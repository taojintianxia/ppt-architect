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 snapToObjects="1">
      <p:cViewPr varScale="1">
        <p:scale>
          <a:sx n="90" d="100"/>
          <a:sy n="90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CD5AC-1418-204D-8C60-E30B97EB0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D4D93C-F104-E14A-AEAF-2A1DA525C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45C64-C6C3-C04E-957E-B77EE2DF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7646A-4CA4-534A-B7A2-64F49C71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F64595-9E55-8346-AB77-35B6B410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185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23F59-8097-9C49-8CAC-47CF1EDC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C58AB-B757-A64C-9661-3ED8D1DF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026B7-A974-F547-BABB-1495E0FF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28623F-6155-704C-94AB-A020E0FC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F3A6F-C008-B243-9C7A-6874E11F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983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0AD57-73FE-644E-8777-41F779ED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2ED80-4A64-7C41-B3BA-C19097C93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552032-F3BD-444C-A829-2CD37F3B3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EC2B4-2195-A447-967C-86F18884B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3498F-B0EB-C84A-9F4F-9F4A1C12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478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11E1C-7307-0B4A-9383-A6B05EBB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5C647-5214-474A-A979-3C12BD563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561CD2-BFA5-2443-87D2-4694C3BDF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B6720A-E9F1-BE42-918E-15060205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E41A5-7CD4-624C-AA1E-CB9A07C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8B1F6B-91D7-DE48-B876-AC173930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94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1447-624E-8A4C-AE9B-FB72BD65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947FA-9B66-4C41-B813-2BBC3A19F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2F1136-6F90-A441-8291-C50A9BEF2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0573D1-BA77-D647-A8A5-7DCC252B4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8A0A96-F5BA-364A-B198-6A58C5B61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23600E-E7C4-E049-B353-EFD08D3A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6DA77-F745-AE4F-8EBB-C052B12E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AEFD1E-0DED-D34B-A4FC-F70B53C1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66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71AD7-7A61-E549-8A99-FAF2791B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1CD5B6-5FF8-3549-B6CB-97950C99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5CF0AE-FBFC-3C4D-99F9-A0203F62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4A1106-9DF9-A149-B92E-1AD6BD75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489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C8A8F4-C2DC-6344-9141-B0A6EFA6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FAD725-6A3D-9B4A-8E0B-0B3CB57D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BAB149-F009-A646-8478-69FF4691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6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3FB33-3847-5A49-A148-5B9DC928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35DE54-4248-3B4F-B0BD-E0147650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1DF3FB-B3C6-3049-AD5F-4B2CA6B76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37B9A9-D1D8-5549-B901-B0434201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5F0794-513E-E24A-9C18-C744B10A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6B6CE6-F782-9341-A743-899BD6D8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34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EE938-D2B3-C147-B789-4390EF63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27B80B-772B-964D-A1C6-E4AE9AA84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B77BD0-791A-CE4E-9DB1-7992BF947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444C7E-A1F0-8946-B183-82A691B1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810185-9745-A54D-841C-A40E6ECF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D5004-E7B9-E14A-84E7-06960DE3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087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D94D0-0AC7-A34F-94B4-06493ED6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F74BA2-4D62-5944-ADAB-F1DB9851F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C7CB7-2D88-F24F-B735-6E41C982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DA919-901B-7B42-9829-C1D69EBA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9EAEF-1D74-9B47-A7A4-2810FCE5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183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6D2D09-62F6-8741-9F86-EF137FC1A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85C3A4-D9E2-A54E-81E9-433D14F3B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81235-46C8-0E4E-902B-B927DA1C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7EBC2-B21A-DE4C-BCCE-B859211F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FFDE4-F19A-FD43-9FD1-84EAFBF5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594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2833DC-7465-8545-ADD5-A6279127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19A23-8A5B-6D41-B7A8-E8AEA3F60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50D6C-36F3-2641-A5B4-A6C0404AF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5FAE2-68EA-8840-937C-57F1C9D7C2EF}" type="datetimeFigureOut">
              <a:rPr kumimoji="1" lang="zh-CN" altLang="en-US" smtClean="0"/>
              <a:t>2020/5/7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02B6C-F911-AF43-AF2F-99FD454EE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1D754-0C3E-534A-A299-ACBC76044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CA7A0-F18D-494C-AF5F-E607A7CE0DE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340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AD87FE-4628-E049-B0DB-EA9A3E4B6589}"/>
              </a:ext>
            </a:extLst>
          </p:cNvPr>
          <p:cNvSpPr txBox="1"/>
          <p:nvPr/>
        </p:nvSpPr>
        <p:spPr>
          <a:xfrm>
            <a:off x="5142018" y="1104406"/>
            <a:ext cx="1888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dirty="0"/>
              <a:t>Raft</a:t>
            </a:r>
            <a:endParaRPr kumimoji="1" lang="zh-CN" altLang="en-US" sz="7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64D7B-25B4-6047-88C6-CEE8A06CBBAA}"/>
              </a:ext>
            </a:extLst>
          </p:cNvPr>
          <p:cNvSpPr txBox="1"/>
          <p:nvPr/>
        </p:nvSpPr>
        <p:spPr>
          <a:xfrm>
            <a:off x="3800106" y="2945081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dirty="0"/>
              <a:t>Consensus Algorithm</a:t>
            </a:r>
          </a:p>
        </p:txBody>
      </p:sp>
    </p:spTree>
    <p:extLst>
      <p:ext uri="{BB962C8B-B14F-4D97-AF65-F5344CB8AC3E}">
        <p14:creationId xmlns:p14="http://schemas.microsoft.com/office/powerpoint/2010/main" val="428863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A73F259-3086-984D-9CDD-450228588E2F}"/>
              </a:ext>
            </a:extLst>
          </p:cNvPr>
          <p:cNvSpPr/>
          <p:nvPr/>
        </p:nvSpPr>
        <p:spPr>
          <a:xfrm>
            <a:off x="3679369" y="2331519"/>
            <a:ext cx="1068780" cy="106877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1BFF7E8-5011-DC4E-A4F9-D8A9823E415A}"/>
              </a:ext>
            </a:extLst>
          </p:cNvPr>
          <p:cNvSpPr/>
          <p:nvPr/>
        </p:nvSpPr>
        <p:spPr>
          <a:xfrm>
            <a:off x="5816929" y="591786"/>
            <a:ext cx="1068780" cy="106877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7552D61-08F7-0041-A6D6-ABF355747847}"/>
              </a:ext>
            </a:extLst>
          </p:cNvPr>
          <p:cNvSpPr/>
          <p:nvPr/>
        </p:nvSpPr>
        <p:spPr>
          <a:xfrm>
            <a:off x="7954489" y="2351312"/>
            <a:ext cx="1068780" cy="106877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67E14A8-957E-4F45-A624-61982FD29EDE}"/>
              </a:ext>
            </a:extLst>
          </p:cNvPr>
          <p:cNvSpPr/>
          <p:nvPr/>
        </p:nvSpPr>
        <p:spPr>
          <a:xfrm>
            <a:off x="4748149" y="4451265"/>
            <a:ext cx="1068780" cy="106877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B49ECE8-D16A-1344-AFF4-A3D0C1A104DF}"/>
              </a:ext>
            </a:extLst>
          </p:cNvPr>
          <p:cNvSpPr/>
          <p:nvPr/>
        </p:nvSpPr>
        <p:spPr>
          <a:xfrm>
            <a:off x="6885709" y="4451266"/>
            <a:ext cx="1068780" cy="106877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2694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3</Words>
  <Application>Microsoft Macintosh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孙念君</dc:creator>
  <cp:lastModifiedBy>孙念君</cp:lastModifiedBy>
  <cp:revision>7</cp:revision>
  <dcterms:created xsi:type="dcterms:W3CDTF">2020-05-07T09:43:40Z</dcterms:created>
  <dcterms:modified xsi:type="dcterms:W3CDTF">2020-05-08T01:30:07Z</dcterms:modified>
</cp:coreProperties>
</file>