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73"/>
  </p:normalViewPr>
  <p:slideViewPr>
    <p:cSldViewPr snapToGrid="0" snapToObjects="1">
      <p:cViewPr varScale="1">
        <p:scale>
          <a:sx n="107" d="100"/>
          <a:sy n="107" d="100"/>
        </p:scale>
        <p:origin x="7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FCD5AC-1418-204D-8C60-E30B97EB02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8D4D93C-F104-E14A-AEAF-2A1DA525CF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345C64-C6C3-C04E-957E-B77EE2DF2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47646A-4CA4-534A-B7A2-64F49C71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F64595-9E55-8346-AB77-35B6B410A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718504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023F59-8097-9C49-8CAC-47CF1EDC8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0C58AB-B757-A64C-9661-3ED8D1DF5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7026B7-A974-F547-BABB-1495E0FF1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28623F-6155-704C-94AB-A020E0FC8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7F3A6F-C008-B243-9C7A-6874E11FC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839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30AD57-73FE-644E-8777-41F779EDC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E52ED80-4A64-7C41-B3BA-C19097C93A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4552032-F3BD-444C-A829-2CD37F3B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8EC2B4-2195-A447-967C-86F18884B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13498F-B0EB-C84A-9F4F-9F4A1C12D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44787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711E1C-7307-0B4A-9383-A6B05EBBB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325C647-5214-474A-A979-3C12BD5636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D561CD2-BFA5-2443-87D2-4694C3BDFF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7B6720A-E9F1-BE42-918E-150602059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6EE41A5-7CD4-624C-AA1E-CB9A07C2C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08B1F6B-91D7-DE48-B876-AC173930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07942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711447-624E-8A4C-AE9B-FB72BD65B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DC947FA-9B66-4C41-B813-2BBC3A19F2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2F1136-6F90-A441-8291-C50A9BEF2E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60573D1-BA77-D647-A8A5-7DCC252B40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38A0A96-F5BA-364A-B198-6A58C5B61B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823600E-E7C4-E049-B353-EFD08D3A5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606DA77-F745-AE4F-8EBB-C052B12E1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0AEFD1E-0DED-D34B-A4FC-F70B53C16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663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571AD7-7A61-E549-8A99-FAF2791BF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31CD5B6-5FF8-3549-B6CB-97950C992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5CF0AE-FBFC-3C4D-99F9-A0203F62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54A1106-9DF9-A149-B92E-1AD6BD758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84895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6C8A8F4-C2DC-6344-9141-B0A6EFA6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DFAD725-6A3D-9B4A-8E0B-0B3CB57DB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BAB149-F009-A646-8478-69FF46912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22963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53FB33-3847-5A49-A148-5B9DC9286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35DE54-4248-3B4F-B0BD-E01476502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F1DF3FB-B3C6-3049-AD5F-4B2CA6B76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37B9A9-D1D8-5549-B901-B0434201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55F0794-513E-E24A-9C18-C744B10A0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26B6CE6-F782-9341-A743-899BD6D8A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20345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AEE938-D2B3-C147-B789-4390EF63A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27B80B-772B-964D-A1C6-E4AE9AA840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B77BD0-791A-CE4E-9DB1-7992BF947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9444C7E-A1F0-8946-B183-82A691B1C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0810185-9745-A54D-841C-A40E6ECF9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ED5004-E7B9-E14A-84E7-06960DE3D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60879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FD94D0-0AC7-A34F-94B4-06493ED65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F74BA2-4D62-5944-ADAB-F1DB9851FF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2C7CB7-2D88-F24F-B735-6E41C9827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ACDA919-901B-7B42-9829-C1D69EBAD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29EAEF-1D74-9B47-A7A4-2810FCE5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18379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F6D2D09-62F6-8741-9F86-EF137FC1AE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885C3A4-D9E2-A54E-81E9-433D14F3BB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381235-46C8-0E4E-902B-B927DA1C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57EBC2-B21A-DE4C-BCCE-B859211FB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A4FFDE4-F19A-FD43-9FD1-84EAFBF55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85940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92833DC-7465-8545-ADD5-A6279127C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D919A23-8A5B-6D41-B7A8-E8AEA3F602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350D6C-36F3-2641-A5B4-A6C0404AF9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B5FAE2-68EA-8840-937C-57F1C9D7C2EF}" type="datetimeFigureOut">
              <a:rPr kumimoji="1" lang="zh-CN" altLang="en-US" smtClean="0"/>
              <a:t>2020/5/7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002B6C-F911-AF43-AF2F-99FD454EE4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1D754-0C3E-534A-A299-ACBC760446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2CA7A0-F18D-494C-AF5F-E607A7CE0DE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13407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8635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孙念君</dc:creator>
  <cp:lastModifiedBy>孙念君</cp:lastModifiedBy>
  <cp:revision>2</cp:revision>
  <dcterms:created xsi:type="dcterms:W3CDTF">2020-05-07T09:43:40Z</dcterms:created>
  <dcterms:modified xsi:type="dcterms:W3CDTF">2020-05-07T09:44:31Z</dcterms:modified>
</cp:coreProperties>
</file>