
<file path=[Content_Types].xml><?xml version="1.0" encoding="utf-8"?>
<Types xmlns="http://schemas.openxmlformats.org/package/2006/content-types">
  <Default Extension="bin" ContentType="application/vnd.openxmlformats-officedocument.oleObject"/>
  <Default Extension="dat" ContentType="text/plai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Relationship Id="R2ec50e0fa7fe4b04" Type="http://schemas.microsoft.com/office/2006/relationships/txt" Target="udata/data.da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notesMasterIdLst>
    <p:notesMasterId r:id="rId35"/>
  </p:notesMasterIdLst>
  <p:handoutMasterIdLst>
    <p:handoutMasterId r:id="rId36"/>
  </p:handoutMasterIdLst>
  <p:sldIdLst>
    <p:sldId id="367" r:id="rId3"/>
    <p:sldId id="432" r:id="rId4"/>
    <p:sldId id="472" r:id="rId5"/>
    <p:sldId id="482" r:id="rId6"/>
    <p:sldId id="483" r:id="rId7"/>
    <p:sldId id="485" r:id="rId8"/>
    <p:sldId id="486" r:id="rId9"/>
    <p:sldId id="487" r:id="rId10"/>
    <p:sldId id="490" r:id="rId11"/>
    <p:sldId id="491" r:id="rId12"/>
    <p:sldId id="504" r:id="rId13"/>
    <p:sldId id="494" r:id="rId14"/>
    <p:sldId id="493" r:id="rId15"/>
    <p:sldId id="496" r:id="rId16"/>
    <p:sldId id="498" r:id="rId17"/>
    <p:sldId id="501" r:id="rId18"/>
    <p:sldId id="499" r:id="rId19"/>
    <p:sldId id="502" r:id="rId20"/>
    <p:sldId id="500" r:id="rId21"/>
    <p:sldId id="497" r:id="rId22"/>
    <p:sldId id="492" r:id="rId23"/>
    <p:sldId id="484" r:id="rId24"/>
    <p:sldId id="473" r:id="rId25"/>
    <p:sldId id="474" r:id="rId26"/>
    <p:sldId id="476" r:id="rId27"/>
    <p:sldId id="475" r:id="rId28"/>
    <p:sldId id="477" r:id="rId29"/>
    <p:sldId id="478" r:id="rId30"/>
    <p:sldId id="479" r:id="rId31"/>
    <p:sldId id="480" r:id="rId32"/>
    <p:sldId id="481" r:id="rId33"/>
    <p:sldId id="372" r:id="rId34"/>
  </p:sldIdLst>
  <p:sldSz cx="9144000" cy="5143500" type="screen16x9"/>
  <p:notesSz cx="6858000" cy="9144000"/>
  <p:defaultTextStyle>
    <a:defPPr>
      <a:defRPr lang="zh-CN"/>
    </a:defPPr>
    <a:lvl1pPr marL="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0" userDrawn="1">
          <p15:clr>
            <a:srgbClr val="A4A3A4"/>
          </p15:clr>
        </p15:guide>
        <p15:guide id="4" orient="horz" pos="6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2B34"/>
    <a:srgbClr val="FF6161"/>
    <a:srgbClr val="FFBDBD"/>
    <a:srgbClr val="E60000"/>
    <a:srgbClr val="E85A61"/>
    <a:srgbClr val="EC4B4B"/>
    <a:srgbClr val="ED4C4C"/>
    <a:srgbClr val="ED4C4B"/>
    <a:srgbClr val="A6A6A6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91" autoAdjust="0"/>
    <p:restoredTop sz="95551" autoAdjust="0"/>
  </p:normalViewPr>
  <p:slideViewPr>
    <p:cSldViewPr>
      <p:cViewPr>
        <p:scale>
          <a:sx n="112" d="100"/>
          <a:sy n="112" d="100"/>
        </p:scale>
        <p:origin x="216" y="728"/>
      </p:cViewPr>
      <p:guideLst>
        <p:guide pos="340"/>
        <p:guide orient="horz" pos="6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09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69050E-4A44-0D48-B41B-7A5F89E302F3}" type="doc">
      <dgm:prSet loTypeId="urn:microsoft.com/office/officeart/2005/8/layout/hierarchy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CC65F34-9CD8-984B-AB79-84AAE74A8FAC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Encryption</a:t>
          </a:r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Rule</a:t>
          </a:r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ED25412-2780-6543-BBD8-A640FED5F5BB}" type="parTrans" cxnId="{21DD5A7D-B540-884F-B2DC-54535CC2152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41C8397-5E83-704E-87B4-E26D557B7F6E}" type="sibTrans" cxnId="{21DD5A7D-B540-884F-B2DC-54535CC2152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F456E25-3E6B-C34A-B777-1938FE5A0EE4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Datasource</a:t>
          </a:r>
        </a:p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86B47FA-56E2-224E-BF47-6B50C09B76ED}" type="parTrans" cxnId="{17F2E2FE-A758-8A44-A792-81F1C0293C69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5710AA3-9E9D-524F-812F-C32627CA70F2}" type="sibTrans" cxnId="{17F2E2FE-A758-8A44-A792-81F1C0293C69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81D5F3F-3C22-EF4A-A329-8A137AE8F1E0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Encryptor</a:t>
          </a:r>
        </a:p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D5728E6-F804-174D-9FAE-DA46F64DA813}" type="parTrans" cxnId="{7443E402-6F47-1146-8759-70FB4EE88AB4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A15E41A-2D15-0343-A06B-231A27324A5B}" type="sibTrans" cxnId="{7443E402-6F47-1146-8759-70FB4EE88AB4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25F36E8-184C-564D-8337-EB8E281660AE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Encryption</a:t>
          </a:r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Table</a:t>
          </a:r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639A865-B288-8244-BC6A-06B2CB8190EB}" type="parTrans" cxnId="{E92969C6-0597-254F-95D8-EE5F14063FD6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5680923-9434-7D4F-8E2F-6E4F9801B48D}" type="sibTrans" cxnId="{E92969C6-0597-254F-95D8-EE5F14063FD6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D90A646-04FE-A640-A9A6-6E15390D5CDC}">
      <dgm:prSet phldrT="[文本]" custT="1"/>
      <dgm:spPr>
        <a:ln w="25400">
          <a:solidFill>
            <a:schemeClr val="accent6">
              <a:lumMod val="75000"/>
            </a:schemeClr>
          </a:solidFill>
          <a:prstDash val="dash"/>
        </a:ln>
      </dgm:spPr>
      <dgm:t>
        <a:bodyPr/>
        <a:lstStyle/>
        <a:p>
          <a:r>
            <a:rPr kumimoji="1" lang="en-US" altLang="zh-CN" sz="1200" b="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logicColumn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C917E98-D9EC-8B44-9758-D1B2E843EEFC}" type="parTrans" cxnId="{76047045-94BF-154D-B03C-CAC92DDA94FB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7196ABF-A4D1-3849-87D5-478E0083FB8F}" type="sibTrans" cxnId="{76047045-94BF-154D-B03C-CAC92DDA94FB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96330D9-C262-2441-B177-EE1A7CB59C42}">
      <dgm:prSet phldrT="[文本]" custT="1"/>
      <dgm:spPr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plainColumn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gm:t>
    </dgm:pt>
    <dgm:pt modelId="{E74D9579-9B80-CA42-96D8-D01D1E96B1F2}" type="parTrans" cxnId="{B4855866-41D4-024C-BE72-3506E4393B23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B9F6B52-F41D-FE4D-A942-BF25880D785F}" type="sibTrans" cxnId="{B4855866-41D4-024C-BE72-3506E4393B23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AC0BFED-69FB-A348-8FB0-FA6C2F24138C}">
      <dgm:prSet phldrT="[文本]" custT="1"/>
      <dgm:spPr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gm:spPr>
      <dgm:t>
        <a:bodyPr spcFirstLastPara="0" vert="horz" wrap="square" lIns="7620" tIns="7620" rIns="7620" bIns="7620" numCol="1" spcCol="1270" anchor="ctr" anchorCtr="0"/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cipherColumn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gm:t>
    </dgm:pt>
    <dgm:pt modelId="{1204715B-8C4A-C942-BCBC-9E1E447E4202}" type="parTrans" cxnId="{57584D35-6CD8-EF49-B249-AA3AD00B271E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4FBCD0F-3D03-D341-8FBB-9BC08AF57ED4}" type="sibTrans" cxnId="{57584D35-6CD8-EF49-B249-AA3AD00B271E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087FDB4-01E5-6D48-A4B7-78D18A2DCE68}">
      <dgm:prSet phldrT="[文本]" custT="1"/>
      <dgm:spPr/>
      <dgm:t>
        <a:bodyPr/>
        <a:lstStyle/>
        <a:p>
          <a:r>
            <a:rPr lang="en-US" altLang="zh-CN" sz="12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query.with.cipher.column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93AE65A-7CBF-A44C-93F8-783C3348D31D}" type="parTrans" cxnId="{F0A6E2C6-216C-D741-A05F-6590C769D4FD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8C70367-F035-CB43-935B-3188A4C39D8F}" type="sibTrans" cxnId="{F0A6E2C6-216C-D741-A05F-6590C769D4FD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2FB20AB-7488-0E42-A70F-D5FF82C8C1FB}">
      <dgm:prSet phldrT="[文本]" custT="1"/>
      <dgm:spPr/>
      <dgm:t>
        <a:bodyPr/>
        <a:lstStyle/>
        <a:p>
          <a:pPr algn="ctr"/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Logical column (virtual column) Mandatory </a:t>
          </a:r>
        </a:p>
      </dgm:t>
    </dgm:pt>
    <dgm:pt modelId="{C39393A8-0D36-3548-A3E2-07D96F3D8870}" type="parTrans" cxnId="{1ADCCB82-1C96-7A44-8652-F4D86E2682AE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54D5FF3-271C-7F44-AA58-9843380CC23C}" type="sibTrans" cxnId="{1ADCCB82-1C96-7A44-8652-F4D86E2682AE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7945529-8740-6A42-95AA-ED53A6E18074}">
      <dgm:prSet phldrT="[文本]" custT="1"/>
      <dgm:spPr/>
      <dgm:t>
        <a:bodyPr/>
        <a:lstStyle/>
        <a:p>
          <a:r>
            <a:rPr kumimoji="1" lang="en-US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Plaintext column (true column) </a:t>
          </a:r>
          <a:r>
            <a:rPr kumimoji="1"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O</a:t>
          </a:r>
          <a:r>
            <a:rPr kumimoji="1" lang="en-US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ptional 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B6AA43F-8314-5940-934E-8B324502F90F}" type="parTrans" cxnId="{B88B4D9C-237B-FE41-A8EF-58ACA140A945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3259ECE-EB5B-A843-A41C-FE74D283AF1A}" type="sibTrans" cxnId="{B88B4D9C-237B-FE41-A8EF-58ACA140A945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4E78273-01A2-8D4D-A341-C23925736946}">
      <dgm:prSet phldrT="[文本]" custT="1"/>
      <dgm:spPr/>
      <dgm:t>
        <a:bodyPr/>
        <a:lstStyle/>
        <a:p>
          <a:r>
            <a:rPr lang="en-US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 Attribute Config 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BFF453B-84EB-0F41-B880-B5ECB011C166}" type="parTrans" cxnId="{480A95CB-DB01-5B44-B070-9ED7DEF7EB2F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9C79B54-1F8C-8B46-856B-07BFBF9B5205}" type="sibTrans" cxnId="{480A95CB-DB01-5B44-B070-9ED7DEF7EB2F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3722426-59FE-2140-A428-C0CDDEF288C3}">
      <dgm:prSet phldrT="[文本]" custT="1"/>
      <dgm:spPr/>
      <dgm:t>
        <a:bodyPr/>
        <a:lstStyle/>
        <a:p>
          <a:r>
            <a:rPr kumimoji="1" lang="en-US" altLang="en-US" sz="115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Ciphertext column (true column) Mandatory </a:t>
          </a:r>
          <a:endParaRPr lang="zh-CN" altLang="en-US" sz="115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212E986-10F3-FF47-87A5-468A128D40C6}" type="parTrans" cxnId="{CAACF9BF-3C6C-8F4F-BBCC-8CF6EC07AD52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B0E77D0-6C46-544A-8BAA-4B98557509D7}" type="sibTrans" cxnId="{CAACF9BF-3C6C-8F4F-BBCC-8CF6EC07AD52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7E7D5AC-E484-9D4F-8990-D365896B1A37}">
      <dgm:prSet phldrT="[文本]" custT="1"/>
      <dgm:spPr/>
      <dgm:t>
        <a:bodyPr/>
        <a:lstStyle/>
        <a:p>
          <a:r>
            <a:rPr lang="en-US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encrypted column query True as default 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A77D51D-3969-004C-92EF-25AF8781FC38}" type="parTrans" cxnId="{52703E42-87EA-5D45-8A43-51F4057209F9}">
      <dgm:prSet custT="1"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EC26681-E49C-DA46-B8BF-1E9F6B201EAF}" type="sibTrans" cxnId="{52703E42-87EA-5D45-8A43-51F4057209F9}">
      <dgm:prSet/>
      <dgm:spPr/>
      <dgm:t>
        <a:bodyPr/>
        <a:lstStyle/>
        <a:p>
          <a:endParaRPr lang="zh-CN" altLang="en-US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0B68A34-E64B-A244-A564-4ED46415D616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Build-in</a:t>
          </a:r>
          <a:r>
            <a:rPr lang="zh-CN" altLang="en-US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AES/MD5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5BB1756-8FEC-2C48-8437-1C44E528B601}" type="parTrans" cxnId="{9EDBBB51-E7AC-354D-B95A-CEC977BE1D7D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366E947-DD9E-2441-AD49-E3D38757D294}" type="sibTrans" cxnId="{9EDBBB51-E7AC-354D-B95A-CEC977BE1D7D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09D1569-4166-E94F-B001-AF2CBAA1B633}">
      <dgm:prSet phldrT="[文本]" custT="1"/>
      <dgm:spPr/>
      <dgm:t>
        <a:bodyPr/>
        <a:lstStyle/>
        <a:p>
          <a:r>
            <a:rPr lang="en-US" altLang="zh-CN" sz="1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Customized</a:t>
          </a:r>
          <a:endParaRPr lang="zh-CN" altLang="en-US" sz="1200" b="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D137612-1446-664F-9CB1-4A624031DB31}" type="parTrans" cxnId="{FC7C2C80-AEE7-1A4C-AAF8-EE7FAFBF3724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E84094C-99F1-0B41-AE7C-95FBA02B9E64}" type="sibTrans" cxnId="{FC7C2C80-AEE7-1A4C-AAF8-EE7FAFBF3724}">
      <dgm:prSet/>
      <dgm:spPr/>
      <dgm:t>
        <a:bodyPr/>
        <a:lstStyle/>
        <a:p>
          <a:endParaRPr lang="zh-CN" alt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6C81A99-B3CF-324D-8039-4A0790223931}" type="pres">
      <dgm:prSet presAssocID="{C169050E-4A44-0D48-B41B-7A5F89E302F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FC0F76-BFB0-8F4B-9525-53AF0F4C4563}" type="pres">
      <dgm:prSet presAssocID="{BCC65F34-9CD8-984B-AB79-84AAE74A8FAC}" presName="root1" presStyleCnt="0"/>
      <dgm:spPr/>
    </dgm:pt>
    <dgm:pt modelId="{2940B364-6D93-3D4C-8B91-A210D5B3CF7C}" type="pres">
      <dgm:prSet presAssocID="{BCC65F34-9CD8-984B-AB79-84AAE74A8FAC}" presName="LevelOneTextNode" presStyleLbl="node0" presStyleIdx="0" presStyleCnt="1">
        <dgm:presLayoutVars>
          <dgm:chPref val="3"/>
        </dgm:presLayoutVars>
      </dgm:prSet>
      <dgm:spPr/>
    </dgm:pt>
    <dgm:pt modelId="{B8129DB7-391D-0D46-8099-3C4450E28493}" type="pres">
      <dgm:prSet presAssocID="{BCC65F34-9CD8-984B-AB79-84AAE74A8FAC}" presName="level2hierChild" presStyleCnt="0"/>
      <dgm:spPr/>
    </dgm:pt>
    <dgm:pt modelId="{2B9F0142-A2FD-7E4B-A279-E6AC2546BC2E}" type="pres">
      <dgm:prSet presAssocID="{086B47FA-56E2-224E-BF47-6B50C09B76ED}" presName="conn2-1" presStyleLbl="parChTrans1D2" presStyleIdx="0" presStyleCnt="4"/>
      <dgm:spPr/>
    </dgm:pt>
    <dgm:pt modelId="{0DCE6219-605D-2240-A067-33D494BBF988}" type="pres">
      <dgm:prSet presAssocID="{086B47FA-56E2-224E-BF47-6B50C09B76ED}" presName="connTx" presStyleLbl="parChTrans1D2" presStyleIdx="0" presStyleCnt="4"/>
      <dgm:spPr/>
    </dgm:pt>
    <dgm:pt modelId="{BC1AEF8A-7D04-8240-A165-FDFC98C99A40}" type="pres">
      <dgm:prSet presAssocID="{4F456E25-3E6B-C34A-B777-1938FE5A0EE4}" presName="root2" presStyleCnt="0"/>
      <dgm:spPr/>
    </dgm:pt>
    <dgm:pt modelId="{C0CE1633-6DB9-CD4A-9597-140E848703E7}" type="pres">
      <dgm:prSet presAssocID="{4F456E25-3E6B-C34A-B777-1938FE5A0EE4}" presName="LevelTwoTextNode" presStyleLbl="node2" presStyleIdx="0" presStyleCnt="4">
        <dgm:presLayoutVars>
          <dgm:chPref val="3"/>
        </dgm:presLayoutVars>
      </dgm:prSet>
      <dgm:spPr/>
    </dgm:pt>
    <dgm:pt modelId="{33DB4F95-2930-5E4A-9A70-775A7E37881E}" type="pres">
      <dgm:prSet presAssocID="{4F456E25-3E6B-C34A-B777-1938FE5A0EE4}" presName="level3hierChild" presStyleCnt="0"/>
      <dgm:spPr/>
    </dgm:pt>
    <dgm:pt modelId="{BB3EC2FD-462C-234A-9632-A315A8697833}" type="pres">
      <dgm:prSet presAssocID="{7D5728E6-F804-174D-9FAE-DA46F64DA813}" presName="conn2-1" presStyleLbl="parChTrans1D2" presStyleIdx="1" presStyleCnt="4"/>
      <dgm:spPr/>
    </dgm:pt>
    <dgm:pt modelId="{C5BCF6F3-F660-A449-A064-8F04387EEE97}" type="pres">
      <dgm:prSet presAssocID="{7D5728E6-F804-174D-9FAE-DA46F64DA813}" presName="connTx" presStyleLbl="parChTrans1D2" presStyleIdx="1" presStyleCnt="4"/>
      <dgm:spPr/>
    </dgm:pt>
    <dgm:pt modelId="{02421C6F-AF66-6B49-8C25-9D34278A8FAB}" type="pres">
      <dgm:prSet presAssocID="{281D5F3F-3C22-EF4A-A329-8A137AE8F1E0}" presName="root2" presStyleCnt="0"/>
      <dgm:spPr/>
    </dgm:pt>
    <dgm:pt modelId="{C806A0B2-EB9B-5F4A-95CE-5AAAD14D87F5}" type="pres">
      <dgm:prSet presAssocID="{281D5F3F-3C22-EF4A-A329-8A137AE8F1E0}" presName="LevelTwoTextNode" presStyleLbl="node2" presStyleIdx="1" presStyleCnt="4">
        <dgm:presLayoutVars>
          <dgm:chPref val="3"/>
        </dgm:presLayoutVars>
      </dgm:prSet>
      <dgm:spPr/>
    </dgm:pt>
    <dgm:pt modelId="{EBA29F20-C5B3-D14D-AF00-AA198EB10B97}" type="pres">
      <dgm:prSet presAssocID="{281D5F3F-3C22-EF4A-A329-8A137AE8F1E0}" presName="level3hierChild" presStyleCnt="0"/>
      <dgm:spPr/>
    </dgm:pt>
    <dgm:pt modelId="{193EBC26-18BC-8443-B293-3B3DAFE48810}" type="pres">
      <dgm:prSet presAssocID="{85BB1756-8FEC-2C48-8437-1C44E528B601}" presName="conn2-1" presStyleLbl="parChTrans1D3" presStyleIdx="0" presStyleCnt="6"/>
      <dgm:spPr/>
    </dgm:pt>
    <dgm:pt modelId="{DC0C2BE5-7360-9445-8D1C-143EA786B12F}" type="pres">
      <dgm:prSet presAssocID="{85BB1756-8FEC-2C48-8437-1C44E528B601}" presName="connTx" presStyleLbl="parChTrans1D3" presStyleIdx="0" presStyleCnt="6"/>
      <dgm:spPr/>
    </dgm:pt>
    <dgm:pt modelId="{09C6ABDD-C1A8-1441-9F3A-994E9E58DBBB}" type="pres">
      <dgm:prSet presAssocID="{10B68A34-E64B-A244-A564-4ED46415D616}" presName="root2" presStyleCnt="0"/>
      <dgm:spPr/>
    </dgm:pt>
    <dgm:pt modelId="{368F7604-4850-2E4D-8529-1745A146B4EF}" type="pres">
      <dgm:prSet presAssocID="{10B68A34-E64B-A244-A564-4ED46415D616}" presName="LevelTwoTextNode" presStyleLbl="node3" presStyleIdx="0" presStyleCnt="6">
        <dgm:presLayoutVars>
          <dgm:chPref val="3"/>
        </dgm:presLayoutVars>
      </dgm:prSet>
      <dgm:spPr/>
    </dgm:pt>
    <dgm:pt modelId="{FF4B71A3-05C1-CC40-930A-8463E6C4E516}" type="pres">
      <dgm:prSet presAssocID="{10B68A34-E64B-A244-A564-4ED46415D616}" presName="level3hierChild" presStyleCnt="0"/>
      <dgm:spPr/>
    </dgm:pt>
    <dgm:pt modelId="{903C6E59-97F9-A740-A09F-D4A3B29ACD01}" type="pres">
      <dgm:prSet presAssocID="{ED137612-1446-664F-9CB1-4A624031DB31}" presName="conn2-1" presStyleLbl="parChTrans1D3" presStyleIdx="1" presStyleCnt="6"/>
      <dgm:spPr/>
    </dgm:pt>
    <dgm:pt modelId="{3E640823-055E-4943-B3EB-C7140DC70FFB}" type="pres">
      <dgm:prSet presAssocID="{ED137612-1446-664F-9CB1-4A624031DB31}" presName="connTx" presStyleLbl="parChTrans1D3" presStyleIdx="1" presStyleCnt="6"/>
      <dgm:spPr/>
    </dgm:pt>
    <dgm:pt modelId="{F55B16A2-D5C5-5C40-9219-DCF5FF4471AC}" type="pres">
      <dgm:prSet presAssocID="{409D1569-4166-E94F-B001-AF2CBAA1B633}" presName="root2" presStyleCnt="0"/>
      <dgm:spPr/>
    </dgm:pt>
    <dgm:pt modelId="{B5E11713-35BB-434D-999A-3A1B52FB7739}" type="pres">
      <dgm:prSet presAssocID="{409D1569-4166-E94F-B001-AF2CBAA1B633}" presName="LevelTwoTextNode" presStyleLbl="node3" presStyleIdx="1" presStyleCnt="6">
        <dgm:presLayoutVars>
          <dgm:chPref val="3"/>
        </dgm:presLayoutVars>
      </dgm:prSet>
      <dgm:spPr/>
    </dgm:pt>
    <dgm:pt modelId="{E0A0CD9F-C240-5E41-B82A-AF898E85B346}" type="pres">
      <dgm:prSet presAssocID="{409D1569-4166-E94F-B001-AF2CBAA1B633}" presName="level3hierChild" presStyleCnt="0"/>
      <dgm:spPr/>
    </dgm:pt>
    <dgm:pt modelId="{EBCAF232-9F7B-4B4B-8EDB-C49517B28297}" type="pres">
      <dgm:prSet presAssocID="{B639A865-B288-8244-BC6A-06B2CB8190EB}" presName="conn2-1" presStyleLbl="parChTrans1D2" presStyleIdx="2" presStyleCnt="4"/>
      <dgm:spPr/>
    </dgm:pt>
    <dgm:pt modelId="{17734A62-902A-5A4F-B156-51B4A745A071}" type="pres">
      <dgm:prSet presAssocID="{B639A865-B288-8244-BC6A-06B2CB8190EB}" presName="connTx" presStyleLbl="parChTrans1D2" presStyleIdx="2" presStyleCnt="4"/>
      <dgm:spPr/>
    </dgm:pt>
    <dgm:pt modelId="{9434CA70-F68C-6A49-AB9D-2D6AC38E2CE9}" type="pres">
      <dgm:prSet presAssocID="{925F36E8-184C-564D-8337-EB8E281660AE}" presName="root2" presStyleCnt="0"/>
      <dgm:spPr/>
    </dgm:pt>
    <dgm:pt modelId="{CA26E55D-E76C-124A-BABD-734BA40AFAF3}" type="pres">
      <dgm:prSet presAssocID="{925F36E8-184C-564D-8337-EB8E281660AE}" presName="LevelTwoTextNode" presStyleLbl="node2" presStyleIdx="2" presStyleCnt="4">
        <dgm:presLayoutVars>
          <dgm:chPref val="3"/>
        </dgm:presLayoutVars>
      </dgm:prSet>
      <dgm:spPr/>
    </dgm:pt>
    <dgm:pt modelId="{39C7D600-6DFE-D944-901A-ACDC4DE821F1}" type="pres">
      <dgm:prSet presAssocID="{925F36E8-184C-564D-8337-EB8E281660AE}" presName="level3hierChild" presStyleCnt="0"/>
      <dgm:spPr/>
    </dgm:pt>
    <dgm:pt modelId="{8BB8E44A-558D-1540-8ED7-63D0424C2CD1}" type="pres">
      <dgm:prSet presAssocID="{8C917E98-D9EC-8B44-9758-D1B2E843EEFC}" presName="conn2-1" presStyleLbl="parChTrans1D3" presStyleIdx="2" presStyleCnt="6"/>
      <dgm:spPr/>
    </dgm:pt>
    <dgm:pt modelId="{324F3E98-8E61-BC48-A282-FB6E5594A636}" type="pres">
      <dgm:prSet presAssocID="{8C917E98-D9EC-8B44-9758-D1B2E843EEFC}" presName="connTx" presStyleLbl="parChTrans1D3" presStyleIdx="2" presStyleCnt="6"/>
      <dgm:spPr/>
    </dgm:pt>
    <dgm:pt modelId="{07F00FD2-8202-5743-9536-ACAB4A409F9D}" type="pres">
      <dgm:prSet presAssocID="{4D90A646-04FE-A640-A9A6-6E15390D5CDC}" presName="root2" presStyleCnt="0"/>
      <dgm:spPr/>
    </dgm:pt>
    <dgm:pt modelId="{E5131DB2-DA8D-074C-94AA-A64960FD5D13}" type="pres">
      <dgm:prSet presAssocID="{4D90A646-04FE-A640-A9A6-6E15390D5CDC}" presName="LevelTwoTextNode" presStyleLbl="node3" presStyleIdx="2" presStyleCnt="6">
        <dgm:presLayoutVars>
          <dgm:chPref val="3"/>
        </dgm:presLayoutVars>
      </dgm:prSet>
      <dgm:spPr/>
    </dgm:pt>
    <dgm:pt modelId="{AC957160-588D-0843-8C36-47F437A91446}" type="pres">
      <dgm:prSet presAssocID="{4D90A646-04FE-A640-A9A6-6E15390D5CDC}" presName="level3hierChild" presStyleCnt="0"/>
      <dgm:spPr/>
    </dgm:pt>
    <dgm:pt modelId="{55F25EE9-BDBA-9149-A74F-8187348ABCBE}" type="pres">
      <dgm:prSet presAssocID="{C39393A8-0D36-3548-A3E2-07D96F3D8870}" presName="conn2-1" presStyleLbl="parChTrans1D4" presStyleIdx="0" presStyleCnt="4"/>
      <dgm:spPr/>
    </dgm:pt>
    <dgm:pt modelId="{BCEB8813-C7FC-4B48-8085-AED10BDB83C7}" type="pres">
      <dgm:prSet presAssocID="{C39393A8-0D36-3548-A3E2-07D96F3D8870}" presName="connTx" presStyleLbl="parChTrans1D4" presStyleIdx="0" presStyleCnt="4"/>
      <dgm:spPr/>
    </dgm:pt>
    <dgm:pt modelId="{EBF401C7-1EA0-E946-B9FE-7F4F0C467491}" type="pres">
      <dgm:prSet presAssocID="{A2FB20AB-7488-0E42-A70F-D5FF82C8C1FB}" presName="root2" presStyleCnt="0"/>
      <dgm:spPr/>
    </dgm:pt>
    <dgm:pt modelId="{B737B545-A1D0-4342-8CCC-D370D9D543C0}" type="pres">
      <dgm:prSet presAssocID="{A2FB20AB-7488-0E42-A70F-D5FF82C8C1FB}" presName="LevelTwoTextNode" presStyleLbl="node4" presStyleIdx="0" presStyleCnt="4">
        <dgm:presLayoutVars>
          <dgm:chPref val="3"/>
        </dgm:presLayoutVars>
      </dgm:prSet>
      <dgm:spPr/>
    </dgm:pt>
    <dgm:pt modelId="{1695D88D-EEF7-864B-87B3-ADC1C569153B}" type="pres">
      <dgm:prSet presAssocID="{A2FB20AB-7488-0E42-A70F-D5FF82C8C1FB}" presName="level3hierChild" presStyleCnt="0"/>
      <dgm:spPr/>
    </dgm:pt>
    <dgm:pt modelId="{2FAAAC44-6DDD-0E46-A8F0-D26B7DA178E1}" type="pres">
      <dgm:prSet presAssocID="{E74D9579-9B80-CA42-96D8-D01D1E96B1F2}" presName="conn2-1" presStyleLbl="parChTrans1D3" presStyleIdx="3" presStyleCnt="6"/>
      <dgm:spPr/>
    </dgm:pt>
    <dgm:pt modelId="{E7C84FE8-235E-3145-9545-58BC3B1C016F}" type="pres">
      <dgm:prSet presAssocID="{E74D9579-9B80-CA42-96D8-D01D1E96B1F2}" presName="connTx" presStyleLbl="parChTrans1D3" presStyleIdx="3" presStyleCnt="6"/>
      <dgm:spPr/>
    </dgm:pt>
    <dgm:pt modelId="{A150B4A7-DC22-A547-A843-C8010CC9BE3B}" type="pres">
      <dgm:prSet presAssocID="{E96330D9-C262-2441-B177-EE1A7CB59C42}" presName="root2" presStyleCnt="0"/>
      <dgm:spPr/>
    </dgm:pt>
    <dgm:pt modelId="{FF5BD60F-0DB3-494C-B55D-15F56BADA9D5}" type="pres">
      <dgm:prSet presAssocID="{E96330D9-C262-2441-B177-EE1A7CB59C42}" presName="LevelTwoTextNode" presStyleLbl="node3" presStyleIdx="3" presStyleCnt="6">
        <dgm:presLayoutVars>
          <dgm:chPref val="3"/>
        </dgm:presLayoutVars>
      </dgm:prSet>
      <dgm:spPr>
        <a:xfrm>
          <a:off x="4280713" y="2501130"/>
          <a:ext cx="1241327" cy="620663"/>
        </a:xfrm>
        <a:prstGeom prst="roundRect">
          <a:avLst>
            <a:gd name="adj" fmla="val 10000"/>
          </a:avLst>
        </a:prstGeom>
      </dgm:spPr>
    </dgm:pt>
    <dgm:pt modelId="{02E0DFAC-59C9-0549-B665-9A3B093A0381}" type="pres">
      <dgm:prSet presAssocID="{E96330D9-C262-2441-B177-EE1A7CB59C42}" presName="level3hierChild" presStyleCnt="0"/>
      <dgm:spPr/>
    </dgm:pt>
    <dgm:pt modelId="{296DE279-C546-AA4E-BA42-417BF048CAC2}" type="pres">
      <dgm:prSet presAssocID="{1B6AA43F-8314-5940-934E-8B324502F90F}" presName="conn2-1" presStyleLbl="parChTrans1D4" presStyleIdx="1" presStyleCnt="4"/>
      <dgm:spPr/>
    </dgm:pt>
    <dgm:pt modelId="{0F4462CC-5386-CA48-88E5-FCA879BEB006}" type="pres">
      <dgm:prSet presAssocID="{1B6AA43F-8314-5940-934E-8B324502F90F}" presName="connTx" presStyleLbl="parChTrans1D4" presStyleIdx="1" presStyleCnt="4"/>
      <dgm:spPr/>
    </dgm:pt>
    <dgm:pt modelId="{DB71729F-7A0A-0541-A51D-756A810B272C}" type="pres">
      <dgm:prSet presAssocID="{57945529-8740-6A42-95AA-ED53A6E18074}" presName="root2" presStyleCnt="0"/>
      <dgm:spPr/>
    </dgm:pt>
    <dgm:pt modelId="{5E71A242-80B5-FD4F-B325-6C5E7450BE07}" type="pres">
      <dgm:prSet presAssocID="{57945529-8740-6A42-95AA-ED53A6E18074}" presName="LevelTwoTextNode" presStyleLbl="node4" presStyleIdx="1" presStyleCnt="4">
        <dgm:presLayoutVars>
          <dgm:chPref val="3"/>
        </dgm:presLayoutVars>
      </dgm:prSet>
      <dgm:spPr/>
    </dgm:pt>
    <dgm:pt modelId="{D6A802A7-4A92-F846-95B8-F880238291C1}" type="pres">
      <dgm:prSet presAssocID="{57945529-8740-6A42-95AA-ED53A6E18074}" presName="level3hierChild" presStyleCnt="0"/>
      <dgm:spPr/>
    </dgm:pt>
    <dgm:pt modelId="{EC0AD89B-4C65-E24F-B997-FD9A6D248550}" type="pres">
      <dgm:prSet presAssocID="{1204715B-8C4A-C942-BCBC-9E1E447E4202}" presName="conn2-1" presStyleLbl="parChTrans1D3" presStyleIdx="4" presStyleCnt="6"/>
      <dgm:spPr/>
    </dgm:pt>
    <dgm:pt modelId="{5ED6E9C1-4E0A-A746-B45E-C09F2EFBDF1F}" type="pres">
      <dgm:prSet presAssocID="{1204715B-8C4A-C942-BCBC-9E1E447E4202}" presName="connTx" presStyleLbl="parChTrans1D3" presStyleIdx="4" presStyleCnt="6"/>
      <dgm:spPr/>
    </dgm:pt>
    <dgm:pt modelId="{875D4467-E405-054A-8C75-6E0EADF8EF9C}" type="pres">
      <dgm:prSet presAssocID="{9AC0BFED-69FB-A348-8FB0-FA6C2F24138C}" presName="root2" presStyleCnt="0"/>
      <dgm:spPr/>
    </dgm:pt>
    <dgm:pt modelId="{D76A54D6-AED5-4B4E-AFB8-8EAF0ED5AE50}" type="pres">
      <dgm:prSet presAssocID="{9AC0BFED-69FB-A348-8FB0-FA6C2F24138C}" presName="LevelTwoTextNode" presStyleLbl="node3" presStyleIdx="4" presStyleCnt="6">
        <dgm:presLayoutVars>
          <dgm:chPref val="3"/>
        </dgm:presLayoutVars>
      </dgm:prSet>
      <dgm:spPr>
        <a:xfrm>
          <a:off x="4280713" y="3214894"/>
          <a:ext cx="1241327" cy="620663"/>
        </a:xfrm>
        <a:prstGeom prst="roundRect">
          <a:avLst>
            <a:gd name="adj" fmla="val 10000"/>
          </a:avLst>
        </a:prstGeom>
      </dgm:spPr>
    </dgm:pt>
    <dgm:pt modelId="{3EF5EDED-6D83-7946-AEB5-F8A3B5094D01}" type="pres">
      <dgm:prSet presAssocID="{9AC0BFED-69FB-A348-8FB0-FA6C2F24138C}" presName="level3hierChild" presStyleCnt="0"/>
      <dgm:spPr/>
    </dgm:pt>
    <dgm:pt modelId="{5FBFAE20-790F-AD41-A1E7-5324DDDB4F3A}" type="pres">
      <dgm:prSet presAssocID="{8212E986-10F3-FF47-87A5-468A128D40C6}" presName="conn2-1" presStyleLbl="parChTrans1D4" presStyleIdx="2" presStyleCnt="4"/>
      <dgm:spPr/>
    </dgm:pt>
    <dgm:pt modelId="{411F74E1-2DBF-0149-816C-09EA4AB7BF01}" type="pres">
      <dgm:prSet presAssocID="{8212E986-10F3-FF47-87A5-468A128D40C6}" presName="connTx" presStyleLbl="parChTrans1D4" presStyleIdx="2" presStyleCnt="4"/>
      <dgm:spPr/>
    </dgm:pt>
    <dgm:pt modelId="{735CCB8A-F907-BC4B-9DC9-0F43987991E8}" type="pres">
      <dgm:prSet presAssocID="{93722426-59FE-2140-A428-C0CDDEF288C3}" presName="root2" presStyleCnt="0"/>
      <dgm:spPr/>
    </dgm:pt>
    <dgm:pt modelId="{50F2053C-9B58-7543-A32C-BBCD902BF1A2}" type="pres">
      <dgm:prSet presAssocID="{93722426-59FE-2140-A428-C0CDDEF288C3}" presName="LevelTwoTextNode" presStyleLbl="node4" presStyleIdx="2" presStyleCnt="4">
        <dgm:presLayoutVars>
          <dgm:chPref val="3"/>
        </dgm:presLayoutVars>
      </dgm:prSet>
      <dgm:spPr/>
    </dgm:pt>
    <dgm:pt modelId="{9557DB54-CBFC-BA4F-BFD8-AC3F90B9C672}" type="pres">
      <dgm:prSet presAssocID="{93722426-59FE-2140-A428-C0CDDEF288C3}" presName="level3hierChild" presStyleCnt="0"/>
      <dgm:spPr/>
    </dgm:pt>
    <dgm:pt modelId="{DA244A54-1CBC-2C45-8EE0-FB3691F606E8}" type="pres">
      <dgm:prSet presAssocID="{4BFF453B-84EB-0F41-B880-B5ECB011C166}" presName="conn2-1" presStyleLbl="parChTrans1D2" presStyleIdx="3" presStyleCnt="4"/>
      <dgm:spPr/>
    </dgm:pt>
    <dgm:pt modelId="{DE0FDFFE-38B9-8948-94F9-998A4BCA7D58}" type="pres">
      <dgm:prSet presAssocID="{4BFF453B-84EB-0F41-B880-B5ECB011C166}" presName="connTx" presStyleLbl="parChTrans1D2" presStyleIdx="3" presStyleCnt="4"/>
      <dgm:spPr/>
    </dgm:pt>
    <dgm:pt modelId="{20B2365B-225C-F144-BA42-0CA3478C873E}" type="pres">
      <dgm:prSet presAssocID="{54E78273-01A2-8D4D-A341-C23925736946}" presName="root2" presStyleCnt="0"/>
      <dgm:spPr/>
    </dgm:pt>
    <dgm:pt modelId="{BD289313-B4E8-8048-93F8-E1A652C578FF}" type="pres">
      <dgm:prSet presAssocID="{54E78273-01A2-8D4D-A341-C23925736946}" presName="LevelTwoTextNode" presStyleLbl="node2" presStyleIdx="3" presStyleCnt="4">
        <dgm:presLayoutVars>
          <dgm:chPref val="3"/>
        </dgm:presLayoutVars>
      </dgm:prSet>
      <dgm:spPr/>
    </dgm:pt>
    <dgm:pt modelId="{09E8BC91-B073-7447-9E3E-01181D776CD2}" type="pres">
      <dgm:prSet presAssocID="{54E78273-01A2-8D4D-A341-C23925736946}" presName="level3hierChild" presStyleCnt="0"/>
      <dgm:spPr/>
    </dgm:pt>
    <dgm:pt modelId="{D952E644-7D66-1540-9F11-AE018F146352}" type="pres">
      <dgm:prSet presAssocID="{493AE65A-7CBF-A44C-93F8-783C3348D31D}" presName="conn2-1" presStyleLbl="parChTrans1D3" presStyleIdx="5" presStyleCnt="6"/>
      <dgm:spPr/>
    </dgm:pt>
    <dgm:pt modelId="{4FAB483B-4A98-F741-9EDC-EE88FC7ED6D3}" type="pres">
      <dgm:prSet presAssocID="{493AE65A-7CBF-A44C-93F8-783C3348D31D}" presName="connTx" presStyleLbl="parChTrans1D3" presStyleIdx="5" presStyleCnt="6"/>
      <dgm:spPr/>
    </dgm:pt>
    <dgm:pt modelId="{6D927D39-B5B1-064D-A1EB-FF6690BC68CA}" type="pres">
      <dgm:prSet presAssocID="{8087FDB4-01E5-6D48-A4B7-78D18A2DCE68}" presName="root2" presStyleCnt="0"/>
      <dgm:spPr/>
    </dgm:pt>
    <dgm:pt modelId="{3ABCCE15-3CDE-8142-85BD-0ED49D0E9050}" type="pres">
      <dgm:prSet presAssocID="{8087FDB4-01E5-6D48-A4B7-78D18A2DCE68}" presName="LevelTwoTextNode" presStyleLbl="node3" presStyleIdx="5" presStyleCnt="6">
        <dgm:presLayoutVars>
          <dgm:chPref val="3"/>
        </dgm:presLayoutVars>
      </dgm:prSet>
      <dgm:spPr/>
    </dgm:pt>
    <dgm:pt modelId="{8DD250CC-FB78-8A47-94E3-22466374F805}" type="pres">
      <dgm:prSet presAssocID="{8087FDB4-01E5-6D48-A4B7-78D18A2DCE68}" presName="level3hierChild" presStyleCnt="0"/>
      <dgm:spPr/>
    </dgm:pt>
    <dgm:pt modelId="{A19C6CF6-7E4F-8145-B540-F091449FE552}" type="pres">
      <dgm:prSet presAssocID="{CA77D51D-3969-004C-92EF-25AF8781FC38}" presName="conn2-1" presStyleLbl="parChTrans1D4" presStyleIdx="3" presStyleCnt="4"/>
      <dgm:spPr/>
    </dgm:pt>
    <dgm:pt modelId="{A1A7E38B-7A5A-8B4A-9614-1558E6E3A97C}" type="pres">
      <dgm:prSet presAssocID="{CA77D51D-3969-004C-92EF-25AF8781FC38}" presName="connTx" presStyleLbl="parChTrans1D4" presStyleIdx="3" presStyleCnt="4"/>
      <dgm:spPr/>
    </dgm:pt>
    <dgm:pt modelId="{1072B7A6-4B8B-9C46-B92A-C6B3B89C2B7C}" type="pres">
      <dgm:prSet presAssocID="{C7E7D5AC-E484-9D4F-8990-D365896B1A37}" presName="root2" presStyleCnt="0"/>
      <dgm:spPr/>
    </dgm:pt>
    <dgm:pt modelId="{2E11B0BE-867B-F04C-9787-CB05477F9FB3}" type="pres">
      <dgm:prSet presAssocID="{C7E7D5AC-E484-9D4F-8990-D365896B1A37}" presName="LevelTwoTextNode" presStyleLbl="node4" presStyleIdx="3" presStyleCnt="4">
        <dgm:presLayoutVars>
          <dgm:chPref val="3"/>
        </dgm:presLayoutVars>
      </dgm:prSet>
      <dgm:spPr/>
    </dgm:pt>
    <dgm:pt modelId="{3C16886B-BAA0-074E-8C71-7B053D1DEA97}" type="pres">
      <dgm:prSet presAssocID="{C7E7D5AC-E484-9D4F-8990-D365896B1A37}" presName="level3hierChild" presStyleCnt="0"/>
      <dgm:spPr/>
    </dgm:pt>
  </dgm:ptLst>
  <dgm:cxnLst>
    <dgm:cxn modelId="{7443E402-6F47-1146-8759-70FB4EE88AB4}" srcId="{BCC65F34-9CD8-984B-AB79-84AAE74A8FAC}" destId="{281D5F3F-3C22-EF4A-A329-8A137AE8F1E0}" srcOrd="1" destOrd="0" parTransId="{7D5728E6-F804-174D-9FAE-DA46F64DA813}" sibTransId="{0A15E41A-2D15-0343-A06B-231A27324A5B}"/>
    <dgm:cxn modelId="{57D27F0C-5763-2E4C-BB4F-BAEA880C87BE}" type="presOf" srcId="{1204715B-8C4A-C942-BCBC-9E1E447E4202}" destId="{EC0AD89B-4C65-E24F-B997-FD9A6D248550}" srcOrd="0" destOrd="0" presId="urn:microsoft.com/office/officeart/2005/8/layout/hierarchy2"/>
    <dgm:cxn modelId="{4EE5540D-26DD-A84D-B418-718BE457D47F}" type="presOf" srcId="{C169050E-4A44-0D48-B41B-7A5F89E302F3}" destId="{E6C81A99-B3CF-324D-8039-4A0790223931}" srcOrd="0" destOrd="0" presId="urn:microsoft.com/office/officeart/2005/8/layout/hierarchy2"/>
    <dgm:cxn modelId="{AFF35F10-BD5F-A947-9D2E-6A153988AA6C}" type="presOf" srcId="{85BB1756-8FEC-2C48-8437-1C44E528B601}" destId="{193EBC26-18BC-8443-B293-3B3DAFE48810}" srcOrd="0" destOrd="0" presId="urn:microsoft.com/office/officeart/2005/8/layout/hierarchy2"/>
    <dgm:cxn modelId="{001D0B24-BB5E-464A-89B7-AF5C5EE8EA3B}" type="presOf" srcId="{C39393A8-0D36-3548-A3E2-07D96F3D8870}" destId="{55F25EE9-BDBA-9149-A74F-8187348ABCBE}" srcOrd="0" destOrd="0" presId="urn:microsoft.com/office/officeart/2005/8/layout/hierarchy2"/>
    <dgm:cxn modelId="{E68D7A34-F871-A041-AE27-479928A81F69}" type="presOf" srcId="{1B6AA43F-8314-5940-934E-8B324502F90F}" destId="{296DE279-C546-AA4E-BA42-417BF048CAC2}" srcOrd="0" destOrd="0" presId="urn:microsoft.com/office/officeart/2005/8/layout/hierarchy2"/>
    <dgm:cxn modelId="{8966FF34-F32E-BA4C-A118-98B0EDC09FAD}" type="presOf" srcId="{BCC65F34-9CD8-984B-AB79-84AAE74A8FAC}" destId="{2940B364-6D93-3D4C-8B91-A210D5B3CF7C}" srcOrd="0" destOrd="0" presId="urn:microsoft.com/office/officeart/2005/8/layout/hierarchy2"/>
    <dgm:cxn modelId="{57584D35-6CD8-EF49-B249-AA3AD00B271E}" srcId="{925F36E8-184C-564D-8337-EB8E281660AE}" destId="{9AC0BFED-69FB-A348-8FB0-FA6C2F24138C}" srcOrd="2" destOrd="0" parTransId="{1204715B-8C4A-C942-BCBC-9E1E447E4202}" sibTransId="{C4FBCD0F-3D03-D341-8FBB-9BC08AF57ED4}"/>
    <dgm:cxn modelId="{4132A635-4BAD-6B48-BE0D-E6EA410AD12B}" type="presOf" srcId="{086B47FA-56E2-224E-BF47-6B50C09B76ED}" destId="{0DCE6219-605D-2240-A067-33D494BBF988}" srcOrd="1" destOrd="0" presId="urn:microsoft.com/office/officeart/2005/8/layout/hierarchy2"/>
    <dgm:cxn modelId="{C776CB36-2A3E-A748-AF3E-337080010C8D}" type="presOf" srcId="{8C917E98-D9EC-8B44-9758-D1B2E843EEFC}" destId="{8BB8E44A-558D-1540-8ED7-63D0424C2CD1}" srcOrd="0" destOrd="0" presId="urn:microsoft.com/office/officeart/2005/8/layout/hierarchy2"/>
    <dgm:cxn modelId="{B92A7940-A466-3B4E-8FD7-8720C4CFA63A}" type="presOf" srcId="{4BFF453B-84EB-0F41-B880-B5ECB011C166}" destId="{DE0FDFFE-38B9-8948-94F9-998A4BCA7D58}" srcOrd="1" destOrd="0" presId="urn:microsoft.com/office/officeart/2005/8/layout/hierarchy2"/>
    <dgm:cxn modelId="{3E7BFB40-C355-CE49-A2E9-EFE70FF9100F}" type="presOf" srcId="{CA77D51D-3969-004C-92EF-25AF8781FC38}" destId="{A1A7E38B-7A5A-8B4A-9614-1558E6E3A97C}" srcOrd="1" destOrd="0" presId="urn:microsoft.com/office/officeart/2005/8/layout/hierarchy2"/>
    <dgm:cxn modelId="{52703E42-87EA-5D45-8A43-51F4057209F9}" srcId="{8087FDB4-01E5-6D48-A4B7-78D18A2DCE68}" destId="{C7E7D5AC-E484-9D4F-8990-D365896B1A37}" srcOrd="0" destOrd="0" parTransId="{CA77D51D-3969-004C-92EF-25AF8781FC38}" sibTransId="{6EC26681-E49C-DA46-B8BF-1E9F6B201EAF}"/>
    <dgm:cxn modelId="{76047045-94BF-154D-B03C-CAC92DDA94FB}" srcId="{925F36E8-184C-564D-8337-EB8E281660AE}" destId="{4D90A646-04FE-A640-A9A6-6E15390D5CDC}" srcOrd="0" destOrd="0" parTransId="{8C917E98-D9EC-8B44-9758-D1B2E843EEFC}" sibTransId="{47196ABF-A4D1-3849-87D5-478E0083FB8F}"/>
    <dgm:cxn modelId="{9EDBBB51-E7AC-354D-B95A-CEC977BE1D7D}" srcId="{281D5F3F-3C22-EF4A-A329-8A137AE8F1E0}" destId="{10B68A34-E64B-A244-A564-4ED46415D616}" srcOrd="0" destOrd="0" parTransId="{85BB1756-8FEC-2C48-8437-1C44E528B601}" sibTransId="{D366E947-DD9E-2441-AD49-E3D38757D294}"/>
    <dgm:cxn modelId="{C21EF254-5882-5442-A72B-9B8973E37005}" type="presOf" srcId="{1B6AA43F-8314-5940-934E-8B324502F90F}" destId="{0F4462CC-5386-CA48-88E5-FCA879BEB006}" srcOrd="1" destOrd="0" presId="urn:microsoft.com/office/officeart/2005/8/layout/hierarchy2"/>
    <dgm:cxn modelId="{DBB8375B-076D-0D4B-937F-078B73F32B23}" type="presOf" srcId="{E74D9579-9B80-CA42-96D8-D01D1E96B1F2}" destId="{2FAAAC44-6DDD-0E46-A8F0-D26B7DA178E1}" srcOrd="0" destOrd="0" presId="urn:microsoft.com/office/officeart/2005/8/layout/hierarchy2"/>
    <dgm:cxn modelId="{9ACCE05B-2FA3-2D4A-B948-541D73A5DFB3}" type="presOf" srcId="{4BFF453B-84EB-0F41-B880-B5ECB011C166}" destId="{DA244A54-1CBC-2C45-8EE0-FB3691F606E8}" srcOrd="0" destOrd="0" presId="urn:microsoft.com/office/officeart/2005/8/layout/hierarchy2"/>
    <dgm:cxn modelId="{BA5FF15F-B344-FB4A-BC68-917D295652CC}" type="presOf" srcId="{7D5728E6-F804-174D-9FAE-DA46F64DA813}" destId="{C5BCF6F3-F660-A449-A064-8F04387EEE97}" srcOrd="1" destOrd="0" presId="urn:microsoft.com/office/officeart/2005/8/layout/hierarchy2"/>
    <dgm:cxn modelId="{BCC68963-FFB3-1247-B181-5C80D33B768D}" type="presOf" srcId="{B639A865-B288-8244-BC6A-06B2CB8190EB}" destId="{17734A62-902A-5A4F-B156-51B4A745A071}" srcOrd="1" destOrd="0" presId="urn:microsoft.com/office/officeart/2005/8/layout/hierarchy2"/>
    <dgm:cxn modelId="{B4855866-41D4-024C-BE72-3506E4393B23}" srcId="{925F36E8-184C-564D-8337-EB8E281660AE}" destId="{E96330D9-C262-2441-B177-EE1A7CB59C42}" srcOrd="1" destOrd="0" parTransId="{E74D9579-9B80-CA42-96D8-D01D1E96B1F2}" sibTransId="{BB9F6B52-F41D-FE4D-A942-BF25880D785F}"/>
    <dgm:cxn modelId="{25EC5268-4227-E04B-9140-0F108DD101D6}" type="presOf" srcId="{9AC0BFED-69FB-A348-8FB0-FA6C2F24138C}" destId="{D76A54D6-AED5-4B4E-AFB8-8EAF0ED5AE50}" srcOrd="0" destOrd="0" presId="urn:microsoft.com/office/officeart/2005/8/layout/hierarchy2"/>
    <dgm:cxn modelId="{9908E469-82A4-F848-8B7A-1A0EEA01BA2C}" type="presOf" srcId="{C39393A8-0D36-3548-A3E2-07D96F3D8870}" destId="{BCEB8813-C7FC-4B48-8085-AED10BDB83C7}" srcOrd="1" destOrd="0" presId="urn:microsoft.com/office/officeart/2005/8/layout/hierarchy2"/>
    <dgm:cxn modelId="{14B2596D-2405-F547-AD1F-5C1DBA14AF5E}" type="presOf" srcId="{925F36E8-184C-564D-8337-EB8E281660AE}" destId="{CA26E55D-E76C-124A-BABD-734BA40AFAF3}" srcOrd="0" destOrd="0" presId="urn:microsoft.com/office/officeart/2005/8/layout/hierarchy2"/>
    <dgm:cxn modelId="{3AED8F70-79C4-3E47-BB0F-0EA204C87A0D}" type="presOf" srcId="{57945529-8740-6A42-95AA-ED53A6E18074}" destId="{5E71A242-80B5-FD4F-B325-6C5E7450BE07}" srcOrd="0" destOrd="0" presId="urn:microsoft.com/office/officeart/2005/8/layout/hierarchy2"/>
    <dgm:cxn modelId="{82C64376-B46C-894B-B9AE-FF05B67CB011}" type="presOf" srcId="{ED137612-1446-664F-9CB1-4A624031DB31}" destId="{903C6E59-97F9-A740-A09F-D4A3B29ACD01}" srcOrd="0" destOrd="0" presId="urn:microsoft.com/office/officeart/2005/8/layout/hierarchy2"/>
    <dgm:cxn modelId="{21DD5A7D-B540-884F-B2DC-54535CC21525}" srcId="{C169050E-4A44-0D48-B41B-7A5F89E302F3}" destId="{BCC65F34-9CD8-984B-AB79-84AAE74A8FAC}" srcOrd="0" destOrd="0" parTransId="{EED25412-2780-6543-BBD8-A640FED5F5BB}" sibTransId="{241C8397-5E83-704E-87B4-E26D557B7F6E}"/>
    <dgm:cxn modelId="{A5D3BD7E-B62D-4C4C-B496-074C8DBF44D4}" type="presOf" srcId="{4F456E25-3E6B-C34A-B777-1938FE5A0EE4}" destId="{C0CE1633-6DB9-CD4A-9597-140E848703E7}" srcOrd="0" destOrd="0" presId="urn:microsoft.com/office/officeart/2005/8/layout/hierarchy2"/>
    <dgm:cxn modelId="{FC7C2C80-AEE7-1A4C-AAF8-EE7FAFBF3724}" srcId="{281D5F3F-3C22-EF4A-A329-8A137AE8F1E0}" destId="{409D1569-4166-E94F-B001-AF2CBAA1B633}" srcOrd="1" destOrd="0" parTransId="{ED137612-1446-664F-9CB1-4A624031DB31}" sibTransId="{FE84094C-99F1-0B41-AE7C-95FBA02B9E64}"/>
    <dgm:cxn modelId="{1ADCCB82-1C96-7A44-8652-F4D86E2682AE}" srcId="{4D90A646-04FE-A640-A9A6-6E15390D5CDC}" destId="{A2FB20AB-7488-0E42-A70F-D5FF82C8C1FB}" srcOrd="0" destOrd="0" parTransId="{C39393A8-0D36-3548-A3E2-07D96F3D8870}" sibTransId="{C54D5FF3-271C-7F44-AA58-9843380CC23C}"/>
    <dgm:cxn modelId="{4E4A8687-2F3C-4C46-813E-BC0F6C2CC866}" type="presOf" srcId="{281D5F3F-3C22-EF4A-A329-8A137AE8F1E0}" destId="{C806A0B2-EB9B-5F4A-95CE-5AAAD14D87F5}" srcOrd="0" destOrd="0" presId="urn:microsoft.com/office/officeart/2005/8/layout/hierarchy2"/>
    <dgm:cxn modelId="{49CF408B-063C-264A-B0FE-CC66B9B33626}" type="presOf" srcId="{8212E986-10F3-FF47-87A5-468A128D40C6}" destId="{5FBFAE20-790F-AD41-A1E7-5324DDDB4F3A}" srcOrd="0" destOrd="0" presId="urn:microsoft.com/office/officeart/2005/8/layout/hierarchy2"/>
    <dgm:cxn modelId="{6A2CA68C-E92E-BA45-9593-250B61F6BF05}" type="presOf" srcId="{409D1569-4166-E94F-B001-AF2CBAA1B633}" destId="{B5E11713-35BB-434D-999A-3A1B52FB7739}" srcOrd="0" destOrd="0" presId="urn:microsoft.com/office/officeart/2005/8/layout/hierarchy2"/>
    <dgm:cxn modelId="{80AC4C8F-5C5B-424C-A143-956C40065250}" type="presOf" srcId="{93722426-59FE-2140-A428-C0CDDEF288C3}" destId="{50F2053C-9B58-7543-A32C-BBCD902BF1A2}" srcOrd="0" destOrd="0" presId="urn:microsoft.com/office/officeart/2005/8/layout/hierarchy2"/>
    <dgm:cxn modelId="{798EF08F-C704-9943-89B1-624F4CA82523}" type="presOf" srcId="{B639A865-B288-8244-BC6A-06B2CB8190EB}" destId="{EBCAF232-9F7B-4B4B-8EDB-C49517B28297}" srcOrd="0" destOrd="0" presId="urn:microsoft.com/office/officeart/2005/8/layout/hierarchy2"/>
    <dgm:cxn modelId="{C7959596-A0CE-4449-A009-ABBF95900D4F}" type="presOf" srcId="{8087FDB4-01E5-6D48-A4B7-78D18A2DCE68}" destId="{3ABCCE15-3CDE-8142-85BD-0ED49D0E9050}" srcOrd="0" destOrd="0" presId="urn:microsoft.com/office/officeart/2005/8/layout/hierarchy2"/>
    <dgm:cxn modelId="{4615E696-DB08-934C-9605-ADC6831B98A4}" type="presOf" srcId="{E74D9579-9B80-CA42-96D8-D01D1E96B1F2}" destId="{E7C84FE8-235E-3145-9545-58BC3B1C016F}" srcOrd="1" destOrd="0" presId="urn:microsoft.com/office/officeart/2005/8/layout/hierarchy2"/>
    <dgm:cxn modelId="{C7141997-9028-3A4B-A869-DB6083363DE8}" type="presOf" srcId="{493AE65A-7CBF-A44C-93F8-783C3348D31D}" destId="{D952E644-7D66-1540-9F11-AE018F146352}" srcOrd="0" destOrd="0" presId="urn:microsoft.com/office/officeart/2005/8/layout/hierarchy2"/>
    <dgm:cxn modelId="{B88B4D9C-237B-FE41-A8EF-58ACA140A945}" srcId="{E96330D9-C262-2441-B177-EE1A7CB59C42}" destId="{57945529-8740-6A42-95AA-ED53A6E18074}" srcOrd="0" destOrd="0" parTransId="{1B6AA43F-8314-5940-934E-8B324502F90F}" sibTransId="{53259ECE-EB5B-A843-A41C-FE74D283AF1A}"/>
    <dgm:cxn modelId="{A906DB9C-B34F-3943-B0E4-19544DD3AFCD}" type="presOf" srcId="{086B47FA-56E2-224E-BF47-6B50C09B76ED}" destId="{2B9F0142-A2FD-7E4B-A279-E6AC2546BC2E}" srcOrd="0" destOrd="0" presId="urn:microsoft.com/office/officeart/2005/8/layout/hierarchy2"/>
    <dgm:cxn modelId="{B58EE5A4-9D5E-3B4B-AD2C-CBA1EEA4DE20}" type="presOf" srcId="{85BB1756-8FEC-2C48-8437-1C44E528B601}" destId="{DC0C2BE5-7360-9445-8D1C-143EA786B12F}" srcOrd="1" destOrd="0" presId="urn:microsoft.com/office/officeart/2005/8/layout/hierarchy2"/>
    <dgm:cxn modelId="{22F2DDAB-37D9-CB43-ACD7-691E557235D7}" type="presOf" srcId="{54E78273-01A2-8D4D-A341-C23925736946}" destId="{BD289313-B4E8-8048-93F8-E1A652C578FF}" srcOrd="0" destOrd="0" presId="urn:microsoft.com/office/officeart/2005/8/layout/hierarchy2"/>
    <dgm:cxn modelId="{6BB98FAD-95EA-3C49-8D97-EE9B1DD5CC1F}" type="presOf" srcId="{8212E986-10F3-FF47-87A5-468A128D40C6}" destId="{411F74E1-2DBF-0149-816C-09EA4AB7BF01}" srcOrd="1" destOrd="0" presId="urn:microsoft.com/office/officeart/2005/8/layout/hierarchy2"/>
    <dgm:cxn modelId="{4E9EFFAF-1DF9-FE48-8B6C-6D6030EB708A}" type="presOf" srcId="{C7E7D5AC-E484-9D4F-8990-D365896B1A37}" destId="{2E11B0BE-867B-F04C-9787-CB05477F9FB3}" srcOrd="0" destOrd="0" presId="urn:microsoft.com/office/officeart/2005/8/layout/hierarchy2"/>
    <dgm:cxn modelId="{2E47B7B1-DA3D-6D43-B589-FBADFD125760}" type="presOf" srcId="{493AE65A-7CBF-A44C-93F8-783C3348D31D}" destId="{4FAB483B-4A98-F741-9EDC-EE88FC7ED6D3}" srcOrd="1" destOrd="0" presId="urn:microsoft.com/office/officeart/2005/8/layout/hierarchy2"/>
    <dgm:cxn modelId="{962EF5B9-6AD2-B146-A51F-D326042820B5}" type="presOf" srcId="{A2FB20AB-7488-0E42-A70F-D5FF82C8C1FB}" destId="{B737B545-A1D0-4342-8CCC-D370D9D543C0}" srcOrd="0" destOrd="0" presId="urn:microsoft.com/office/officeart/2005/8/layout/hierarchy2"/>
    <dgm:cxn modelId="{CAACF9BF-3C6C-8F4F-BBCC-8CF6EC07AD52}" srcId="{9AC0BFED-69FB-A348-8FB0-FA6C2F24138C}" destId="{93722426-59FE-2140-A428-C0CDDEF288C3}" srcOrd="0" destOrd="0" parTransId="{8212E986-10F3-FF47-87A5-468A128D40C6}" sibTransId="{6B0E77D0-6C46-544A-8BAA-4B98557509D7}"/>
    <dgm:cxn modelId="{E92969C6-0597-254F-95D8-EE5F14063FD6}" srcId="{BCC65F34-9CD8-984B-AB79-84AAE74A8FAC}" destId="{925F36E8-184C-564D-8337-EB8E281660AE}" srcOrd="2" destOrd="0" parTransId="{B639A865-B288-8244-BC6A-06B2CB8190EB}" sibTransId="{E5680923-9434-7D4F-8E2F-6E4F9801B48D}"/>
    <dgm:cxn modelId="{F0A6E2C6-216C-D741-A05F-6590C769D4FD}" srcId="{54E78273-01A2-8D4D-A341-C23925736946}" destId="{8087FDB4-01E5-6D48-A4B7-78D18A2DCE68}" srcOrd="0" destOrd="0" parTransId="{493AE65A-7CBF-A44C-93F8-783C3348D31D}" sibTransId="{48C70367-F035-CB43-935B-3188A4C39D8F}"/>
    <dgm:cxn modelId="{480A95CB-DB01-5B44-B070-9ED7DEF7EB2F}" srcId="{BCC65F34-9CD8-984B-AB79-84AAE74A8FAC}" destId="{54E78273-01A2-8D4D-A341-C23925736946}" srcOrd="3" destOrd="0" parTransId="{4BFF453B-84EB-0F41-B880-B5ECB011C166}" sibTransId="{09C79B54-1F8C-8B46-856B-07BFBF9B5205}"/>
    <dgm:cxn modelId="{934E4FCC-8C8E-7A40-A4B5-BC4EDFE31AC2}" type="presOf" srcId="{CA77D51D-3969-004C-92EF-25AF8781FC38}" destId="{A19C6CF6-7E4F-8145-B540-F091449FE552}" srcOrd="0" destOrd="0" presId="urn:microsoft.com/office/officeart/2005/8/layout/hierarchy2"/>
    <dgm:cxn modelId="{E3E0BCDC-01F8-154F-AABE-E83E77A6220B}" type="presOf" srcId="{ED137612-1446-664F-9CB1-4A624031DB31}" destId="{3E640823-055E-4943-B3EB-C7140DC70FFB}" srcOrd="1" destOrd="0" presId="urn:microsoft.com/office/officeart/2005/8/layout/hierarchy2"/>
    <dgm:cxn modelId="{A60C1FDF-6165-1E47-BA50-AE5C934BD4CD}" type="presOf" srcId="{7D5728E6-F804-174D-9FAE-DA46F64DA813}" destId="{BB3EC2FD-462C-234A-9632-A315A8697833}" srcOrd="0" destOrd="0" presId="urn:microsoft.com/office/officeart/2005/8/layout/hierarchy2"/>
    <dgm:cxn modelId="{CE74C4E0-E32A-7C47-B0E2-3288AC06D558}" type="presOf" srcId="{1204715B-8C4A-C942-BCBC-9E1E447E4202}" destId="{5ED6E9C1-4E0A-A746-B45E-C09F2EFBDF1F}" srcOrd="1" destOrd="0" presId="urn:microsoft.com/office/officeart/2005/8/layout/hierarchy2"/>
    <dgm:cxn modelId="{917215E3-58C0-1A45-9271-5771B4BCE951}" type="presOf" srcId="{4D90A646-04FE-A640-A9A6-6E15390D5CDC}" destId="{E5131DB2-DA8D-074C-94AA-A64960FD5D13}" srcOrd="0" destOrd="0" presId="urn:microsoft.com/office/officeart/2005/8/layout/hierarchy2"/>
    <dgm:cxn modelId="{898078EA-DDF8-4B4D-8C0B-1BA280D23326}" type="presOf" srcId="{8C917E98-D9EC-8B44-9758-D1B2E843EEFC}" destId="{324F3E98-8E61-BC48-A282-FB6E5594A636}" srcOrd="1" destOrd="0" presId="urn:microsoft.com/office/officeart/2005/8/layout/hierarchy2"/>
    <dgm:cxn modelId="{BD29C1EE-D213-6E4F-9D03-EA66F8309DE9}" type="presOf" srcId="{E96330D9-C262-2441-B177-EE1A7CB59C42}" destId="{FF5BD60F-0DB3-494C-B55D-15F56BADA9D5}" srcOrd="0" destOrd="0" presId="urn:microsoft.com/office/officeart/2005/8/layout/hierarchy2"/>
    <dgm:cxn modelId="{139C5DF1-817E-504E-B915-F95F1ED35BA5}" type="presOf" srcId="{10B68A34-E64B-A244-A564-4ED46415D616}" destId="{368F7604-4850-2E4D-8529-1745A146B4EF}" srcOrd="0" destOrd="0" presId="urn:microsoft.com/office/officeart/2005/8/layout/hierarchy2"/>
    <dgm:cxn modelId="{17F2E2FE-A758-8A44-A792-81F1C0293C69}" srcId="{BCC65F34-9CD8-984B-AB79-84AAE74A8FAC}" destId="{4F456E25-3E6B-C34A-B777-1938FE5A0EE4}" srcOrd="0" destOrd="0" parTransId="{086B47FA-56E2-224E-BF47-6B50C09B76ED}" sibTransId="{75710AA3-9E9D-524F-812F-C32627CA70F2}"/>
    <dgm:cxn modelId="{BFC31C54-420F-FB49-8B3C-86EA4772D7CB}" type="presParOf" srcId="{E6C81A99-B3CF-324D-8039-4A0790223931}" destId="{A6FC0F76-BFB0-8F4B-9525-53AF0F4C4563}" srcOrd="0" destOrd="0" presId="urn:microsoft.com/office/officeart/2005/8/layout/hierarchy2"/>
    <dgm:cxn modelId="{81DC86A0-67FC-FE49-8DD0-DE763405C3BD}" type="presParOf" srcId="{A6FC0F76-BFB0-8F4B-9525-53AF0F4C4563}" destId="{2940B364-6D93-3D4C-8B91-A210D5B3CF7C}" srcOrd="0" destOrd="0" presId="urn:microsoft.com/office/officeart/2005/8/layout/hierarchy2"/>
    <dgm:cxn modelId="{413704CF-5669-5B4A-AEF2-539B570F0FEB}" type="presParOf" srcId="{A6FC0F76-BFB0-8F4B-9525-53AF0F4C4563}" destId="{B8129DB7-391D-0D46-8099-3C4450E28493}" srcOrd="1" destOrd="0" presId="urn:microsoft.com/office/officeart/2005/8/layout/hierarchy2"/>
    <dgm:cxn modelId="{A2EEBB98-B2D4-E640-BFEA-A9C95EDC06EE}" type="presParOf" srcId="{B8129DB7-391D-0D46-8099-3C4450E28493}" destId="{2B9F0142-A2FD-7E4B-A279-E6AC2546BC2E}" srcOrd="0" destOrd="0" presId="urn:microsoft.com/office/officeart/2005/8/layout/hierarchy2"/>
    <dgm:cxn modelId="{88550DA1-9977-1A4F-83F8-16A7F4BEC443}" type="presParOf" srcId="{2B9F0142-A2FD-7E4B-A279-E6AC2546BC2E}" destId="{0DCE6219-605D-2240-A067-33D494BBF988}" srcOrd="0" destOrd="0" presId="urn:microsoft.com/office/officeart/2005/8/layout/hierarchy2"/>
    <dgm:cxn modelId="{FC06BDCF-19A0-9F4A-9663-B026F530C7B7}" type="presParOf" srcId="{B8129DB7-391D-0D46-8099-3C4450E28493}" destId="{BC1AEF8A-7D04-8240-A165-FDFC98C99A40}" srcOrd="1" destOrd="0" presId="urn:microsoft.com/office/officeart/2005/8/layout/hierarchy2"/>
    <dgm:cxn modelId="{3EFD0D79-0482-7040-A56A-523CBC4746E2}" type="presParOf" srcId="{BC1AEF8A-7D04-8240-A165-FDFC98C99A40}" destId="{C0CE1633-6DB9-CD4A-9597-140E848703E7}" srcOrd="0" destOrd="0" presId="urn:microsoft.com/office/officeart/2005/8/layout/hierarchy2"/>
    <dgm:cxn modelId="{BB44FB46-66C0-154D-93F3-C468D4C577BD}" type="presParOf" srcId="{BC1AEF8A-7D04-8240-A165-FDFC98C99A40}" destId="{33DB4F95-2930-5E4A-9A70-775A7E37881E}" srcOrd="1" destOrd="0" presId="urn:microsoft.com/office/officeart/2005/8/layout/hierarchy2"/>
    <dgm:cxn modelId="{E5ED502B-B7C8-504C-A49C-A1055ACBDAFE}" type="presParOf" srcId="{B8129DB7-391D-0D46-8099-3C4450E28493}" destId="{BB3EC2FD-462C-234A-9632-A315A8697833}" srcOrd="2" destOrd="0" presId="urn:microsoft.com/office/officeart/2005/8/layout/hierarchy2"/>
    <dgm:cxn modelId="{E6A75806-0365-A444-800F-B9BBE9D911E2}" type="presParOf" srcId="{BB3EC2FD-462C-234A-9632-A315A8697833}" destId="{C5BCF6F3-F660-A449-A064-8F04387EEE97}" srcOrd="0" destOrd="0" presId="urn:microsoft.com/office/officeart/2005/8/layout/hierarchy2"/>
    <dgm:cxn modelId="{647CB292-331E-A24C-84F6-4EFB8892D31D}" type="presParOf" srcId="{B8129DB7-391D-0D46-8099-3C4450E28493}" destId="{02421C6F-AF66-6B49-8C25-9D34278A8FAB}" srcOrd="3" destOrd="0" presId="urn:microsoft.com/office/officeart/2005/8/layout/hierarchy2"/>
    <dgm:cxn modelId="{51659AF0-959D-DB4C-B899-B1C9013984FC}" type="presParOf" srcId="{02421C6F-AF66-6B49-8C25-9D34278A8FAB}" destId="{C806A0B2-EB9B-5F4A-95CE-5AAAD14D87F5}" srcOrd="0" destOrd="0" presId="urn:microsoft.com/office/officeart/2005/8/layout/hierarchy2"/>
    <dgm:cxn modelId="{ADEB1C0A-048E-2E4D-864A-22196B313DE2}" type="presParOf" srcId="{02421C6F-AF66-6B49-8C25-9D34278A8FAB}" destId="{EBA29F20-C5B3-D14D-AF00-AA198EB10B97}" srcOrd="1" destOrd="0" presId="urn:microsoft.com/office/officeart/2005/8/layout/hierarchy2"/>
    <dgm:cxn modelId="{9688772F-1853-8D41-BFF8-33B6B46E356B}" type="presParOf" srcId="{EBA29F20-C5B3-D14D-AF00-AA198EB10B97}" destId="{193EBC26-18BC-8443-B293-3B3DAFE48810}" srcOrd="0" destOrd="0" presId="urn:microsoft.com/office/officeart/2005/8/layout/hierarchy2"/>
    <dgm:cxn modelId="{C8C1141D-2CA7-1D43-AC92-3B1951546DB5}" type="presParOf" srcId="{193EBC26-18BC-8443-B293-3B3DAFE48810}" destId="{DC0C2BE5-7360-9445-8D1C-143EA786B12F}" srcOrd="0" destOrd="0" presId="urn:microsoft.com/office/officeart/2005/8/layout/hierarchy2"/>
    <dgm:cxn modelId="{B0D99A30-F23C-4345-B66E-680FFE93B270}" type="presParOf" srcId="{EBA29F20-C5B3-D14D-AF00-AA198EB10B97}" destId="{09C6ABDD-C1A8-1441-9F3A-994E9E58DBBB}" srcOrd="1" destOrd="0" presId="urn:microsoft.com/office/officeart/2005/8/layout/hierarchy2"/>
    <dgm:cxn modelId="{79D704CE-DB20-0745-BC96-A13957AD5FB7}" type="presParOf" srcId="{09C6ABDD-C1A8-1441-9F3A-994E9E58DBBB}" destId="{368F7604-4850-2E4D-8529-1745A146B4EF}" srcOrd="0" destOrd="0" presId="urn:microsoft.com/office/officeart/2005/8/layout/hierarchy2"/>
    <dgm:cxn modelId="{F33238FF-23EB-9E4F-A4E2-7E9BF58F41EB}" type="presParOf" srcId="{09C6ABDD-C1A8-1441-9F3A-994E9E58DBBB}" destId="{FF4B71A3-05C1-CC40-930A-8463E6C4E516}" srcOrd="1" destOrd="0" presId="urn:microsoft.com/office/officeart/2005/8/layout/hierarchy2"/>
    <dgm:cxn modelId="{4A27C4DB-55A1-0645-9959-6553A00E3F95}" type="presParOf" srcId="{EBA29F20-C5B3-D14D-AF00-AA198EB10B97}" destId="{903C6E59-97F9-A740-A09F-D4A3B29ACD01}" srcOrd="2" destOrd="0" presId="urn:microsoft.com/office/officeart/2005/8/layout/hierarchy2"/>
    <dgm:cxn modelId="{DCCF3192-0A42-E047-9D4A-4C822383342A}" type="presParOf" srcId="{903C6E59-97F9-A740-A09F-D4A3B29ACD01}" destId="{3E640823-055E-4943-B3EB-C7140DC70FFB}" srcOrd="0" destOrd="0" presId="urn:microsoft.com/office/officeart/2005/8/layout/hierarchy2"/>
    <dgm:cxn modelId="{5CA01D33-F943-5D42-898B-4CD2EC1D103C}" type="presParOf" srcId="{EBA29F20-C5B3-D14D-AF00-AA198EB10B97}" destId="{F55B16A2-D5C5-5C40-9219-DCF5FF4471AC}" srcOrd="3" destOrd="0" presId="urn:microsoft.com/office/officeart/2005/8/layout/hierarchy2"/>
    <dgm:cxn modelId="{C29343D3-2D35-2641-9ABB-7F4DCD43BBB9}" type="presParOf" srcId="{F55B16A2-D5C5-5C40-9219-DCF5FF4471AC}" destId="{B5E11713-35BB-434D-999A-3A1B52FB7739}" srcOrd="0" destOrd="0" presId="urn:microsoft.com/office/officeart/2005/8/layout/hierarchy2"/>
    <dgm:cxn modelId="{950088CB-AC81-BE46-B2DB-FE766CF69585}" type="presParOf" srcId="{F55B16A2-D5C5-5C40-9219-DCF5FF4471AC}" destId="{E0A0CD9F-C240-5E41-B82A-AF898E85B346}" srcOrd="1" destOrd="0" presId="urn:microsoft.com/office/officeart/2005/8/layout/hierarchy2"/>
    <dgm:cxn modelId="{450CDAD4-D3E1-D74C-AF03-B309CCCFF5E0}" type="presParOf" srcId="{B8129DB7-391D-0D46-8099-3C4450E28493}" destId="{EBCAF232-9F7B-4B4B-8EDB-C49517B28297}" srcOrd="4" destOrd="0" presId="urn:microsoft.com/office/officeart/2005/8/layout/hierarchy2"/>
    <dgm:cxn modelId="{95975806-D26C-D34F-9E2B-21F2911133CF}" type="presParOf" srcId="{EBCAF232-9F7B-4B4B-8EDB-C49517B28297}" destId="{17734A62-902A-5A4F-B156-51B4A745A071}" srcOrd="0" destOrd="0" presId="urn:microsoft.com/office/officeart/2005/8/layout/hierarchy2"/>
    <dgm:cxn modelId="{D2819A3B-EFD0-5B4B-B2F6-51A32791D97A}" type="presParOf" srcId="{B8129DB7-391D-0D46-8099-3C4450E28493}" destId="{9434CA70-F68C-6A49-AB9D-2D6AC38E2CE9}" srcOrd="5" destOrd="0" presId="urn:microsoft.com/office/officeart/2005/8/layout/hierarchy2"/>
    <dgm:cxn modelId="{BB045CFF-A224-8E4B-8EFE-C6A200643A48}" type="presParOf" srcId="{9434CA70-F68C-6A49-AB9D-2D6AC38E2CE9}" destId="{CA26E55D-E76C-124A-BABD-734BA40AFAF3}" srcOrd="0" destOrd="0" presId="urn:microsoft.com/office/officeart/2005/8/layout/hierarchy2"/>
    <dgm:cxn modelId="{83ADE57E-7442-0C43-B3FA-9F4C5374BBA3}" type="presParOf" srcId="{9434CA70-F68C-6A49-AB9D-2D6AC38E2CE9}" destId="{39C7D600-6DFE-D944-901A-ACDC4DE821F1}" srcOrd="1" destOrd="0" presId="urn:microsoft.com/office/officeart/2005/8/layout/hierarchy2"/>
    <dgm:cxn modelId="{015EFF9E-1EF6-C042-A674-7461331923B1}" type="presParOf" srcId="{39C7D600-6DFE-D944-901A-ACDC4DE821F1}" destId="{8BB8E44A-558D-1540-8ED7-63D0424C2CD1}" srcOrd="0" destOrd="0" presId="urn:microsoft.com/office/officeart/2005/8/layout/hierarchy2"/>
    <dgm:cxn modelId="{5BA2DE96-997B-2041-8D0A-DEA448B7156B}" type="presParOf" srcId="{8BB8E44A-558D-1540-8ED7-63D0424C2CD1}" destId="{324F3E98-8E61-BC48-A282-FB6E5594A636}" srcOrd="0" destOrd="0" presId="urn:microsoft.com/office/officeart/2005/8/layout/hierarchy2"/>
    <dgm:cxn modelId="{C879CEA5-9AAF-CF49-86BB-CBFE75EDA336}" type="presParOf" srcId="{39C7D600-6DFE-D944-901A-ACDC4DE821F1}" destId="{07F00FD2-8202-5743-9536-ACAB4A409F9D}" srcOrd="1" destOrd="0" presId="urn:microsoft.com/office/officeart/2005/8/layout/hierarchy2"/>
    <dgm:cxn modelId="{46318A0E-7EB6-2749-8F3B-23EBB56B6DA1}" type="presParOf" srcId="{07F00FD2-8202-5743-9536-ACAB4A409F9D}" destId="{E5131DB2-DA8D-074C-94AA-A64960FD5D13}" srcOrd="0" destOrd="0" presId="urn:microsoft.com/office/officeart/2005/8/layout/hierarchy2"/>
    <dgm:cxn modelId="{F42A24D2-463A-1A44-800D-59086A512505}" type="presParOf" srcId="{07F00FD2-8202-5743-9536-ACAB4A409F9D}" destId="{AC957160-588D-0843-8C36-47F437A91446}" srcOrd="1" destOrd="0" presId="urn:microsoft.com/office/officeart/2005/8/layout/hierarchy2"/>
    <dgm:cxn modelId="{DA83479C-A2D4-C646-BF09-E66AF67BE498}" type="presParOf" srcId="{AC957160-588D-0843-8C36-47F437A91446}" destId="{55F25EE9-BDBA-9149-A74F-8187348ABCBE}" srcOrd="0" destOrd="0" presId="urn:microsoft.com/office/officeart/2005/8/layout/hierarchy2"/>
    <dgm:cxn modelId="{9666CF97-A223-EE40-8058-C3D34F4A4179}" type="presParOf" srcId="{55F25EE9-BDBA-9149-A74F-8187348ABCBE}" destId="{BCEB8813-C7FC-4B48-8085-AED10BDB83C7}" srcOrd="0" destOrd="0" presId="urn:microsoft.com/office/officeart/2005/8/layout/hierarchy2"/>
    <dgm:cxn modelId="{85EF587B-C09B-FE49-A879-0E1A6810DB68}" type="presParOf" srcId="{AC957160-588D-0843-8C36-47F437A91446}" destId="{EBF401C7-1EA0-E946-B9FE-7F4F0C467491}" srcOrd="1" destOrd="0" presId="urn:microsoft.com/office/officeart/2005/8/layout/hierarchy2"/>
    <dgm:cxn modelId="{B0F5E4BD-FF1D-5845-9570-95724C7112F9}" type="presParOf" srcId="{EBF401C7-1EA0-E946-B9FE-7F4F0C467491}" destId="{B737B545-A1D0-4342-8CCC-D370D9D543C0}" srcOrd="0" destOrd="0" presId="urn:microsoft.com/office/officeart/2005/8/layout/hierarchy2"/>
    <dgm:cxn modelId="{F75C068A-6528-A944-B4C4-1FAC92E1D34B}" type="presParOf" srcId="{EBF401C7-1EA0-E946-B9FE-7F4F0C467491}" destId="{1695D88D-EEF7-864B-87B3-ADC1C569153B}" srcOrd="1" destOrd="0" presId="urn:microsoft.com/office/officeart/2005/8/layout/hierarchy2"/>
    <dgm:cxn modelId="{FA1556CB-2BAB-BA41-A577-44060C750B27}" type="presParOf" srcId="{39C7D600-6DFE-D944-901A-ACDC4DE821F1}" destId="{2FAAAC44-6DDD-0E46-A8F0-D26B7DA178E1}" srcOrd="2" destOrd="0" presId="urn:microsoft.com/office/officeart/2005/8/layout/hierarchy2"/>
    <dgm:cxn modelId="{A1446915-BEBA-2443-82A8-CAA14B2B6475}" type="presParOf" srcId="{2FAAAC44-6DDD-0E46-A8F0-D26B7DA178E1}" destId="{E7C84FE8-235E-3145-9545-58BC3B1C016F}" srcOrd="0" destOrd="0" presId="urn:microsoft.com/office/officeart/2005/8/layout/hierarchy2"/>
    <dgm:cxn modelId="{73C25801-7E23-9443-9668-505B8C8C481B}" type="presParOf" srcId="{39C7D600-6DFE-D944-901A-ACDC4DE821F1}" destId="{A150B4A7-DC22-A547-A843-C8010CC9BE3B}" srcOrd="3" destOrd="0" presId="urn:microsoft.com/office/officeart/2005/8/layout/hierarchy2"/>
    <dgm:cxn modelId="{57ECAD07-DA8E-AB4A-881B-E914D4500832}" type="presParOf" srcId="{A150B4A7-DC22-A547-A843-C8010CC9BE3B}" destId="{FF5BD60F-0DB3-494C-B55D-15F56BADA9D5}" srcOrd="0" destOrd="0" presId="urn:microsoft.com/office/officeart/2005/8/layout/hierarchy2"/>
    <dgm:cxn modelId="{06F6E786-8234-9947-848E-A1481C196A41}" type="presParOf" srcId="{A150B4A7-DC22-A547-A843-C8010CC9BE3B}" destId="{02E0DFAC-59C9-0549-B665-9A3B093A0381}" srcOrd="1" destOrd="0" presId="urn:microsoft.com/office/officeart/2005/8/layout/hierarchy2"/>
    <dgm:cxn modelId="{16E0C513-66E2-1A46-8529-49A84BC7605B}" type="presParOf" srcId="{02E0DFAC-59C9-0549-B665-9A3B093A0381}" destId="{296DE279-C546-AA4E-BA42-417BF048CAC2}" srcOrd="0" destOrd="0" presId="urn:microsoft.com/office/officeart/2005/8/layout/hierarchy2"/>
    <dgm:cxn modelId="{A16B03D1-B897-B74C-A32B-C24145CA8540}" type="presParOf" srcId="{296DE279-C546-AA4E-BA42-417BF048CAC2}" destId="{0F4462CC-5386-CA48-88E5-FCA879BEB006}" srcOrd="0" destOrd="0" presId="urn:microsoft.com/office/officeart/2005/8/layout/hierarchy2"/>
    <dgm:cxn modelId="{F04DD0A8-5DEE-4E4A-B310-62A10CEE8E93}" type="presParOf" srcId="{02E0DFAC-59C9-0549-B665-9A3B093A0381}" destId="{DB71729F-7A0A-0541-A51D-756A810B272C}" srcOrd="1" destOrd="0" presId="urn:microsoft.com/office/officeart/2005/8/layout/hierarchy2"/>
    <dgm:cxn modelId="{DB71B3C1-13B0-BD4F-9FD4-7619B4485CD4}" type="presParOf" srcId="{DB71729F-7A0A-0541-A51D-756A810B272C}" destId="{5E71A242-80B5-FD4F-B325-6C5E7450BE07}" srcOrd="0" destOrd="0" presId="urn:microsoft.com/office/officeart/2005/8/layout/hierarchy2"/>
    <dgm:cxn modelId="{9FFF47C8-AB18-6444-88EF-1B3353FAF82F}" type="presParOf" srcId="{DB71729F-7A0A-0541-A51D-756A810B272C}" destId="{D6A802A7-4A92-F846-95B8-F880238291C1}" srcOrd="1" destOrd="0" presId="urn:microsoft.com/office/officeart/2005/8/layout/hierarchy2"/>
    <dgm:cxn modelId="{D848A91C-1ECD-A147-9A9B-4368E51CEE8B}" type="presParOf" srcId="{39C7D600-6DFE-D944-901A-ACDC4DE821F1}" destId="{EC0AD89B-4C65-E24F-B997-FD9A6D248550}" srcOrd="4" destOrd="0" presId="urn:microsoft.com/office/officeart/2005/8/layout/hierarchy2"/>
    <dgm:cxn modelId="{D7DBA72C-B93C-044A-A243-CA82B218DF39}" type="presParOf" srcId="{EC0AD89B-4C65-E24F-B997-FD9A6D248550}" destId="{5ED6E9C1-4E0A-A746-B45E-C09F2EFBDF1F}" srcOrd="0" destOrd="0" presId="urn:microsoft.com/office/officeart/2005/8/layout/hierarchy2"/>
    <dgm:cxn modelId="{C783ED49-A320-0740-9487-209C3366BBD4}" type="presParOf" srcId="{39C7D600-6DFE-D944-901A-ACDC4DE821F1}" destId="{875D4467-E405-054A-8C75-6E0EADF8EF9C}" srcOrd="5" destOrd="0" presId="urn:microsoft.com/office/officeart/2005/8/layout/hierarchy2"/>
    <dgm:cxn modelId="{DA317771-F5A4-6849-A685-BFE6EFE5EBD3}" type="presParOf" srcId="{875D4467-E405-054A-8C75-6E0EADF8EF9C}" destId="{D76A54D6-AED5-4B4E-AFB8-8EAF0ED5AE50}" srcOrd="0" destOrd="0" presId="urn:microsoft.com/office/officeart/2005/8/layout/hierarchy2"/>
    <dgm:cxn modelId="{5E6056F5-CD27-164E-891A-4E27D01B40F2}" type="presParOf" srcId="{875D4467-E405-054A-8C75-6E0EADF8EF9C}" destId="{3EF5EDED-6D83-7946-AEB5-F8A3B5094D01}" srcOrd="1" destOrd="0" presId="urn:microsoft.com/office/officeart/2005/8/layout/hierarchy2"/>
    <dgm:cxn modelId="{1995EE7D-1105-5648-A844-C00B47C5309C}" type="presParOf" srcId="{3EF5EDED-6D83-7946-AEB5-F8A3B5094D01}" destId="{5FBFAE20-790F-AD41-A1E7-5324DDDB4F3A}" srcOrd="0" destOrd="0" presId="urn:microsoft.com/office/officeart/2005/8/layout/hierarchy2"/>
    <dgm:cxn modelId="{46016C38-E93C-084D-843B-65CFD3403D82}" type="presParOf" srcId="{5FBFAE20-790F-AD41-A1E7-5324DDDB4F3A}" destId="{411F74E1-2DBF-0149-816C-09EA4AB7BF01}" srcOrd="0" destOrd="0" presId="urn:microsoft.com/office/officeart/2005/8/layout/hierarchy2"/>
    <dgm:cxn modelId="{89C25E27-8607-3D4F-BBA2-820188CD5386}" type="presParOf" srcId="{3EF5EDED-6D83-7946-AEB5-F8A3B5094D01}" destId="{735CCB8A-F907-BC4B-9DC9-0F43987991E8}" srcOrd="1" destOrd="0" presId="urn:microsoft.com/office/officeart/2005/8/layout/hierarchy2"/>
    <dgm:cxn modelId="{116A63D0-5582-A948-B990-A261F352297D}" type="presParOf" srcId="{735CCB8A-F907-BC4B-9DC9-0F43987991E8}" destId="{50F2053C-9B58-7543-A32C-BBCD902BF1A2}" srcOrd="0" destOrd="0" presId="urn:microsoft.com/office/officeart/2005/8/layout/hierarchy2"/>
    <dgm:cxn modelId="{4D0D5E1D-FBE0-F444-BB5C-9E5D1E954F34}" type="presParOf" srcId="{735CCB8A-F907-BC4B-9DC9-0F43987991E8}" destId="{9557DB54-CBFC-BA4F-BFD8-AC3F90B9C672}" srcOrd="1" destOrd="0" presId="urn:microsoft.com/office/officeart/2005/8/layout/hierarchy2"/>
    <dgm:cxn modelId="{A964E4CD-F6B9-024E-836D-2D0A10AFF974}" type="presParOf" srcId="{B8129DB7-391D-0D46-8099-3C4450E28493}" destId="{DA244A54-1CBC-2C45-8EE0-FB3691F606E8}" srcOrd="6" destOrd="0" presId="urn:microsoft.com/office/officeart/2005/8/layout/hierarchy2"/>
    <dgm:cxn modelId="{6A0F6A2B-B86C-F94D-9E4A-ECC8B04AB0CB}" type="presParOf" srcId="{DA244A54-1CBC-2C45-8EE0-FB3691F606E8}" destId="{DE0FDFFE-38B9-8948-94F9-998A4BCA7D58}" srcOrd="0" destOrd="0" presId="urn:microsoft.com/office/officeart/2005/8/layout/hierarchy2"/>
    <dgm:cxn modelId="{4835F773-AF8E-5342-86A1-ED0EE94C5B71}" type="presParOf" srcId="{B8129DB7-391D-0D46-8099-3C4450E28493}" destId="{20B2365B-225C-F144-BA42-0CA3478C873E}" srcOrd="7" destOrd="0" presId="urn:microsoft.com/office/officeart/2005/8/layout/hierarchy2"/>
    <dgm:cxn modelId="{E0471C52-D02E-B841-99A6-868CF5B49D8F}" type="presParOf" srcId="{20B2365B-225C-F144-BA42-0CA3478C873E}" destId="{BD289313-B4E8-8048-93F8-E1A652C578FF}" srcOrd="0" destOrd="0" presId="urn:microsoft.com/office/officeart/2005/8/layout/hierarchy2"/>
    <dgm:cxn modelId="{54725FCA-1ED0-DD42-B1BC-A3594A67914B}" type="presParOf" srcId="{20B2365B-225C-F144-BA42-0CA3478C873E}" destId="{09E8BC91-B073-7447-9E3E-01181D776CD2}" srcOrd="1" destOrd="0" presId="urn:microsoft.com/office/officeart/2005/8/layout/hierarchy2"/>
    <dgm:cxn modelId="{7143DED4-9679-8149-AAAC-6CFF36D5F37E}" type="presParOf" srcId="{09E8BC91-B073-7447-9E3E-01181D776CD2}" destId="{D952E644-7D66-1540-9F11-AE018F146352}" srcOrd="0" destOrd="0" presId="urn:microsoft.com/office/officeart/2005/8/layout/hierarchy2"/>
    <dgm:cxn modelId="{CDA60757-BA89-7848-AEA3-924BAE8D989C}" type="presParOf" srcId="{D952E644-7D66-1540-9F11-AE018F146352}" destId="{4FAB483B-4A98-F741-9EDC-EE88FC7ED6D3}" srcOrd="0" destOrd="0" presId="urn:microsoft.com/office/officeart/2005/8/layout/hierarchy2"/>
    <dgm:cxn modelId="{AB9085EC-DF29-294F-A768-D0C8B526BF71}" type="presParOf" srcId="{09E8BC91-B073-7447-9E3E-01181D776CD2}" destId="{6D927D39-B5B1-064D-A1EB-FF6690BC68CA}" srcOrd="1" destOrd="0" presId="urn:microsoft.com/office/officeart/2005/8/layout/hierarchy2"/>
    <dgm:cxn modelId="{022ED3A0-1204-D240-98F0-1A91DABE0D32}" type="presParOf" srcId="{6D927D39-B5B1-064D-A1EB-FF6690BC68CA}" destId="{3ABCCE15-3CDE-8142-85BD-0ED49D0E9050}" srcOrd="0" destOrd="0" presId="urn:microsoft.com/office/officeart/2005/8/layout/hierarchy2"/>
    <dgm:cxn modelId="{B212AB30-22C3-F74B-A6BC-6764F4644A1B}" type="presParOf" srcId="{6D927D39-B5B1-064D-A1EB-FF6690BC68CA}" destId="{8DD250CC-FB78-8A47-94E3-22466374F805}" srcOrd="1" destOrd="0" presId="urn:microsoft.com/office/officeart/2005/8/layout/hierarchy2"/>
    <dgm:cxn modelId="{BC2EAF8F-B205-D249-9900-66102EC94BE6}" type="presParOf" srcId="{8DD250CC-FB78-8A47-94E3-22466374F805}" destId="{A19C6CF6-7E4F-8145-B540-F091449FE552}" srcOrd="0" destOrd="0" presId="urn:microsoft.com/office/officeart/2005/8/layout/hierarchy2"/>
    <dgm:cxn modelId="{97A5091F-6CA3-E448-BC4B-0D9BF1B40581}" type="presParOf" srcId="{A19C6CF6-7E4F-8145-B540-F091449FE552}" destId="{A1A7E38B-7A5A-8B4A-9614-1558E6E3A97C}" srcOrd="0" destOrd="0" presId="urn:microsoft.com/office/officeart/2005/8/layout/hierarchy2"/>
    <dgm:cxn modelId="{5A73F33C-52DA-4B4A-A75F-8C1B18FFA102}" type="presParOf" srcId="{8DD250CC-FB78-8A47-94E3-22466374F805}" destId="{1072B7A6-4B8B-9C46-B92A-C6B3B89C2B7C}" srcOrd="1" destOrd="0" presId="urn:microsoft.com/office/officeart/2005/8/layout/hierarchy2"/>
    <dgm:cxn modelId="{2D8E528C-7B58-B243-8EFA-FB2AEC2B037A}" type="presParOf" srcId="{1072B7A6-4B8B-9C46-B92A-C6B3B89C2B7C}" destId="{2E11B0BE-867B-F04C-9787-CB05477F9FB3}" srcOrd="0" destOrd="0" presId="urn:microsoft.com/office/officeart/2005/8/layout/hierarchy2"/>
    <dgm:cxn modelId="{C71113F5-C6E5-5844-AC73-74EE22BDBDA7}" type="presParOf" srcId="{1072B7A6-4B8B-9C46-B92A-C6B3B89C2B7C}" destId="{3C16886B-BAA0-074E-8C71-7B053D1DEA9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0B364-6D93-3D4C-8B91-A210D5B3CF7C}">
      <dsp:nvSpPr>
        <dsp:cNvPr id="0" name=""/>
        <dsp:cNvSpPr/>
      </dsp:nvSpPr>
      <dsp:spPr>
        <a:xfrm>
          <a:off x="1146779" y="1965808"/>
          <a:ext cx="1241327" cy="6206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Encryption</a:t>
          </a: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Rule</a:t>
          </a: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1164958" y="1983987"/>
        <a:ext cx="1204969" cy="584305"/>
      </dsp:txXfrm>
    </dsp:sp>
    <dsp:sp modelId="{2B9F0142-A2FD-7E4B-A279-E6AC2546BC2E}">
      <dsp:nvSpPr>
        <dsp:cNvPr id="0" name=""/>
        <dsp:cNvSpPr/>
      </dsp:nvSpPr>
      <dsp:spPr>
        <a:xfrm rot="17051759">
          <a:off x="1624033" y="1282444"/>
          <a:ext cx="2024678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2024678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585756" y="1244098"/>
        <a:ext cx="101233" cy="101233"/>
      </dsp:txXfrm>
    </dsp:sp>
    <dsp:sp modelId="{C0CE1633-6DB9-CD4A-9597-140E848703E7}">
      <dsp:nvSpPr>
        <dsp:cNvPr id="0" name=""/>
        <dsp:cNvSpPr/>
      </dsp:nvSpPr>
      <dsp:spPr>
        <a:xfrm>
          <a:off x="2884638" y="2958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Datasource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21137"/>
        <a:ext cx="1204969" cy="584305"/>
      </dsp:txXfrm>
    </dsp:sp>
    <dsp:sp modelId="{BB3EC2FD-462C-234A-9632-A315A8697833}">
      <dsp:nvSpPr>
        <dsp:cNvPr id="0" name=""/>
        <dsp:cNvSpPr/>
      </dsp:nvSpPr>
      <dsp:spPr>
        <a:xfrm rot="17500715">
          <a:off x="1964294" y="1639326"/>
          <a:ext cx="1344157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1344157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602769" y="1617992"/>
        <a:ext cx="67207" cy="67207"/>
      </dsp:txXfrm>
    </dsp:sp>
    <dsp:sp modelId="{C806A0B2-EB9B-5F4A-95CE-5AAAD14D87F5}">
      <dsp:nvSpPr>
        <dsp:cNvPr id="0" name=""/>
        <dsp:cNvSpPr/>
      </dsp:nvSpPr>
      <dsp:spPr>
        <a:xfrm>
          <a:off x="2884638" y="716721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734900"/>
        <a:ext cx="1204969" cy="584305"/>
      </dsp:txXfrm>
    </dsp:sp>
    <dsp:sp modelId="{193EBC26-18BC-8443-B293-3B3DAFE48810}">
      <dsp:nvSpPr>
        <dsp:cNvPr id="0" name=""/>
        <dsp:cNvSpPr/>
      </dsp:nvSpPr>
      <dsp:spPr>
        <a:xfrm rot="19457599">
          <a:off x="4068492" y="836342"/>
          <a:ext cx="61147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611479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8945" y="833325"/>
        <a:ext cx="30573" cy="30573"/>
      </dsp:txXfrm>
    </dsp:sp>
    <dsp:sp modelId="{368F7604-4850-2E4D-8529-1745A146B4EF}">
      <dsp:nvSpPr>
        <dsp:cNvPr id="0" name=""/>
        <dsp:cNvSpPr/>
      </dsp:nvSpPr>
      <dsp:spPr>
        <a:xfrm>
          <a:off x="4622497" y="359840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Build-in</a:t>
          </a: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AES/MD5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378019"/>
        <a:ext cx="1204969" cy="584305"/>
      </dsp:txXfrm>
    </dsp:sp>
    <dsp:sp modelId="{903C6E59-97F9-A740-A09F-D4A3B29ACD01}">
      <dsp:nvSpPr>
        <dsp:cNvPr id="0" name=""/>
        <dsp:cNvSpPr/>
      </dsp:nvSpPr>
      <dsp:spPr>
        <a:xfrm rot="2142401">
          <a:off x="4068492" y="1193224"/>
          <a:ext cx="611479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611479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8945" y="1190207"/>
        <a:ext cx="30573" cy="30573"/>
      </dsp:txXfrm>
    </dsp:sp>
    <dsp:sp modelId="{B5E11713-35BB-434D-999A-3A1B52FB7739}">
      <dsp:nvSpPr>
        <dsp:cNvPr id="0" name=""/>
        <dsp:cNvSpPr/>
      </dsp:nvSpPr>
      <dsp:spPr>
        <a:xfrm>
          <a:off x="4622497" y="1073603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Customized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1091782"/>
        <a:ext cx="1204969" cy="584305"/>
      </dsp:txXfrm>
    </dsp:sp>
    <dsp:sp modelId="{EBCAF232-9F7B-4B4B-8EDB-C49517B28297}">
      <dsp:nvSpPr>
        <dsp:cNvPr id="0" name=""/>
        <dsp:cNvSpPr/>
      </dsp:nvSpPr>
      <dsp:spPr>
        <a:xfrm rot="2829178">
          <a:off x="2271299" y="2531530"/>
          <a:ext cx="730146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730146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618119" y="2525547"/>
        <a:ext cx="36507" cy="36507"/>
      </dsp:txXfrm>
    </dsp:sp>
    <dsp:sp modelId="{CA26E55D-E76C-124A-BABD-734BA40AFAF3}">
      <dsp:nvSpPr>
        <dsp:cNvPr id="0" name=""/>
        <dsp:cNvSpPr/>
      </dsp:nvSpPr>
      <dsp:spPr>
        <a:xfrm>
          <a:off x="2884638" y="2501130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Encryption</a:t>
          </a: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Table</a:t>
          </a:r>
          <a:r>
            <a:rPr lang="zh-CN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</a:t>
          </a:r>
          <a:r>
            <a:rPr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Config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2519309"/>
        <a:ext cx="1204969" cy="584305"/>
      </dsp:txXfrm>
    </dsp:sp>
    <dsp:sp modelId="{8BB8E44A-558D-1540-8ED7-63D0424C2CD1}">
      <dsp:nvSpPr>
        <dsp:cNvPr id="0" name=""/>
        <dsp:cNvSpPr/>
      </dsp:nvSpPr>
      <dsp:spPr>
        <a:xfrm rot="18289469">
          <a:off x="3939490" y="2442310"/>
          <a:ext cx="86948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69483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2494" y="2432843"/>
        <a:ext cx="43474" cy="43474"/>
      </dsp:txXfrm>
    </dsp:sp>
    <dsp:sp modelId="{E5131DB2-DA8D-074C-94AA-A64960FD5D13}">
      <dsp:nvSpPr>
        <dsp:cNvPr id="0" name=""/>
        <dsp:cNvSpPr/>
      </dsp:nvSpPr>
      <dsp:spPr>
        <a:xfrm>
          <a:off x="4622497" y="1787367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lumMod val="75000"/>
            </a:scheme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logicColumn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1805546"/>
        <a:ext cx="1204969" cy="584305"/>
      </dsp:txXfrm>
    </dsp:sp>
    <dsp:sp modelId="{55F25EE9-BDBA-9149-A74F-8187348ABCBE}">
      <dsp:nvSpPr>
        <dsp:cNvPr id="0" name=""/>
        <dsp:cNvSpPr/>
      </dsp:nvSpPr>
      <dsp:spPr>
        <a:xfrm>
          <a:off x="5863825" y="208542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2085285"/>
        <a:ext cx="24826" cy="24826"/>
      </dsp:txXfrm>
    </dsp:sp>
    <dsp:sp modelId="{B737B545-A1D0-4342-8CCC-D370D9D543C0}">
      <dsp:nvSpPr>
        <dsp:cNvPr id="0" name=""/>
        <dsp:cNvSpPr/>
      </dsp:nvSpPr>
      <dsp:spPr>
        <a:xfrm>
          <a:off x="6360356" y="1787367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Logical column (virtual column) Mandatory </a:t>
          </a:r>
        </a:p>
      </dsp:txBody>
      <dsp:txXfrm>
        <a:off x="6378535" y="1805546"/>
        <a:ext cx="1204969" cy="584305"/>
      </dsp:txXfrm>
    </dsp:sp>
    <dsp:sp modelId="{2FAAAC44-6DDD-0E46-A8F0-D26B7DA178E1}">
      <dsp:nvSpPr>
        <dsp:cNvPr id="0" name=""/>
        <dsp:cNvSpPr/>
      </dsp:nvSpPr>
      <dsp:spPr>
        <a:xfrm>
          <a:off x="4125966" y="2799191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61818" y="2799049"/>
        <a:ext cx="24826" cy="24826"/>
      </dsp:txXfrm>
    </dsp:sp>
    <dsp:sp modelId="{FF5BD60F-0DB3-494C-B55D-15F56BADA9D5}">
      <dsp:nvSpPr>
        <dsp:cNvPr id="0" name=""/>
        <dsp:cNvSpPr/>
      </dsp:nvSpPr>
      <dsp:spPr>
        <a:xfrm>
          <a:off x="4622497" y="2501130"/>
          <a:ext cx="1241327" cy="620663"/>
        </a:xfrm>
        <a:prstGeom prst="roundRect">
          <a:avLst>
            <a:gd name="adj" fmla="val 10000"/>
          </a:avLst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plainColumn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sp:txBody>
      <dsp:txXfrm>
        <a:off x="4640676" y="2519309"/>
        <a:ext cx="1204969" cy="584305"/>
      </dsp:txXfrm>
    </dsp:sp>
    <dsp:sp modelId="{296DE279-C546-AA4E-BA42-417BF048CAC2}">
      <dsp:nvSpPr>
        <dsp:cNvPr id="0" name=""/>
        <dsp:cNvSpPr/>
      </dsp:nvSpPr>
      <dsp:spPr>
        <a:xfrm>
          <a:off x="5863825" y="2799191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2799049"/>
        <a:ext cx="24826" cy="24826"/>
      </dsp:txXfrm>
    </dsp:sp>
    <dsp:sp modelId="{5E71A242-80B5-FD4F-B325-6C5E7450BE07}">
      <dsp:nvSpPr>
        <dsp:cNvPr id="0" name=""/>
        <dsp:cNvSpPr/>
      </dsp:nvSpPr>
      <dsp:spPr>
        <a:xfrm>
          <a:off x="6360356" y="2501130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Plaintext column (true column) </a:t>
          </a:r>
          <a:r>
            <a:rPr kumimoji="1" lang="en-US" altLang="zh-CN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O</a:t>
          </a:r>
          <a:r>
            <a:rPr kumimoji="1" lang="en-US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ptional 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2519309"/>
        <a:ext cx="1204969" cy="584305"/>
      </dsp:txXfrm>
    </dsp:sp>
    <dsp:sp modelId="{EC0AD89B-4C65-E24F-B997-FD9A6D248550}">
      <dsp:nvSpPr>
        <dsp:cNvPr id="0" name=""/>
        <dsp:cNvSpPr/>
      </dsp:nvSpPr>
      <dsp:spPr>
        <a:xfrm rot="3310531">
          <a:off x="3939490" y="3156073"/>
          <a:ext cx="869483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869483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52494" y="3146607"/>
        <a:ext cx="43474" cy="43474"/>
      </dsp:txXfrm>
    </dsp:sp>
    <dsp:sp modelId="{D76A54D6-AED5-4B4E-AFB8-8EAF0ED5AE50}">
      <dsp:nvSpPr>
        <dsp:cNvPr id="0" name=""/>
        <dsp:cNvSpPr/>
      </dsp:nvSpPr>
      <dsp:spPr>
        <a:xfrm>
          <a:off x="4622497" y="3214894"/>
          <a:ext cx="1241327" cy="620663"/>
        </a:xfrm>
        <a:prstGeom prst="roundRect">
          <a:avLst>
            <a:gd name="adj" fmla="val 10000"/>
          </a:avLst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79646">
              <a:lumMod val="75000"/>
            </a:srgbClr>
          </a:solidFill>
          <a:prstDash val="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200" b="0" kern="1200" cap="none" spc="0" dirty="0" err="1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幼圆"/>
              <a:ea typeface="幼圆"/>
              <a:cs typeface="+mn-cs"/>
            </a:rPr>
            <a:t>cipherColumn</a:t>
          </a:r>
          <a:endParaRPr kumimoji="1" lang="zh-CN" altLang="en-US" sz="1200" b="0" kern="1200" cap="none" spc="0" dirty="0">
            <a:ln w="0"/>
            <a:solidFill>
              <a:prstClr val="black"/>
            </a:solidFill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latin typeface="幼圆"/>
            <a:ea typeface="幼圆"/>
            <a:cs typeface="+mn-cs"/>
          </a:endParaRPr>
        </a:p>
      </dsp:txBody>
      <dsp:txXfrm>
        <a:off x="4640676" y="3233073"/>
        <a:ext cx="1204969" cy="584305"/>
      </dsp:txXfrm>
    </dsp:sp>
    <dsp:sp modelId="{5FBFAE20-790F-AD41-A1E7-5324DDDB4F3A}">
      <dsp:nvSpPr>
        <dsp:cNvPr id="0" name=""/>
        <dsp:cNvSpPr/>
      </dsp:nvSpPr>
      <dsp:spPr>
        <a:xfrm>
          <a:off x="5863825" y="3512955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3512812"/>
        <a:ext cx="24826" cy="24826"/>
      </dsp:txXfrm>
    </dsp:sp>
    <dsp:sp modelId="{50F2053C-9B58-7543-A32C-BBCD902BF1A2}">
      <dsp:nvSpPr>
        <dsp:cNvPr id="0" name=""/>
        <dsp:cNvSpPr/>
      </dsp:nvSpPr>
      <dsp:spPr>
        <a:xfrm>
          <a:off x="6360356" y="3214894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111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en-US" sz="115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ea"/>
              <a:ea typeface="+mj-ea"/>
            </a:rPr>
            <a:t>Ciphertext column (true column) Mandatory </a:t>
          </a:r>
          <a:endParaRPr lang="zh-CN" altLang="en-US" sz="115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3233073"/>
        <a:ext cx="1204969" cy="584305"/>
      </dsp:txXfrm>
    </dsp:sp>
    <dsp:sp modelId="{DA244A54-1CBC-2C45-8EE0-FB3691F606E8}">
      <dsp:nvSpPr>
        <dsp:cNvPr id="0" name=""/>
        <dsp:cNvSpPr/>
      </dsp:nvSpPr>
      <dsp:spPr>
        <a:xfrm rot="4548241">
          <a:off x="1624033" y="3245294"/>
          <a:ext cx="2024678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2024678" y="1227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585756" y="3206947"/>
        <a:ext cx="101233" cy="101233"/>
      </dsp:txXfrm>
    </dsp:sp>
    <dsp:sp modelId="{BD289313-B4E8-8048-93F8-E1A652C578FF}">
      <dsp:nvSpPr>
        <dsp:cNvPr id="0" name=""/>
        <dsp:cNvSpPr/>
      </dsp:nvSpPr>
      <dsp:spPr>
        <a:xfrm>
          <a:off x="2884638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 Attribute Config 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902817" y="3946836"/>
        <a:ext cx="1204969" cy="584305"/>
      </dsp:txXfrm>
    </dsp:sp>
    <dsp:sp modelId="{D952E644-7D66-1540-9F11-AE018F146352}">
      <dsp:nvSpPr>
        <dsp:cNvPr id="0" name=""/>
        <dsp:cNvSpPr/>
      </dsp:nvSpPr>
      <dsp:spPr>
        <a:xfrm>
          <a:off x="4125966" y="422671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61818" y="4226576"/>
        <a:ext cx="24826" cy="24826"/>
      </dsp:txXfrm>
    </dsp:sp>
    <dsp:sp modelId="{3ABCCE15-3CDE-8142-85BD-0ED49D0E9050}">
      <dsp:nvSpPr>
        <dsp:cNvPr id="0" name=""/>
        <dsp:cNvSpPr/>
      </dsp:nvSpPr>
      <dsp:spPr>
        <a:xfrm>
          <a:off x="4622497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b="0" kern="120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query.with.cipher.column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640676" y="3946836"/>
        <a:ext cx="1204969" cy="584305"/>
      </dsp:txXfrm>
    </dsp:sp>
    <dsp:sp modelId="{A19C6CF6-7E4F-8145-B540-F091449FE552}">
      <dsp:nvSpPr>
        <dsp:cNvPr id="0" name=""/>
        <dsp:cNvSpPr/>
      </dsp:nvSpPr>
      <dsp:spPr>
        <a:xfrm>
          <a:off x="5863825" y="4226718"/>
          <a:ext cx="496531" cy="24541"/>
        </a:xfrm>
        <a:custGeom>
          <a:avLst/>
          <a:gdLst/>
          <a:ahLst/>
          <a:cxnLst/>
          <a:rect l="0" t="0" r="0" b="0"/>
          <a:pathLst>
            <a:path>
              <a:moveTo>
                <a:pt x="0" y="12270"/>
              </a:moveTo>
              <a:lnTo>
                <a:pt x="496531" y="1227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099677" y="4226576"/>
        <a:ext cx="24826" cy="24826"/>
      </dsp:txXfrm>
    </dsp:sp>
    <dsp:sp modelId="{2E11B0BE-867B-F04C-9787-CB05477F9FB3}">
      <dsp:nvSpPr>
        <dsp:cNvPr id="0" name=""/>
        <dsp:cNvSpPr/>
      </dsp:nvSpPr>
      <dsp:spPr>
        <a:xfrm>
          <a:off x="6360356" y="3928657"/>
          <a:ext cx="1241327" cy="6206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encrypted column query True as default </a:t>
          </a:r>
          <a:endParaRPr lang="zh-CN" altLang="en-US" sz="1200" b="0" kern="1200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378535" y="3946836"/>
        <a:ext cx="1204969" cy="584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FB71A-3256-4F2C-B660-405EE4133833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8A8DF-1FB6-4C15-865F-19EE1D61AA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555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C0379-6811-4513-A849-22A51DA28DDB}" type="datetimeFigureOut">
              <a:rPr lang="zh-CN" altLang="en-US" smtClean="0"/>
              <a:pPr/>
              <a:t>2020/4/29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A0D99-8E78-475C-88BD-8757E0F3C9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8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3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98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64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29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95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60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26" algn="l" defTabSz="91433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5EA5-656B-4515-A723-BDB74CF4FD74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208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A0D99-8E78-475C-88BD-8757E0F3C976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77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A0D99-8E78-475C-88BD-8757E0F3C976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697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A0D99-8E78-475C-88BD-8757E0F3C976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2294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15EA5-656B-4515-A723-BDB74CF4FD74}" type="slidenum">
              <a:rPr lang="zh-CN" altLang="en-US" smtClean="0">
                <a:solidFill>
                  <a:prstClr val="black"/>
                </a:solidFill>
              </a:rPr>
              <a:pPr/>
              <a:t>32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2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NULL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21369010"/>
              </p:ext>
            </p:extLst>
          </p:nvPr>
        </p:nvGraphicFramePr>
        <p:xfrm>
          <a:off x="1" y="3"/>
          <a:ext cx="158750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3"/>
                        <a:ext cx="158750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 descr="应用部分3-04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7462" y="-7144"/>
            <a:ext cx="9180513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12775" y="508400"/>
            <a:ext cx="4032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 录     </a:t>
            </a:r>
            <a:r>
              <a:rPr lang="en-US" altLang="zh-CN" sz="32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3" y="1221600"/>
            <a:ext cx="4032448" cy="3186354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400020" indent="-400020" eaLnBrk="1" hangingPunct="1">
              <a:lnSpc>
                <a:spcPct val="120000"/>
              </a:lnSpc>
              <a:buFont typeface="+mj-ea"/>
              <a:buAutoNum type="ea1JpnChsDbPeriod"/>
              <a:defRPr sz="20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3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4" eaLnBrk="1" hangingPunct="1">
              <a:lnSpc>
                <a:spcPct val="120000"/>
              </a:lnSpc>
            </a:pPr>
            <a:endParaRPr lang="zh-CN" altLang="en-US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45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25947" y="1854231"/>
            <a:ext cx="5857641" cy="1435042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600" baseline="0">
                <a:solidFill>
                  <a:srgbClr val="004281"/>
                </a:solidFill>
              </a:defRPr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905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2"/>
            <a:ext cx="8424936" cy="4212468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5" name="剪去单角的矩形 4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94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4040188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2537" y="1275606"/>
            <a:ext cx="4040188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55373" y="789552"/>
            <a:ext cx="4041775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6390" y="1275606"/>
            <a:ext cx="4041775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10" name="剪去单角的矩形 9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23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1880" y="789552"/>
            <a:ext cx="5328592" cy="415846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1522" y="789552"/>
            <a:ext cx="3008313" cy="4158462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indent="0">
              <a:buNone/>
              <a:defRPr sz="2400">
                <a:latin typeface="+mj-ea"/>
                <a:ea typeface="+mj-ea"/>
              </a:defRPr>
            </a:lvl1pPr>
            <a:lvl2pPr marL="457166" indent="0">
              <a:buNone/>
              <a:defRPr sz="1200"/>
            </a:lvl2pPr>
            <a:lvl3pPr marL="914333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7" name="剪去单角的矩形 6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2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9596" y="928421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3739" y="4767262"/>
            <a:ext cx="412936" cy="376238"/>
          </a:xfrm>
        </p:spPr>
        <p:txBody>
          <a:bodyPr/>
          <a:lstStyle/>
          <a:p>
            <a:fld id="{D53CB646-9C68-9A45-BA80-FD674575B7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78468" y="928421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39596" y="2946065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778468" y="2946065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2" name="剪去单角的矩形 11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836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应用部分3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2" y="-20538"/>
            <a:ext cx="9167813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612775" y="1329931"/>
            <a:ext cx="38163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000" dirty="0">
                <a:solidFill>
                  <a:schemeClr val="bg1"/>
                </a:solidFill>
                <a:ea typeface="微软雅黑" pitchFamily="34" charset="-122"/>
              </a:rPr>
              <a:t>谢谢</a:t>
            </a:r>
            <a:r>
              <a:rPr lang="zh-CN" altLang="en-US" sz="5000" dirty="0">
                <a:solidFill>
                  <a:schemeClr val="bg1"/>
                </a:solidFill>
              </a:rPr>
              <a:t>！</a:t>
            </a: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12779" y="4150519"/>
            <a:ext cx="3744913" cy="261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北京市亦庄经济开发区科创十一街</a:t>
            </a:r>
            <a:r>
              <a:rPr lang="en-US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18</a:t>
            </a:r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号院</a:t>
            </a:r>
            <a:r>
              <a:rPr lang="en-US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--</a:t>
            </a:r>
            <a:r>
              <a:rPr lang="zh-CN" altLang="zh-CN" sz="1100" b="1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京东集团总部</a:t>
            </a:r>
          </a:p>
        </p:txBody>
      </p:sp>
    </p:spTree>
    <p:extLst>
      <p:ext uri="{BB962C8B-B14F-4D97-AF65-F5344CB8AC3E}">
        <p14:creationId xmlns:p14="http://schemas.microsoft.com/office/powerpoint/2010/main" val="335718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37064" y="597217"/>
            <a:ext cx="663187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BC1"/>
          <p:cNvSpPr>
            <a:spLocks noGrp="1"/>
          </p:cNvSpPr>
          <p:nvPr>
            <p:ph idx="1"/>
          </p:nvPr>
        </p:nvSpPr>
        <p:spPr>
          <a:xfrm>
            <a:off x="336738" y="746315"/>
            <a:ext cx="8538322" cy="41248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>
          <a:xfrm>
            <a:off x="337062" y="4941798"/>
            <a:ext cx="2057400" cy="181535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5E8A075-793C-4347-B592-7909D48665B7}" type="datetime1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2020/4/29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>
          <a:xfrm>
            <a:off x="3129804" y="4921626"/>
            <a:ext cx="3086100" cy="201706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>
                <a:solidFill>
                  <a:prstClr val="white">
                    <a:lumMod val="50000"/>
                  </a:prstClr>
                </a:solidFill>
              </a:rPr>
              <a:t>机密文件     请勿外传</a:t>
            </a:r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>
          <a:xfrm>
            <a:off x="6827744" y="4921626"/>
            <a:ext cx="2057400" cy="201706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C4B4AEB-3FA7-434C-8D21-724C3AE99DFD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12647" y="252132"/>
            <a:ext cx="6415133" cy="345084"/>
          </a:xfrm>
          <a:prstGeom prst="rect">
            <a:avLst/>
          </a:prstGeom>
        </p:spPr>
        <p:txBody>
          <a:bodyPr anchor="ctr"/>
          <a:lstStyle>
            <a:lvl1pPr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754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6DDAC8B-FFF7-449E-A8ED-794A6C5E773E}" type="datetimeFigureOut">
              <a:rPr lang="zh-CN" altLang="en-US" smtClean="0"/>
              <a:t>2020/4/29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6975-C23D-4ACE-883E-B1A8A3A37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128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" y="3"/>
          <a:ext cx="158750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7" name="think-cell Slide" r:id="rId5" imgW="270" imgH="270" progId="">
                  <p:embed/>
                </p:oleObj>
              </mc:Choice>
              <mc:Fallback>
                <p:oleObj name="think-cell Slide" r:id="rId5" imgW="270" imgH="27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3"/>
                        <a:ext cx="158750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3" descr="应用部分3-04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7462" y="-7144"/>
            <a:ext cx="9180513" cy="515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612775" y="508400"/>
            <a:ext cx="40322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目 录     </a:t>
            </a:r>
            <a:r>
              <a:rPr lang="en-US" altLang="zh-CN" sz="3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619673" y="1221600"/>
            <a:ext cx="4032448" cy="3186354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400020" indent="-400020" eaLnBrk="1" hangingPunct="1">
              <a:lnSpc>
                <a:spcPct val="120000"/>
              </a:lnSpc>
              <a:buFont typeface="+mj-ea"/>
              <a:buAutoNum type="ea1JpnChsDbPeriod"/>
              <a:defRPr sz="200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ea typeface="微软雅黑" pitchFamily="34" charset="-122"/>
              </a:rPr>
              <a:t>单击此处添加标题</a:t>
            </a: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3" eaLnBrk="1" hangingPunct="1">
              <a:lnSpc>
                <a:spcPct val="120000"/>
              </a:lnSpc>
            </a:pPr>
            <a:endParaRPr lang="en-US" altLang="zh-CN" dirty="0">
              <a:solidFill>
                <a:schemeClr val="bg1"/>
              </a:solidFill>
              <a:ea typeface="微软雅黑" pitchFamily="34" charset="-122"/>
            </a:endParaRPr>
          </a:p>
          <a:p>
            <a:pPr lvl="4" eaLnBrk="1" hangingPunct="1">
              <a:lnSpc>
                <a:spcPct val="120000"/>
              </a:lnSpc>
            </a:pPr>
            <a:endParaRPr lang="zh-CN" altLang="en-US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0086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25947" y="1854231"/>
            <a:ext cx="5857641" cy="1435042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600" baseline="0">
                <a:solidFill>
                  <a:srgbClr val="004281"/>
                </a:solidFill>
              </a:defRPr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5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2"/>
            <a:ext cx="8424936" cy="4212468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5" name="剪去单角的矩形 4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740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4040188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2537" y="1275606"/>
            <a:ext cx="4040188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55373" y="789552"/>
            <a:ext cx="4041775" cy="479822"/>
          </a:xfrm>
          <a:prstGeom prst="rect">
            <a:avLst/>
          </a:prstGeom>
        </p:spPr>
        <p:txBody>
          <a:bodyPr lIns="91434" tIns="45717" rIns="91434" bIns="45717" anchor="ctr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166" indent="0">
              <a:buNone/>
              <a:defRPr sz="2000" b="1"/>
            </a:lvl2pPr>
            <a:lvl3pPr marL="914333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6390" y="1275606"/>
            <a:ext cx="4041775" cy="337302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10" name="剪去单角的矩形 9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162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91880" y="789552"/>
            <a:ext cx="5328592" cy="4158462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 sz="2400">
                <a:latin typeface="+mj-ea"/>
                <a:ea typeface="+mj-ea"/>
              </a:defRPr>
            </a:lvl1pPr>
            <a:lvl2pPr>
              <a:defRPr sz="2000">
                <a:latin typeface="+mj-ea"/>
                <a:ea typeface="+mj-ea"/>
              </a:defRPr>
            </a:lvl2pPr>
            <a:lvl3pPr>
              <a:defRPr sz="1800">
                <a:latin typeface="+mj-ea"/>
                <a:ea typeface="+mj-ea"/>
              </a:defRPr>
            </a:lvl3pPr>
            <a:lvl4pPr>
              <a:defRPr sz="1600">
                <a:latin typeface="+mj-ea"/>
                <a:ea typeface="+mj-ea"/>
              </a:defRPr>
            </a:lvl4pPr>
            <a:lvl5pPr>
              <a:defRPr sz="1600">
                <a:latin typeface="+mj-ea"/>
                <a:ea typeface="+mj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1522" y="789552"/>
            <a:ext cx="3008313" cy="4158462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 marL="0" indent="0">
              <a:buNone/>
              <a:defRPr sz="2400">
                <a:latin typeface="+mj-ea"/>
                <a:ea typeface="+mj-ea"/>
              </a:defRPr>
            </a:lvl1pPr>
            <a:lvl2pPr marL="457166" indent="0">
              <a:buNone/>
              <a:defRPr sz="1200"/>
            </a:lvl2pPr>
            <a:lvl3pPr marL="914333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7" name="剪去单角的矩形 6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9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6890" y="49963"/>
            <a:ext cx="8772942" cy="567000"/>
          </a:xfrm>
          <a:prstGeom prst="rect">
            <a:avLst/>
          </a:prstGeom>
        </p:spPr>
        <p:txBody>
          <a:bodyPr lIns="91434" tIns="45717" rIns="91434" bIns="45717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 dirty="0"/>
              <a:t>单击添加标题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39596" y="928421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73739" y="4767262"/>
            <a:ext cx="412936" cy="376238"/>
          </a:xfrm>
        </p:spPr>
        <p:txBody>
          <a:bodyPr/>
          <a:lstStyle/>
          <a:p>
            <a:fld id="{D53CB646-9C68-9A45-BA80-FD674575B7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78468" y="928421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609" y="186251"/>
            <a:ext cx="180022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239596" y="2946065"/>
            <a:ext cx="4125938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 hasCustomPrompt="1"/>
          </p:nvPr>
        </p:nvSpPr>
        <p:spPr>
          <a:xfrm>
            <a:off x="4778468" y="2946065"/>
            <a:ext cx="4133532" cy="1943993"/>
          </a:xfrm>
          <a:prstGeom prst="rect">
            <a:avLst/>
          </a:prstGeom>
        </p:spPr>
        <p:txBody>
          <a:bodyPr lIns="91434" tIns="45717" rIns="91434" bIns="45717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单击添加内容</a:t>
            </a:r>
            <a:endParaRPr lang="en-US" dirty="0"/>
          </a:p>
          <a:p>
            <a:pPr lvl="1"/>
            <a:r>
              <a:rPr lang="zh-CN" altLang="en-US" dirty="0"/>
              <a:t>第二层</a:t>
            </a:r>
            <a:endParaRPr lang="en-US" dirty="0"/>
          </a:p>
          <a:p>
            <a:pPr lvl="2"/>
            <a:r>
              <a:rPr lang="zh-CN" altLang="en-US" dirty="0"/>
              <a:t>第三层</a:t>
            </a:r>
            <a:endParaRPr lang="en-US" dirty="0"/>
          </a:p>
          <a:p>
            <a:pPr lvl="3"/>
            <a:r>
              <a:rPr lang="zh-CN" altLang="en-US" dirty="0"/>
              <a:t>第四层</a:t>
            </a:r>
            <a:endParaRPr lang="en-US" dirty="0"/>
          </a:p>
          <a:p>
            <a:pPr lvl="4"/>
            <a:r>
              <a:rPr lang="zh-CN" altLang="en-US" dirty="0"/>
              <a:t>第五层</a:t>
            </a:r>
            <a:endParaRPr lang="en-US" dirty="0"/>
          </a:p>
        </p:txBody>
      </p:sp>
      <p:sp>
        <p:nvSpPr>
          <p:cNvPr id="12" name="剪去单角的矩形 11"/>
          <p:cNvSpPr/>
          <p:nvPr userDrawn="1"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8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应用部分3-0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02" y="-20538"/>
            <a:ext cx="9167813" cy="515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/>
          <p:cNvSpPr txBox="1">
            <a:spLocks noChangeArrowheads="1"/>
          </p:cNvSpPr>
          <p:nvPr userDrawn="1"/>
        </p:nvSpPr>
        <p:spPr bwMode="auto">
          <a:xfrm>
            <a:off x="612775" y="1329931"/>
            <a:ext cx="38163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5000" dirty="0">
                <a:solidFill>
                  <a:prstClr val="white"/>
                </a:solidFill>
                <a:ea typeface="微软雅黑" pitchFamily="34" charset="-122"/>
              </a:rPr>
              <a:t>谢谢</a:t>
            </a:r>
            <a:r>
              <a:rPr lang="zh-CN" altLang="en-US" sz="5000" dirty="0">
                <a:solidFill>
                  <a:prstClr val="white"/>
                </a:solidFill>
              </a:rPr>
              <a:t>！</a:t>
            </a:r>
          </a:p>
          <a:p>
            <a:pPr eaLnBrk="1" hangingPunct="1"/>
            <a:r>
              <a:rPr lang="en-US" altLang="zh-CN" sz="4000" dirty="0">
                <a:solidFill>
                  <a:prstClr val="white"/>
                </a:solidFill>
              </a:rPr>
              <a:t>Thank you!</a:t>
            </a: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612779" y="4150519"/>
            <a:ext cx="3744913" cy="261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北京市亦庄经济开发区科创十一街</a:t>
            </a:r>
            <a:r>
              <a:rPr lang="en-US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18</a:t>
            </a:r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号院</a:t>
            </a:r>
            <a:r>
              <a:rPr lang="en-US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--</a:t>
            </a:r>
            <a:r>
              <a:rPr lang="zh-CN" altLang="zh-CN" sz="1100" b="1" dirty="0">
                <a:solidFill>
                  <a:prstClr val="black">
                    <a:lumMod val="50000"/>
                    <a:lumOff val="50000"/>
                  </a:prst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京东集团总部</a:t>
            </a:r>
          </a:p>
        </p:txBody>
      </p:sp>
    </p:spTree>
    <p:extLst>
      <p:ext uri="{BB962C8B-B14F-4D97-AF65-F5344CB8AC3E}">
        <p14:creationId xmlns:p14="http://schemas.microsoft.com/office/powerpoint/2010/main" val="39531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637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337064" y="597217"/>
            <a:ext cx="663187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KSO_BC1"/>
          <p:cNvSpPr>
            <a:spLocks noGrp="1"/>
          </p:cNvSpPr>
          <p:nvPr>
            <p:ph idx="1"/>
          </p:nvPr>
        </p:nvSpPr>
        <p:spPr>
          <a:xfrm>
            <a:off x="336738" y="746315"/>
            <a:ext cx="8538322" cy="41248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>
          <a:xfrm>
            <a:off x="337062" y="4941798"/>
            <a:ext cx="2057400" cy="181535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5E8A075-793C-4347-B592-7909D48665B7}" type="datetime1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2020/4/29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>
          <a:xfrm>
            <a:off x="3129804" y="4921626"/>
            <a:ext cx="3086100" cy="201706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zh-CN" altLang="en-US">
                <a:solidFill>
                  <a:prstClr val="white">
                    <a:lumMod val="50000"/>
                  </a:prstClr>
                </a:solidFill>
              </a:rPr>
              <a:t>机密文件     请勿外传</a:t>
            </a:r>
            <a:endParaRPr lang="zh-CN" alt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>
          <a:xfrm>
            <a:off x="6827744" y="4921626"/>
            <a:ext cx="2057400" cy="201706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DC4B4AEB-3FA7-434C-8D21-724C3AE99DFD}" type="slidenum">
              <a:rPr lang="zh-CN" altLang="en-US" smtClean="0">
                <a:solidFill>
                  <a:prstClr val="white">
                    <a:lumMod val="50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12647" y="252132"/>
            <a:ext cx="6415133" cy="345084"/>
          </a:xfrm>
          <a:prstGeom prst="rect">
            <a:avLst/>
          </a:prstGeom>
        </p:spPr>
        <p:txBody>
          <a:bodyPr anchor="ctr"/>
          <a:lstStyle>
            <a:lvl1pPr>
              <a:defRPr sz="15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547510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7860" y="4767262"/>
            <a:ext cx="412936" cy="3762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D00B31"/>
                </a:solidFill>
                <a:latin typeface="Arial"/>
                <a:cs typeface="Arial"/>
              </a:defRPr>
            </a:lvl1pPr>
          </a:lstStyle>
          <a:p>
            <a:fld id="{D53CB646-9C68-9A45-BA80-FD674575B7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25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3" r:id="rId2"/>
    <p:sldLayoutId id="2147483663" r:id="rId3"/>
    <p:sldLayoutId id="2147483664" r:id="rId4"/>
    <p:sldLayoutId id="2147483665" r:id="rId5"/>
    <p:sldLayoutId id="2147483682" r:id="rId6"/>
    <p:sldLayoutId id="2147483680" r:id="rId7"/>
    <p:sldLayoutId id="2147483699" r:id="rId8"/>
    <p:sldLayoutId id="2147483701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5pPr>
      <a:lvl6pPr marL="4571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33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49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66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875" indent="-3428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1pPr>
      <a:lvl2pPr marL="742895" indent="-28572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2pPr>
      <a:lvl3pPr marL="1142915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3pPr>
      <a:lvl4pPr marL="1600080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4pPr>
      <a:lvl5pPr marL="2057246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5pPr>
      <a:lvl6pPr marL="2514411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7860" y="4767262"/>
            <a:ext cx="412936" cy="37623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rgbClr val="D00B31"/>
                </a:solidFill>
                <a:latin typeface="Arial"/>
                <a:cs typeface="Arial"/>
              </a:defRPr>
            </a:lvl1pPr>
          </a:lstStyle>
          <a:p>
            <a:fld id="{D53CB646-9C68-9A45-BA80-FD674575B7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Franklin Gothic Medium" pitchFamily="34" charset="0"/>
          <a:ea typeface="微软雅黑" pitchFamily="34" charset="-122"/>
        </a:defRPr>
      </a:lvl5pPr>
      <a:lvl6pPr marL="457166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333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49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66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875" indent="-342875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1pPr>
      <a:lvl2pPr marL="742895" indent="-285729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2pPr>
      <a:lvl3pPr marL="1142915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18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3pPr>
      <a:lvl4pPr marL="1600080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4pPr>
      <a:lvl5pPr marL="2057246" indent="-228582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2">
              <a:lumMod val="75000"/>
            </a:schemeClr>
          </a:solidFill>
          <a:latin typeface="+mj-ea"/>
          <a:ea typeface="+mj-ea"/>
          <a:cs typeface="+mn-cs"/>
        </a:defRPr>
      </a:lvl5pPr>
      <a:lvl6pPr marL="2514411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9"/>
          <p:cNvSpPr>
            <a:spLocks noEditPoints="1"/>
          </p:cNvSpPr>
          <p:nvPr/>
        </p:nvSpPr>
        <p:spPr bwMode="auto">
          <a:xfrm>
            <a:off x="36512" y="114720"/>
            <a:ext cx="9144000" cy="4472188"/>
          </a:xfrm>
          <a:custGeom>
            <a:avLst/>
            <a:gdLst>
              <a:gd name="T0" fmla="*/ 1053 w 3069"/>
              <a:gd name="T1" fmla="*/ 50 h 1501"/>
              <a:gd name="T2" fmla="*/ 793 w 3069"/>
              <a:gd name="T3" fmla="*/ 83 h 1501"/>
              <a:gd name="T4" fmla="*/ 1262 w 3069"/>
              <a:gd name="T5" fmla="*/ 109 h 1501"/>
              <a:gd name="T6" fmla="*/ 769 w 3069"/>
              <a:gd name="T7" fmla="*/ 142 h 1501"/>
              <a:gd name="T8" fmla="*/ 1941 w 3069"/>
              <a:gd name="T9" fmla="*/ 159 h 1501"/>
              <a:gd name="T10" fmla="*/ 435 w 3069"/>
              <a:gd name="T11" fmla="*/ 185 h 1501"/>
              <a:gd name="T12" fmla="*/ 1127 w 3069"/>
              <a:gd name="T13" fmla="*/ 202 h 1501"/>
              <a:gd name="T14" fmla="*/ 2114 w 3069"/>
              <a:gd name="T15" fmla="*/ 226 h 1501"/>
              <a:gd name="T16" fmla="*/ 2107 w 3069"/>
              <a:gd name="T17" fmla="*/ 242 h 1501"/>
              <a:gd name="T18" fmla="*/ 1103 w 3069"/>
              <a:gd name="T19" fmla="*/ 259 h 1501"/>
              <a:gd name="T20" fmla="*/ 350 w 3069"/>
              <a:gd name="T21" fmla="*/ 268 h 1501"/>
              <a:gd name="T22" fmla="*/ 2467 w 3069"/>
              <a:gd name="T23" fmla="*/ 268 h 1501"/>
              <a:gd name="T24" fmla="*/ 1596 w 3069"/>
              <a:gd name="T25" fmla="*/ 292 h 1501"/>
              <a:gd name="T26" fmla="*/ 284 w 3069"/>
              <a:gd name="T27" fmla="*/ 309 h 1501"/>
              <a:gd name="T28" fmla="*/ 2325 w 3069"/>
              <a:gd name="T29" fmla="*/ 309 h 1501"/>
              <a:gd name="T30" fmla="*/ 1053 w 3069"/>
              <a:gd name="T31" fmla="*/ 318 h 1501"/>
              <a:gd name="T32" fmla="*/ 3019 w 3069"/>
              <a:gd name="T33" fmla="*/ 318 h 1501"/>
              <a:gd name="T34" fmla="*/ 2031 w 3069"/>
              <a:gd name="T35" fmla="*/ 342 h 1501"/>
              <a:gd name="T36" fmla="*/ 670 w 3069"/>
              <a:gd name="T37" fmla="*/ 361 h 1501"/>
              <a:gd name="T38" fmla="*/ 2794 w 3069"/>
              <a:gd name="T39" fmla="*/ 361 h 1501"/>
              <a:gd name="T40" fmla="*/ 2124 w 3069"/>
              <a:gd name="T41" fmla="*/ 370 h 1501"/>
              <a:gd name="T42" fmla="*/ 1546 w 3069"/>
              <a:gd name="T43" fmla="*/ 387 h 1501"/>
              <a:gd name="T44" fmla="*/ 476 w 3069"/>
              <a:gd name="T45" fmla="*/ 411 h 1501"/>
              <a:gd name="T46" fmla="*/ 2794 w 3069"/>
              <a:gd name="T47" fmla="*/ 411 h 1501"/>
              <a:gd name="T48" fmla="*/ 2391 w 3069"/>
              <a:gd name="T49" fmla="*/ 427 h 1501"/>
              <a:gd name="T50" fmla="*/ 2124 w 3069"/>
              <a:gd name="T51" fmla="*/ 437 h 1501"/>
              <a:gd name="T52" fmla="*/ 1797 w 3069"/>
              <a:gd name="T53" fmla="*/ 454 h 1501"/>
              <a:gd name="T54" fmla="*/ 1378 w 3069"/>
              <a:gd name="T55" fmla="*/ 477 h 1501"/>
              <a:gd name="T56" fmla="*/ 653 w 3069"/>
              <a:gd name="T57" fmla="*/ 494 h 1501"/>
              <a:gd name="T58" fmla="*/ 2777 w 3069"/>
              <a:gd name="T59" fmla="*/ 494 h 1501"/>
              <a:gd name="T60" fmla="*/ 2427 w 3069"/>
              <a:gd name="T61" fmla="*/ 503 h 1501"/>
              <a:gd name="T62" fmla="*/ 2249 w 3069"/>
              <a:gd name="T63" fmla="*/ 520 h 1501"/>
              <a:gd name="T64" fmla="*/ 2065 w 3069"/>
              <a:gd name="T65" fmla="*/ 544 h 1501"/>
              <a:gd name="T66" fmla="*/ 1908 w 3069"/>
              <a:gd name="T67" fmla="*/ 560 h 1501"/>
              <a:gd name="T68" fmla="*/ 1674 w 3069"/>
              <a:gd name="T69" fmla="*/ 577 h 1501"/>
              <a:gd name="T70" fmla="*/ 1555 w 3069"/>
              <a:gd name="T71" fmla="*/ 586 h 1501"/>
              <a:gd name="T72" fmla="*/ 1480 w 3069"/>
              <a:gd name="T73" fmla="*/ 605 h 1501"/>
              <a:gd name="T74" fmla="*/ 1612 w 3069"/>
              <a:gd name="T75" fmla="*/ 629 h 1501"/>
              <a:gd name="T76" fmla="*/ 1707 w 3069"/>
              <a:gd name="T77" fmla="*/ 646 h 1501"/>
              <a:gd name="T78" fmla="*/ 1840 w 3069"/>
              <a:gd name="T79" fmla="*/ 662 h 1501"/>
              <a:gd name="T80" fmla="*/ 2041 w 3069"/>
              <a:gd name="T81" fmla="*/ 672 h 1501"/>
              <a:gd name="T82" fmla="*/ 2164 w 3069"/>
              <a:gd name="T83" fmla="*/ 689 h 1501"/>
              <a:gd name="T84" fmla="*/ 2349 w 3069"/>
              <a:gd name="T85" fmla="*/ 712 h 1501"/>
              <a:gd name="T86" fmla="*/ 568 w 3069"/>
              <a:gd name="T87" fmla="*/ 746 h 1501"/>
              <a:gd name="T88" fmla="*/ 1489 w 3069"/>
              <a:gd name="T89" fmla="*/ 762 h 1501"/>
              <a:gd name="T90" fmla="*/ 1740 w 3069"/>
              <a:gd name="T91" fmla="*/ 772 h 1501"/>
              <a:gd name="T92" fmla="*/ 2098 w 3069"/>
              <a:gd name="T93" fmla="*/ 788 h 1501"/>
              <a:gd name="T94" fmla="*/ 693 w 3069"/>
              <a:gd name="T95" fmla="*/ 829 h 1501"/>
              <a:gd name="T96" fmla="*/ 1757 w 3069"/>
              <a:gd name="T97" fmla="*/ 845 h 1501"/>
              <a:gd name="T98" fmla="*/ 1473 w 3069"/>
              <a:gd name="T99" fmla="*/ 881 h 1501"/>
              <a:gd name="T100" fmla="*/ 2493 w 3069"/>
              <a:gd name="T101" fmla="*/ 890 h 1501"/>
              <a:gd name="T102" fmla="*/ 1797 w 3069"/>
              <a:gd name="T103" fmla="*/ 924 h 1501"/>
              <a:gd name="T104" fmla="*/ 1830 w 3069"/>
              <a:gd name="T105" fmla="*/ 964 h 1501"/>
              <a:gd name="T106" fmla="*/ 1605 w 3069"/>
              <a:gd name="T107" fmla="*/ 997 h 1501"/>
              <a:gd name="T108" fmla="*/ 2711 w 3069"/>
              <a:gd name="T109" fmla="*/ 1014 h 1501"/>
              <a:gd name="T110" fmla="*/ 2391 w 3069"/>
              <a:gd name="T111" fmla="*/ 1040 h 1501"/>
              <a:gd name="T112" fmla="*/ 1664 w 3069"/>
              <a:gd name="T113" fmla="*/ 1073 h 1501"/>
              <a:gd name="T114" fmla="*/ 1764 w 3069"/>
              <a:gd name="T115" fmla="*/ 1114 h 1501"/>
              <a:gd name="T116" fmla="*/ 1690 w 3069"/>
              <a:gd name="T117" fmla="*/ 1149 h 1501"/>
              <a:gd name="T118" fmla="*/ 1589 w 3069"/>
              <a:gd name="T119" fmla="*/ 1183 h 1501"/>
              <a:gd name="T120" fmla="*/ 1690 w 3069"/>
              <a:gd name="T121" fmla="*/ 1209 h 1501"/>
              <a:gd name="T122" fmla="*/ 2683 w 3069"/>
              <a:gd name="T123" fmla="*/ 1242 h 1501"/>
              <a:gd name="T124" fmla="*/ 2683 w 3069"/>
              <a:gd name="T125" fmla="*/ 1316 h 1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69" h="1501">
                <a:moveTo>
                  <a:pt x="786" y="0"/>
                </a:moveTo>
                <a:lnTo>
                  <a:pt x="793" y="0"/>
                </a:lnTo>
                <a:lnTo>
                  <a:pt x="793" y="7"/>
                </a:lnTo>
                <a:lnTo>
                  <a:pt x="786" y="7"/>
                </a:lnTo>
                <a:lnTo>
                  <a:pt x="786" y="0"/>
                </a:lnTo>
                <a:close/>
                <a:moveTo>
                  <a:pt x="802" y="7"/>
                </a:moveTo>
                <a:lnTo>
                  <a:pt x="810" y="7"/>
                </a:lnTo>
                <a:lnTo>
                  <a:pt x="810" y="0"/>
                </a:lnTo>
                <a:lnTo>
                  <a:pt x="802" y="0"/>
                </a:lnTo>
                <a:lnTo>
                  <a:pt x="802" y="7"/>
                </a:lnTo>
                <a:close/>
                <a:moveTo>
                  <a:pt x="819" y="7"/>
                </a:moveTo>
                <a:lnTo>
                  <a:pt x="826" y="7"/>
                </a:lnTo>
                <a:lnTo>
                  <a:pt x="826" y="0"/>
                </a:lnTo>
                <a:lnTo>
                  <a:pt x="819" y="0"/>
                </a:lnTo>
                <a:lnTo>
                  <a:pt x="819" y="7"/>
                </a:lnTo>
                <a:close/>
                <a:moveTo>
                  <a:pt x="836" y="7"/>
                </a:moveTo>
                <a:lnTo>
                  <a:pt x="843" y="7"/>
                </a:lnTo>
                <a:lnTo>
                  <a:pt x="843" y="0"/>
                </a:lnTo>
                <a:lnTo>
                  <a:pt x="836" y="0"/>
                </a:lnTo>
                <a:lnTo>
                  <a:pt x="836" y="7"/>
                </a:lnTo>
                <a:close/>
                <a:moveTo>
                  <a:pt x="852" y="7"/>
                </a:moveTo>
                <a:lnTo>
                  <a:pt x="859" y="7"/>
                </a:lnTo>
                <a:lnTo>
                  <a:pt x="859" y="0"/>
                </a:lnTo>
                <a:lnTo>
                  <a:pt x="852" y="0"/>
                </a:lnTo>
                <a:lnTo>
                  <a:pt x="852" y="7"/>
                </a:lnTo>
                <a:close/>
                <a:moveTo>
                  <a:pt x="871" y="7"/>
                </a:moveTo>
                <a:lnTo>
                  <a:pt x="876" y="7"/>
                </a:lnTo>
                <a:lnTo>
                  <a:pt x="876" y="0"/>
                </a:lnTo>
                <a:lnTo>
                  <a:pt x="871" y="0"/>
                </a:lnTo>
                <a:lnTo>
                  <a:pt x="871" y="7"/>
                </a:lnTo>
                <a:close/>
                <a:moveTo>
                  <a:pt x="888" y="7"/>
                </a:moveTo>
                <a:lnTo>
                  <a:pt x="895" y="7"/>
                </a:lnTo>
                <a:lnTo>
                  <a:pt x="895" y="0"/>
                </a:lnTo>
                <a:lnTo>
                  <a:pt x="888" y="0"/>
                </a:lnTo>
                <a:lnTo>
                  <a:pt x="888" y="7"/>
                </a:lnTo>
                <a:close/>
                <a:moveTo>
                  <a:pt x="904" y="7"/>
                </a:moveTo>
                <a:lnTo>
                  <a:pt x="911" y="7"/>
                </a:lnTo>
                <a:lnTo>
                  <a:pt x="911" y="0"/>
                </a:lnTo>
                <a:lnTo>
                  <a:pt x="904" y="0"/>
                </a:lnTo>
                <a:lnTo>
                  <a:pt x="904" y="7"/>
                </a:lnTo>
                <a:close/>
                <a:moveTo>
                  <a:pt x="1053" y="7"/>
                </a:moveTo>
                <a:lnTo>
                  <a:pt x="1061" y="7"/>
                </a:lnTo>
                <a:lnTo>
                  <a:pt x="1061" y="0"/>
                </a:lnTo>
                <a:lnTo>
                  <a:pt x="1053" y="0"/>
                </a:lnTo>
                <a:lnTo>
                  <a:pt x="1053" y="7"/>
                </a:lnTo>
                <a:close/>
                <a:moveTo>
                  <a:pt x="1070" y="7"/>
                </a:moveTo>
                <a:lnTo>
                  <a:pt x="1077" y="7"/>
                </a:lnTo>
                <a:lnTo>
                  <a:pt x="1077" y="0"/>
                </a:lnTo>
                <a:lnTo>
                  <a:pt x="1070" y="0"/>
                </a:lnTo>
                <a:lnTo>
                  <a:pt x="1070" y="7"/>
                </a:lnTo>
                <a:close/>
                <a:moveTo>
                  <a:pt x="1087" y="7"/>
                </a:moveTo>
                <a:lnTo>
                  <a:pt x="1094" y="7"/>
                </a:lnTo>
                <a:lnTo>
                  <a:pt x="1094" y="0"/>
                </a:lnTo>
                <a:lnTo>
                  <a:pt x="1087" y="0"/>
                </a:lnTo>
                <a:lnTo>
                  <a:pt x="1087" y="7"/>
                </a:lnTo>
                <a:close/>
                <a:moveTo>
                  <a:pt x="1103" y="7"/>
                </a:moveTo>
                <a:lnTo>
                  <a:pt x="1110" y="7"/>
                </a:lnTo>
                <a:lnTo>
                  <a:pt x="1110" y="0"/>
                </a:lnTo>
                <a:lnTo>
                  <a:pt x="1103" y="0"/>
                </a:lnTo>
                <a:lnTo>
                  <a:pt x="1103" y="7"/>
                </a:lnTo>
                <a:close/>
                <a:moveTo>
                  <a:pt x="1120" y="7"/>
                </a:moveTo>
                <a:lnTo>
                  <a:pt x="1127" y="7"/>
                </a:lnTo>
                <a:lnTo>
                  <a:pt x="1127" y="0"/>
                </a:lnTo>
                <a:lnTo>
                  <a:pt x="1120" y="0"/>
                </a:lnTo>
                <a:lnTo>
                  <a:pt x="1120" y="7"/>
                </a:lnTo>
                <a:close/>
                <a:moveTo>
                  <a:pt x="1139" y="7"/>
                </a:moveTo>
                <a:lnTo>
                  <a:pt x="1146" y="7"/>
                </a:lnTo>
                <a:lnTo>
                  <a:pt x="1146" y="0"/>
                </a:lnTo>
                <a:lnTo>
                  <a:pt x="1139" y="0"/>
                </a:lnTo>
                <a:lnTo>
                  <a:pt x="1139" y="7"/>
                </a:lnTo>
                <a:close/>
                <a:moveTo>
                  <a:pt x="1155" y="7"/>
                </a:moveTo>
                <a:lnTo>
                  <a:pt x="1162" y="7"/>
                </a:lnTo>
                <a:lnTo>
                  <a:pt x="1162" y="0"/>
                </a:lnTo>
                <a:lnTo>
                  <a:pt x="1155" y="0"/>
                </a:lnTo>
                <a:lnTo>
                  <a:pt x="1155" y="7"/>
                </a:lnTo>
                <a:close/>
                <a:moveTo>
                  <a:pt x="1172" y="7"/>
                </a:moveTo>
                <a:lnTo>
                  <a:pt x="1179" y="7"/>
                </a:lnTo>
                <a:lnTo>
                  <a:pt x="1179" y="0"/>
                </a:lnTo>
                <a:lnTo>
                  <a:pt x="1172" y="0"/>
                </a:lnTo>
                <a:lnTo>
                  <a:pt x="1172" y="7"/>
                </a:lnTo>
                <a:close/>
                <a:moveTo>
                  <a:pt x="1188" y="7"/>
                </a:moveTo>
                <a:lnTo>
                  <a:pt x="1196" y="7"/>
                </a:lnTo>
                <a:lnTo>
                  <a:pt x="1196" y="0"/>
                </a:lnTo>
                <a:lnTo>
                  <a:pt x="1188" y="0"/>
                </a:lnTo>
                <a:lnTo>
                  <a:pt x="1188" y="7"/>
                </a:lnTo>
                <a:close/>
                <a:moveTo>
                  <a:pt x="1205" y="7"/>
                </a:moveTo>
                <a:lnTo>
                  <a:pt x="1212" y="7"/>
                </a:lnTo>
                <a:lnTo>
                  <a:pt x="1212" y="0"/>
                </a:lnTo>
                <a:lnTo>
                  <a:pt x="1205" y="0"/>
                </a:lnTo>
                <a:lnTo>
                  <a:pt x="1205" y="7"/>
                </a:lnTo>
                <a:close/>
                <a:moveTo>
                  <a:pt x="1222" y="7"/>
                </a:moveTo>
                <a:lnTo>
                  <a:pt x="1229" y="7"/>
                </a:lnTo>
                <a:lnTo>
                  <a:pt x="1229" y="0"/>
                </a:lnTo>
                <a:lnTo>
                  <a:pt x="1222" y="0"/>
                </a:lnTo>
                <a:lnTo>
                  <a:pt x="1222" y="7"/>
                </a:lnTo>
                <a:close/>
                <a:moveTo>
                  <a:pt x="1238" y="7"/>
                </a:moveTo>
                <a:lnTo>
                  <a:pt x="1245" y="7"/>
                </a:lnTo>
                <a:lnTo>
                  <a:pt x="1245" y="0"/>
                </a:lnTo>
                <a:lnTo>
                  <a:pt x="1238" y="0"/>
                </a:lnTo>
                <a:lnTo>
                  <a:pt x="1238" y="7"/>
                </a:lnTo>
                <a:close/>
                <a:moveTo>
                  <a:pt x="786" y="24"/>
                </a:moveTo>
                <a:lnTo>
                  <a:pt x="793" y="24"/>
                </a:lnTo>
                <a:lnTo>
                  <a:pt x="793" y="17"/>
                </a:lnTo>
                <a:lnTo>
                  <a:pt x="786" y="17"/>
                </a:lnTo>
                <a:lnTo>
                  <a:pt x="786" y="24"/>
                </a:lnTo>
                <a:close/>
                <a:moveTo>
                  <a:pt x="802" y="24"/>
                </a:moveTo>
                <a:lnTo>
                  <a:pt x="810" y="24"/>
                </a:lnTo>
                <a:lnTo>
                  <a:pt x="810" y="17"/>
                </a:lnTo>
                <a:lnTo>
                  <a:pt x="802" y="17"/>
                </a:lnTo>
                <a:lnTo>
                  <a:pt x="802" y="24"/>
                </a:lnTo>
                <a:close/>
                <a:moveTo>
                  <a:pt x="819" y="24"/>
                </a:moveTo>
                <a:lnTo>
                  <a:pt x="826" y="24"/>
                </a:lnTo>
                <a:lnTo>
                  <a:pt x="826" y="17"/>
                </a:lnTo>
                <a:lnTo>
                  <a:pt x="819" y="17"/>
                </a:lnTo>
                <a:lnTo>
                  <a:pt x="819" y="24"/>
                </a:lnTo>
                <a:close/>
                <a:moveTo>
                  <a:pt x="836" y="24"/>
                </a:moveTo>
                <a:lnTo>
                  <a:pt x="843" y="24"/>
                </a:lnTo>
                <a:lnTo>
                  <a:pt x="843" y="17"/>
                </a:lnTo>
                <a:lnTo>
                  <a:pt x="836" y="17"/>
                </a:lnTo>
                <a:lnTo>
                  <a:pt x="836" y="24"/>
                </a:lnTo>
                <a:close/>
                <a:moveTo>
                  <a:pt x="852" y="24"/>
                </a:moveTo>
                <a:lnTo>
                  <a:pt x="859" y="24"/>
                </a:lnTo>
                <a:lnTo>
                  <a:pt x="859" y="17"/>
                </a:lnTo>
                <a:lnTo>
                  <a:pt x="852" y="17"/>
                </a:lnTo>
                <a:lnTo>
                  <a:pt x="852" y="24"/>
                </a:lnTo>
                <a:close/>
                <a:moveTo>
                  <a:pt x="871" y="24"/>
                </a:moveTo>
                <a:lnTo>
                  <a:pt x="876" y="24"/>
                </a:lnTo>
                <a:lnTo>
                  <a:pt x="876" y="17"/>
                </a:lnTo>
                <a:lnTo>
                  <a:pt x="871" y="17"/>
                </a:lnTo>
                <a:lnTo>
                  <a:pt x="871" y="24"/>
                </a:lnTo>
                <a:close/>
                <a:moveTo>
                  <a:pt x="888" y="24"/>
                </a:moveTo>
                <a:lnTo>
                  <a:pt x="895" y="24"/>
                </a:lnTo>
                <a:lnTo>
                  <a:pt x="895" y="17"/>
                </a:lnTo>
                <a:lnTo>
                  <a:pt x="888" y="17"/>
                </a:lnTo>
                <a:lnTo>
                  <a:pt x="888" y="24"/>
                </a:lnTo>
                <a:close/>
                <a:moveTo>
                  <a:pt x="904" y="24"/>
                </a:moveTo>
                <a:lnTo>
                  <a:pt x="911" y="24"/>
                </a:lnTo>
                <a:lnTo>
                  <a:pt x="911" y="17"/>
                </a:lnTo>
                <a:lnTo>
                  <a:pt x="904" y="17"/>
                </a:lnTo>
                <a:lnTo>
                  <a:pt x="904" y="24"/>
                </a:lnTo>
                <a:close/>
                <a:moveTo>
                  <a:pt x="1053" y="24"/>
                </a:moveTo>
                <a:lnTo>
                  <a:pt x="1061" y="24"/>
                </a:lnTo>
                <a:lnTo>
                  <a:pt x="1061" y="17"/>
                </a:lnTo>
                <a:lnTo>
                  <a:pt x="1053" y="17"/>
                </a:lnTo>
                <a:lnTo>
                  <a:pt x="1053" y="24"/>
                </a:lnTo>
                <a:close/>
                <a:moveTo>
                  <a:pt x="1070" y="24"/>
                </a:moveTo>
                <a:lnTo>
                  <a:pt x="1077" y="24"/>
                </a:lnTo>
                <a:lnTo>
                  <a:pt x="1077" y="17"/>
                </a:lnTo>
                <a:lnTo>
                  <a:pt x="1070" y="17"/>
                </a:lnTo>
                <a:lnTo>
                  <a:pt x="1070" y="24"/>
                </a:lnTo>
                <a:close/>
                <a:moveTo>
                  <a:pt x="1087" y="24"/>
                </a:moveTo>
                <a:lnTo>
                  <a:pt x="1094" y="24"/>
                </a:lnTo>
                <a:lnTo>
                  <a:pt x="1094" y="17"/>
                </a:lnTo>
                <a:lnTo>
                  <a:pt x="1087" y="17"/>
                </a:lnTo>
                <a:lnTo>
                  <a:pt x="1087" y="24"/>
                </a:lnTo>
                <a:close/>
                <a:moveTo>
                  <a:pt x="1103" y="24"/>
                </a:moveTo>
                <a:lnTo>
                  <a:pt x="1110" y="24"/>
                </a:lnTo>
                <a:lnTo>
                  <a:pt x="1110" y="17"/>
                </a:lnTo>
                <a:lnTo>
                  <a:pt x="1103" y="17"/>
                </a:lnTo>
                <a:lnTo>
                  <a:pt x="1103" y="24"/>
                </a:lnTo>
                <a:close/>
                <a:moveTo>
                  <a:pt x="1120" y="24"/>
                </a:moveTo>
                <a:lnTo>
                  <a:pt x="1127" y="24"/>
                </a:lnTo>
                <a:lnTo>
                  <a:pt x="1127" y="17"/>
                </a:lnTo>
                <a:lnTo>
                  <a:pt x="1120" y="17"/>
                </a:lnTo>
                <a:lnTo>
                  <a:pt x="1120" y="24"/>
                </a:lnTo>
                <a:close/>
                <a:moveTo>
                  <a:pt x="1139" y="24"/>
                </a:moveTo>
                <a:lnTo>
                  <a:pt x="1146" y="24"/>
                </a:lnTo>
                <a:lnTo>
                  <a:pt x="1146" y="17"/>
                </a:lnTo>
                <a:lnTo>
                  <a:pt x="1139" y="17"/>
                </a:lnTo>
                <a:lnTo>
                  <a:pt x="1139" y="24"/>
                </a:lnTo>
                <a:close/>
                <a:moveTo>
                  <a:pt x="1155" y="24"/>
                </a:moveTo>
                <a:lnTo>
                  <a:pt x="1162" y="24"/>
                </a:lnTo>
                <a:lnTo>
                  <a:pt x="1162" y="17"/>
                </a:lnTo>
                <a:lnTo>
                  <a:pt x="1155" y="17"/>
                </a:lnTo>
                <a:lnTo>
                  <a:pt x="1155" y="24"/>
                </a:lnTo>
                <a:close/>
                <a:moveTo>
                  <a:pt x="1172" y="24"/>
                </a:moveTo>
                <a:lnTo>
                  <a:pt x="1179" y="24"/>
                </a:lnTo>
                <a:lnTo>
                  <a:pt x="1179" y="17"/>
                </a:lnTo>
                <a:lnTo>
                  <a:pt x="1172" y="17"/>
                </a:lnTo>
                <a:lnTo>
                  <a:pt x="1172" y="24"/>
                </a:lnTo>
                <a:close/>
                <a:moveTo>
                  <a:pt x="1188" y="24"/>
                </a:moveTo>
                <a:lnTo>
                  <a:pt x="1196" y="24"/>
                </a:lnTo>
                <a:lnTo>
                  <a:pt x="1196" y="17"/>
                </a:lnTo>
                <a:lnTo>
                  <a:pt x="1188" y="17"/>
                </a:lnTo>
                <a:lnTo>
                  <a:pt x="1188" y="24"/>
                </a:lnTo>
                <a:close/>
                <a:moveTo>
                  <a:pt x="1205" y="24"/>
                </a:moveTo>
                <a:lnTo>
                  <a:pt x="1212" y="24"/>
                </a:lnTo>
                <a:lnTo>
                  <a:pt x="1212" y="17"/>
                </a:lnTo>
                <a:lnTo>
                  <a:pt x="1205" y="17"/>
                </a:lnTo>
                <a:lnTo>
                  <a:pt x="1205" y="24"/>
                </a:lnTo>
                <a:close/>
                <a:moveTo>
                  <a:pt x="1222" y="24"/>
                </a:moveTo>
                <a:lnTo>
                  <a:pt x="1229" y="24"/>
                </a:lnTo>
                <a:lnTo>
                  <a:pt x="1229" y="17"/>
                </a:lnTo>
                <a:lnTo>
                  <a:pt x="1222" y="17"/>
                </a:lnTo>
                <a:lnTo>
                  <a:pt x="1222" y="24"/>
                </a:lnTo>
                <a:close/>
                <a:moveTo>
                  <a:pt x="1238" y="24"/>
                </a:moveTo>
                <a:lnTo>
                  <a:pt x="1245" y="24"/>
                </a:lnTo>
                <a:lnTo>
                  <a:pt x="1245" y="17"/>
                </a:lnTo>
                <a:lnTo>
                  <a:pt x="1238" y="17"/>
                </a:lnTo>
                <a:lnTo>
                  <a:pt x="1238" y="24"/>
                </a:lnTo>
                <a:close/>
                <a:moveTo>
                  <a:pt x="703" y="40"/>
                </a:moveTo>
                <a:lnTo>
                  <a:pt x="710" y="40"/>
                </a:lnTo>
                <a:lnTo>
                  <a:pt x="710" y="33"/>
                </a:lnTo>
                <a:lnTo>
                  <a:pt x="703" y="33"/>
                </a:lnTo>
                <a:lnTo>
                  <a:pt x="703" y="40"/>
                </a:lnTo>
                <a:close/>
                <a:moveTo>
                  <a:pt x="720" y="40"/>
                </a:moveTo>
                <a:lnTo>
                  <a:pt x="727" y="40"/>
                </a:lnTo>
                <a:lnTo>
                  <a:pt x="727" y="33"/>
                </a:lnTo>
                <a:lnTo>
                  <a:pt x="720" y="33"/>
                </a:lnTo>
                <a:lnTo>
                  <a:pt x="720" y="40"/>
                </a:lnTo>
                <a:close/>
                <a:moveTo>
                  <a:pt x="736" y="40"/>
                </a:moveTo>
                <a:lnTo>
                  <a:pt x="743" y="40"/>
                </a:lnTo>
                <a:lnTo>
                  <a:pt x="743" y="33"/>
                </a:lnTo>
                <a:lnTo>
                  <a:pt x="736" y="33"/>
                </a:lnTo>
                <a:lnTo>
                  <a:pt x="736" y="40"/>
                </a:lnTo>
                <a:close/>
                <a:moveTo>
                  <a:pt x="753" y="40"/>
                </a:moveTo>
                <a:lnTo>
                  <a:pt x="760" y="40"/>
                </a:lnTo>
                <a:lnTo>
                  <a:pt x="760" y="33"/>
                </a:lnTo>
                <a:lnTo>
                  <a:pt x="753" y="33"/>
                </a:lnTo>
                <a:lnTo>
                  <a:pt x="753" y="40"/>
                </a:lnTo>
                <a:close/>
                <a:moveTo>
                  <a:pt x="769" y="40"/>
                </a:moveTo>
                <a:lnTo>
                  <a:pt x="776" y="40"/>
                </a:lnTo>
                <a:lnTo>
                  <a:pt x="776" y="33"/>
                </a:lnTo>
                <a:lnTo>
                  <a:pt x="769" y="33"/>
                </a:lnTo>
                <a:lnTo>
                  <a:pt x="769" y="40"/>
                </a:lnTo>
                <a:close/>
                <a:moveTo>
                  <a:pt x="786" y="40"/>
                </a:moveTo>
                <a:lnTo>
                  <a:pt x="793" y="40"/>
                </a:lnTo>
                <a:lnTo>
                  <a:pt x="793" y="33"/>
                </a:lnTo>
                <a:lnTo>
                  <a:pt x="786" y="33"/>
                </a:lnTo>
                <a:lnTo>
                  <a:pt x="786" y="40"/>
                </a:lnTo>
                <a:close/>
                <a:moveTo>
                  <a:pt x="802" y="40"/>
                </a:moveTo>
                <a:lnTo>
                  <a:pt x="810" y="40"/>
                </a:lnTo>
                <a:lnTo>
                  <a:pt x="810" y="33"/>
                </a:lnTo>
                <a:lnTo>
                  <a:pt x="802" y="33"/>
                </a:lnTo>
                <a:lnTo>
                  <a:pt x="802" y="40"/>
                </a:lnTo>
                <a:close/>
                <a:moveTo>
                  <a:pt x="819" y="40"/>
                </a:moveTo>
                <a:lnTo>
                  <a:pt x="826" y="40"/>
                </a:lnTo>
                <a:lnTo>
                  <a:pt x="826" y="33"/>
                </a:lnTo>
                <a:lnTo>
                  <a:pt x="819" y="33"/>
                </a:lnTo>
                <a:lnTo>
                  <a:pt x="819" y="40"/>
                </a:lnTo>
                <a:close/>
                <a:moveTo>
                  <a:pt x="836" y="40"/>
                </a:moveTo>
                <a:lnTo>
                  <a:pt x="843" y="40"/>
                </a:lnTo>
                <a:lnTo>
                  <a:pt x="843" y="33"/>
                </a:lnTo>
                <a:lnTo>
                  <a:pt x="836" y="33"/>
                </a:lnTo>
                <a:lnTo>
                  <a:pt x="836" y="40"/>
                </a:lnTo>
                <a:close/>
                <a:moveTo>
                  <a:pt x="852" y="40"/>
                </a:moveTo>
                <a:lnTo>
                  <a:pt x="859" y="40"/>
                </a:lnTo>
                <a:lnTo>
                  <a:pt x="859" y="33"/>
                </a:lnTo>
                <a:lnTo>
                  <a:pt x="852" y="33"/>
                </a:lnTo>
                <a:lnTo>
                  <a:pt x="852" y="40"/>
                </a:lnTo>
                <a:close/>
                <a:moveTo>
                  <a:pt x="871" y="40"/>
                </a:moveTo>
                <a:lnTo>
                  <a:pt x="876" y="40"/>
                </a:lnTo>
                <a:lnTo>
                  <a:pt x="876" y="33"/>
                </a:lnTo>
                <a:lnTo>
                  <a:pt x="871" y="33"/>
                </a:lnTo>
                <a:lnTo>
                  <a:pt x="871" y="40"/>
                </a:lnTo>
                <a:close/>
                <a:moveTo>
                  <a:pt x="888" y="40"/>
                </a:moveTo>
                <a:lnTo>
                  <a:pt x="895" y="40"/>
                </a:lnTo>
                <a:lnTo>
                  <a:pt x="895" y="33"/>
                </a:lnTo>
                <a:lnTo>
                  <a:pt x="888" y="33"/>
                </a:lnTo>
                <a:lnTo>
                  <a:pt x="888" y="40"/>
                </a:lnTo>
                <a:close/>
                <a:moveTo>
                  <a:pt x="904" y="40"/>
                </a:moveTo>
                <a:lnTo>
                  <a:pt x="911" y="40"/>
                </a:lnTo>
                <a:lnTo>
                  <a:pt x="911" y="33"/>
                </a:lnTo>
                <a:lnTo>
                  <a:pt x="904" y="33"/>
                </a:lnTo>
                <a:lnTo>
                  <a:pt x="904" y="40"/>
                </a:lnTo>
                <a:close/>
                <a:moveTo>
                  <a:pt x="921" y="40"/>
                </a:moveTo>
                <a:lnTo>
                  <a:pt x="928" y="40"/>
                </a:lnTo>
                <a:lnTo>
                  <a:pt x="928" y="33"/>
                </a:lnTo>
                <a:lnTo>
                  <a:pt x="921" y="33"/>
                </a:lnTo>
                <a:lnTo>
                  <a:pt x="921" y="40"/>
                </a:lnTo>
                <a:close/>
                <a:moveTo>
                  <a:pt x="937" y="40"/>
                </a:moveTo>
                <a:lnTo>
                  <a:pt x="944" y="40"/>
                </a:lnTo>
                <a:lnTo>
                  <a:pt x="944" y="33"/>
                </a:lnTo>
                <a:lnTo>
                  <a:pt x="937" y="33"/>
                </a:lnTo>
                <a:lnTo>
                  <a:pt x="937" y="40"/>
                </a:lnTo>
                <a:close/>
                <a:moveTo>
                  <a:pt x="954" y="40"/>
                </a:moveTo>
                <a:lnTo>
                  <a:pt x="961" y="40"/>
                </a:lnTo>
                <a:lnTo>
                  <a:pt x="961" y="33"/>
                </a:lnTo>
                <a:lnTo>
                  <a:pt x="954" y="33"/>
                </a:lnTo>
                <a:lnTo>
                  <a:pt x="954" y="40"/>
                </a:lnTo>
                <a:close/>
                <a:moveTo>
                  <a:pt x="971" y="40"/>
                </a:moveTo>
                <a:lnTo>
                  <a:pt x="978" y="40"/>
                </a:lnTo>
                <a:lnTo>
                  <a:pt x="978" y="33"/>
                </a:lnTo>
                <a:lnTo>
                  <a:pt x="971" y="33"/>
                </a:lnTo>
                <a:lnTo>
                  <a:pt x="971" y="40"/>
                </a:lnTo>
                <a:close/>
                <a:moveTo>
                  <a:pt x="987" y="40"/>
                </a:moveTo>
                <a:lnTo>
                  <a:pt x="994" y="40"/>
                </a:lnTo>
                <a:lnTo>
                  <a:pt x="994" y="33"/>
                </a:lnTo>
                <a:lnTo>
                  <a:pt x="987" y="33"/>
                </a:lnTo>
                <a:lnTo>
                  <a:pt x="987" y="40"/>
                </a:lnTo>
                <a:close/>
                <a:moveTo>
                  <a:pt x="1004" y="40"/>
                </a:moveTo>
                <a:lnTo>
                  <a:pt x="1011" y="40"/>
                </a:lnTo>
                <a:lnTo>
                  <a:pt x="1011" y="33"/>
                </a:lnTo>
                <a:lnTo>
                  <a:pt x="1004" y="33"/>
                </a:lnTo>
                <a:lnTo>
                  <a:pt x="1004" y="40"/>
                </a:lnTo>
                <a:close/>
                <a:moveTo>
                  <a:pt x="1020" y="40"/>
                </a:moveTo>
                <a:lnTo>
                  <a:pt x="1027" y="40"/>
                </a:lnTo>
                <a:lnTo>
                  <a:pt x="1027" y="33"/>
                </a:lnTo>
                <a:lnTo>
                  <a:pt x="1020" y="33"/>
                </a:lnTo>
                <a:lnTo>
                  <a:pt x="1020" y="40"/>
                </a:lnTo>
                <a:close/>
                <a:moveTo>
                  <a:pt x="1037" y="40"/>
                </a:moveTo>
                <a:lnTo>
                  <a:pt x="1044" y="40"/>
                </a:lnTo>
                <a:lnTo>
                  <a:pt x="1044" y="33"/>
                </a:lnTo>
                <a:lnTo>
                  <a:pt x="1037" y="33"/>
                </a:lnTo>
                <a:lnTo>
                  <a:pt x="1037" y="40"/>
                </a:lnTo>
                <a:close/>
                <a:moveTo>
                  <a:pt x="1053" y="40"/>
                </a:moveTo>
                <a:lnTo>
                  <a:pt x="1061" y="40"/>
                </a:lnTo>
                <a:lnTo>
                  <a:pt x="1061" y="33"/>
                </a:lnTo>
                <a:lnTo>
                  <a:pt x="1053" y="33"/>
                </a:lnTo>
                <a:lnTo>
                  <a:pt x="1053" y="40"/>
                </a:lnTo>
                <a:close/>
                <a:moveTo>
                  <a:pt x="1070" y="40"/>
                </a:moveTo>
                <a:lnTo>
                  <a:pt x="1077" y="40"/>
                </a:lnTo>
                <a:lnTo>
                  <a:pt x="1077" y="33"/>
                </a:lnTo>
                <a:lnTo>
                  <a:pt x="1070" y="33"/>
                </a:lnTo>
                <a:lnTo>
                  <a:pt x="1070" y="40"/>
                </a:lnTo>
                <a:close/>
                <a:moveTo>
                  <a:pt x="1087" y="40"/>
                </a:moveTo>
                <a:lnTo>
                  <a:pt x="1094" y="40"/>
                </a:lnTo>
                <a:lnTo>
                  <a:pt x="1094" y="33"/>
                </a:lnTo>
                <a:lnTo>
                  <a:pt x="1087" y="33"/>
                </a:lnTo>
                <a:lnTo>
                  <a:pt x="1087" y="40"/>
                </a:lnTo>
                <a:close/>
                <a:moveTo>
                  <a:pt x="1103" y="40"/>
                </a:moveTo>
                <a:lnTo>
                  <a:pt x="1110" y="40"/>
                </a:lnTo>
                <a:lnTo>
                  <a:pt x="1110" y="33"/>
                </a:lnTo>
                <a:lnTo>
                  <a:pt x="1103" y="33"/>
                </a:lnTo>
                <a:lnTo>
                  <a:pt x="1103" y="40"/>
                </a:lnTo>
                <a:close/>
                <a:moveTo>
                  <a:pt x="1120" y="40"/>
                </a:moveTo>
                <a:lnTo>
                  <a:pt x="1127" y="40"/>
                </a:lnTo>
                <a:lnTo>
                  <a:pt x="1127" y="33"/>
                </a:lnTo>
                <a:lnTo>
                  <a:pt x="1120" y="33"/>
                </a:lnTo>
                <a:lnTo>
                  <a:pt x="1120" y="40"/>
                </a:lnTo>
                <a:close/>
                <a:moveTo>
                  <a:pt x="1139" y="40"/>
                </a:moveTo>
                <a:lnTo>
                  <a:pt x="1146" y="40"/>
                </a:lnTo>
                <a:lnTo>
                  <a:pt x="1146" y="33"/>
                </a:lnTo>
                <a:lnTo>
                  <a:pt x="1139" y="33"/>
                </a:lnTo>
                <a:lnTo>
                  <a:pt x="1139" y="40"/>
                </a:lnTo>
                <a:close/>
                <a:moveTo>
                  <a:pt x="1155" y="40"/>
                </a:moveTo>
                <a:lnTo>
                  <a:pt x="1162" y="40"/>
                </a:lnTo>
                <a:lnTo>
                  <a:pt x="1162" y="33"/>
                </a:lnTo>
                <a:lnTo>
                  <a:pt x="1155" y="33"/>
                </a:lnTo>
                <a:lnTo>
                  <a:pt x="1155" y="40"/>
                </a:lnTo>
                <a:close/>
                <a:moveTo>
                  <a:pt x="1172" y="40"/>
                </a:moveTo>
                <a:lnTo>
                  <a:pt x="1179" y="40"/>
                </a:lnTo>
                <a:lnTo>
                  <a:pt x="1179" y="33"/>
                </a:lnTo>
                <a:lnTo>
                  <a:pt x="1172" y="33"/>
                </a:lnTo>
                <a:lnTo>
                  <a:pt x="1172" y="40"/>
                </a:lnTo>
                <a:close/>
                <a:moveTo>
                  <a:pt x="1188" y="40"/>
                </a:moveTo>
                <a:lnTo>
                  <a:pt x="1196" y="40"/>
                </a:lnTo>
                <a:lnTo>
                  <a:pt x="1196" y="33"/>
                </a:lnTo>
                <a:lnTo>
                  <a:pt x="1188" y="33"/>
                </a:lnTo>
                <a:lnTo>
                  <a:pt x="1188" y="40"/>
                </a:lnTo>
                <a:close/>
                <a:moveTo>
                  <a:pt x="1205" y="40"/>
                </a:moveTo>
                <a:lnTo>
                  <a:pt x="1212" y="40"/>
                </a:lnTo>
                <a:lnTo>
                  <a:pt x="1212" y="33"/>
                </a:lnTo>
                <a:lnTo>
                  <a:pt x="1205" y="33"/>
                </a:lnTo>
                <a:lnTo>
                  <a:pt x="1205" y="40"/>
                </a:lnTo>
                <a:close/>
                <a:moveTo>
                  <a:pt x="1222" y="40"/>
                </a:moveTo>
                <a:lnTo>
                  <a:pt x="1229" y="40"/>
                </a:lnTo>
                <a:lnTo>
                  <a:pt x="1229" y="33"/>
                </a:lnTo>
                <a:lnTo>
                  <a:pt x="1222" y="33"/>
                </a:lnTo>
                <a:lnTo>
                  <a:pt x="1222" y="40"/>
                </a:lnTo>
                <a:close/>
                <a:moveTo>
                  <a:pt x="1238" y="40"/>
                </a:moveTo>
                <a:lnTo>
                  <a:pt x="1245" y="40"/>
                </a:lnTo>
                <a:lnTo>
                  <a:pt x="1245" y="33"/>
                </a:lnTo>
                <a:lnTo>
                  <a:pt x="1238" y="33"/>
                </a:lnTo>
                <a:lnTo>
                  <a:pt x="1238" y="40"/>
                </a:lnTo>
                <a:close/>
                <a:moveTo>
                  <a:pt x="1255" y="40"/>
                </a:moveTo>
                <a:lnTo>
                  <a:pt x="1262" y="40"/>
                </a:lnTo>
                <a:lnTo>
                  <a:pt x="1262" y="33"/>
                </a:lnTo>
                <a:lnTo>
                  <a:pt x="1255" y="33"/>
                </a:lnTo>
                <a:lnTo>
                  <a:pt x="1255" y="40"/>
                </a:lnTo>
                <a:close/>
                <a:moveTo>
                  <a:pt x="1271" y="40"/>
                </a:moveTo>
                <a:lnTo>
                  <a:pt x="1278" y="40"/>
                </a:lnTo>
                <a:lnTo>
                  <a:pt x="1278" y="33"/>
                </a:lnTo>
                <a:lnTo>
                  <a:pt x="1271" y="33"/>
                </a:lnTo>
                <a:lnTo>
                  <a:pt x="1271" y="40"/>
                </a:lnTo>
                <a:close/>
                <a:moveTo>
                  <a:pt x="1288" y="40"/>
                </a:moveTo>
                <a:lnTo>
                  <a:pt x="1295" y="40"/>
                </a:lnTo>
                <a:lnTo>
                  <a:pt x="1295" y="33"/>
                </a:lnTo>
                <a:lnTo>
                  <a:pt x="1288" y="33"/>
                </a:lnTo>
                <a:lnTo>
                  <a:pt x="1288" y="40"/>
                </a:lnTo>
                <a:close/>
                <a:moveTo>
                  <a:pt x="670" y="57"/>
                </a:moveTo>
                <a:lnTo>
                  <a:pt x="677" y="57"/>
                </a:lnTo>
                <a:lnTo>
                  <a:pt x="677" y="50"/>
                </a:lnTo>
                <a:lnTo>
                  <a:pt x="670" y="50"/>
                </a:lnTo>
                <a:lnTo>
                  <a:pt x="670" y="57"/>
                </a:lnTo>
                <a:close/>
                <a:moveTo>
                  <a:pt x="686" y="57"/>
                </a:moveTo>
                <a:lnTo>
                  <a:pt x="693" y="57"/>
                </a:lnTo>
                <a:lnTo>
                  <a:pt x="693" y="50"/>
                </a:lnTo>
                <a:lnTo>
                  <a:pt x="686" y="50"/>
                </a:lnTo>
                <a:lnTo>
                  <a:pt x="686" y="57"/>
                </a:lnTo>
                <a:close/>
                <a:moveTo>
                  <a:pt x="703" y="57"/>
                </a:moveTo>
                <a:lnTo>
                  <a:pt x="710" y="57"/>
                </a:lnTo>
                <a:lnTo>
                  <a:pt x="710" y="50"/>
                </a:lnTo>
                <a:lnTo>
                  <a:pt x="703" y="50"/>
                </a:lnTo>
                <a:lnTo>
                  <a:pt x="703" y="57"/>
                </a:lnTo>
                <a:close/>
                <a:moveTo>
                  <a:pt x="720" y="57"/>
                </a:moveTo>
                <a:lnTo>
                  <a:pt x="727" y="57"/>
                </a:lnTo>
                <a:lnTo>
                  <a:pt x="727" y="50"/>
                </a:lnTo>
                <a:lnTo>
                  <a:pt x="720" y="50"/>
                </a:lnTo>
                <a:lnTo>
                  <a:pt x="720" y="57"/>
                </a:lnTo>
                <a:close/>
                <a:moveTo>
                  <a:pt x="736" y="57"/>
                </a:moveTo>
                <a:lnTo>
                  <a:pt x="743" y="57"/>
                </a:lnTo>
                <a:lnTo>
                  <a:pt x="743" y="50"/>
                </a:lnTo>
                <a:lnTo>
                  <a:pt x="736" y="50"/>
                </a:lnTo>
                <a:lnTo>
                  <a:pt x="736" y="57"/>
                </a:lnTo>
                <a:close/>
                <a:moveTo>
                  <a:pt x="753" y="57"/>
                </a:moveTo>
                <a:lnTo>
                  <a:pt x="760" y="57"/>
                </a:lnTo>
                <a:lnTo>
                  <a:pt x="760" y="50"/>
                </a:lnTo>
                <a:lnTo>
                  <a:pt x="753" y="50"/>
                </a:lnTo>
                <a:lnTo>
                  <a:pt x="753" y="57"/>
                </a:lnTo>
                <a:close/>
                <a:moveTo>
                  <a:pt x="769" y="57"/>
                </a:moveTo>
                <a:lnTo>
                  <a:pt x="776" y="57"/>
                </a:lnTo>
                <a:lnTo>
                  <a:pt x="776" y="50"/>
                </a:lnTo>
                <a:lnTo>
                  <a:pt x="769" y="50"/>
                </a:lnTo>
                <a:lnTo>
                  <a:pt x="769" y="57"/>
                </a:lnTo>
                <a:close/>
                <a:moveTo>
                  <a:pt x="786" y="57"/>
                </a:moveTo>
                <a:lnTo>
                  <a:pt x="793" y="57"/>
                </a:lnTo>
                <a:lnTo>
                  <a:pt x="793" y="50"/>
                </a:lnTo>
                <a:lnTo>
                  <a:pt x="786" y="50"/>
                </a:lnTo>
                <a:lnTo>
                  <a:pt x="786" y="57"/>
                </a:lnTo>
                <a:close/>
                <a:moveTo>
                  <a:pt x="802" y="57"/>
                </a:moveTo>
                <a:lnTo>
                  <a:pt x="810" y="57"/>
                </a:lnTo>
                <a:lnTo>
                  <a:pt x="810" y="50"/>
                </a:lnTo>
                <a:lnTo>
                  <a:pt x="802" y="50"/>
                </a:lnTo>
                <a:lnTo>
                  <a:pt x="802" y="57"/>
                </a:lnTo>
                <a:close/>
                <a:moveTo>
                  <a:pt x="819" y="57"/>
                </a:moveTo>
                <a:lnTo>
                  <a:pt x="826" y="57"/>
                </a:lnTo>
                <a:lnTo>
                  <a:pt x="826" y="50"/>
                </a:lnTo>
                <a:lnTo>
                  <a:pt x="819" y="50"/>
                </a:lnTo>
                <a:lnTo>
                  <a:pt x="819" y="57"/>
                </a:lnTo>
                <a:close/>
                <a:moveTo>
                  <a:pt x="836" y="57"/>
                </a:moveTo>
                <a:lnTo>
                  <a:pt x="843" y="57"/>
                </a:lnTo>
                <a:lnTo>
                  <a:pt x="843" y="50"/>
                </a:lnTo>
                <a:lnTo>
                  <a:pt x="836" y="50"/>
                </a:lnTo>
                <a:lnTo>
                  <a:pt x="836" y="57"/>
                </a:lnTo>
                <a:close/>
                <a:moveTo>
                  <a:pt x="852" y="57"/>
                </a:moveTo>
                <a:lnTo>
                  <a:pt x="859" y="57"/>
                </a:lnTo>
                <a:lnTo>
                  <a:pt x="859" y="50"/>
                </a:lnTo>
                <a:lnTo>
                  <a:pt x="852" y="50"/>
                </a:lnTo>
                <a:lnTo>
                  <a:pt x="852" y="57"/>
                </a:lnTo>
                <a:close/>
                <a:moveTo>
                  <a:pt x="871" y="57"/>
                </a:moveTo>
                <a:lnTo>
                  <a:pt x="876" y="57"/>
                </a:lnTo>
                <a:lnTo>
                  <a:pt x="876" y="50"/>
                </a:lnTo>
                <a:lnTo>
                  <a:pt x="871" y="50"/>
                </a:lnTo>
                <a:lnTo>
                  <a:pt x="871" y="57"/>
                </a:lnTo>
                <a:close/>
                <a:moveTo>
                  <a:pt x="888" y="57"/>
                </a:moveTo>
                <a:lnTo>
                  <a:pt x="895" y="57"/>
                </a:lnTo>
                <a:lnTo>
                  <a:pt x="895" y="50"/>
                </a:lnTo>
                <a:lnTo>
                  <a:pt x="888" y="50"/>
                </a:lnTo>
                <a:lnTo>
                  <a:pt x="888" y="57"/>
                </a:lnTo>
                <a:close/>
                <a:moveTo>
                  <a:pt x="904" y="57"/>
                </a:moveTo>
                <a:lnTo>
                  <a:pt x="911" y="57"/>
                </a:lnTo>
                <a:lnTo>
                  <a:pt x="911" y="50"/>
                </a:lnTo>
                <a:lnTo>
                  <a:pt x="904" y="50"/>
                </a:lnTo>
                <a:lnTo>
                  <a:pt x="904" y="57"/>
                </a:lnTo>
                <a:close/>
                <a:moveTo>
                  <a:pt x="921" y="57"/>
                </a:moveTo>
                <a:lnTo>
                  <a:pt x="928" y="57"/>
                </a:lnTo>
                <a:lnTo>
                  <a:pt x="928" y="50"/>
                </a:lnTo>
                <a:lnTo>
                  <a:pt x="921" y="50"/>
                </a:lnTo>
                <a:lnTo>
                  <a:pt x="921" y="57"/>
                </a:lnTo>
                <a:close/>
                <a:moveTo>
                  <a:pt x="937" y="57"/>
                </a:moveTo>
                <a:lnTo>
                  <a:pt x="944" y="57"/>
                </a:lnTo>
                <a:lnTo>
                  <a:pt x="944" y="50"/>
                </a:lnTo>
                <a:lnTo>
                  <a:pt x="937" y="50"/>
                </a:lnTo>
                <a:lnTo>
                  <a:pt x="937" y="57"/>
                </a:lnTo>
                <a:close/>
                <a:moveTo>
                  <a:pt x="954" y="57"/>
                </a:moveTo>
                <a:lnTo>
                  <a:pt x="961" y="57"/>
                </a:lnTo>
                <a:lnTo>
                  <a:pt x="961" y="50"/>
                </a:lnTo>
                <a:lnTo>
                  <a:pt x="954" y="50"/>
                </a:lnTo>
                <a:lnTo>
                  <a:pt x="954" y="57"/>
                </a:lnTo>
                <a:close/>
                <a:moveTo>
                  <a:pt x="971" y="57"/>
                </a:moveTo>
                <a:lnTo>
                  <a:pt x="978" y="57"/>
                </a:lnTo>
                <a:lnTo>
                  <a:pt x="978" y="50"/>
                </a:lnTo>
                <a:lnTo>
                  <a:pt x="971" y="50"/>
                </a:lnTo>
                <a:lnTo>
                  <a:pt x="971" y="57"/>
                </a:lnTo>
                <a:close/>
                <a:moveTo>
                  <a:pt x="987" y="57"/>
                </a:moveTo>
                <a:lnTo>
                  <a:pt x="994" y="57"/>
                </a:lnTo>
                <a:lnTo>
                  <a:pt x="994" y="50"/>
                </a:lnTo>
                <a:lnTo>
                  <a:pt x="987" y="50"/>
                </a:lnTo>
                <a:lnTo>
                  <a:pt x="987" y="57"/>
                </a:lnTo>
                <a:close/>
                <a:moveTo>
                  <a:pt x="1004" y="57"/>
                </a:moveTo>
                <a:lnTo>
                  <a:pt x="1011" y="57"/>
                </a:lnTo>
                <a:lnTo>
                  <a:pt x="1011" y="50"/>
                </a:lnTo>
                <a:lnTo>
                  <a:pt x="1004" y="50"/>
                </a:lnTo>
                <a:lnTo>
                  <a:pt x="1004" y="57"/>
                </a:lnTo>
                <a:close/>
                <a:moveTo>
                  <a:pt x="1020" y="57"/>
                </a:moveTo>
                <a:lnTo>
                  <a:pt x="1027" y="57"/>
                </a:lnTo>
                <a:lnTo>
                  <a:pt x="1027" y="50"/>
                </a:lnTo>
                <a:lnTo>
                  <a:pt x="1020" y="50"/>
                </a:lnTo>
                <a:lnTo>
                  <a:pt x="1020" y="57"/>
                </a:lnTo>
                <a:close/>
                <a:moveTo>
                  <a:pt x="1037" y="57"/>
                </a:moveTo>
                <a:lnTo>
                  <a:pt x="1044" y="57"/>
                </a:lnTo>
                <a:lnTo>
                  <a:pt x="1044" y="50"/>
                </a:lnTo>
                <a:lnTo>
                  <a:pt x="1037" y="50"/>
                </a:lnTo>
                <a:lnTo>
                  <a:pt x="1037" y="57"/>
                </a:lnTo>
                <a:close/>
                <a:moveTo>
                  <a:pt x="1053" y="57"/>
                </a:moveTo>
                <a:lnTo>
                  <a:pt x="1061" y="57"/>
                </a:lnTo>
                <a:lnTo>
                  <a:pt x="1061" y="50"/>
                </a:lnTo>
                <a:lnTo>
                  <a:pt x="1053" y="50"/>
                </a:lnTo>
                <a:lnTo>
                  <a:pt x="1053" y="57"/>
                </a:lnTo>
                <a:close/>
                <a:moveTo>
                  <a:pt x="1070" y="57"/>
                </a:moveTo>
                <a:lnTo>
                  <a:pt x="1077" y="57"/>
                </a:lnTo>
                <a:lnTo>
                  <a:pt x="1077" y="50"/>
                </a:lnTo>
                <a:lnTo>
                  <a:pt x="1070" y="50"/>
                </a:lnTo>
                <a:lnTo>
                  <a:pt x="1070" y="57"/>
                </a:lnTo>
                <a:close/>
                <a:moveTo>
                  <a:pt x="1087" y="57"/>
                </a:moveTo>
                <a:lnTo>
                  <a:pt x="1094" y="57"/>
                </a:lnTo>
                <a:lnTo>
                  <a:pt x="1094" y="50"/>
                </a:lnTo>
                <a:lnTo>
                  <a:pt x="1087" y="50"/>
                </a:lnTo>
                <a:lnTo>
                  <a:pt x="1087" y="57"/>
                </a:lnTo>
                <a:close/>
                <a:moveTo>
                  <a:pt x="1103" y="57"/>
                </a:moveTo>
                <a:lnTo>
                  <a:pt x="1110" y="57"/>
                </a:lnTo>
                <a:lnTo>
                  <a:pt x="1110" y="50"/>
                </a:lnTo>
                <a:lnTo>
                  <a:pt x="1103" y="50"/>
                </a:lnTo>
                <a:lnTo>
                  <a:pt x="1103" y="57"/>
                </a:lnTo>
                <a:close/>
                <a:moveTo>
                  <a:pt x="1120" y="57"/>
                </a:moveTo>
                <a:lnTo>
                  <a:pt x="1127" y="57"/>
                </a:lnTo>
                <a:lnTo>
                  <a:pt x="1127" y="50"/>
                </a:lnTo>
                <a:lnTo>
                  <a:pt x="1120" y="50"/>
                </a:lnTo>
                <a:lnTo>
                  <a:pt x="1120" y="57"/>
                </a:lnTo>
                <a:close/>
                <a:moveTo>
                  <a:pt x="1139" y="57"/>
                </a:moveTo>
                <a:lnTo>
                  <a:pt x="1146" y="57"/>
                </a:lnTo>
                <a:lnTo>
                  <a:pt x="1146" y="50"/>
                </a:lnTo>
                <a:lnTo>
                  <a:pt x="1139" y="50"/>
                </a:lnTo>
                <a:lnTo>
                  <a:pt x="1139" y="57"/>
                </a:lnTo>
                <a:close/>
                <a:moveTo>
                  <a:pt x="1155" y="57"/>
                </a:moveTo>
                <a:lnTo>
                  <a:pt x="1162" y="57"/>
                </a:lnTo>
                <a:lnTo>
                  <a:pt x="1162" y="50"/>
                </a:lnTo>
                <a:lnTo>
                  <a:pt x="1155" y="50"/>
                </a:lnTo>
                <a:lnTo>
                  <a:pt x="1155" y="57"/>
                </a:lnTo>
                <a:close/>
                <a:moveTo>
                  <a:pt x="1172" y="57"/>
                </a:moveTo>
                <a:lnTo>
                  <a:pt x="1179" y="57"/>
                </a:lnTo>
                <a:lnTo>
                  <a:pt x="1179" y="50"/>
                </a:lnTo>
                <a:lnTo>
                  <a:pt x="1172" y="50"/>
                </a:lnTo>
                <a:lnTo>
                  <a:pt x="1172" y="57"/>
                </a:lnTo>
                <a:close/>
                <a:moveTo>
                  <a:pt x="1188" y="57"/>
                </a:moveTo>
                <a:lnTo>
                  <a:pt x="1196" y="57"/>
                </a:lnTo>
                <a:lnTo>
                  <a:pt x="1196" y="50"/>
                </a:lnTo>
                <a:lnTo>
                  <a:pt x="1188" y="50"/>
                </a:lnTo>
                <a:lnTo>
                  <a:pt x="1188" y="57"/>
                </a:lnTo>
                <a:close/>
                <a:moveTo>
                  <a:pt x="1205" y="57"/>
                </a:moveTo>
                <a:lnTo>
                  <a:pt x="1212" y="57"/>
                </a:lnTo>
                <a:lnTo>
                  <a:pt x="1212" y="50"/>
                </a:lnTo>
                <a:lnTo>
                  <a:pt x="1205" y="50"/>
                </a:lnTo>
                <a:lnTo>
                  <a:pt x="1205" y="57"/>
                </a:lnTo>
                <a:close/>
                <a:moveTo>
                  <a:pt x="1222" y="57"/>
                </a:moveTo>
                <a:lnTo>
                  <a:pt x="1229" y="57"/>
                </a:lnTo>
                <a:lnTo>
                  <a:pt x="1229" y="50"/>
                </a:lnTo>
                <a:lnTo>
                  <a:pt x="1222" y="50"/>
                </a:lnTo>
                <a:lnTo>
                  <a:pt x="1222" y="57"/>
                </a:lnTo>
                <a:close/>
                <a:moveTo>
                  <a:pt x="1238" y="57"/>
                </a:moveTo>
                <a:lnTo>
                  <a:pt x="1245" y="57"/>
                </a:lnTo>
                <a:lnTo>
                  <a:pt x="1245" y="50"/>
                </a:lnTo>
                <a:lnTo>
                  <a:pt x="1238" y="50"/>
                </a:lnTo>
                <a:lnTo>
                  <a:pt x="1238" y="57"/>
                </a:lnTo>
                <a:close/>
                <a:moveTo>
                  <a:pt x="1255" y="57"/>
                </a:moveTo>
                <a:lnTo>
                  <a:pt x="1262" y="57"/>
                </a:lnTo>
                <a:lnTo>
                  <a:pt x="1262" y="50"/>
                </a:lnTo>
                <a:lnTo>
                  <a:pt x="1255" y="50"/>
                </a:lnTo>
                <a:lnTo>
                  <a:pt x="1255" y="57"/>
                </a:lnTo>
                <a:close/>
                <a:moveTo>
                  <a:pt x="1271" y="57"/>
                </a:moveTo>
                <a:lnTo>
                  <a:pt x="1278" y="57"/>
                </a:lnTo>
                <a:lnTo>
                  <a:pt x="1278" y="50"/>
                </a:lnTo>
                <a:lnTo>
                  <a:pt x="1271" y="50"/>
                </a:lnTo>
                <a:lnTo>
                  <a:pt x="1271" y="57"/>
                </a:lnTo>
                <a:close/>
                <a:moveTo>
                  <a:pt x="1288" y="57"/>
                </a:moveTo>
                <a:lnTo>
                  <a:pt x="1295" y="57"/>
                </a:lnTo>
                <a:lnTo>
                  <a:pt x="1295" y="50"/>
                </a:lnTo>
                <a:lnTo>
                  <a:pt x="1288" y="50"/>
                </a:lnTo>
                <a:lnTo>
                  <a:pt x="1288" y="57"/>
                </a:lnTo>
                <a:close/>
                <a:moveTo>
                  <a:pt x="1304" y="57"/>
                </a:moveTo>
                <a:lnTo>
                  <a:pt x="1312" y="57"/>
                </a:lnTo>
                <a:lnTo>
                  <a:pt x="1312" y="50"/>
                </a:lnTo>
                <a:lnTo>
                  <a:pt x="1304" y="50"/>
                </a:lnTo>
                <a:lnTo>
                  <a:pt x="1304" y="57"/>
                </a:lnTo>
                <a:close/>
                <a:moveTo>
                  <a:pt x="1321" y="57"/>
                </a:moveTo>
                <a:lnTo>
                  <a:pt x="1328" y="57"/>
                </a:lnTo>
                <a:lnTo>
                  <a:pt x="1328" y="50"/>
                </a:lnTo>
                <a:lnTo>
                  <a:pt x="1321" y="50"/>
                </a:lnTo>
                <a:lnTo>
                  <a:pt x="1321" y="57"/>
                </a:lnTo>
                <a:close/>
                <a:moveTo>
                  <a:pt x="1338" y="57"/>
                </a:moveTo>
                <a:lnTo>
                  <a:pt x="1345" y="57"/>
                </a:lnTo>
                <a:lnTo>
                  <a:pt x="1345" y="50"/>
                </a:lnTo>
                <a:lnTo>
                  <a:pt x="1338" y="50"/>
                </a:lnTo>
                <a:lnTo>
                  <a:pt x="1338" y="57"/>
                </a:lnTo>
                <a:close/>
                <a:moveTo>
                  <a:pt x="1354" y="57"/>
                </a:moveTo>
                <a:lnTo>
                  <a:pt x="1361" y="57"/>
                </a:lnTo>
                <a:lnTo>
                  <a:pt x="1361" y="50"/>
                </a:lnTo>
                <a:lnTo>
                  <a:pt x="1354" y="50"/>
                </a:lnTo>
                <a:lnTo>
                  <a:pt x="1354" y="57"/>
                </a:lnTo>
                <a:close/>
                <a:moveTo>
                  <a:pt x="1925" y="57"/>
                </a:moveTo>
                <a:lnTo>
                  <a:pt x="1932" y="57"/>
                </a:lnTo>
                <a:lnTo>
                  <a:pt x="1932" y="50"/>
                </a:lnTo>
                <a:lnTo>
                  <a:pt x="1925" y="50"/>
                </a:lnTo>
                <a:lnTo>
                  <a:pt x="1925" y="57"/>
                </a:lnTo>
                <a:close/>
                <a:moveTo>
                  <a:pt x="1941" y="57"/>
                </a:moveTo>
                <a:lnTo>
                  <a:pt x="1949" y="57"/>
                </a:lnTo>
                <a:lnTo>
                  <a:pt x="1949" y="50"/>
                </a:lnTo>
                <a:lnTo>
                  <a:pt x="1941" y="50"/>
                </a:lnTo>
                <a:lnTo>
                  <a:pt x="1941" y="57"/>
                </a:lnTo>
                <a:close/>
                <a:moveTo>
                  <a:pt x="1958" y="57"/>
                </a:moveTo>
                <a:lnTo>
                  <a:pt x="1965" y="57"/>
                </a:lnTo>
                <a:lnTo>
                  <a:pt x="1965" y="50"/>
                </a:lnTo>
                <a:lnTo>
                  <a:pt x="1958" y="50"/>
                </a:lnTo>
                <a:lnTo>
                  <a:pt x="1958" y="57"/>
                </a:lnTo>
                <a:close/>
                <a:moveTo>
                  <a:pt x="1975" y="57"/>
                </a:moveTo>
                <a:lnTo>
                  <a:pt x="1982" y="57"/>
                </a:lnTo>
                <a:lnTo>
                  <a:pt x="1982" y="50"/>
                </a:lnTo>
                <a:lnTo>
                  <a:pt x="1975" y="50"/>
                </a:lnTo>
                <a:lnTo>
                  <a:pt x="1975" y="57"/>
                </a:lnTo>
                <a:close/>
                <a:moveTo>
                  <a:pt x="1991" y="57"/>
                </a:moveTo>
                <a:lnTo>
                  <a:pt x="1998" y="57"/>
                </a:lnTo>
                <a:lnTo>
                  <a:pt x="1998" y="50"/>
                </a:lnTo>
                <a:lnTo>
                  <a:pt x="1991" y="50"/>
                </a:lnTo>
                <a:lnTo>
                  <a:pt x="1991" y="57"/>
                </a:lnTo>
                <a:close/>
                <a:moveTo>
                  <a:pt x="2209" y="57"/>
                </a:moveTo>
                <a:lnTo>
                  <a:pt x="2216" y="57"/>
                </a:lnTo>
                <a:lnTo>
                  <a:pt x="2216" y="50"/>
                </a:lnTo>
                <a:lnTo>
                  <a:pt x="2209" y="50"/>
                </a:lnTo>
                <a:lnTo>
                  <a:pt x="2209" y="57"/>
                </a:lnTo>
                <a:close/>
                <a:moveTo>
                  <a:pt x="2226" y="57"/>
                </a:moveTo>
                <a:lnTo>
                  <a:pt x="2233" y="57"/>
                </a:lnTo>
                <a:lnTo>
                  <a:pt x="2233" y="50"/>
                </a:lnTo>
                <a:lnTo>
                  <a:pt x="2226" y="50"/>
                </a:lnTo>
                <a:lnTo>
                  <a:pt x="2226" y="57"/>
                </a:lnTo>
                <a:close/>
                <a:moveTo>
                  <a:pt x="2259" y="57"/>
                </a:moveTo>
                <a:lnTo>
                  <a:pt x="2266" y="57"/>
                </a:lnTo>
                <a:lnTo>
                  <a:pt x="2266" y="50"/>
                </a:lnTo>
                <a:lnTo>
                  <a:pt x="2259" y="50"/>
                </a:lnTo>
                <a:lnTo>
                  <a:pt x="2259" y="57"/>
                </a:lnTo>
                <a:close/>
                <a:moveTo>
                  <a:pt x="653" y="74"/>
                </a:moveTo>
                <a:lnTo>
                  <a:pt x="660" y="74"/>
                </a:lnTo>
                <a:lnTo>
                  <a:pt x="660" y="66"/>
                </a:lnTo>
                <a:lnTo>
                  <a:pt x="653" y="66"/>
                </a:lnTo>
                <a:lnTo>
                  <a:pt x="653" y="74"/>
                </a:lnTo>
                <a:close/>
                <a:moveTo>
                  <a:pt x="670" y="74"/>
                </a:moveTo>
                <a:lnTo>
                  <a:pt x="677" y="74"/>
                </a:lnTo>
                <a:lnTo>
                  <a:pt x="677" y="66"/>
                </a:lnTo>
                <a:lnTo>
                  <a:pt x="670" y="66"/>
                </a:lnTo>
                <a:lnTo>
                  <a:pt x="670" y="74"/>
                </a:lnTo>
                <a:close/>
                <a:moveTo>
                  <a:pt x="686" y="74"/>
                </a:moveTo>
                <a:lnTo>
                  <a:pt x="693" y="74"/>
                </a:lnTo>
                <a:lnTo>
                  <a:pt x="693" y="66"/>
                </a:lnTo>
                <a:lnTo>
                  <a:pt x="686" y="66"/>
                </a:lnTo>
                <a:lnTo>
                  <a:pt x="686" y="74"/>
                </a:lnTo>
                <a:close/>
                <a:moveTo>
                  <a:pt x="703" y="74"/>
                </a:moveTo>
                <a:lnTo>
                  <a:pt x="710" y="74"/>
                </a:lnTo>
                <a:lnTo>
                  <a:pt x="710" y="66"/>
                </a:lnTo>
                <a:lnTo>
                  <a:pt x="703" y="66"/>
                </a:lnTo>
                <a:lnTo>
                  <a:pt x="703" y="74"/>
                </a:lnTo>
                <a:close/>
                <a:moveTo>
                  <a:pt x="720" y="74"/>
                </a:moveTo>
                <a:lnTo>
                  <a:pt x="727" y="74"/>
                </a:lnTo>
                <a:lnTo>
                  <a:pt x="727" y="66"/>
                </a:lnTo>
                <a:lnTo>
                  <a:pt x="720" y="66"/>
                </a:lnTo>
                <a:lnTo>
                  <a:pt x="720" y="74"/>
                </a:lnTo>
                <a:close/>
                <a:moveTo>
                  <a:pt x="736" y="74"/>
                </a:moveTo>
                <a:lnTo>
                  <a:pt x="743" y="74"/>
                </a:lnTo>
                <a:lnTo>
                  <a:pt x="743" y="66"/>
                </a:lnTo>
                <a:lnTo>
                  <a:pt x="736" y="66"/>
                </a:lnTo>
                <a:lnTo>
                  <a:pt x="736" y="74"/>
                </a:lnTo>
                <a:close/>
                <a:moveTo>
                  <a:pt x="753" y="74"/>
                </a:moveTo>
                <a:lnTo>
                  <a:pt x="760" y="74"/>
                </a:lnTo>
                <a:lnTo>
                  <a:pt x="760" y="66"/>
                </a:lnTo>
                <a:lnTo>
                  <a:pt x="753" y="66"/>
                </a:lnTo>
                <a:lnTo>
                  <a:pt x="753" y="74"/>
                </a:lnTo>
                <a:close/>
                <a:moveTo>
                  <a:pt x="769" y="74"/>
                </a:moveTo>
                <a:lnTo>
                  <a:pt x="776" y="74"/>
                </a:lnTo>
                <a:lnTo>
                  <a:pt x="776" y="66"/>
                </a:lnTo>
                <a:lnTo>
                  <a:pt x="769" y="66"/>
                </a:lnTo>
                <a:lnTo>
                  <a:pt x="769" y="74"/>
                </a:lnTo>
                <a:close/>
                <a:moveTo>
                  <a:pt x="786" y="74"/>
                </a:moveTo>
                <a:lnTo>
                  <a:pt x="793" y="74"/>
                </a:lnTo>
                <a:lnTo>
                  <a:pt x="793" y="66"/>
                </a:lnTo>
                <a:lnTo>
                  <a:pt x="786" y="66"/>
                </a:lnTo>
                <a:lnTo>
                  <a:pt x="786" y="74"/>
                </a:lnTo>
                <a:close/>
                <a:moveTo>
                  <a:pt x="802" y="74"/>
                </a:moveTo>
                <a:lnTo>
                  <a:pt x="810" y="74"/>
                </a:lnTo>
                <a:lnTo>
                  <a:pt x="810" y="66"/>
                </a:lnTo>
                <a:lnTo>
                  <a:pt x="802" y="66"/>
                </a:lnTo>
                <a:lnTo>
                  <a:pt x="802" y="74"/>
                </a:lnTo>
                <a:close/>
                <a:moveTo>
                  <a:pt x="819" y="74"/>
                </a:moveTo>
                <a:lnTo>
                  <a:pt x="826" y="74"/>
                </a:lnTo>
                <a:lnTo>
                  <a:pt x="826" y="66"/>
                </a:lnTo>
                <a:lnTo>
                  <a:pt x="819" y="66"/>
                </a:lnTo>
                <a:lnTo>
                  <a:pt x="819" y="74"/>
                </a:lnTo>
                <a:close/>
                <a:moveTo>
                  <a:pt x="836" y="74"/>
                </a:moveTo>
                <a:lnTo>
                  <a:pt x="843" y="74"/>
                </a:lnTo>
                <a:lnTo>
                  <a:pt x="843" y="66"/>
                </a:lnTo>
                <a:lnTo>
                  <a:pt x="836" y="66"/>
                </a:lnTo>
                <a:lnTo>
                  <a:pt x="836" y="74"/>
                </a:lnTo>
                <a:close/>
                <a:moveTo>
                  <a:pt x="852" y="74"/>
                </a:moveTo>
                <a:lnTo>
                  <a:pt x="859" y="74"/>
                </a:lnTo>
                <a:lnTo>
                  <a:pt x="859" y="66"/>
                </a:lnTo>
                <a:lnTo>
                  <a:pt x="852" y="66"/>
                </a:lnTo>
                <a:lnTo>
                  <a:pt x="852" y="74"/>
                </a:lnTo>
                <a:close/>
                <a:moveTo>
                  <a:pt x="871" y="74"/>
                </a:moveTo>
                <a:lnTo>
                  <a:pt x="876" y="74"/>
                </a:lnTo>
                <a:lnTo>
                  <a:pt x="876" y="66"/>
                </a:lnTo>
                <a:lnTo>
                  <a:pt x="871" y="66"/>
                </a:lnTo>
                <a:lnTo>
                  <a:pt x="871" y="74"/>
                </a:lnTo>
                <a:close/>
                <a:moveTo>
                  <a:pt x="888" y="74"/>
                </a:moveTo>
                <a:lnTo>
                  <a:pt x="895" y="74"/>
                </a:lnTo>
                <a:lnTo>
                  <a:pt x="895" y="66"/>
                </a:lnTo>
                <a:lnTo>
                  <a:pt x="888" y="66"/>
                </a:lnTo>
                <a:lnTo>
                  <a:pt x="888" y="74"/>
                </a:lnTo>
                <a:close/>
                <a:moveTo>
                  <a:pt x="904" y="74"/>
                </a:moveTo>
                <a:lnTo>
                  <a:pt x="911" y="74"/>
                </a:lnTo>
                <a:lnTo>
                  <a:pt x="911" y="66"/>
                </a:lnTo>
                <a:lnTo>
                  <a:pt x="904" y="66"/>
                </a:lnTo>
                <a:lnTo>
                  <a:pt x="904" y="74"/>
                </a:lnTo>
                <a:close/>
                <a:moveTo>
                  <a:pt x="921" y="74"/>
                </a:moveTo>
                <a:lnTo>
                  <a:pt x="928" y="74"/>
                </a:lnTo>
                <a:lnTo>
                  <a:pt x="928" y="66"/>
                </a:lnTo>
                <a:lnTo>
                  <a:pt x="921" y="66"/>
                </a:lnTo>
                <a:lnTo>
                  <a:pt x="921" y="74"/>
                </a:lnTo>
                <a:close/>
                <a:moveTo>
                  <a:pt x="937" y="74"/>
                </a:moveTo>
                <a:lnTo>
                  <a:pt x="944" y="74"/>
                </a:lnTo>
                <a:lnTo>
                  <a:pt x="944" y="66"/>
                </a:lnTo>
                <a:lnTo>
                  <a:pt x="937" y="66"/>
                </a:lnTo>
                <a:lnTo>
                  <a:pt x="937" y="74"/>
                </a:lnTo>
                <a:close/>
                <a:moveTo>
                  <a:pt x="954" y="74"/>
                </a:moveTo>
                <a:lnTo>
                  <a:pt x="961" y="74"/>
                </a:lnTo>
                <a:lnTo>
                  <a:pt x="961" y="66"/>
                </a:lnTo>
                <a:lnTo>
                  <a:pt x="954" y="66"/>
                </a:lnTo>
                <a:lnTo>
                  <a:pt x="954" y="74"/>
                </a:lnTo>
                <a:close/>
                <a:moveTo>
                  <a:pt x="971" y="74"/>
                </a:moveTo>
                <a:lnTo>
                  <a:pt x="978" y="74"/>
                </a:lnTo>
                <a:lnTo>
                  <a:pt x="978" y="66"/>
                </a:lnTo>
                <a:lnTo>
                  <a:pt x="971" y="66"/>
                </a:lnTo>
                <a:lnTo>
                  <a:pt x="971" y="74"/>
                </a:lnTo>
                <a:close/>
                <a:moveTo>
                  <a:pt x="987" y="74"/>
                </a:moveTo>
                <a:lnTo>
                  <a:pt x="994" y="74"/>
                </a:lnTo>
                <a:lnTo>
                  <a:pt x="994" y="66"/>
                </a:lnTo>
                <a:lnTo>
                  <a:pt x="987" y="66"/>
                </a:lnTo>
                <a:lnTo>
                  <a:pt x="987" y="74"/>
                </a:lnTo>
                <a:close/>
                <a:moveTo>
                  <a:pt x="1004" y="74"/>
                </a:moveTo>
                <a:lnTo>
                  <a:pt x="1011" y="74"/>
                </a:lnTo>
                <a:lnTo>
                  <a:pt x="1011" y="66"/>
                </a:lnTo>
                <a:lnTo>
                  <a:pt x="1004" y="66"/>
                </a:lnTo>
                <a:lnTo>
                  <a:pt x="1004" y="74"/>
                </a:lnTo>
                <a:close/>
                <a:moveTo>
                  <a:pt x="1020" y="74"/>
                </a:moveTo>
                <a:lnTo>
                  <a:pt x="1027" y="74"/>
                </a:lnTo>
                <a:lnTo>
                  <a:pt x="1027" y="66"/>
                </a:lnTo>
                <a:lnTo>
                  <a:pt x="1020" y="66"/>
                </a:lnTo>
                <a:lnTo>
                  <a:pt x="1020" y="74"/>
                </a:lnTo>
                <a:close/>
                <a:moveTo>
                  <a:pt x="1037" y="74"/>
                </a:moveTo>
                <a:lnTo>
                  <a:pt x="1044" y="74"/>
                </a:lnTo>
                <a:lnTo>
                  <a:pt x="1044" y="66"/>
                </a:lnTo>
                <a:lnTo>
                  <a:pt x="1037" y="66"/>
                </a:lnTo>
                <a:lnTo>
                  <a:pt x="1037" y="74"/>
                </a:lnTo>
                <a:close/>
                <a:moveTo>
                  <a:pt x="1053" y="74"/>
                </a:moveTo>
                <a:lnTo>
                  <a:pt x="1061" y="74"/>
                </a:lnTo>
                <a:lnTo>
                  <a:pt x="1061" y="66"/>
                </a:lnTo>
                <a:lnTo>
                  <a:pt x="1053" y="66"/>
                </a:lnTo>
                <a:lnTo>
                  <a:pt x="1053" y="74"/>
                </a:lnTo>
                <a:close/>
                <a:moveTo>
                  <a:pt x="1070" y="74"/>
                </a:moveTo>
                <a:lnTo>
                  <a:pt x="1077" y="74"/>
                </a:lnTo>
                <a:lnTo>
                  <a:pt x="1077" y="66"/>
                </a:lnTo>
                <a:lnTo>
                  <a:pt x="1070" y="66"/>
                </a:lnTo>
                <a:lnTo>
                  <a:pt x="1070" y="74"/>
                </a:lnTo>
                <a:close/>
                <a:moveTo>
                  <a:pt x="1087" y="74"/>
                </a:moveTo>
                <a:lnTo>
                  <a:pt x="1094" y="74"/>
                </a:lnTo>
                <a:lnTo>
                  <a:pt x="1094" y="66"/>
                </a:lnTo>
                <a:lnTo>
                  <a:pt x="1087" y="66"/>
                </a:lnTo>
                <a:lnTo>
                  <a:pt x="1087" y="74"/>
                </a:lnTo>
                <a:close/>
                <a:moveTo>
                  <a:pt x="1103" y="74"/>
                </a:moveTo>
                <a:lnTo>
                  <a:pt x="1110" y="74"/>
                </a:lnTo>
                <a:lnTo>
                  <a:pt x="1110" y="66"/>
                </a:lnTo>
                <a:lnTo>
                  <a:pt x="1103" y="66"/>
                </a:lnTo>
                <a:lnTo>
                  <a:pt x="1103" y="74"/>
                </a:lnTo>
                <a:close/>
                <a:moveTo>
                  <a:pt x="1120" y="74"/>
                </a:moveTo>
                <a:lnTo>
                  <a:pt x="1127" y="74"/>
                </a:lnTo>
                <a:lnTo>
                  <a:pt x="1127" y="66"/>
                </a:lnTo>
                <a:lnTo>
                  <a:pt x="1120" y="66"/>
                </a:lnTo>
                <a:lnTo>
                  <a:pt x="1120" y="74"/>
                </a:lnTo>
                <a:close/>
                <a:moveTo>
                  <a:pt x="1139" y="74"/>
                </a:moveTo>
                <a:lnTo>
                  <a:pt x="1146" y="74"/>
                </a:lnTo>
                <a:lnTo>
                  <a:pt x="1146" y="66"/>
                </a:lnTo>
                <a:lnTo>
                  <a:pt x="1139" y="66"/>
                </a:lnTo>
                <a:lnTo>
                  <a:pt x="1139" y="74"/>
                </a:lnTo>
                <a:close/>
                <a:moveTo>
                  <a:pt x="1155" y="74"/>
                </a:moveTo>
                <a:lnTo>
                  <a:pt x="1162" y="74"/>
                </a:lnTo>
                <a:lnTo>
                  <a:pt x="1162" y="66"/>
                </a:lnTo>
                <a:lnTo>
                  <a:pt x="1155" y="66"/>
                </a:lnTo>
                <a:lnTo>
                  <a:pt x="1155" y="74"/>
                </a:lnTo>
                <a:close/>
                <a:moveTo>
                  <a:pt x="1172" y="74"/>
                </a:moveTo>
                <a:lnTo>
                  <a:pt x="1179" y="74"/>
                </a:lnTo>
                <a:lnTo>
                  <a:pt x="1179" y="66"/>
                </a:lnTo>
                <a:lnTo>
                  <a:pt x="1172" y="66"/>
                </a:lnTo>
                <a:lnTo>
                  <a:pt x="1172" y="74"/>
                </a:lnTo>
                <a:close/>
                <a:moveTo>
                  <a:pt x="1188" y="74"/>
                </a:moveTo>
                <a:lnTo>
                  <a:pt x="1196" y="74"/>
                </a:lnTo>
                <a:lnTo>
                  <a:pt x="1196" y="66"/>
                </a:lnTo>
                <a:lnTo>
                  <a:pt x="1188" y="66"/>
                </a:lnTo>
                <a:lnTo>
                  <a:pt x="1188" y="74"/>
                </a:lnTo>
                <a:close/>
                <a:moveTo>
                  <a:pt x="1205" y="74"/>
                </a:moveTo>
                <a:lnTo>
                  <a:pt x="1212" y="74"/>
                </a:lnTo>
                <a:lnTo>
                  <a:pt x="1212" y="66"/>
                </a:lnTo>
                <a:lnTo>
                  <a:pt x="1205" y="66"/>
                </a:lnTo>
                <a:lnTo>
                  <a:pt x="1205" y="74"/>
                </a:lnTo>
                <a:close/>
                <a:moveTo>
                  <a:pt x="1222" y="74"/>
                </a:moveTo>
                <a:lnTo>
                  <a:pt x="1229" y="74"/>
                </a:lnTo>
                <a:lnTo>
                  <a:pt x="1229" y="66"/>
                </a:lnTo>
                <a:lnTo>
                  <a:pt x="1222" y="66"/>
                </a:lnTo>
                <a:lnTo>
                  <a:pt x="1222" y="74"/>
                </a:lnTo>
                <a:close/>
                <a:moveTo>
                  <a:pt x="1238" y="74"/>
                </a:moveTo>
                <a:lnTo>
                  <a:pt x="1245" y="74"/>
                </a:lnTo>
                <a:lnTo>
                  <a:pt x="1245" y="66"/>
                </a:lnTo>
                <a:lnTo>
                  <a:pt x="1238" y="66"/>
                </a:lnTo>
                <a:lnTo>
                  <a:pt x="1238" y="74"/>
                </a:lnTo>
                <a:close/>
                <a:moveTo>
                  <a:pt x="1255" y="74"/>
                </a:moveTo>
                <a:lnTo>
                  <a:pt x="1262" y="74"/>
                </a:lnTo>
                <a:lnTo>
                  <a:pt x="1262" y="66"/>
                </a:lnTo>
                <a:lnTo>
                  <a:pt x="1255" y="66"/>
                </a:lnTo>
                <a:lnTo>
                  <a:pt x="1255" y="74"/>
                </a:lnTo>
                <a:close/>
                <a:moveTo>
                  <a:pt x="1271" y="74"/>
                </a:moveTo>
                <a:lnTo>
                  <a:pt x="1278" y="74"/>
                </a:lnTo>
                <a:lnTo>
                  <a:pt x="1278" y="66"/>
                </a:lnTo>
                <a:lnTo>
                  <a:pt x="1271" y="66"/>
                </a:lnTo>
                <a:lnTo>
                  <a:pt x="1271" y="74"/>
                </a:lnTo>
                <a:close/>
                <a:moveTo>
                  <a:pt x="1288" y="74"/>
                </a:moveTo>
                <a:lnTo>
                  <a:pt x="1295" y="74"/>
                </a:lnTo>
                <a:lnTo>
                  <a:pt x="1295" y="66"/>
                </a:lnTo>
                <a:lnTo>
                  <a:pt x="1288" y="66"/>
                </a:lnTo>
                <a:lnTo>
                  <a:pt x="1288" y="74"/>
                </a:lnTo>
                <a:close/>
                <a:moveTo>
                  <a:pt x="1304" y="74"/>
                </a:moveTo>
                <a:lnTo>
                  <a:pt x="1312" y="74"/>
                </a:lnTo>
                <a:lnTo>
                  <a:pt x="1312" y="66"/>
                </a:lnTo>
                <a:lnTo>
                  <a:pt x="1304" y="66"/>
                </a:lnTo>
                <a:lnTo>
                  <a:pt x="1304" y="74"/>
                </a:lnTo>
                <a:close/>
                <a:moveTo>
                  <a:pt x="1321" y="74"/>
                </a:moveTo>
                <a:lnTo>
                  <a:pt x="1328" y="74"/>
                </a:lnTo>
                <a:lnTo>
                  <a:pt x="1328" y="66"/>
                </a:lnTo>
                <a:lnTo>
                  <a:pt x="1321" y="66"/>
                </a:lnTo>
                <a:lnTo>
                  <a:pt x="1321" y="74"/>
                </a:lnTo>
                <a:close/>
                <a:moveTo>
                  <a:pt x="1338" y="74"/>
                </a:moveTo>
                <a:lnTo>
                  <a:pt x="1345" y="74"/>
                </a:lnTo>
                <a:lnTo>
                  <a:pt x="1345" y="66"/>
                </a:lnTo>
                <a:lnTo>
                  <a:pt x="1338" y="66"/>
                </a:lnTo>
                <a:lnTo>
                  <a:pt x="1338" y="74"/>
                </a:lnTo>
                <a:close/>
                <a:moveTo>
                  <a:pt x="1622" y="74"/>
                </a:moveTo>
                <a:lnTo>
                  <a:pt x="1629" y="74"/>
                </a:lnTo>
                <a:lnTo>
                  <a:pt x="1629" y="66"/>
                </a:lnTo>
                <a:lnTo>
                  <a:pt x="1622" y="66"/>
                </a:lnTo>
                <a:lnTo>
                  <a:pt x="1622" y="74"/>
                </a:lnTo>
                <a:close/>
                <a:moveTo>
                  <a:pt x="1638" y="74"/>
                </a:moveTo>
                <a:lnTo>
                  <a:pt x="1645" y="74"/>
                </a:lnTo>
                <a:lnTo>
                  <a:pt x="1645" y="66"/>
                </a:lnTo>
                <a:lnTo>
                  <a:pt x="1638" y="66"/>
                </a:lnTo>
                <a:lnTo>
                  <a:pt x="1638" y="74"/>
                </a:lnTo>
                <a:close/>
                <a:moveTo>
                  <a:pt x="1657" y="74"/>
                </a:moveTo>
                <a:lnTo>
                  <a:pt x="1664" y="74"/>
                </a:lnTo>
                <a:lnTo>
                  <a:pt x="1664" y="66"/>
                </a:lnTo>
                <a:lnTo>
                  <a:pt x="1657" y="66"/>
                </a:lnTo>
                <a:lnTo>
                  <a:pt x="1657" y="74"/>
                </a:lnTo>
                <a:close/>
                <a:moveTo>
                  <a:pt x="1840" y="74"/>
                </a:moveTo>
                <a:lnTo>
                  <a:pt x="1847" y="74"/>
                </a:lnTo>
                <a:lnTo>
                  <a:pt x="1847" y="66"/>
                </a:lnTo>
                <a:lnTo>
                  <a:pt x="1840" y="66"/>
                </a:lnTo>
                <a:lnTo>
                  <a:pt x="1840" y="74"/>
                </a:lnTo>
                <a:close/>
                <a:moveTo>
                  <a:pt x="1856" y="74"/>
                </a:moveTo>
                <a:lnTo>
                  <a:pt x="1863" y="74"/>
                </a:lnTo>
                <a:lnTo>
                  <a:pt x="1863" y="66"/>
                </a:lnTo>
                <a:lnTo>
                  <a:pt x="1856" y="66"/>
                </a:lnTo>
                <a:lnTo>
                  <a:pt x="1856" y="74"/>
                </a:lnTo>
                <a:close/>
                <a:moveTo>
                  <a:pt x="1873" y="74"/>
                </a:moveTo>
                <a:lnTo>
                  <a:pt x="1880" y="74"/>
                </a:lnTo>
                <a:lnTo>
                  <a:pt x="1880" y="66"/>
                </a:lnTo>
                <a:lnTo>
                  <a:pt x="1873" y="66"/>
                </a:lnTo>
                <a:lnTo>
                  <a:pt x="1873" y="74"/>
                </a:lnTo>
                <a:close/>
                <a:moveTo>
                  <a:pt x="1889" y="74"/>
                </a:moveTo>
                <a:lnTo>
                  <a:pt x="1896" y="74"/>
                </a:lnTo>
                <a:lnTo>
                  <a:pt x="1896" y="66"/>
                </a:lnTo>
                <a:lnTo>
                  <a:pt x="1889" y="66"/>
                </a:lnTo>
                <a:lnTo>
                  <a:pt x="1889" y="74"/>
                </a:lnTo>
                <a:close/>
                <a:moveTo>
                  <a:pt x="1908" y="74"/>
                </a:moveTo>
                <a:lnTo>
                  <a:pt x="1915" y="74"/>
                </a:lnTo>
                <a:lnTo>
                  <a:pt x="1915" y="66"/>
                </a:lnTo>
                <a:lnTo>
                  <a:pt x="1908" y="66"/>
                </a:lnTo>
                <a:lnTo>
                  <a:pt x="1908" y="74"/>
                </a:lnTo>
                <a:close/>
                <a:moveTo>
                  <a:pt x="1925" y="74"/>
                </a:moveTo>
                <a:lnTo>
                  <a:pt x="1932" y="74"/>
                </a:lnTo>
                <a:lnTo>
                  <a:pt x="1932" y="66"/>
                </a:lnTo>
                <a:lnTo>
                  <a:pt x="1925" y="66"/>
                </a:lnTo>
                <a:lnTo>
                  <a:pt x="1925" y="74"/>
                </a:lnTo>
                <a:close/>
                <a:moveTo>
                  <a:pt x="1941" y="74"/>
                </a:moveTo>
                <a:lnTo>
                  <a:pt x="1949" y="74"/>
                </a:lnTo>
                <a:lnTo>
                  <a:pt x="1949" y="66"/>
                </a:lnTo>
                <a:lnTo>
                  <a:pt x="1941" y="66"/>
                </a:lnTo>
                <a:lnTo>
                  <a:pt x="1941" y="74"/>
                </a:lnTo>
                <a:close/>
                <a:moveTo>
                  <a:pt x="1958" y="74"/>
                </a:moveTo>
                <a:lnTo>
                  <a:pt x="1965" y="74"/>
                </a:lnTo>
                <a:lnTo>
                  <a:pt x="1965" y="66"/>
                </a:lnTo>
                <a:lnTo>
                  <a:pt x="1958" y="66"/>
                </a:lnTo>
                <a:lnTo>
                  <a:pt x="1958" y="74"/>
                </a:lnTo>
                <a:close/>
                <a:moveTo>
                  <a:pt x="1975" y="74"/>
                </a:moveTo>
                <a:lnTo>
                  <a:pt x="1982" y="74"/>
                </a:lnTo>
                <a:lnTo>
                  <a:pt x="1982" y="66"/>
                </a:lnTo>
                <a:lnTo>
                  <a:pt x="1975" y="66"/>
                </a:lnTo>
                <a:lnTo>
                  <a:pt x="1975" y="74"/>
                </a:lnTo>
                <a:close/>
                <a:moveTo>
                  <a:pt x="1991" y="74"/>
                </a:moveTo>
                <a:lnTo>
                  <a:pt x="1998" y="74"/>
                </a:lnTo>
                <a:lnTo>
                  <a:pt x="1998" y="66"/>
                </a:lnTo>
                <a:lnTo>
                  <a:pt x="1991" y="66"/>
                </a:lnTo>
                <a:lnTo>
                  <a:pt x="1991" y="74"/>
                </a:lnTo>
                <a:close/>
                <a:moveTo>
                  <a:pt x="2008" y="74"/>
                </a:moveTo>
                <a:lnTo>
                  <a:pt x="2015" y="74"/>
                </a:lnTo>
                <a:lnTo>
                  <a:pt x="2015" y="66"/>
                </a:lnTo>
                <a:lnTo>
                  <a:pt x="2008" y="66"/>
                </a:lnTo>
                <a:lnTo>
                  <a:pt x="2008" y="74"/>
                </a:lnTo>
                <a:close/>
                <a:moveTo>
                  <a:pt x="2124" y="74"/>
                </a:moveTo>
                <a:lnTo>
                  <a:pt x="2131" y="74"/>
                </a:lnTo>
                <a:lnTo>
                  <a:pt x="2131" y="66"/>
                </a:lnTo>
                <a:lnTo>
                  <a:pt x="2124" y="66"/>
                </a:lnTo>
                <a:lnTo>
                  <a:pt x="2124" y="74"/>
                </a:lnTo>
                <a:close/>
                <a:moveTo>
                  <a:pt x="2140" y="74"/>
                </a:moveTo>
                <a:lnTo>
                  <a:pt x="2147" y="74"/>
                </a:lnTo>
                <a:lnTo>
                  <a:pt x="2147" y="66"/>
                </a:lnTo>
                <a:lnTo>
                  <a:pt x="2140" y="66"/>
                </a:lnTo>
                <a:lnTo>
                  <a:pt x="2140" y="74"/>
                </a:lnTo>
                <a:close/>
                <a:moveTo>
                  <a:pt x="2209" y="74"/>
                </a:moveTo>
                <a:lnTo>
                  <a:pt x="2216" y="74"/>
                </a:lnTo>
                <a:lnTo>
                  <a:pt x="2216" y="66"/>
                </a:lnTo>
                <a:lnTo>
                  <a:pt x="2209" y="66"/>
                </a:lnTo>
                <a:lnTo>
                  <a:pt x="2209" y="74"/>
                </a:lnTo>
                <a:close/>
                <a:moveTo>
                  <a:pt x="2226" y="74"/>
                </a:moveTo>
                <a:lnTo>
                  <a:pt x="2233" y="74"/>
                </a:lnTo>
                <a:lnTo>
                  <a:pt x="2233" y="66"/>
                </a:lnTo>
                <a:lnTo>
                  <a:pt x="2226" y="66"/>
                </a:lnTo>
                <a:lnTo>
                  <a:pt x="2226" y="74"/>
                </a:lnTo>
                <a:close/>
                <a:moveTo>
                  <a:pt x="2242" y="74"/>
                </a:moveTo>
                <a:lnTo>
                  <a:pt x="2249" y="74"/>
                </a:lnTo>
                <a:lnTo>
                  <a:pt x="2249" y="66"/>
                </a:lnTo>
                <a:lnTo>
                  <a:pt x="2242" y="66"/>
                </a:lnTo>
                <a:lnTo>
                  <a:pt x="2242" y="74"/>
                </a:lnTo>
                <a:close/>
                <a:moveTo>
                  <a:pt x="2259" y="74"/>
                </a:moveTo>
                <a:lnTo>
                  <a:pt x="2266" y="74"/>
                </a:lnTo>
                <a:lnTo>
                  <a:pt x="2266" y="66"/>
                </a:lnTo>
                <a:lnTo>
                  <a:pt x="2259" y="66"/>
                </a:lnTo>
                <a:lnTo>
                  <a:pt x="2259" y="74"/>
                </a:lnTo>
                <a:close/>
                <a:moveTo>
                  <a:pt x="2275" y="74"/>
                </a:moveTo>
                <a:lnTo>
                  <a:pt x="2282" y="74"/>
                </a:lnTo>
                <a:lnTo>
                  <a:pt x="2282" y="66"/>
                </a:lnTo>
                <a:lnTo>
                  <a:pt x="2275" y="66"/>
                </a:lnTo>
                <a:lnTo>
                  <a:pt x="2275" y="74"/>
                </a:lnTo>
                <a:close/>
                <a:moveTo>
                  <a:pt x="620" y="90"/>
                </a:moveTo>
                <a:lnTo>
                  <a:pt x="625" y="90"/>
                </a:lnTo>
                <a:lnTo>
                  <a:pt x="625" y="83"/>
                </a:lnTo>
                <a:lnTo>
                  <a:pt x="620" y="83"/>
                </a:lnTo>
                <a:lnTo>
                  <a:pt x="620" y="90"/>
                </a:lnTo>
                <a:close/>
                <a:moveTo>
                  <a:pt x="637" y="90"/>
                </a:moveTo>
                <a:lnTo>
                  <a:pt x="644" y="90"/>
                </a:lnTo>
                <a:lnTo>
                  <a:pt x="644" y="83"/>
                </a:lnTo>
                <a:lnTo>
                  <a:pt x="637" y="83"/>
                </a:lnTo>
                <a:lnTo>
                  <a:pt x="637" y="90"/>
                </a:lnTo>
                <a:close/>
                <a:moveTo>
                  <a:pt x="653" y="90"/>
                </a:moveTo>
                <a:lnTo>
                  <a:pt x="660" y="90"/>
                </a:lnTo>
                <a:lnTo>
                  <a:pt x="660" y="83"/>
                </a:lnTo>
                <a:lnTo>
                  <a:pt x="653" y="83"/>
                </a:lnTo>
                <a:lnTo>
                  <a:pt x="653" y="90"/>
                </a:lnTo>
                <a:close/>
                <a:moveTo>
                  <a:pt x="670" y="90"/>
                </a:moveTo>
                <a:lnTo>
                  <a:pt x="677" y="90"/>
                </a:lnTo>
                <a:lnTo>
                  <a:pt x="677" y="83"/>
                </a:lnTo>
                <a:lnTo>
                  <a:pt x="670" y="83"/>
                </a:lnTo>
                <a:lnTo>
                  <a:pt x="670" y="90"/>
                </a:lnTo>
                <a:close/>
                <a:moveTo>
                  <a:pt x="686" y="90"/>
                </a:moveTo>
                <a:lnTo>
                  <a:pt x="693" y="90"/>
                </a:lnTo>
                <a:lnTo>
                  <a:pt x="693" y="83"/>
                </a:lnTo>
                <a:lnTo>
                  <a:pt x="686" y="83"/>
                </a:lnTo>
                <a:lnTo>
                  <a:pt x="686" y="90"/>
                </a:lnTo>
                <a:close/>
                <a:moveTo>
                  <a:pt x="703" y="90"/>
                </a:moveTo>
                <a:lnTo>
                  <a:pt x="710" y="90"/>
                </a:lnTo>
                <a:lnTo>
                  <a:pt x="710" y="83"/>
                </a:lnTo>
                <a:lnTo>
                  <a:pt x="703" y="83"/>
                </a:lnTo>
                <a:lnTo>
                  <a:pt x="703" y="90"/>
                </a:lnTo>
                <a:close/>
                <a:moveTo>
                  <a:pt x="720" y="90"/>
                </a:moveTo>
                <a:lnTo>
                  <a:pt x="727" y="90"/>
                </a:lnTo>
                <a:lnTo>
                  <a:pt x="727" y="83"/>
                </a:lnTo>
                <a:lnTo>
                  <a:pt x="720" y="83"/>
                </a:lnTo>
                <a:lnTo>
                  <a:pt x="720" y="90"/>
                </a:lnTo>
                <a:close/>
                <a:moveTo>
                  <a:pt x="736" y="90"/>
                </a:moveTo>
                <a:lnTo>
                  <a:pt x="743" y="90"/>
                </a:lnTo>
                <a:lnTo>
                  <a:pt x="743" y="83"/>
                </a:lnTo>
                <a:lnTo>
                  <a:pt x="736" y="83"/>
                </a:lnTo>
                <a:lnTo>
                  <a:pt x="736" y="90"/>
                </a:lnTo>
                <a:close/>
                <a:moveTo>
                  <a:pt x="753" y="90"/>
                </a:moveTo>
                <a:lnTo>
                  <a:pt x="760" y="90"/>
                </a:lnTo>
                <a:lnTo>
                  <a:pt x="760" y="83"/>
                </a:lnTo>
                <a:lnTo>
                  <a:pt x="753" y="83"/>
                </a:lnTo>
                <a:lnTo>
                  <a:pt x="753" y="90"/>
                </a:lnTo>
                <a:close/>
                <a:moveTo>
                  <a:pt x="769" y="90"/>
                </a:moveTo>
                <a:lnTo>
                  <a:pt x="776" y="90"/>
                </a:lnTo>
                <a:lnTo>
                  <a:pt x="776" y="83"/>
                </a:lnTo>
                <a:lnTo>
                  <a:pt x="769" y="83"/>
                </a:lnTo>
                <a:lnTo>
                  <a:pt x="769" y="90"/>
                </a:lnTo>
                <a:close/>
                <a:moveTo>
                  <a:pt x="786" y="90"/>
                </a:moveTo>
                <a:lnTo>
                  <a:pt x="793" y="90"/>
                </a:lnTo>
                <a:lnTo>
                  <a:pt x="793" y="83"/>
                </a:lnTo>
                <a:lnTo>
                  <a:pt x="786" y="83"/>
                </a:lnTo>
                <a:lnTo>
                  <a:pt x="786" y="90"/>
                </a:lnTo>
                <a:close/>
                <a:moveTo>
                  <a:pt x="802" y="90"/>
                </a:moveTo>
                <a:lnTo>
                  <a:pt x="810" y="90"/>
                </a:lnTo>
                <a:lnTo>
                  <a:pt x="810" y="83"/>
                </a:lnTo>
                <a:lnTo>
                  <a:pt x="802" y="83"/>
                </a:lnTo>
                <a:lnTo>
                  <a:pt x="802" y="90"/>
                </a:lnTo>
                <a:close/>
                <a:moveTo>
                  <a:pt x="819" y="90"/>
                </a:moveTo>
                <a:lnTo>
                  <a:pt x="826" y="90"/>
                </a:lnTo>
                <a:lnTo>
                  <a:pt x="826" y="83"/>
                </a:lnTo>
                <a:lnTo>
                  <a:pt x="819" y="83"/>
                </a:lnTo>
                <a:lnTo>
                  <a:pt x="819" y="90"/>
                </a:lnTo>
                <a:close/>
                <a:moveTo>
                  <a:pt x="836" y="90"/>
                </a:moveTo>
                <a:lnTo>
                  <a:pt x="843" y="90"/>
                </a:lnTo>
                <a:lnTo>
                  <a:pt x="843" y="83"/>
                </a:lnTo>
                <a:lnTo>
                  <a:pt x="836" y="83"/>
                </a:lnTo>
                <a:lnTo>
                  <a:pt x="836" y="90"/>
                </a:lnTo>
                <a:close/>
                <a:moveTo>
                  <a:pt x="852" y="90"/>
                </a:moveTo>
                <a:lnTo>
                  <a:pt x="859" y="90"/>
                </a:lnTo>
                <a:lnTo>
                  <a:pt x="859" y="83"/>
                </a:lnTo>
                <a:lnTo>
                  <a:pt x="852" y="83"/>
                </a:lnTo>
                <a:lnTo>
                  <a:pt x="852" y="90"/>
                </a:lnTo>
                <a:close/>
                <a:moveTo>
                  <a:pt x="871" y="90"/>
                </a:moveTo>
                <a:lnTo>
                  <a:pt x="876" y="90"/>
                </a:lnTo>
                <a:lnTo>
                  <a:pt x="876" y="83"/>
                </a:lnTo>
                <a:lnTo>
                  <a:pt x="871" y="83"/>
                </a:lnTo>
                <a:lnTo>
                  <a:pt x="871" y="90"/>
                </a:lnTo>
                <a:close/>
                <a:moveTo>
                  <a:pt x="888" y="90"/>
                </a:moveTo>
                <a:lnTo>
                  <a:pt x="895" y="90"/>
                </a:lnTo>
                <a:lnTo>
                  <a:pt x="895" y="83"/>
                </a:lnTo>
                <a:lnTo>
                  <a:pt x="888" y="83"/>
                </a:lnTo>
                <a:lnTo>
                  <a:pt x="888" y="90"/>
                </a:lnTo>
                <a:close/>
                <a:moveTo>
                  <a:pt x="904" y="90"/>
                </a:moveTo>
                <a:lnTo>
                  <a:pt x="911" y="90"/>
                </a:lnTo>
                <a:lnTo>
                  <a:pt x="911" y="83"/>
                </a:lnTo>
                <a:lnTo>
                  <a:pt x="904" y="83"/>
                </a:lnTo>
                <a:lnTo>
                  <a:pt x="904" y="90"/>
                </a:lnTo>
                <a:close/>
                <a:moveTo>
                  <a:pt x="921" y="90"/>
                </a:moveTo>
                <a:lnTo>
                  <a:pt x="928" y="90"/>
                </a:lnTo>
                <a:lnTo>
                  <a:pt x="928" y="83"/>
                </a:lnTo>
                <a:lnTo>
                  <a:pt x="921" y="83"/>
                </a:lnTo>
                <a:lnTo>
                  <a:pt x="921" y="90"/>
                </a:lnTo>
                <a:close/>
                <a:moveTo>
                  <a:pt x="937" y="90"/>
                </a:moveTo>
                <a:lnTo>
                  <a:pt x="944" y="90"/>
                </a:lnTo>
                <a:lnTo>
                  <a:pt x="944" y="83"/>
                </a:lnTo>
                <a:lnTo>
                  <a:pt x="937" y="83"/>
                </a:lnTo>
                <a:lnTo>
                  <a:pt x="937" y="90"/>
                </a:lnTo>
                <a:close/>
                <a:moveTo>
                  <a:pt x="954" y="90"/>
                </a:moveTo>
                <a:lnTo>
                  <a:pt x="961" y="90"/>
                </a:lnTo>
                <a:lnTo>
                  <a:pt x="961" y="83"/>
                </a:lnTo>
                <a:lnTo>
                  <a:pt x="954" y="83"/>
                </a:lnTo>
                <a:lnTo>
                  <a:pt x="954" y="90"/>
                </a:lnTo>
                <a:close/>
                <a:moveTo>
                  <a:pt x="971" y="90"/>
                </a:moveTo>
                <a:lnTo>
                  <a:pt x="978" y="90"/>
                </a:lnTo>
                <a:lnTo>
                  <a:pt x="978" y="83"/>
                </a:lnTo>
                <a:lnTo>
                  <a:pt x="971" y="83"/>
                </a:lnTo>
                <a:lnTo>
                  <a:pt x="971" y="90"/>
                </a:lnTo>
                <a:close/>
                <a:moveTo>
                  <a:pt x="987" y="90"/>
                </a:moveTo>
                <a:lnTo>
                  <a:pt x="994" y="90"/>
                </a:lnTo>
                <a:lnTo>
                  <a:pt x="994" y="83"/>
                </a:lnTo>
                <a:lnTo>
                  <a:pt x="987" y="83"/>
                </a:lnTo>
                <a:lnTo>
                  <a:pt x="987" y="90"/>
                </a:lnTo>
                <a:close/>
                <a:moveTo>
                  <a:pt x="1004" y="90"/>
                </a:moveTo>
                <a:lnTo>
                  <a:pt x="1011" y="90"/>
                </a:lnTo>
                <a:lnTo>
                  <a:pt x="1011" y="83"/>
                </a:lnTo>
                <a:lnTo>
                  <a:pt x="1004" y="83"/>
                </a:lnTo>
                <a:lnTo>
                  <a:pt x="1004" y="90"/>
                </a:lnTo>
                <a:close/>
                <a:moveTo>
                  <a:pt x="1020" y="90"/>
                </a:moveTo>
                <a:lnTo>
                  <a:pt x="1027" y="90"/>
                </a:lnTo>
                <a:lnTo>
                  <a:pt x="1027" y="83"/>
                </a:lnTo>
                <a:lnTo>
                  <a:pt x="1020" y="83"/>
                </a:lnTo>
                <a:lnTo>
                  <a:pt x="1020" y="90"/>
                </a:lnTo>
                <a:close/>
                <a:moveTo>
                  <a:pt x="1037" y="90"/>
                </a:moveTo>
                <a:lnTo>
                  <a:pt x="1044" y="90"/>
                </a:lnTo>
                <a:lnTo>
                  <a:pt x="1044" y="83"/>
                </a:lnTo>
                <a:lnTo>
                  <a:pt x="1037" y="83"/>
                </a:lnTo>
                <a:lnTo>
                  <a:pt x="1037" y="90"/>
                </a:lnTo>
                <a:close/>
                <a:moveTo>
                  <a:pt x="1053" y="90"/>
                </a:moveTo>
                <a:lnTo>
                  <a:pt x="1061" y="90"/>
                </a:lnTo>
                <a:lnTo>
                  <a:pt x="1061" y="83"/>
                </a:lnTo>
                <a:lnTo>
                  <a:pt x="1053" y="83"/>
                </a:lnTo>
                <a:lnTo>
                  <a:pt x="1053" y="90"/>
                </a:lnTo>
                <a:close/>
                <a:moveTo>
                  <a:pt x="1070" y="90"/>
                </a:moveTo>
                <a:lnTo>
                  <a:pt x="1077" y="90"/>
                </a:lnTo>
                <a:lnTo>
                  <a:pt x="1077" y="83"/>
                </a:lnTo>
                <a:lnTo>
                  <a:pt x="1070" y="83"/>
                </a:lnTo>
                <a:lnTo>
                  <a:pt x="1070" y="90"/>
                </a:lnTo>
                <a:close/>
                <a:moveTo>
                  <a:pt x="1087" y="90"/>
                </a:moveTo>
                <a:lnTo>
                  <a:pt x="1094" y="90"/>
                </a:lnTo>
                <a:lnTo>
                  <a:pt x="1094" y="83"/>
                </a:lnTo>
                <a:lnTo>
                  <a:pt x="1087" y="83"/>
                </a:lnTo>
                <a:lnTo>
                  <a:pt x="1087" y="90"/>
                </a:lnTo>
                <a:close/>
                <a:moveTo>
                  <a:pt x="1103" y="90"/>
                </a:moveTo>
                <a:lnTo>
                  <a:pt x="1110" y="90"/>
                </a:lnTo>
                <a:lnTo>
                  <a:pt x="1110" y="83"/>
                </a:lnTo>
                <a:lnTo>
                  <a:pt x="1103" y="83"/>
                </a:lnTo>
                <a:lnTo>
                  <a:pt x="1103" y="90"/>
                </a:lnTo>
                <a:close/>
                <a:moveTo>
                  <a:pt x="1120" y="90"/>
                </a:moveTo>
                <a:lnTo>
                  <a:pt x="1127" y="90"/>
                </a:lnTo>
                <a:lnTo>
                  <a:pt x="1127" y="83"/>
                </a:lnTo>
                <a:lnTo>
                  <a:pt x="1120" y="83"/>
                </a:lnTo>
                <a:lnTo>
                  <a:pt x="1120" y="90"/>
                </a:lnTo>
                <a:close/>
                <a:moveTo>
                  <a:pt x="1139" y="90"/>
                </a:moveTo>
                <a:lnTo>
                  <a:pt x="1146" y="90"/>
                </a:lnTo>
                <a:lnTo>
                  <a:pt x="1146" y="83"/>
                </a:lnTo>
                <a:lnTo>
                  <a:pt x="1139" y="83"/>
                </a:lnTo>
                <a:lnTo>
                  <a:pt x="1139" y="90"/>
                </a:lnTo>
                <a:close/>
                <a:moveTo>
                  <a:pt x="1155" y="90"/>
                </a:moveTo>
                <a:lnTo>
                  <a:pt x="1162" y="90"/>
                </a:lnTo>
                <a:lnTo>
                  <a:pt x="1162" y="83"/>
                </a:lnTo>
                <a:lnTo>
                  <a:pt x="1155" y="83"/>
                </a:lnTo>
                <a:lnTo>
                  <a:pt x="1155" y="90"/>
                </a:lnTo>
                <a:close/>
                <a:moveTo>
                  <a:pt x="1172" y="90"/>
                </a:moveTo>
                <a:lnTo>
                  <a:pt x="1179" y="90"/>
                </a:lnTo>
                <a:lnTo>
                  <a:pt x="1179" y="83"/>
                </a:lnTo>
                <a:lnTo>
                  <a:pt x="1172" y="83"/>
                </a:lnTo>
                <a:lnTo>
                  <a:pt x="1172" y="90"/>
                </a:lnTo>
                <a:close/>
                <a:moveTo>
                  <a:pt x="1188" y="90"/>
                </a:moveTo>
                <a:lnTo>
                  <a:pt x="1196" y="90"/>
                </a:lnTo>
                <a:lnTo>
                  <a:pt x="1196" y="83"/>
                </a:lnTo>
                <a:lnTo>
                  <a:pt x="1188" y="83"/>
                </a:lnTo>
                <a:lnTo>
                  <a:pt x="1188" y="90"/>
                </a:lnTo>
                <a:close/>
                <a:moveTo>
                  <a:pt x="1205" y="90"/>
                </a:moveTo>
                <a:lnTo>
                  <a:pt x="1212" y="90"/>
                </a:lnTo>
                <a:lnTo>
                  <a:pt x="1212" y="83"/>
                </a:lnTo>
                <a:lnTo>
                  <a:pt x="1205" y="83"/>
                </a:lnTo>
                <a:lnTo>
                  <a:pt x="1205" y="90"/>
                </a:lnTo>
                <a:close/>
                <a:moveTo>
                  <a:pt x="1222" y="90"/>
                </a:moveTo>
                <a:lnTo>
                  <a:pt x="1229" y="90"/>
                </a:lnTo>
                <a:lnTo>
                  <a:pt x="1229" y="83"/>
                </a:lnTo>
                <a:lnTo>
                  <a:pt x="1222" y="83"/>
                </a:lnTo>
                <a:lnTo>
                  <a:pt x="1222" y="90"/>
                </a:lnTo>
                <a:close/>
                <a:moveTo>
                  <a:pt x="1238" y="90"/>
                </a:moveTo>
                <a:lnTo>
                  <a:pt x="1245" y="90"/>
                </a:lnTo>
                <a:lnTo>
                  <a:pt x="1245" y="83"/>
                </a:lnTo>
                <a:lnTo>
                  <a:pt x="1238" y="83"/>
                </a:lnTo>
                <a:lnTo>
                  <a:pt x="1238" y="90"/>
                </a:lnTo>
                <a:close/>
                <a:moveTo>
                  <a:pt x="1255" y="90"/>
                </a:moveTo>
                <a:lnTo>
                  <a:pt x="1262" y="90"/>
                </a:lnTo>
                <a:lnTo>
                  <a:pt x="1262" y="83"/>
                </a:lnTo>
                <a:lnTo>
                  <a:pt x="1255" y="83"/>
                </a:lnTo>
                <a:lnTo>
                  <a:pt x="1255" y="90"/>
                </a:lnTo>
                <a:close/>
                <a:moveTo>
                  <a:pt x="1271" y="90"/>
                </a:moveTo>
                <a:lnTo>
                  <a:pt x="1278" y="90"/>
                </a:lnTo>
                <a:lnTo>
                  <a:pt x="1278" y="83"/>
                </a:lnTo>
                <a:lnTo>
                  <a:pt x="1271" y="83"/>
                </a:lnTo>
                <a:lnTo>
                  <a:pt x="1271" y="90"/>
                </a:lnTo>
                <a:close/>
                <a:moveTo>
                  <a:pt x="1288" y="90"/>
                </a:moveTo>
                <a:lnTo>
                  <a:pt x="1295" y="90"/>
                </a:lnTo>
                <a:lnTo>
                  <a:pt x="1295" y="83"/>
                </a:lnTo>
                <a:lnTo>
                  <a:pt x="1288" y="83"/>
                </a:lnTo>
                <a:lnTo>
                  <a:pt x="1288" y="90"/>
                </a:lnTo>
                <a:close/>
                <a:moveTo>
                  <a:pt x="1304" y="90"/>
                </a:moveTo>
                <a:lnTo>
                  <a:pt x="1312" y="90"/>
                </a:lnTo>
                <a:lnTo>
                  <a:pt x="1312" y="83"/>
                </a:lnTo>
                <a:lnTo>
                  <a:pt x="1304" y="83"/>
                </a:lnTo>
                <a:lnTo>
                  <a:pt x="1304" y="90"/>
                </a:lnTo>
                <a:close/>
                <a:moveTo>
                  <a:pt x="1321" y="90"/>
                </a:moveTo>
                <a:lnTo>
                  <a:pt x="1328" y="90"/>
                </a:lnTo>
                <a:lnTo>
                  <a:pt x="1328" y="83"/>
                </a:lnTo>
                <a:lnTo>
                  <a:pt x="1321" y="83"/>
                </a:lnTo>
                <a:lnTo>
                  <a:pt x="1321" y="90"/>
                </a:lnTo>
                <a:close/>
                <a:moveTo>
                  <a:pt x="1539" y="90"/>
                </a:moveTo>
                <a:lnTo>
                  <a:pt x="1546" y="90"/>
                </a:lnTo>
                <a:lnTo>
                  <a:pt x="1546" y="83"/>
                </a:lnTo>
                <a:lnTo>
                  <a:pt x="1539" y="83"/>
                </a:lnTo>
                <a:lnTo>
                  <a:pt x="1539" y="90"/>
                </a:lnTo>
                <a:close/>
                <a:moveTo>
                  <a:pt x="1555" y="90"/>
                </a:moveTo>
                <a:lnTo>
                  <a:pt x="1563" y="90"/>
                </a:lnTo>
                <a:lnTo>
                  <a:pt x="1563" y="83"/>
                </a:lnTo>
                <a:lnTo>
                  <a:pt x="1555" y="83"/>
                </a:lnTo>
                <a:lnTo>
                  <a:pt x="1555" y="90"/>
                </a:lnTo>
                <a:close/>
                <a:moveTo>
                  <a:pt x="1572" y="90"/>
                </a:moveTo>
                <a:lnTo>
                  <a:pt x="1579" y="90"/>
                </a:lnTo>
                <a:lnTo>
                  <a:pt x="1579" y="83"/>
                </a:lnTo>
                <a:lnTo>
                  <a:pt x="1572" y="83"/>
                </a:lnTo>
                <a:lnTo>
                  <a:pt x="1572" y="90"/>
                </a:lnTo>
                <a:close/>
                <a:moveTo>
                  <a:pt x="1589" y="90"/>
                </a:moveTo>
                <a:lnTo>
                  <a:pt x="1596" y="90"/>
                </a:lnTo>
                <a:lnTo>
                  <a:pt x="1596" y="83"/>
                </a:lnTo>
                <a:lnTo>
                  <a:pt x="1589" y="83"/>
                </a:lnTo>
                <a:lnTo>
                  <a:pt x="1589" y="90"/>
                </a:lnTo>
                <a:close/>
                <a:moveTo>
                  <a:pt x="1605" y="90"/>
                </a:moveTo>
                <a:lnTo>
                  <a:pt x="1612" y="90"/>
                </a:lnTo>
                <a:lnTo>
                  <a:pt x="1612" y="83"/>
                </a:lnTo>
                <a:lnTo>
                  <a:pt x="1605" y="83"/>
                </a:lnTo>
                <a:lnTo>
                  <a:pt x="1605" y="90"/>
                </a:lnTo>
                <a:close/>
                <a:moveTo>
                  <a:pt x="1622" y="90"/>
                </a:moveTo>
                <a:lnTo>
                  <a:pt x="1629" y="90"/>
                </a:lnTo>
                <a:lnTo>
                  <a:pt x="1629" y="83"/>
                </a:lnTo>
                <a:lnTo>
                  <a:pt x="1622" y="83"/>
                </a:lnTo>
                <a:lnTo>
                  <a:pt x="1622" y="90"/>
                </a:lnTo>
                <a:close/>
                <a:moveTo>
                  <a:pt x="1638" y="90"/>
                </a:moveTo>
                <a:lnTo>
                  <a:pt x="1645" y="90"/>
                </a:lnTo>
                <a:lnTo>
                  <a:pt x="1645" y="83"/>
                </a:lnTo>
                <a:lnTo>
                  <a:pt x="1638" y="83"/>
                </a:lnTo>
                <a:lnTo>
                  <a:pt x="1638" y="90"/>
                </a:lnTo>
                <a:close/>
                <a:moveTo>
                  <a:pt x="1657" y="90"/>
                </a:moveTo>
                <a:lnTo>
                  <a:pt x="1664" y="90"/>
                </a:lnTo>
                <a:lnTo>
                  <a:pt x="1664" y="83"/>
                </a:lnTo>
                <a:lnTo>
                  <a:pt x="1657" y="83"/>
                </a:lnTo>
                <a:lnTo>
                  <a:pt x="1657" y="90"/>
                </a:lnTo>
                <a:close/>
                <a:moveTo>
                  <a:pt x="1674" y="90"/>
                </a:moveTo>
                <a:lnTo>
                  <a:pt x="1681" y="90"/>
                </a:lnTo>
                <a:lnTo>
                  <a:pt x="1681" y="83"/>
                </a:lnTo>
                <a:lnTo>
                  <a:pt x="1674" y="83"/>
                </a:lnTo>
                <a:lnTo>
                  <a:pt x="1674" y="90"/>
                </a:lnTo>
                <a:close/>
                <a:moveTo>
                  <a:pt x="1690" y="90"/>
                </a:moveTo>
                <a:lnTo>
                  <a:pt x="1698" y="90"/>
                </a:lnTo>
                <a:lnTo>
                  <a:pt x="1698" y="83"/>
                </a:lnTo>
                <a:lnTo>
                  <a:pt x="1690" y="83"/>
                </a:lnTo>
                <a:lnTo>
                  <a:pt x="1690" y="90"/>
                </a:lnTo>
                <a:close/>
                <a:moveTo>
                  <a:pt x="1856" y="90"/>
                </a:moveTo>
                <a:lnTo>
                  <a:pt x="1863" y="90"/>
                </a:lnTo>
                <a:lnTo>
                  <a:pt x="1863" y="83"/>
                </a:lnTo>
                <a:lnTo>
                  <a:pt x="1856" y="83"/>
                </a:lnTo>
                <a:lnTo>
                  <a:pt x="1856" y="90"/>
                </a:lnTo>
                <a:close/>
                <a:moveTo>
                  <a:pt x="1873" y="90"/>
                </a:moveTo>
                <a:lnTo>
                  <a:pt x="1880" y="90"/>
                </a:lnTo>
                <a:lnTo>
                  <a:pt x="1880" y="83"/>
                </a:lnTo>
                <a:lnTo>
                  <a:pt x="1873" y="83"/>
                </a:lnTo>
                <a:lnTo>
                  <a:pt x="1873" y="90"/>
                </a:lnTo>
                <a:close/>
                <a:moveTo>
                  <a:pt x="1889" y="90"/>
                </a:moveTo>
                <a:lnTo>
                  <a:pt x="1896" y="90"/>
                </a:lnTo>
                <a:lnTo>
                  <a:pt x="1896" y="83"/>
                </a:lnTo>
                <a:lnTo>
                  <a:pt x="1889" y="83"/>
                </a:lnTo>
                <a:lnTo>
                  <a:pt x="1889" y="90"/>
                </a:lnTo>
                <a:close/>
                <a:moveTo>
                  <a:pt x="1908" y="90"/>
                </a:moveTo>
                <a:lnTo>
                  <a:pt x="1915" y="90"/>
                </a:lnTo>
                <a:lnTo>
                  <a:pt x="1915" y="83"/>
                </a:lnTo>
                <a:lnTo>
                  <a:pt x="1908" y="83"/>
                </a:lnTo>
                <a:lnTo>
                  <a:pt x="1908" y="90"/>
                </a:lnTo>
                <a:close/>
                <a:moveTo>
                  <a:pt x="1925" y="90"/>
                </a:moveTo>
                <a:lnTo>
                  <a:pt x="1932" y="90"/>
                </a:lnTo>
                <a:lnTo>
                  <a:pt x="1932" y="83"/>
                </a:lnTo>
                <a:lnTo>
                  <a:pt x="1925" y="83"/>
                </a:lnTo>
                <a:lnTo>
                  <a:pt x="1925" y="90"/>
                </a:lnTo>
                <a:close/>
                <a:moveTo>
                  <a:pt x="1941" y="90"/>
                </a:moveTo>
                <a:lnTo>
                  <a:pt x="1949" y="90"/>
                </a:lnTo>
                <a:lnTo>
                  <a:pt x="1949" y="83"/>
                </a:lnTo>
                <a:lnTo>
                  <a:pt x="1941" y="83"/>
                </a:lnTo>
                <a:lnTo>
                  <a:pt x="1941" y="90"/>
                </a:lnTo>
                <a:close/>
                <a:moveTo>
                  <a:pt x="1958" y="90"/>
                </a:moveTo>
                <a:lnTo>
                  <a:pt x="1965" y="90"/>
                </a:lnTo>
                <a:lnTo>
                  <a:pt x="1965" y="83"/>
                </a:lnTo>
                <a:lnTo>
                  <a:pt x="1958" y="83"/>
                </a:lnTo>
                <a:lnTo>
                  <a:pt x="1958" y="90"/>
                </a:lnTo>
                <a:close/>
                <a:moveTo>
                  <a:pt x="2091" y="90"/>
                </a:moveTo>
                <a:lnTo>
                  <a:pt x="2098" y="90"/>
                </a:lnTo>
                <a:lnTo>
                  <a:pt x="2098" y="83"/>
                </a:lnTo>
                <a:lnTo>
                  <a:pt x="2091" y="83"/>
                </a:lnTo>
                <a:lnTo>
                  <a:pt x="2091" y="90"/>
                </a:lnTo>
                <a:close/>
                <a:moveTo>
                  <a:pt x="2107" y="90"/>
                </a:moveTo>
                <a:lnTo>
                  <a:pt x="2114" y="90"/>
                </a:lnTo>
                <a:lnTo>
                  <a:pt x="2114" y="83"/>
                </a:lnTo>
                <a:lnTo>
                  <a:pt x="2107" y="83"/>
                </a:lnTo>
                <a:lnTo>
                  <a:pt x="2107" y="90"/>
                </a:lnTo>
                <a:close/>
                <a:moveTo>
                  <a:pt x="2226" y="90"/>
                </a:moveTo>
                <a:lnTo>
                  <a:pt x="2233" y="90"/>
                </a:lnTo>
                <a:lnTo>
                  <a:pt x="2233" y="83"/>
                </a:lnTo>
                <a:lnTo>
                  <a:pt x="2226" y="83"/>
                </a:lnTo>
                <a:lnTo>
                  <a:pt x="2226" y="90"/>
                </a:lnTo>
                <a:close/>
                <a:moveTo>
                  <a:pt x="2242" y="90"/>
                </a:moveTo>
                <a:lnTo>
                  <a:pt x="2249" y="90"/>
                </a:lnTo>
                <a:lnTo>
                  <a:pt x="2249" y="83"/>
                </a:lnTo>
                <a:lnTo>
                  <a:pt x="2242" y="83"/>
                </a:lnTo>
                <a:lnTo>
                  <a:pt x="2242" y="90"/>
                </a:lnTo>
                <a:close/>
                <a:moveTo>
                  <a:pt x="2259" y="90"/>
                </a:moveTo>
                <a:lnTo>
                  <a:pt x="2266" y="90"/>
                </a:lnTo>
                <a:lnTo>
                  <a:pt x="2266" y="83"/>
                </a:lnTo>
                <a:lnTo>
                  <a:pt x="2259" y="83"/>
                </a:lnTo>
                <a:lnTo>
                  <a:pt x="2259" y="90"/>
                </a:lnTo>
                <a:close/>
                <a:moveTo>
                  <a:pt x="2275" y="90"/>
                </a:moveTo>
                <a:lnTo>
                  <a:pt x="2282" y="90"/>
                </a:lnTo>
                <a:lnTo>
                  <a:pt x="2282" y="83"/>
                </a:lnTo>
                <a:lnTo>
                  <a:pt x="2275" y="83"/>
                </a:lnTo>
                <a:lnTo>
                  <a:pt x="2275" y="90"/>
                </a:lnTo>
                <a:close/>
                <a:moveTo>
                  <a:pt x="2292" y="90"/>
                </a:moveTo>
                <a:lnTo>
                  <a:pt x="2299" y="90"/>
                </a:lnTo>
                <a:lnTo>
                  <a:pt x="2299" y="83"/>
                </a:lnTo>
                <a:lnTo>
                  <a:pt x="2292" y="83"/>
                </a:lnTo>
                <a:lnTo>
                  <a:pt x="2292" y="90"/>
                </a:lnTo>
                <a:close/>
                <a:moveTo>
                  <a:pt x="518" y="109"/>
                </a:moveTo>
                <a:lnTo>
                  <a:pt x="525" y="109"/>
                </a:lnTo>
                <a:lnTo>
                  <a:pt x="525" y="102"/>
                </a:lnTo>
                <a:lnTo>
                  <a:pt x="518" y="102"/>
                </a:lnTo>
                <a:lnTo>
                  <a:pt x="518" y="109"/>
                </a:lnTo>
                <a:close/>
                <a:moveTo>
                  <a:pt x="535" y="109"/>
                </a:moveTo>
                <a:lnTo>
                  <a:pt x="542" y="109"/>
                </a:lnTo>
                <a:lnTo>
                  <a:pt x="542" y="102"/>
                </a:lnTo>
                <a:lnTo>
                  <a:pt x="535" y="102"/>
                </a:lnTo>
                <a:lnTo>
                  <a:pt x="535" y="109"/>
                </a:lnTo>
                <a:close/>
                <a:moveTo>
                  <a:pt x="568" y="109"/>
                </a:moveTo>
                <a:lnTo>
                  <a:pt x="575" y="109"/>
                </a:lnTo>
                <a:lnTo>
                  <a:pt x="575" y="102"/>
                </a:lnTo>
                <a:lnTo>
                  <a:pt x="568" y="102"/>
                </a:lnTo>
                <a:lnTo>
                  <a:pt x="568" y="109"/>
                </a:lnTo>
                <a:close/>
                <a:moveTo>
                  <a:pt x="585" y="109"/>
                </a:moveTo>
                <a:lnTo>
                  <a:pt x="592" y="109"/>
                </a:lnTo>
                <a:lnTo>
                  <a:pt x="592" y="102"/>
                </a:lnTo>
                <a:lnTo>
                  <a:pt x="585" y="102"/>
                </a:lnTo>
                <a:lnTo>
                  <a:pt x="585" y="109"/>
                </a:lnTo>
                <a:close/>
                <a:moveTo>
                  <a:pt x="601" y="109"/>
                </a:moveTo>
                <a:lnTo>
                  <a:pt x="608" y="109"/>
                </a:lnTo>
                <a:lnTo>
                  <a:pt x="608" y="102"/>
                </a:lnTo>
                <a:lnTo>
                  <a:pt x="601" y="102"/>
                </a:lnTo>
                <a:lnTo>
                  <a:pt x="601" y="109"/>
                </a:lnTo>
                <a:close/>
                <a:moveTo>
                  <a:pt x="620" y="109"/>
                </a:moveTo>
                <a:lnTo>
                  <a:pt x="625" y="109"/>
                </a:lnTo>
                <a:lnTo>
                  <a:pt x="625" y="102"/>
                </a:lnTo>
                <a:lnTo>
                  <a:pt x="620" y="102"/>
                </a:lnTo>
                <a:lnTo>
                  <a:pt x="620" y="109"/>
                </a:lnTo>
                <a:close/>
                <a:moveTo>
                  <a:pt x="637" y="109"/>
                </a:moveTo>
                <a:lnTo>
                  <a:pt x="644" y="109"/>
                </a:lnTo>
                <a:lnTo>
                  <a:pt x="644" y="102"/>
                </a:lnTo>
                <a:lnTo>
                  <a:pt x="637" y="102"/>
                </a:lnTo>
                <a:lnTo>
                  <a:pt x="637" y="109"/>
                </a:lnTo>
                <a:close/>
                <a:moveTo>
                  <a:pt x="653" y="109"/>
                </a:moveTo>
                <a:lnTo>
                  <a:pt x="660" y="109"/>
                </a:lnTo>
                <a:lnTo>
                  <a:pt x="660" y="102"/>
                </a:lnTo>
                <a:lnTo>
                  <a:pt x="653" y="102"/>
                </a:lnTo>
                <a:lnTo>
                  <a:pt x="653" y="109"/>
                </a:lnTo>
                <a:close/>
                <a:moveTo>
                  <a:pt x="670" y="109"/>
                </a:moveTo>
                <a:lnTo>
                  <a:pt x="677" y="109"/>
                </a:lnTo>
                <a:lnTo>
                  <a:pt x="677" y="102"/>
                </a:lnTo>
                <a:lnTo>
                  <a:pt x="670" y="102"/>
                </a:lnTo>
                <a:lnTo>
                  <a:pt x="670" y="109"/>
                </a:lnTo>
                <a:close/>
                <a:moveTo>
                  <a:pt x="686" y="109"/>
                </a:moveTo>
                <a:lnTo>
                  <a:pt x="693" y="109"/>
                </a:lnTo>
                <a:lnTo>
                  <a:pt x="693" y="102"/>
                </a:lnTo>
                <a:lnTo>
                  <a:pt x="686" y="102"/>
                </a:lnTo>
                <a:lnTo>
                  <a:pt x="686" y="109"/>
                </a:lnTo>
                <a:close/>
                <a:moveTo>
                  <a:pt x="703" y="109"/>
                </a:moveTo>
                <a:lnTo>
                  <a:pt x="710" y="109"/>
                </a:lnTo>
                <a:lnTo>
                  <a:pt x="710" y="102"/>
                </a:lnTo>
                <a:lnTo>
                  <a:pt x="703" y="102"/>
                </a:lnTo>
                <a:lnTo>
                  <a:pt x="703" y="109"/>
                </a:lnTo>
                <a:close/>
                <a:moveTo>
                  <a:pt x="720" y="109"/>
                </a:moveTo>
                <a:lnTo>
                  <a:pt x="727" y="109"/>
                </a:lnTo>
                <a:lnTo>
                  <a:pt x="727" y="102"/>
                </a:lnTo>
                <a:lnTo>
                  <a:pt x="720" y="102"/>
                </a:lnTo>
                <a:lnTo>
                  <a:pt x="720" y="109"/>
                </a:lnTo>
                <a:close/>
                <a:moveTo>
                  <a:pt x="736" y="109"/>
                </a:moveTo>
                <a:lnTo>
                  <a:pt x="743" y="109"/>
                </a:lnTo>
                <a:lnTo>
                  <a:pt x="743" y="102"/>
                </a:lnTo>
                <a:lnTo>
                  <a:pt x="736" y="102"/>
                </a:lnTo>
                <a:lnTo>
                  <a:pt x="736" y="109"/>
                </a:lnTo>
                <a:close/>
                <a:moveTo>
                  <a:pt x="753" y="109"/>
                </a:moveTo>
                <a:lnTo>
                  <a:pt x="760" y="109"/>
                </a:lnTo>
                <a:lnTo>
                  <a:pt x="760" y="102"/>
                </a:lnTo>
                <a:lnTo>
                  <a:pt x="753" y="102"/>
                </a:lnTo>
                <a:lnTo>
                  <a:pt x="753" y="109"/>
                </a:lnTo>
                <a:close/>
                <a:moveTo>
                  <a:pt x="769" y="109"/>
                </a:moveTo>
                <a:lnTo>
                  <a:pt x="776" y="109"/>
                </a:lnTo>
                <a:lnTo>
                  <a:pt x="776" y="102"/>
                </a:lnTo>
                <a:lnTo>
                  <a:pt x="769" y="102"/>
                </a:lnTo>
                <a:lnTo>
                  <a:pt x="769" y="109"/>
                </a:lnTo>
                <a:close/>
                <a:moveTo>
                  <a:pt x="786" y="109"/>
                </a:moveTo>
                <a:lnTo>
                  <a:pt x="793" y="109"/>
                </a:lnTo>
                <a:lnTo>
                  <a:pt x="793" y="102"/>
                </a:lnTo>
                <a:lnTo>
                  <a:pt x="786" y="102"/>
                </a:lnTo>
                <a:lnTo>
                  <a:pt x="786" y="109"/>
                </a:lnTo>
                <a:close/>
                <a:moveTo>
                  <a:pt x="802" y="109"/>
                </a:moveTo>
                <a:lnTo>
                  <a:pt x="810" y="109"/>
                </a:lnTo>
                <a:lnTo>
                  <a:pt x="810" y="102"/>
                </a:lnTo>
                <a:lnTo>
                  <a:pt x="802" y="102"/>
                </a:lnTo>
                <a:lnTo>
                  <a:pt x="802" y="109"/>
                </a:lnTo>
                <a:close/>
                <a:moveTo>
                  <a:pt x="819" y="109"/>
                </a:moveTo>
                <a:lnTo>
                  <a:pt x="826" y="109"/>
                </a:lnTo>
                <a:lnTo>
                  <a:pt x="826" y="102"/>
                </a:lnTo>
                <a:lnTo>
                  <a:pt x="819" y="102"/>
                </a:lnTo>
                <a:lnTo>
                  <a:pt x="819" y="109"/>
                </a:lnTo>
                <a:close/>
                <a:moveTo>
                  <a:pt x="836" y="109"/>
                </a:moveTo>
                <a:lnTo>
                  <a:pt x="843" y="109"/>
                </a:lnTo>
                <a:lnTo>
                  <a:pt x="843" y="102"/>
                </a:lnTo>
                <a:lnTo>
                  <a:pt x="836" y="102"/>
                </a:lnTo>
                <a:lnTo>
                  <a:pt x="836" y="109"/>
                </a:lnTo>
                <a:close/>
                <a:moveTo>
                  <a:pt x="852" y="109"/>
                </a:moveTo>
                <a:lnTo>
                  <a:pt x="859" y="109"/>
                </a:lnTo>
                <a:lnTo>
                  <a:pt x="859" y="102"/>
                </a:lnTo>
                <a:lnTo>
                  <a:pt x="852" y="102"/>
                </a:lnTo>
                <a:lnTo>
                  <a:pt x="852" y="109"/>
                </a:lnTo>
                <a:close/>
                <a:moveTo>
                  <a:pt x="871" y="109"/>
                </a:moveTo>
                <a:lnTo>
                  <a:pt x="876" y="109"/>
                </a:lnTo>
                <a:lnTo>
                  <a:pt x="876" y="102"/>
                </a:lnTo>
                <a:lnTo>
                  <a:pt x="871" y="102"/>
                </a:lnTo>
                <a:lnTo>
                  <a:pt x="871" y="109"/>
                </a:lnTo>
                <a:close/>
                <a:moveTo>
                  <a:pt x="888" y="109"/>
                </a:moveTo>
                <a:lnTo>
                  <a:pt x="895" y="109"/>
                </a:lnTo>
                <a:lnTo>
                  <a:pt x="895" y="102"/>
                </a:lnTo>
                <a:lnTo>
                  <a:pt x="888" y="102"/>
                </a:lnTo>
                <a:lnTo>
                  <a:pt x="888" y="109"/>
                </a:lnTo>
                <a:close/>
                <a:moveTo>
                  <a:pt x="904" y="109"/>
                </a:moveTo>
                <a:lnTo>
                  <a:pt x="911" y="109"/>
                </a:lnTo>
                <a:lnTo>
                  <a:pt x="911" y="102"/>
                </a:lnTo>
                <a:lnTo>
                  <a:pt x="904" y="102"/>
                </a:lnTo>
                <a:lnTo>
                  <a:pt x="904" y="109"/>
                </a:lnTo>
                <a:close/>
                <a:moveTo>
                  <a:pt x="921" y="109"/>
                </a:moveTo>
                <a:lnTo>
                  <a:pt x="928" y="109"/>
                </a:lnTo>
                <a:lnTo>
                  <a:pt x="928" y="102"/>
                </a:lnTo>
                <a:lnTo>
                  <a:pt x="921" y="102"/>
                </a:lnTo>
                <a:lnTo>
                  <a:pt x="921" y="109"/>
                </a:lnTo>
                <a:close/>
                <a:moveTo>
                  <a:pt x="937" y="109"/>
                </a:moveTo>
                <a:lnTo>
                  <a:pt x="944" y="109"/>
                </a:lnTo>
                <a:lnTo>
                  <a:pt x="944" y="102"/>
                </a:lnTo>
                <a:lnTo>
                  <a:pt x="937" y="102"/>
                </a:lnTo>
                <a:lnTo>
                  <a:pt x="937" y="109"/>
                </a:lnTo>
                <a:close/>
                <a:moveTo>
                  <a:pt x="954" y="109"/>
                </a:moveTo>
                <a:lnTo>
                  <a:pt x="961" y="109"/>
                </a:lnTo>
                <a:lnTo>
                  <a:pt x="961" y="102"/>
                </a:lnTo>
                <a:lnTo>
                  <a:pt x="954" y="102"/>
                </a:lnTo>
                <a:lnTo>
                  <a:pt x="954" y="109"/>
                </a:lnTo>
                <a:close/>
                <a:moveTo>
                  <a:pt x="971" y="109"/>
                </a:moveTo>
                <a:lnTo>
                  <a:pt x="978" y="109"/>
                </a:lnTo>
                <a:lnTo>
                  <a:pt x="978" y="102"/>
                </a:lnTo>
                <a:lnTo>
                  <a:pt x="971" y="102"/>
                </a:lnTo>
                <a:lnTo>
                  <a:pt x="971" y="109"/>
                </a:lnTo>
                <a:close/>
                <a:moveTo>
                  <a:pt x="987" y="109"/>
                </a:moveTo>
                <a:lnTo>
                  <a:pt x="994" y="109"/>
                </a:lnTo>
                <a:lnTo>
                  <a:pt x="994" y="102"/>
                </a:lnTo>
                <a:lnTo>
                  <a:pt x="987" y="102"/>
                </a:lnTo>
                <a:lnTo>
                  <a:pt x="987" y="109"/>
                </a:lnTo>
                <a:close/>
                <a:moveTo>
                  <a:pt x="1004" y="109"/>
                </a:moveTo>
                <a:lnTo>
                  <a:pt x="1011" y="109"/>
                </a:lnTo>
                <a:lnTo>
                  <a:pt x="1011" y="102"/>
                </a:lnTo>
                <a:lnTo>
                  <a:pt x="1004" y="102"/>
                </a:lnTo>
                <a:lnTo>
                  <a:pt x="1004" y="109"/>
                </a:lnTo>
                <a:close/>
                <a:moveTo>
                  <a:pt x="1020" y="109"/>
                </a:moveTo>
                <a:lnTo>
                  <a:pt x="1027" y="109"/>
                </a:lnTo>
                <a:lnTo>
                  <a:pt x="1027" y="102"/>
                </a:lnTo>
                <a:lnTo>
                  <a:pt x="1020" y="102"/>
                </a:lnTo>
                <a:lnTo>
                  <a:pt x="1020" y="109"/>
                </a:lnTo>
                <a:close/>
                <a:moveTo>
                  <a:pt x="1037" y="109"/>
                </a:moveTo>
                <a:lnTo>
                  <a:pt x="1044" y="109"/>
                </a:lnTo>
                <a:lnTo>
                  <a:pt x="1044" y="102"/>
                </a:lnTo>
                <a:lnTo>
                  <a:pt x="1037" y="102"/>
                </a:lnTo>
                <a:lnTo>
                  <a:pt x="1037" y="109"/>
                </a:lnTo>
                <a:close/>
                <a:moveTo>
                  <a:pt x="1053" y="109"/>
                </a:moveTo>
                <a:lnTo>
                  <a:pt x="1061" y="109"/>
                </a:lnTo>
                <a:lnTo>
                  <a:pt x="1061" y="102"/>
                </a:lnTo>
                <a:lnTo>
                  <a:pt x="1053" y="102"/>
                </a:lnTo>
                <a:lnTo>
                  <a:pt x="1053" y="109"/>
                </a:lnTo>
                <a:close/>
                <a:moveTo>
                  <a:pt x="1070" y="109"/>
                </a:moveTo>
                <a:lnTo>
                  <a:pt x="1077" y="109"/>
                </a:lnTo>
                <a:lnTo>
                  <a:pt x="1077" y="102"/>
                </a:lnTo>
                <a:lnTo>
                  <a:pt x="1070" y="102"/>
                </a:lnTo>
                <a:lnTo>
                  <a:pt x="1070" y="109"/>
                </a:lnTo>
                <a:close/>
                <a:moveTo>
                  <a:pt x="1087" y="109"/>
                </a:moveTo>
                <a:lnTo>
                  <a:pt x="1094" y="109"/>
                </a:lnTo>
                <a:lnTo>
                  <a:pt x="1094" y="102"/>
                </a:lnTo>
                <a:lnTo>
                  <a:pt x="1087" y="102"/>
                </a:lnTo>
                <a:lnTo>
                  <a:pt x="1087" y="109"/>
                </a:lnTo>
                <a:close/>
                <a:moveTo>
                  <a:pt x="1103" y="109"/>
                </a:moveTo>
                <a:lnTo>
                  <a:pt x="1110" y="109"/>
                </a:lnTo>
                <a:lnTo>
                  <a:pt x="1110" y="102"/>
                </a:lnTo>
                <a:lnTo>
                  <a:pt x="1103" y="102"/>
                </a:lnTo>
                <a:lnTo>
                  <a:pt x="1103" y="109"/>
                </a:lnTo>
                <a:close/>
                <a:moveTo>
                  <a:pt x="1120" y="109"/>
                </a:moveTo>
                <a:lnTo>
                  <a:pt x="1127" y="109"/>
                </a:lnTo>
                <a:lnTo>
                  <a:pt x="1127" y="102"/>
                </a:lnTo>
                <a:lnTo>
                  <a:pt x="1120" y="102"/>
                </a:lnTo>
                <a:lnTo>
                  <a:pt x="1120" y="109"/>
                </a:lnTo>
                <a:close/>
                <a:moveTo>
                  <a:pt x="1139" y="109"/>
                </a:moveTo>
                <a:lnTo>
                  <a:pt x="1146" y="109"/>
                </a:lnTo>
                <a:lnTo>
                  <a:pt x="1146" y="102"/>
                </a:lnTo>
                <a:lnTo>
                  <a:pt x="1139" y="102"/>
                </a:lnTo>
                <a:lnTo>
                  <a:pt x="1139" y="109"/>
                </a:lnTo>
                <a:close/>
                <a:moveTo>
                  <a:pt x="1155" y="109"/>
                </a:moveTo>
                <a:lnTo>
                  <a:pt x="1162" y="109"/>
                </a:lnTo>
                <a:lnTo>
                  <a:pt x="1162" y="102"/>
                </a:lnTo>
                <a:lnTo>
                  <a:pt x="1155" y="102"/>
                </a:lnTo>
                <a:lnTo>
                  <a:pt x="1155" y="109"/>
                </a:lnTo>
                <a:close/>
                <a:moveTo>
                  <a:pt x="1172" y="109"/>
                </a:moveTo>
                <a:lnTo>
                  <a:pt x="1179" y="109"/>
                </a:lnTo>
                <a:lnTo>
                  <a:pt x="1179" y="102"/>
                </a:lnTo>
                <a:lnTo>
                  <a:pt x="1172" y="102"/>
                </a:lnTo>
                <a:lnTo>
                  <a:pt x="1172" y="109"/>
                </a:lnTo>
                <a:close/>
                <a:moveTo>
                  <a:pt x="1188" y="109"/>
                </a:moveTo>
                <a:lnTo>
                  <a:pt x="1196" y="109"/>
                </a:lnTo>
                <a:lnTo>
                  <a:pt x="1196" y="102"/>
                </a:lnTo>
                <a:lnTo>
                  <a:pt x="1188" y="102"/>
                </a:lnTo>
                <a:lnTo>
                  <a:pt x="1188" y="109"/>
                </a:lnTo>
                <a:close/>
                <a:moveTo>
                  <a:pt x="1205" y="109"/>
                </a:moveTo>
                <a:lnTo>
                  <a:pt x="1212" y="109"/>
                </a:lnTo>
                <a:lnTo>
                  <a:pt x="1212" y="102"/>
                </a:lnTo>
                <a:lnTo>
                  <a:pt x="1205" y="102"/>
                </a:lnTo>
                <a:lnTo>
                  <a:pt x="1205" y="109"/>
                </a:lnTo>
                <a:close/>
                <a:moveTo>
                  <a:pt x="1222" y="109"/>
                </a:moveTo>
                <a:lnTo>
                  <a:pt x="1229" y="109"/>
                </a:lnTo>
                <a:lnTo>
                  <a:pt x="1229" y="102"/>
                </a:lnTo>
                <a:lnTo>
                  <a:pt x="1222" y="102"/>
                </a:lnTo>
                <a:lnTo>
                  <a:pt x="1222" y="109"/>
                </a:lnTo>
                <a:close/>
                <a:moveTo>
                  <a:pt x="1238" y="109"/>
                </a:moveTo>
                <a:lnTo>
                  <a:pt x="1245" y="109"/>
                </a:lnTo>
                <a:lnTo>
                  <a:pt x="1245" y="102"/>
                </a:lnTo>
                <a:lnTo>
                  <a:pt x="1238" y="102"/>
                </a:lnTo>
                <a:lnTo>
                  <a:pt x="1238" y="109"/>
                </a:lnTo>
                <a:close/>
                <a:moveTo>
                  <a:pt x="1255" y="109"/>
                </a:moveTo>
                <a:lnTo>
                  <a:pt x="1262" y="109"/>
                </a:lnTo>
                <a:lnTo>
                  <a:pt x="1262" y="102"/>
                </a:lnTo>
                <a:lnTo>
                  <a:pt x="1255" y="102"/>
                </a:lnTo>
                <a:lnTo>
                  <a:pt x="1255" y="109"/>
                </a:lnTo>
                <a:close/>
                <a:moveTo>
                  <a:pt x="1271" y="109"/>
                </a:moveTo>
                <a:lnTo>
                  <a:pt x="1278" y="109"/>
                </a:lnTo>
                <a:lnTo>
                  <a:pt x="1278" y="102"/>
                </a:lnTo>
                <a:lnTo>
                  <a:pt x="1271" y="102"/>
                </a:lnTo>
                <a:lnTo>
                  <a:pt x="1271" y="109"/>
                </a:lnTo>
                <a:close/>
                <a:moveTo>
                  <a:pt x="1288" y="109"/>
                </a:moveTo>
                <a:lnTo>
                  <a:pt x="1295" y="109"/>
                </a:lnTo>
                <a:lnTo>
                  <a:pt x="1295" y="102"/>
                </a:lnTo>
                <a:lnTo>
                  <a:pt x="1288" y="102"/>
                </a:lnTo>
                <a:lnTo>
                  <a:pt x="1288" y="109"/>
                </a:lnTo>
                <a:close/>
                <a:moveTo>
                  <a:pt x="1304" y="109"/>
                </a:moveTo>
                <a:lnTo>
                  <a:pt x="1312" y="109"/>
                </a:lnTo>
                <a:lnTo>
                  <a:pt x="1312" y="102"/>
                </a:lnTo>
                <a:lnTo>
                  <a:pt x="1304" y="102"/>
                </a:lnTo>
                <a:lnTo>
                  <a:pt x="1304" y="109"/>
                </a:lnTo>
                <a:close/>
                <a:moveTo>
                  <a:pt x="1539" y="109"/>
                </a:moveTo>
                <a:lnTo>
                  <a:pt x="1546" y="109"/>
                </a:lnTo>
                <a:lnTo>
                  <a:pt x="1546" y="102"/>
                </a:lnTo>
                <a:lnTo>
                  <a:pt x="1539" y="102"/>
                </a:lnTo>
                <a:lnTo>
                  <a:pt x="1539" y="109"/>
                </a:lnTo>
                <a:close/>
                <a:moveTo>
                  <a:pt x="1555" y="109"/>
                </a:moveTo>
                <a:lnTo>
                  <a:pt x="1563" y="109"/>
                </a:lnTo>
                <a:lnTo>
                  <a:pt x="1563" y="102"/>
                </a:lnTo>
                <a:lnTo>
                  <a:pt x="1555" y="102"/>
                </a:lnTo>
                <a:lnTo>
                  <a:pt x="1555" y="109"/>
                </a:lnTo>
                <a:close/>
                <a:moveTo>
                  <a:pt x="1572" y="109"/>
                </a:moveTo>
                <a:lnTo>
                  <a:pt x="1579" y="109"/>
                </a:lnTo>
                <a:lnTo>
                  <a:pt x="1579" y="102"/>
                </a:lnTo>
                <a:lnTo>
                  <a:pt x="1572" y="102"/>
                </a:lnTo>
                <a:lnTo>
                  <a:pt x="1572" y="109"/>
                </a:lnTo>
                <a:close/>
                <a:moveTo>
                  <a:pt x="1589" y="109"/>
                </a:moveTo>
                <a:lnTo>
                  <a:pt x="1596" y="109"/>
                </a:lnTo>
                <a:lnTo>
                  <a:pt x="1596" y="102"/>
                </a:lnTo>
                <a:lnTo>
                  <a:pt x="1589" y="102"/>
                </a:lnTo>
                <a:lnTo>
                  <a:pt x="1589" y="109"/>
                </a:lnTo>
                <a:close/>
                <a:moveTo>
                  <a:pt x="1605" y="109"/>
                </a:moveTo>
                <a:lnTo>
                  <a:pt x="1612" y="109"/>
                </a:lnTo>
                <a:lnTo>
                  <a:pt x="1612" y="102"/>
                </a:lnTo>
                <a:lnTo>
                  <a:pt x="1605" y="102"/>
                </a:lnTo>
                <a:lnTo>
                  <a:pt x="1605" y="109"/>
                </a:lnTo>
                <a:close/>
                <a:moveTo>
                  <a:pt x="1622" y="109"/>
                </a:moveTo>
                <a:lnTo>
                  <a:pt x="1629" y="109"/>
                </a:lnTo>
                <a:lnTo>
                  <a:pt x="1629" y="102"/>
                </a:lnTo>
                <a:lnTo>
                  <a:pt x="1622" y="102"/>
                </a:lnTo>
                <a:lnTo>
                  <a:pt x="1622" y="109"/>
                </a:lnTo>
                <a:close/>
                <a:moveTo>
                  <a:pt x="1638" y="109"/>
                </a:moveTo>
                <a:lnTo>
                  <a:pt x="1645" y="109"/>
                </a:lnTo>
                <a:lnTo>
                  <a:pt x="1645" y="102"/>
                </a:lnTo>
                <a:lnTo>
                  <a:pt x="1638" y="102"/>
                </a:lnTo>
                <a:lnTo>
                  <a:pt x="1638" y="109"/>
                </a:lnTo>
                <a:close/>
                <a:moveTo>
                  <a:pt x="1657" y="109"/>
                </a:moveTo>
                <a:lnTo>
                  <a:pt x="1664" y="109"/>
                </a:lnTo>
                <a:lnTo>
                  <a:pt x="1664" y="102"/>
                </a:lnTo>
                <a:lnTo>
                  <a:pt x="1657" y="102"/>
                </a:lnTo>
                <a:lnTo>
                  <a:pt x="1657" y="109"/>
                </a:lnTo>
                <a:close/>
                <a:moveTo>
                  <a:pt x="1674" y="109"/>
                </a:moveTo>
                <a:lnTo>
                  <a:pt x="1681" y="109"/>
                </a:lnTo>
                <a:lnTo>
                  <a:pt x="1681" y="102"/>
                </a:lnTo>
                <a:lnTo>
                  <a:pt x="1674" y="102"/>
                </a:lnTo>
                <a:lnTo>
                  <a:pt x="1674" y="109"/>
                </a:lnTo>
                <a:close/>
                <a:moveTo>
                  <a:pt x="2107" y="109"/>
                </a:moveTo>
                <a:lnTo>
                  <a:pt x="2114" y="109"/>
                </a:lnTo>
                <a:lnTo>
                  <a:pt x="2114" y="102"/>
                </a:lnTo>
                <a:lnTo>
                  <a:pt x="2107" y="102"/>
                </a:lnTo>
                <a:lnTo>
                  <a:pt x="2107" y="109"/>
                </a:lnTo>
                <a:close/>
                <a:moveTo>
                  <a:pt x="2242" y="109"/>
                </a:moveTo>
                <a:lnTo>
                  <a:pt x="2249" y="109"/>
                </a:lnTo>
                <a:lnTo>
                  <a:pt x="2249" y="102"/>
                </a:lnTo>
                <a:lnTo>
                  <a:pt x="2242" y="102"/>
                </a:lnTo>
                <a:lnTo>
                  <a:pt x="2242" y="109"/>
                </a:lnTo>
                <a:close/>
                <a:moveTo>
                  <a:pt x="2259" y="109"/>
                </a:moveTo>
                <a:lnTo>
                  <a:pt x="2266" y="109"/>
                </a:lnTo>
                <a:lnTo>
                  <a:pt x="2266" y="102"/>
                </a:lnTo>
                <a:lnTo>
                  <a:pt x="2259" y="102"/>
                </a:lnTo>
                <a:lnTo>
                  <a:pt x="2259" y="109"/>
                </a:lnTo>
                <a:close/>
                <a:moveTo>
                  <a:pt x="2275" y="109"/>
                </a:moveTo>
                <a:lnTo>
                  <a:pt x="2282" y="109"/>
                </a:lnTo>
                <a:lnTo>
                  <a:pt x="2282" y="102"/>
                </a:lnTo>
                <a:lnTo>
                  <a:pt x="2275" y="102"/>
                </a:lnTo>
                <a:lnTo>
                  <a:pt x="2275" y="109"/>
                </a:lnTo>
                <a:close/>
                <a:moveTo>
                  <a:pt x="2292" y="109"/>
                </a:moveTo>
                <a:lnTo>
                  <a:pt x="2299" y="109"/>
                </a:lnTo>
                <a:lnTo>
                  <a:pt x="2299" y="102"/>
                </a:lnTo>
                <a:lnTo>
                  <a:pt x="2292" y="102"/>
                </a:lnTo>
                <a:lnTo>
                  <a:pt x="2292" y="109"/>
                </a:lnTo>
                <a:close/>
                <a:moveTo>
                  <a:pt x="2308" y="109"/>
                </a:moveTo>
                <a:lnTo>
                  <a:pt x="2316" y="109"/>
                </a:lnTo>
                <a:lnTo>
                  <a:pt x="2316" y="102"/>
                </a:lnTo>
                <a:lnTo>
                  <a:pt x="2308" y="102"/>
                </a:lnTo>
                <a:lnTo>
                  <a:pt x="2308" y="109"/>
                </a:lnTo>
                <a:close/>
                <a:moveTo>
                  <a:pt x="2325" y="109"/>
                </a:moveTo>
                <a:lnTo>
                  <a:pt x="2332" y="109"/>
                </a:lnTo>
                <a:lnTo>
                  <a:pt x="2332" y="102"/>
                </a:lnTo>
                <a:lnTo>
                  <a:pt x="2325" y="102"/>
                </a:lnTo>
                <a:lnTo>
                  <a:pt x="2325" y="109"/>
                </a:lnTo>
                <a:close/>
                <a:moveTo>
                  <a:pt x="2342" y="109"/>
                </a:moveTo>
                <a:lnTo>
                  <a:pt x="2349" y="109"/>
                </a:lnTo>
                <a:lnTo>
                  <a:pt x="2349" y="102"/>
                </a:lnTo>
                <a:lnTo>
                  <a:pt x="2342" y="102"/>
                </a:lnTo>
                <a:lnTo>
                  <a:pt x="2342" y="109"/>
                </a:lnTo>
                <a:close/>
                <a:moveTo>
                  <a:pt x="485" y="126"/>
                </a:moveTo>
                <a:lnTo>
                  <a:pt x="492" y="126"/>
                </a:lnTo>
                <a:lnTo>
                  <a:pt x="492" y="119"/>
                </a:lnTo>
                <a:lnTo>
                  <a:pt x="485" y="119"/>
                </a:lnTo>
                <a:lnTo>
                  <a:pt x="485" y="126"/>
                </a:lnTo>
                <a:close/>
                <a:moveTo>
                  <a:pt x="502" y="126"/>
                </a:moveTo>
                <a:lnTo>
                  <a:pt x="509" y="126"/>
                </a:lnTo>
                <a:lnTo>
                  <a:pt x="509" y="119"/>
                </a:lnTo>
                <a:lnTo>
                  <a:pt x="502" y="119"/>
                </a:lnTo>
                <a:lnTo>
                  <a:pt x="502" y="126"/>
                </a:lnTo>
                <a:close/>
                <a:moveTo>
                  <a:pt x="518" y="126"/>
                </a:moveTo>
                <a:lnTo>
                  <a:pt x="525" y="126"/>
                </a:lnTo>
                <a:lnTo>
                  <a:pt x="525" y="119"/>
                </a:lnTo>
                <a:lnTo>
                  <a:pt x="518" y="119"/>
                </a:lnTo>
                <a:lnTo>
                  <a:pt x="518" y="126"/>
                </a:lnTo>
                <a:close/>
                <a:moveTo>
                  <a:pt x="535" y="126"/>
                </a:moveTo>
                <a:lnTo>
                  <a:pt x="542" y="126"/>
                </a:lnTo>
                <a:lnTo>
                  <a:pt x="542" y="119"/>
                </a:lnTo>
                <a:lnTo>
                  <a:pt x="535" y="119"/>
                </a:lnTo>
                <a:lnTo>
                  <a:pt x="535" y="126"/>
                </a:lnTo>
                <a:close/>
                <a:moveTo>
                  <a:pt x="568" y="126"/>
                </a:moveTo>
                <a:lnTo>
                  <a:pt x="575" y="126"/>
                </a:lnTo>
                <a:lnTo>
                  <a:pt x="575" y="119"/>
                </a:lnTo>
                <a:lnTo>
                  <a:pt x="568" y="119"/>
                </a:lnTo>
                <a:lnTo>
                  <a:pt x="568" y="126"/>
                </a:lnTo>
                <a:close/>
                <a:moveTo>
                  <a:pt x="585" y="126"/>
                </a:moveTo>
                <a:lnTo>
                  <a:pt x="592" y="126"/>
                </a:lnTo>
                <a:lnTo>
                  <a:pt x="592" y="119"/>
                </a:lnTo>
                <a:lnTo>
                  <a:pt x="585" y="119"/>
                </a:lnTo>
                <a:lnTo>
                  <a:pt x="585" y="126"/>
                </a:lnTo>
                <a:close/>
                <a:moveTo>
                  <a:pt x="601" y="126"/>
                </a:moveTo>
                <a:lnTo>
                  <a:pt x="608" y="126"/>
                </a:lnTo>
                <a:lnTo>
                  <a:pt x="608" y="119"/>
                </a:lnTo>
                <a:lnTo>
                  <a:pt x="601" y="119"/>
                </a:lnTo>
                <a:lnTo>
                  <a:pt x="601" y="126"/>
                </a:lnTo>
                <a:close/>
                <a:moveTo>
                  <a:pt x="620" y="126"/>
                </a:moveTo>
                <a:lnTo>
                  <a:pt x="625" y="126"/>
                </a:lnTo>
                <a:lnTo>
                  <a:pt x="625" y="119"/>
                </a:lnTo>
                <a:lnTo>
                  <a:pt x="620" y="119"/>
                </a:lnTo>
                <a:lnTo>
                  <a:pt x="620" y="126"/>
                </a:lnTo>
                <a:close/>
                <a:moveTo>
                  <a:pt x="637" y="126"/>
                </a:moveTo>
                <a:lnTo>
                  <a:pt x="644" y="126"/>
                </a:lnTo>
                <a:lnTo>
                  <a:pt x="644" y="119"/>
                </a:lnTo>
                <a:lnTo>
                  <a:pt x="637" y="119"/>
                </a:lnTo>
                <a:lnTo>
                  <a:pt x="637" y="126"/>
                </a:lnTo>
                <a:close/>
                <a:moveTo>
                  <a:pt x="653" y="126"/>
                </a:moveTo>
                <a:lnTo>
                  <a:pt x="660" y="126"/>
                </a:lnTo>
                <a:lnTo>
                  <a:pt x="660" y="119"/>
                </a:lnTo>
                <a:lnTo>
                  <a:pt x="653" y="119"/>
                </a:lnTo>
                <a:lnTo>
                  <a:pt x="653" y="126"/>
                </a:lnTo>
                <a:close/>
                <a:moveTo>
                  <a:pt x="670" y="126"/>
                </a:moveTo>
                <a:lnTo>
                  <a:pt x="677" y="126"/>
                </a:lnTo>
                <a:lnTo>
                  <a:pt x="677" y="119"/>
                </a:lnTo>
                <a:lnTo>
                  <a:pt x="670" y="119"/>
                </a:lnTo>
                <a:lnTo>
                  <a:pt x="670" y="126"/>
                </a:lnTo>
                <a:close/>
                <a:moveTo>
                  <a:pt x="686" y="126"/>
                </a:moveTo>
                <a:lnTo>
                  <a:pt x="693" y="126"/>
                </a:lnTo>
                <a:lnTo>
                  <a:pt x="693" y="119"/>
                </a:lnTo>
                <a:lnTo>
                  <a:pt x="686" y="119"/>
                </a:lnTo>
                <a:lnTo>
                  <a:pt x="686" y="126"/>
                </a:lnTo>
                <a:close/>
                <a:moveTo>
                  <a:pt x="703" y="126"/>
                </a:moveTo>
                <a:lnTo>
                  <a:pt x="710" y="126"/>
                </a:lnTo>
                <a:lnTo>
                  <a:pt x="710" y="119"/>
                </a:lnTo>
                <a:lnTo>
                  <a:pt x="703" y="119"/>
                </a:lnTo>
                <a:lnTo>
                  <a:pt x="703" y="126"/>
                </a:lnTo>
                <a:close/>
                <a:moveTo>
                  <a:pt x="720" y="126"/>
                </a:moveTo>
                <a:lnTo>
                  <a:pt x="727" y="126"/>
                </a:lnTo>
                <a:lnTo>
                  <a:pt x="727" y="119"/>
                </a:lnTo>
                <a:lnTo>
                  <a:pt x="720" y="119"/>
                </a:lnTo>
                <a:lnTo>
                  <a:pt x="720" y="126"/>
                </a:lnTo>
                <a:close/>
                <a:moveTo>
                  <a:pt x="736" y="126"/>
                </a:moveTo>
                <a:lnTo>
                  <a:pt x="743" y="126"/>
                </a:lnTo>
                <a:lnTo>
                  <a:pt x="743" y="119"/>
                </a:lnTo>
                <a:lnTo>
                  <a:pt x="736" y="119"/>
                </a:lnTo>
                <a:lnTo>
                  <a:pt x="736" y="126"/>
                </a:lnTo>
                <a:close/>
                <a:moveTo>
                  <a:pt x="753" y="126"/>
                </a:moveTo>
                <a:lnTo>
                  <a:pt x="760" y="126"/>
                </a:lnTo>
                <a:lnTo>
                  <a:pt x="760" y="119"/>
                </a:lnTo>
                <a:lnTo>
                  <a:pt x="753" y="119"/>
                </a:lnTo>
                <a:lnTo>
                  <a:pt x="753" y="126"/>
                </a:lnTo>
                <a:close/>
                <a:moveTo>
                  <a:pt x="769" y="126"/>
                </a:moveTo>
                <a:lnTo>
                  <a:pt x="776" y="126"/>
                </a:lnTo>
                <a:lnTo>
                  <a:pt x="776" y="119"/>
                </a:lnTo>
                <a:lnTo>
                  <a:pt x="769" y="119"/>
                </a:lnTo>
                <a:lnTo>
                  <a:pt x="769" y="126"/>
                </a:lnTo>
                <a:close/>
                <a:moveTo>
                  <a:pt x="786" y="126"/>
                </a:moveTo>
                <a:lnTo>
                  <a:pt x="793" y="126"/>
                </a:lnTo>
                <a:lnTo>
                  <a:pt x="793" y="119"/>
                </a:lnTo>
                <a:lnTo>
                  <a:pt x="786" y="119"/>
                </a:lnTo>
                <a:lnTo>
                  <a:pt x="786" y="126"/>
                </a:lnTo>
                <a:close/>
                <a:moveTo>
                  <a:pt x="802" y="126"/>
                </a:moveTo>
                <a:lnTo>
                  <a:pt x="810" y="126"/>
                </a:lnTo>
                <a:lnTo>
                  <a:pt x="810" y="119"/>
                </a:lnTo>
                <a:lnTo>
                  <a:pt x="802" y="119"/>
                </a:lnTo>
                <a:lnTo>
                  <a:pt x="802" y="126"/>
                </a:lnTo>
                <a:close/>
                <a:moveTo>
                  <a:pt x="819" y="126"/>
                </a:moveTo>
                <a:lnTo>
                  <a:pt x="826" y="126"/>
                </a:lnTo>
                <a:lnTo>
                  <a:pt x="826" y="119"/>
                </a:lnTo>
                <a:lnTo>
                  <a:pt x="819" y="119"/>
                </a:lnTo>
                <a:lnTo>
                  <a:pt x="819" y="126"/>
                </a:lnTo>
                <a:close/>
                <a:moveTo>
                  <a:pt x="836" y="126"/>
                </a:moveTo>
                <a:lnTo>
                  <a:pt x="843" y="126"/>
                </a:lnTo>
                <a:lnTo>
                  <a:pt x="843" y="119"/>
                </a:lnTo>
                <a:lnTo>
                  <a:pt x="836" y="119"/>
                </a:lnTo>
                <a:lnTo>
                  <a:pt x="836" y="126"/>
                </a:lnTo>
                <a:close/>
                <a:moveTo>
                  <a:pt x="852" y="126"/>
                </a:moveTo>
                <a:lnTo>
                  <a:pt x="859" y="126"/>
                </a:lnTo>
                <a:lnTo>
                  <a:pt x="859" y="119"/>
                </a:lnTo>
                <a:lnTo>
                  <a:pt x="852" y="119"/>
                </a:lnTo>
                <a:lnTo>
                  <a:pt x="852" y="126"/>
                </a:lnTo>
                <a:close/>
                <a:moveTo>
                  <a:pt x="871" y="126"/>
                </a:moveTo>
                <a:lnTo>
                  <a:pt x="876" y="126"/>
                </a:lnTo>
                <a:lnTo>
                  <a:pt x="876" y="119"/>
                </a:lnTo>
                <a:lnTo>
                  <a:pt x="871" y="119"/>
                </a:lnTo>
                <a:lnTo>
                  <a:pt x="871" y="126"/>
                </a:lnTo>
                <a:close/>
                <a:moveTo>
                  <a:pt x="888" y="126"/>
                </a:moveTo>
                <a:lnTo>
                  <a:pt x="895" y="126"/>
                </a:lnTo>
                <a:lnTo>
                  <a:pt x="895" y="119"/>
                </a:lnTo>
                <a:lnTo>
                  <a:pt x="888" y="119"/>
                </a:lnTo>
                <a:lnTo>
                  <a:pt x="888" y="126"/>
                </a:lnTo>
                <a:close/>
                <a:moveTo>
                  <a:pt x="904" y="126"/>
                </a:moveTo>
                <a:lnTo>
                  <a:pt x="911" y="126"/>
                </a:lnTo>
                <a:lnTo>
                  <a:pt x="911" y="119"/>
                </a:lnTo>
                <a:lnTo>
                  <a:pt x="904" y="119"/>
                </a:lnTo>
                <a:lnTo>
                  <a:pt x="904" y="126"/>
                </a:lnTo>
                <a:close/>
                <a:moveTo>
                  <a:pt x="921" y="126"/>
                </a:moveTo>
                <a:lnTo>
                  <a:pt x="928" y="126"/>
                </a:lnTo>
                <a:lnTo>
                  <a:pt x="928" y="119"/>
                </a:lnTo>
                <a:lnTo>
                  <a:pt x="921" y="119"/>
                </a:lnTo>
                <a:lnTo>
                  <a:pt x="921" y="126"/>
                </a:lnTo>
                <a:close/>
                <a:moveTo>
                  <a:pt x="937" y="126"/>
                </a:moveTo>
                <a:lnTo>
                  <a:pt x="944" y="126"/>
                </a:lnTo>
                <a:lnTo>
                  <a:pt x="944" y="119"/>
                </a:lnTo>
                <a:lnTo>
                  <a:pt x="937" y="119"/>
                </a:lnTo>
                <a:lnTo>
                  <a:pt x="937" y="126"/>
                </a:lnTo>
                <a:close/>
                <a:moveTo>
                  <a:pt x="954" y="126"/>
                </a:moveTo>
                <a:lnTo>
                  <a:pt x="961" y="126"/>
                </a:lnTo>
                <a:lnTo>
                  <a:pt x="961" y="119"/>
                </a:lnTo>
                <a:lnTo>
                  <a:pt x="954" y="119"/>
                </a:lnTo>
                <a:lnTo>
                  <a:pt x="954" y="126"/>
                </a:lnTo>
                <a:close/>
                <a:moveTo>
                  <a:pt x="971" y="126"/>
                </a:moveTo>
                <a:lnTo>
                  <a:pt x="978" y="126"/>
                </a:lnTo>
                <a:lnTo>
                  <a:pt x="978" y="119"/>
                </a:lnTo>
                <a:lnTo>
                  <a:pt x="971" y="119"/>
                </a:lnTo>
                <a:lnTo>
                  <a:pt x="971" y="126"/>
                </a:lnTo>
                <a:close/>
                <a:moveTo>
                  <a:pt x="987" y="126"/>
                </a:moveTo>
                <a:lnTo>
                  <a:pt x="994" y="126"/>
                </a:lnTo>
                <a:lnTo>
                  <a:pt x="994" y="119"/>
                </a:lnTo>
                <a:lnTo>
                  <a:pt x="987" y="119"/>
                </a:lnTo>
                <a:lnTo>
                  <a:pt x="987" y="126"/>
                </a:lnTo>
                <a:close/>
                <a:moveTo>
                  <a:pt x="1004" y="126"/>
                </a:moveTo>
                <a:lnTo>
                  <a:pt x="1011" y="126"/>
                </a:lnTo>
                <a:lnTo>
                  <a:pt x="1011" y="119"/>
                </a:lnTo>
                <a:lnTo>
                  <a:pt x="1004" y="119"/>
                </a:lnTo>
                <a:lnTo>
                  <a:pt x="1004" y="126"/>
                </a:lnTo>
                <a:close/>
                <a:moveTo>
                  <a:pt x="1020" y="126"/>
                </a:moveTo>
                <a:lnTo>
                  <a:pt x="1027" y="126"/>
                </a:lnTo>
                <a:lnTo>
                  <a:pt x="1027" y="119"/>
                </a:lnTo>
                <a:lnTo>
                  <a:pt x="1020" y="119"/>
                </a:lnTo>
                <a:lnTo>
                  <a:pt x="1020" y="126"/>
                </a:lnTo>
                <a:close/>
                <a:moveTo>
                  <a:pt x="1037" y="126"/>
                </a:moveTo>
                <a:lnTo>
                  <a:pt x="1044" y="126"/>
                </a:lnTo>
                <a:lnTo>
                  <a:pt x="1044" y="119"/>
                </a:lnTo>
                <a:lnTo>
                  <a:pt x="1037" y="119"/>
                </a:lnTo>
                <a:lnTo>
                  <a:pt x="1037" y="126"/>
                </a:lnTo>
                <a:close/>
                <a:moveTo>
                  <a:pt x="1053" y="126"/>
                </a:moveTo>
                <a:lnTo>
                  <a:pt x="1061" y="126"/>
                </a:lnTo>
                <a:lnTo>
                  <a:pt x="1061" y="119"/>
                </a:lnTo>
                <a:lnTo>
                  <a:pt x="1053" y="119"/>
                </a:lnTo>
                <a:lnTo>
                  <a:pt x="1053" y="126"/>
                </a:lnTo>
                <a:close/>
                <a:moveTo>
                  <a:pt x="1070" y="126"/>
                </a:moveTo>
                <a:lnTo>
                  <a:pt x="1077" y="126"/>
                </a:lnTo>
                <a:lnTo>
                  <a:pt x="1077" y="119"/>
                </a:lnTo>
                <a:lnTo>
                  <a:pt x="1070" y="119"/>
                </a:lnTo>
                <a:lnTo>
                  <a:pt x="1070" y="126"/>
                </a:lnTo>
                <a:close/>
                <a:moveTo>
                  <a:pt x="1087" y="126"/>
                </a:moveTo>
                <a:lnTo>
                  <a:pt x="1094" y="126"/>
                </a:lnTo>
                <a:lnTo>
                  <a:pt x="1094" y="119"/>
                </a:lnTo>
                <a:lnTo>
                  <a:pt x="1087" y="119"/>
                </a:lnTo>
                <a:lnTo>
                  <a:pt x="1087" y="126"/>
                </a:lnTo>
                <a:close/>
                <a:moveTo>
                  <a:pt x="1103" y="126"/>
                </a:moveTo>
                <a:lnTo>
                  <a:pt x="1110" y="126"/>
                </a:lnTo>
                <a:lnTo>
                  <a:pt x="1110" y="119"/>
                </a:lnTo>
                <a:lnTo>
                  <a:pt x="1103" y="119"/>
                </a:lnTo>
                <a:lnTo>
                  <a:pt x="1103" y="126"/>
                </a:lnTo>
                <a:close/>
                <a:moveTo>
                  <a:pt x="1120" y="126"/>
                </a:moveTo>
                <a:lnTo>
                  <a:pt x="1127" y="126"/>
                </a:lnTo>
                <a:lnTo>
                  <a:pt x="1127" y="119"/>
                </a:lnTo>
                <a:lnTo>
                  <a:pt x="1120" y="119"/>
                </a:lnTo>
                <a:lnTo>
                  <a:pt x="1120" y="126"/>
                </a:lnTo>
                <a:close/>
                <a:moveTo>
                  <a:pt x="1139" y="126"/>
                </a:moveTo>
                <a:lnTo>
                  <a:pt x="1146" y="126"/>
                </a:lnTo>
                <a:lnTo>
                  <a:pt x="1146" y="119"/>
                </a:lnTo>
                <a:lnTo>
                  <a:pt x="1139" y="119"/>
                </a:lnTo>
                <a:lnTo>
                  <a:pt x="1139" y="126"/>
                </a:lnTo>
                <a:close/>
                <a:moveTo>
                  <a:pt x="1155" y="126"/>
                </a:moveTo>
                <a:lnTo>
                  <a:pt x="1162" y="126"/>
                </a:lnTo>
                <a:lnTo>
                  <a:pt x="1162" y="119"/>
                </a:lnTo>
                <a:lnTo>
                  <a:pt x="1155" y="119"/>
                </a:lnTo>
                <a:lnTo>
                  <a:pt x="1155" y="126"/>
                </a:lnTo>
                <a:close/>
                <a:moveTo>
                  <a:pt x="1172" y="126"/>
                </a:moveTo>
                <a:lnTo>
                  <a:pt x="1179" y="126"/>
                </a:lnTo>
                <a:lnTo>
                  <a:pt x="1179" y="119"/>
                </a:lnTo>
                <a:lnTo>
                  <a:pt x="1172" y="119"/>
                </a:lnTo>
                <a:lnTo>
                  <a:pt x="1172" y="126"/>
                </a:lnTo>
                <a:close/>
                <a:moveTo>
                  <a:pt x="1188" y="126"/>
                </a:moveTo>
                <a:lnTo>
                  <a:pt x="1196" y="126"/>
                </a:lnTo>
                <a:lnTo>
                  <a:pt x="1196" y="119"/>
                </a:lnTo>
                <a:lnTo>
                  <a:pt x="1188" y="119"/>
                </a:lnTo>
                <a:lnTo>
                  <a:pt x="1188" y="126"/>
                </a:lnTo>
                <a:close/>
                <a:moveTo>
                  <a:pt x="1205" y="126"/>
                </a:moveTo>
                <a:lnTo>
                  <a:pt x="1212" y="126"/>
                </a:lnTo>
                <a:lnTo>
                  <a:pt x="1212" y="119"/>
                </a:lnTo>
                <a:lnTo>
                  <a:pt x="1205" y="119"/>
                </a:lnTo>
                <a:lnTo>
                  <a:pt x="1205" y="126"/>
                </a:lnTo>
                <a:close/>
                <a:moveTo>
                  <a:pt x="1222" y="126"/>
                </a:moveTo>
                <a:lnTo>
                  <a:pt x="1229" y="126"/>
                </a:lnTo>
                <a:lnTo>
                  <a:pt x="1229" y="119"/>
                </a:lnTo>
                <a:lnTo>
                  <a:pt x="1222" y="119"/>
                </a:lnTo>
                <a:lnTo>
                  <a:pt x="1222" y="126"/>
                </a:lnTo>
                <a:close/>
                <a:moveTo>
                  <a:pt x="1238" y="126"/>
                </a:moveTo>
                <a:lnTo>
                  <a:pt x="1245" y="126"/>
                </a:lnTo>
                <a:lnTo>
                  <a:pt x="1245" y="119"/>
                </a:lnTo>
                <a:lnTo>
                  <a:pt x="1238" y="119"/>
                </a:lnTo>
                <a:lnTo>
                  <a:pt x="1238" y="126"/>
                </a:lnTo>
                <a:close/>
                <a:moveTo>
                  <a:pt x="1255" y="126"/>
                </a:moveTo>
                <a:lnTo>
                  <a:pt x="1262" y="126"/>
                </a:lnTo>
                <a:lnTo>
                  <a:pt x="1262" y="119"/>
                </a:lnTo>
                <a:lnTo>
                  <a:pt x="1255" y="119"/>
                </a:lnTo>
                <a:lnTo>
                  <a:pt x="1255" y="126"/>
                </a:lnTo>
                <a:close/>
                <a:moveTo>
                  <a:pt x="1271" y="126"/>
                </a:moveTo>
                <a:lnTo>
                  <a:pt x="1278" y="126"/>
                </a:lnTo>
                <a:lnTo>
                  <a:pt x="1278" y="119"/>
                </a:lnTo>
                <a:lnTo>
                  <a:pt x="1271" y="119"/>
                </a:lnTo>
                <a:lnTo>
                  <a:pt x="1271" y="126"/>
                </a:lnTo>
                <a:close/>
                <a:moveTo>
                  <a:pt x="1288" y="126"/>
                </a:moveTo>
                <a:lnTo>
                  <a:pt x="1295" y="126"/>
                </a:lnTo>
                <a:lnTo>
                  <a:pt x="1295" y="119"/>
                </a:lnTo>
                <a:lnTo>
                  <a:pt x="1288" y="119"/>
                </a:lnTo>
                <a:lnTo>
                  <a:pt x="1288" y="126"/>
                </a:lnTo>
                <a:close/>
                <a:moveTo>
                  <a:pt x="1304" y="126"/>
                </a:moveTo>
                <a:lnTo>
                  <a:pt x="1312" y="126"/>
                </a:lnTo>
                <a:lnTo>
                  <a:pt x="1312" y="119"/>
                </a:lnTo>
                <a:lnTo>
                  <a:pt x="1304" y="119"/>
                </a:lnTo>
                <a:lnTo>
                  <a:pt x="1304" y="126"/>
                </a:lnTo>
                <a:close/>
                <a:moveTo>
                  <a:pt x="1539" y="126"/>
                </a:moveTo>
                <a:lnTo>
                  <a:pt x="1546" y="126"/>
                </a:lnTo>
                <a:lnTo>
                  <a:pt x="1546" y="119"/>
                </a:lnTo>
                <a:lnTo>
                  <a:pt x="1539" y="119"/>
                </a:lnTo>
                <a:lnTo>
                  <a:pt x="1539" y="126"/>
                </a:lnTo>
                <a:close/>
                <a:moveTo>
                  <a:pt x="1555" y="126"/>
                </a:moveTo>
                <a:lnTo>
                  <a:pt x="1563" y="126"/>
                </a:lnTo>
                <a:lnTo>
                  <a:pt x="1563" y="119"/>
                </a:lnTo>
                <a:lnTo>
                  <a:pt x="1555" y="119"/>
                </a:lnTo>
                <a:lnTo>
                  <a:pt x="1555" y="126"/>
                </a:lnTo>
                <a:close/>
                <a:moveTo>
                  <a:pt x="1572" y="126"/>
                </a:moveTo>
                <a:lnTo>
                  <a:pt x="1579" y="126"/>
                </a:lnTo>
                <a:lnTo>
                  <a:pt x="1579" y="119"/>
                </a:lnTo>
                <a:lnTo>
                  <a:pt x="1572" y="119"/>
                </a:lnTo>
                <a:lnTo>
                  <a:pt x="1572" y="126"/>
                </a:lnTo>
                <a:close/>
                <a:moveTo>
                  <a:pt x="1589" y="126"/>
                </a:moveTo>
                <a:lnTo>
                  <a:pt x="1596" y="126"/>
                </a:lnTo>
                <a:lnTo>
                  <a:pt x="1596" y="119"/>
                </a:lnTo>
                <a:lnTo>
                  <a:pt x="1589" y="119"/>
                </a:lnTo>
                <a:lnTo>
                  <a:pt x="1589" y="126"/>
                </a:lnTo>
                <a:close/>
                <a:moveTo>
                  <a:pt x="1605" y="126"/>
                </a:moveTo>
                <a:lnTo>
                  <a:pt x="1612" y="126"/>
                </a:lnTo>
                <a:lnTo>
                  <a:pt x="1612" y="119"/>
                </a:lnTo>
                <a:lnTo>
                  <a:pt x="1605" y="119"/>
                </a:lnTo>
                <a:lnTo>
                  <a:pt x="1605" y="126"/>
                </a:lnTo>
                <a:close/>
                <a:moveTo>
                  <a:pt x="1622" y="126"/>
                </a:moveTo>
                <a:lnTo>
                  <a:pt x="1629" y="126"/>
                </a:lnTo>
                <a:lnTo>
                  <a:pt x="1629" y="119"/>
                </a:lnTo>
                <a:lnTo>
                  <a:pt x="1622" y="119"/>
                </a:lnTo>
                <a:lnTo>
                  <a:pt x="1622" y="126"/>
                </a:lnTo>
                <a:close/>
                <a:moveTo>
                  <a:pt x="1638" y="126"/>
                </a:moveTo>
                <a:lnTo>
                  <a:pt x="1645" y="126"/>
                </a:lnTo>
                <a:lnTo>
                  <a:pt x="1645" y="119"/>
                </a:lnTo>
                <a:lnTo>
                  <a:pt x="1638" y="119"/>
                </a:lnTo>
                <a:lnTo>
                  <a:pt x="1638" y="126"/>
                </a:lnTo>
                <a:close/>
                <a:moveTo>
                  <a:pt x="1657" y="126"/>
                </a:moveTo>
                <a:lnTo>
                  <a:pt x="1664" y="126"/>
                </a:lnTo>
                <a:lnTo>
                  <a:pt x="1664" y="119"/>
                </a:lnTo>
                <a:lnTo>
                  <a:pt x="1657" y="119"/>
                </a:lnTo>
                <a:lnTo>
                  <a:pt x="1657" y="126"/>
                </a:lnTo>
                <a:close/>
                <a:moveTo>
                  <a:pt x="2292" y="126"/>
                </a:moveTo>
                <a:lnTo>
                  <a:pt x="2299" y="126"/>
                </a:lnTo>
                <a:lnTo>
                  <a:pt x="2299" y="119"/>
                </a:lnTo>
                <a:lnTo>
                  <a:pt x="2292" y="119"/>
                </a:lnTo>
                <a:lnTo>
                  <a:pt x="2292" y="126"/>
                </a:lnTo>
                <a:close/>
                <a:moveTo>
                  <a:pt x="2308" y="126"/>
                </a:moveTo>
                <a:lnTo>
                  <a:pt x="2316" y="126"/>
                </a:lnTo>
                <a:lnTo>
                  <a:pt x="2316" y="119"/>
                </a:lnTo>
                <a:lnTo>
                  <a:pt x="2308" y="119"/>
                </a:lnTo>
                <a:lnTo>
                  <a:pt x="2308" y="126"/>
                </a:lnTo>
                <a:close/>
                <a:moveTo>
                  <a:pt x="2325" y="126"/>
                </a:moveTo>
                <a:lnTo>
                  <a:pt x="2332" y="126"/>
                </a:lnTo>
                <a:lnTo>
                  <a:pt x="2332" y="119"/>
                </a:lnTo>
                <a:lnTo>
                  <a:pt x="2325" y="119"/>
                </a:lnTo>
                <a:lnTo>
                  <a:pt x="2325" y="126"/>
                </a:lnTo>
                <a:close/>
                <a:moveTo>
                  <a:pt x="2342" y="126"/>
                </a:moveTo>
                <a:lnTo>
                  <a:pt x="2349" y="126"/>
                </a:lnTo>
                <a:lnTo>
                  <a:pt x="2349" y="119"/>
                </a:lnTo>
                <a:lnTo>
                  <a:pt x="2342" y="119"/>
                </a:lnTo>
                <a:lnTo>
                  <a:pt x="2342" y="126"/>
                </a:lnTo>
                <a:close/>
                <a:moveTo>
                  <a:pt x="2358" y="126"/>
                </a:moveTo>
                <a:lnTo>
                  <a:pt x="2365" y="126"/>
                </a:lnTo>
                <a:lnTo>
                  <a:pt x="2365" y="119"/>
                </a:lnTo>
                <a:lnTo>
                  <a:pt x="2358" y="119"/>
                </a:lnTo>
                <a:lnTo>
                  <a:pt x="2358" y="126"/>
                </a:lnTo>
                <a:close/>
                <a:moveTo>
                  <a:pt x="435" y="142"/>
                </a:moveTo>
                <a:lnTo>
                  <a:pt x="442" y="142"/>
                </a:lnTo>
                <a:lnTo>
                  <a:pt x="442" y="135"/>
                </a:lnTo>
                <a:lnTo>
                  <a:pt x="435" y="135"/>
                </a:lnTo>
                <a:lnTo>
                  <a:pt x="435" y="142"/>
                </a:lnTo>
                <a:close/>
                <a:moveTo>
                  <a:pt x="452" y="142"/>
                </a:moveTo>
                <a:lnTo>
                  <a:pt x="459" y="142"/>
                </a:lnTo>
                <a:lnTo>
                  <a:pt x="459" y="135"/>
                </a:lnTo>
                <a:lnTo>
                  <a:pt x="452" y="135"/>
                </a:lnTo>
                <a:lnTo>
                  <a:pt x="452" y="142"/>
                </a:lnTo>
                <a:close/>
                <a:moveTo>
                  <a:pt x="469" y="142"/>
                </a:moveTo>
                <a:lnTo>
                  <a:pt x="476" y="142"/>
                </a:lnTo>
                <a:lnTo>
                  <a:pt x="476" y="135"/>
                </a:lnTo>
                <a:lnTo>
                  <a:pt x="469" y="135"/>
                </a:lnTo>
                <a:lnTo>
                  <a:pt x="469" y="142"/>
                </a:lnTo>
                <a:close/>
                <a:moveTo>
                  <a:pt x="485" y="142"/>
                </a:moveTo>
                <a:lnTo>
                  <a:pt x="492" y="142"/>
                </a:lnTo>
                <a:lnTo>
                  <a:pt x="492" y="135"/>
                </a:lnTo>
                <a:lnTo>
                  <a:pt x="485" y="135"/>
                </a:lnTo>
                <a:lnTo>
                  <a:pt x="485" y="142"/>
                </a:lnTo>
                <a:close/>
                <a:moveTo>
                  <a:pt x="502" y="142"/>
                </a:moveTo>
                <a:lnTo>
                  <a:pt x="509" y="142"/>
                </a:lnTo>
                <a:lnTo>
                  <a:pt x="509" y="135"/>
                </a:lnTo>
                <a:lnTo>
                  <a:pt x="502" y="135"/>
                </a:lnTo>
                <a:lnTo>
                  <a:pt x="502" y="142"/>
                </a:lnTo>
                <a:close/>
                <a:moveTo>
                  <a:pt x="518" y="142"/>
                </a:moveTo>
                <a:lnTo>
                  <a:pt x="525" y="142"/>
                </a:lnTo>
                <a:lnTo>
                  <a:pt x="525" y="135"/>
                </a:lnTo>
                <a:lnTo>
                  <a:pt x="518" y="135"/>
                </a:lnTo>
                <a:lnTo>
                  <a:pt x="518" y="142"/>
                </a:lnTo>
                <a:close/>
                <a:moveTo>
                  <a:pt x="535" y="142"/>
                </a:moveTo>
                <a:lnTo>
                  <a:pt x="542" y="142"/>
                </a:lnTo>
                <a:lnTo>
                  <a:pt x="542" y="135"/>
                </a:lnTo>
                <a:lnTo>
                  <a:pt x="535" y="135"/>
                </a:lnTo>
                <a:lnTo>
                  <a:pt x="535" y="142"/>
                </a:lnTo>
                <a:close/>
                <a:moveTo>
                  <a:pt x="568" y="142"/>
                </a:moveTo>
                <a:lnTo>
                  <a:pt x="575" y="142"/>
                </a:lnTo>
                <a:lnTo>
                  <a:pt x="575" y="135"/>
                </a:lnTo>
                <a:lnTo>
                  <a:pt x="568" y="135"/>
                </a:lnTo>
                <a:lnTo>
                  <a:pt x="568" y="142"/>
                </a:lnTo>
                <a:close/>
                <a:moveTo>
                  <a:pt x="601" y="142"/>
                </a:moveTo>
                <a:lnTo>
                  <a:pt x="608" y="142"/>
                </a:lnTo>
                <a:lnTo>
                  <a:pt x="608" y="135"/>
                </a:lnTo>
                <a:lnTo>
                  <a:pt x="601" y="135"/>
                </a:lnTo>
                <a:lnTo>
                  <a:pt x="601" y="142"/>
                </a:lnTo>
                <a:close/>
                <a:moveTo>
                  <a:pt x="637" y="142"/>
                </a:moveTo>
                <a:lnTo>
                  <a:pt x="644" y="142"/>
                </a:lnTo>
                <a:lnTo>
                  <a:pt x="644" y="135"/>
                </a:lnTo>
                <a:lnTo>
                  <a:pt x="637" y="135"/>
                </a:lnTo>
                <a:lnTo>
                  <a:pt x="637" y="142"/>
                </a:lnTo>
                <a:close/>
                <a:moveTo>
                  <a:pt x="653" y="142"/>
                </a:moveTo>
                <a:lnTo>
                  <a:pt x="660" y="142"/>
                </a:lnTo>
                <a:lnTo>
                  <a:pt x="660" y="135"/>
                </a:lnTo>
                <a:lnTo>
                  <a:pt x="653" y="135"/>
                </a:lnTo>
                <a:lnTo>
                  <a:pt x="653" y="142"/>
                </a:lnTo>
                <a:close/>
                <a:moveTo>
                  <a:pt x="670" y="142"/>
                </a:moveTo>
                <a:lnTo>
                  <a:pt x="677" y="142"/>
                </a:lnTo>
                <a:lnTo>
                  <a:pt x="677" y="135"/>
                </a:lnTo>
                <a:lnTo>
                  <a:pt x="670" y="135"/>
                </a:lnTo>
                <a:lnTo>
                  <a:pt x="670" y="142"/>
                </a:lnTo>
                <a:close/>
                <a:moveTo>
                  <a:pt x="686" y="142"/>
                </a:moveTo>
                <a:lnTo>
                  <a:pt x="693" y="142"/>
                </a:lnTo>
                <a:lnTo>
                  <a:pt x="693" y="135"/>
                </a:lnTo>
                <a:lnTo>
                  <a:pt x="686" y="135"/>
                </a:lnTo>
                <a:lnTo>
                  <a:pt x="686" y="142"/>
                </a:lnTo>
                <a:close/>
                <a:moveTo>
                  <a:pt x="703" y="142"/>
                </a:moveTo>
                <a:lnTo>
                  <a:pt x="710" y="142"/>
                </a:lnTo>
                <a:lnTo>
                  <a:pt x="710" y="135"/>
                </a:lnTo>
                <a:lnTo>
                  <a:pt x="703" y="135"/>
                </a:lnTo>
                <a:lnTo>
                  <a:pt x="703" y="142"/>
                </a:lnTo>
                <a:close/>
                <a:moveTo>
                  <a:pt x="720" y="142"/>
                </a:moveTo>
                <a:lnTo>
                  <a:pt x="727" y="142"/>
                </a:lnTo>
                <a:lnTo>
                  <a:pt x="727" y="135"/>
                </a:lnTo>
                <a:lnTo>
                  <a:pt x="720" y="135"/>
                </a:lnTo>
                <a:lnTo>
                  <a:pt x="720" y="142"/>
                </a:lnTo>
                <a:close/>
                <a:moveTo>
                  <a:pt x="736" y="142"/>
                </a:moveTo>
                <a:lnTo>
                  <a:pt x="743" y="142"/>
                </a:lnTo>
                <a:lnTo>
                  <a:pt x="743" y="135"/>
                </a:lnTo>
                <a:lnTo>
                  <a:pt x="736" y="135"/>
                </a:lnTo>
                <a:lnTo>
                  <a:pt x="736" y="142"/>
                </a:lnTo>
                <a:close/>
                <a:moveTo>
                  <a:pt x="753" y="142"/>
                </a:moveTo>
                <a:lnTo>
                  <a:pt x="760" y="142"/>
                </a:lnTo>
                <a:lnTo>
                  <a:pt x="760" y="135"/>
                </a:lnTo>
                <a:lnTo>
                  <a:pt x="753" y="135"/>
                </a:lnTo>
                <a:lnTo>
                  <a:pt x="753" y="142"/>
                </a:lnTo>
                <a:close/>
                <a:moveTo>
                  <a:pt x="769" y="142"/>
                </a:moveTo>
                <a:lnTo>
                  <a:pt x="776" y="142"/>
                </a:lnTo>
                <a:lnTo>
                  <a:pt x="776" y="135"/>
                </a:lnTo>
                <a:lnTo>
                  <a:pt x="769" y="135"/>
                </a:lnTo>
                <a:lnTo>
                  <a:pt x="769" y="142"/>
                </a:lnTo>
                <a:close/>
                <a:moveTo>
                  <a:pt x="786" y="142"/>
                </a:moveTo>
                <a:lnTo>
                  <a:pt x="793" y="142"/>
                </a:lnTo>
                <a:lnTo>
                  <a:pt x="793" y="135"/>
                </a:lnTo>
                <a:lnTo>
                  <a:pt x="786" y="135"/>
                </a:lnTo>
                <a:lnTo>
                  <a:pt x="786" y="142"/>
                </a:lnTo>
                <a:close/>
                <a:moveTo>
                  <a:pt x="802" y="142"/>
                </a:moveTo>
                <a:lnTo>
                  <a:pt x="810" y="142"/>
                </a:lnTo>
                <a:lnTo>
                  <a:pt x="810" y="135"/>
                </a:lnTo>
                <a:lnTo>
                  <a:pt x="802" y="135"/>
                </a:lnTo>
                <a:lnTo>
                  <a:pt x="802" y="142"/>
                </a:lnTo>
                <a:close/>
                <a:moveTo>
                  <a:pt x="852" y="142"/>
                </a:moveTo>
                <a:lnTo>
                  <a:pt x="859" y="142"/>
                </a:lnTo>
                <a:lnTo>
                  <a:pt x="859" y="135"/>
                </a:lnTo>
                <a:lnTo>
                  <a:pt x="852" y="135"/>
                </a:lnTo>
                <a:lnTo>
                  <a:pt x="852" y="142"/>
                </a:lnTo>
                <a:close/>
                <a:moveTo>
                  <a:pt x="871" y="142"/>
                </a:moveTo>
                <a:lnTo>
                  <a:pt x="876" y="142"/>
                </a:lnTo>
                <a:lnTo>
                  <a:pt x="876" y="135"/>
                </a:lnTo>
                <a:lnTo>
                  <a:pt x="871" y="135"/>
                </a:lnTo>
                <a:lnTo>
                  <a:pt x="871" y="142"/>
                </a:lnTo>
                <a:close/>
                <a:moveTo>
                  <a:pt x="888" y="142"/>
                </a:moveTo>
                <a:lnTo>
                  <a:pt x="895" y="142"/>
                </a:lnTo>
                <a:lnTo>
                  <a:pt x="895" y="135"/>
                </a:lnTo>
                <a:lnTo>
                  <a:pt x="888" y="135"/>
                </a:lnTo>
                <a:lnTo>
                  <a:pt x="888" y="142"/>
                </a:lnTo>
                <a:close/>
                <a:moveTo>
                  <a:pt x="904" y="142"/>
                </a:moveTo>
                <a:lnTo>
                  <a:pt x="911" y="142"/>
                </a:lnTo>
                <a:lnTo>
                  <a:pt x="911" y="135"/>
                </a:lnTo>
                <a:lnTo>
                  <a:pt x="904" y="135"/>
                </a:lnTo>
                <a:lnTo>
                  <a:pt x="904" y="142"/>
                </a:lnTo>
                <a:close/>
                <a:moveTo>
                  <a:pt x="921" y="142"/>
                </a:moveTo>
                <a:lnTo>
                  <a:pt x="928" y="142"/>
                </a:lnTo>
                <a:lnTo>
                  <a:pt x="928" y="135"/>
                </a:lnTo>
                <a:lnTo>
                  <a:pt x="921" y="135"/>
                </a:lnTo>
                <a:lnTo>
                  <a:pt x="921" y="142"/>
                </a:lnTo>
                <a:close/>
                <a:moveTo>
                  <a:pt x="937" y="142"/>
                </a:moveTo>
                <a:lnTo>
                  <a:pt x="944" y="142"/>
                </a:lnTo>
                <a:lnTo>
                  <a:pt x="944" y="135"/>
                </a:lnTo>
                <a:lnTo>
                  <a:pt x="937" y="135"/>
                </a:lnTo>
                <a:lnTo>
                  <a:pt x="937" y="142"/>
                </a:lnTo>
                <a:close/>
                <a:moveTo>
                  <a:pt x="954" y="142"/>
                </a:moveTo>
                <a:lnTo>
                  <a:pt x="961" y="142"/>
                </a:lnTo>
                <a:lnTo>
                  <a:pt x="961" y="135"/>
                </a:lnTo>
                <a:lnTo>
                  <a:pt x="954" y="135"/>
                </a:lnTo>
                <a:lnTo>
                  <a:pt x="954" y="142"/>
                </a:lnTo>
                <a:close/>
                <a:moveTo>
                  <a:pt x="971" y="142"/>
                </a:moveTo>
                <a:lnTo>
                  <a:pt x="978" y="142"/>
                </a:lnTo>
                <a:lnTo>
                  <a:pt x="978" y="135"/>
                </a:lnTo>
                <a:lnTo>
                  <a:pt x="971" y="135"/>
                </a:lnTo>
                <a:lnTo>
                  <a:pt x="971" y="142"/>
                </a:lnTo>
                <a:close/>
                <a:moveTo>
                  <a:pt x="987" y="142"/>
                </a:moveTo>
                <a:lnTo>
                  <a:pt x="994" y="142"/>
                </a:lnTo>
                <a:lnTo>
                  <a:pt x="994" y="135"/>
                </a:lnTo>
                <a:lnTo>
                  <a:pt x="987" y="135"/>
                </a:lnTo>
                <a:lnTo>
                  <a:pt x="987" y="142"/>
                </a:lnTo>
                <a:close/>
                <a:moveTo>
                  <a:pt x="1004" y="142"/>
                </a:moveTo>
                <a:lnTo>
                  <a:pt x="1011" y="142"/>
                </a:lnTo>
                <a:lnTo>
                  <a:pt x="1011" y="135"/>
                </a:lnTo>
                <a:lnTo>
                  <a:pt x="1004" y="135"/>
                </a:lnTo>
                <a:lnTo>
                  <a:pt x="1004" y="142"/>
                </a:lnTo>
                <a:close/>
                <a:moveTo>
                  <a:pt x="1020" y="142"/>
                </a:moveTo>
                <a:lnTo>
                  <a:pt x="1027" y="142"/>
                </a:lnTo>
                <a:lnTo>
                  <a:pt x="1027" y="135"/>
                </a:lnTo>
                <a:lnTo>
                  <a:pt x="1020" y="135"/>
                </a:lnTo>
                <a:lnTo>
                  <a:pt x="1020" y="142"/>
                </a:lnTo>
                <a:close/>
                <a:moveTo>
                  <a:pt x="1037" y="142"/>
                </a:moveTo>
                <a:lnTo>
                  <a:pt x="1044" y="142"/>
                </a:lnTo>
                <a:lnTo>
                  <a:pt x="1044" y="135"/>
                </a:lnTo>
                <a:lnTo>
                  <a:pt x="1037" y="135"/>
                </a:lnTo>
                <a:lnTo>
                  <a:pt x="1037" y="142"/>
                </a:lnTo>
                <a:close/>
                <a:moveTo>
                  <a:pt x="1053" y="142"/>
                </a:moveTo>
                <a:lnTo>
                  <a:pt x="1061" y="142"/>
                </a:lnTo>
                <a:lnTo>
                  <a:pt x="1061" y="135"/>
                </a:lnTo>
                <a:lnTo>
                  <a:pt x="1053" y="135"/>
                </a:lnTo>
                <a:lnTo>
                  <a:pt x="1053" y="142"/>
                </a:lnTo>
                <a:close/>
                <a:moveTo>
                  <a:pt x="1070" y="142"/>
                </a:moveTo>
                <a:lnTo>
                  <a:pt x="1077" y="142"/>
                </a:lnTo>
                <a:lnTo>
                  <a:pt x="1077" y="135"/>
                </a:lnTo>
                <a:lnTo>
                  <a:pt x="1070" y="135"/>
                </a:lnTo>
                <a:lnTo>
                  <a:pt x="1070" y="142"/>
                </a:lnTo>
                <a:close/>
                <a:moveTo>
                  <a:pt x="1087" y="142"/>
                </a:moveTo>
                <a:lnTo>
                  <a:pt x="1094" y="142"/>
                </a:lnTo>
                <a:lnTo>
                  <a:pt x="1094" y="135"/>
                </a:lnTo>
                <a:lnTo>
                  <a:pt x="1087" y="135"/>
                </a:lnTo>
                <a:lnTo>
                  <a:pt x="1087" y="142"/>
                </a:lnTo>
                <a:close/>
                <a:moveTo>
                  <a:pt x="1103" y="142"/>
                </a:moveTo>
                <a:lnTo>
                  <a:pt x="1110" y="142"/>
                </a:lnTo>
                <a:lnTo>
                  <a:pt x="1110" y="135"/>
                </a:lnTo>
                <a:lnTo>
                  <a:pt x="1103" y="135"/>
                </a:lnTo>
                <a:lnTo>
                  <a:pt x="1103" y="142"/>
                </a:lnTo>
                <a:close/>
                <a:moveTo>
                  <a:pt x="1120" y="142"/>
                </a:moveTo>
                <a:lnTo>
                  <a:pt x="1127" y="142"/>
                </a:lnTo>
                <a:lnTo>
                  <a:pt x="1127" y="135"/>
                </a:lnTo>
                <a:lnTo>
                  <a:pt x="1120" y="135"/>
                </a:lnTo>
                <a:lnTo>
                  <a:pt x="1120" y="142"/>
                </a:lnTo>
                <a:close/>
                <a:moveTo>
                  <a:pt x="1139" y="142"/>
                </a:moveTo>
                <a:lnTo>
                  <a:pt x="1146" y="142"/>
                </a:lnTo>
                <a:lnTo>
                  <a:pt x="1146" y="135"/>
                </a:lnTo>
                <a:lnTo>
                  <a:pt x="1139" y="135"/>
                </a:lnTo>
                <a:lnTo>
                  <a:pt x="1139" y="142"/>
                </a:lnTo>
                <a:close/>
                <a:moveTo>
                  <a:pt x="1155" y="142"/>
                </a:moveTo>
                <a:lnTo>
                  <a:pt x="1162" y="142"/>
                </a:lnTo>
                <a:lnTo>
                  <a:pt x="1162" y="135"/>
                </a:lnTo>
                <a:lnTo>
                  <a:pt x="1155" y="135"/>
                </a:lnTo>
                <a:lnTo>
                  <a:pt x="1155" y="142"/>
                </a:lnTo>
                <a:close/>
                <a:moveTo>
                  <a:pt x="1172" y="142"/>
                </a:moveTo>
                <a:lnTo>
                  <a:pt x="1179" y="142"/>
                </a:lnTo>
                <a:lnTo>
                  <a:pt x="1179" y="135"/>
                </a:lnTo>
                <a:lnTo>
                  <a:pt x="1172" y="135"/>
                </a:lnTo>
                <a:lnTo>
                  <a:pt x="1172" y="142"/>
                </a:lnTo>
                <a:close/>
                <a:moveTo>
                  <a:pt x="1188" y="142"/>
                </a:moveTo>
                <a:lnTo>
                  <a:pt x="1196" y="142"/>
                </a:lnTo>
                <a:lnTo>
                  <a:pt x="1196" y="135"/>
                </a:lnTo>
                <a:lnTo>
                  <a:pt x="1188" y="135"/>
                </a:lnTo>
                <a:lnTo>
                  <a:pt x="1188" y="142"/>
                </a:lnTo>
                <a:close/>
                <a:moveTo>
                  <a:pt x="1205" y="142"/>
                </a:moveTo>
                <a:lnTo>
                  <a:pt x="1212" y="142"/>
                </a:lnTo>
                <a:lnTo>
                  <a:pt x="1212" y="135"/>
                </a:lnTo>
                <a:lnTo>
                  <a:pt x="1205" y="135"/>
                </a:lnTo>
                <a:lnTo>
                  <a:pt x="1205" y="142"/>
                </a:lnTo>
                <a:close/>
                <a:moveTo>
                  <a:pt x="1222" y="142"/>
                </a:moveTo>
                <a:lnTo>
                  <a:pt x="1229" y="142"/>
                </a:lnTo>
                <a:lnTo>
                  <a:pt x="1229" y="135"/>
                </a:lnTo>
                <a:lnTo>
                  <a:pt x="1222" y="135"/>
                </a:lnTo>
                <a:lnTo>
                  <a:pt x="1222" y="142"/>
                </a:lnTo>
                <a:close/>
                <a:moveTo>
                  <a:pt x="1238" y="142"/>
                </a:moveTo>
                <a:lnTo>
                  <a:pt x="1245" y="142"/>
                </a:lnTo>
                <a:lnTo>
                  <a:pt x="1245" y="135"/>
                </a:lnTo>
                <a:lnTo>
                  <a:pt x="1238" y="135"/>
                </a:lnTo>
                <a:lnTo>
                  <a:pt x="1238" y="142"/>
                </a:lnTo>
                <a:close/>
                <a:moveTo>
                  <a:pt x="1255" y="142"/>
                </a:moveTo>
                <a:lnTo>
                  <a:pt x="1262" y="142"/>
                </a:lnTo>
                <a:lnTo>
                  <a:pt x="1262" y="135"/>
                </a:lnTo>
                <a:lnTo>
                  <a:pt x="1255" y="135"/>
                </a:lnTo>
                <a:lnTo>
                  <a:pt x="1255" y="142"/>
                </a:lnTo>
                <a:close/>
                <a:moveTo>
                  <a:pt x="1271" y="142"/>
                </a:moveTo>
                <a:lnTo>
                  <a:pt x="1278" y="142"/>
                </a:lnTo>
                <a:lnTo>
                  <a:pt x="1278" y="135"/>
                </a:lnTo>
                <a:lnTo>
                  <a:pt x="1271" y="135"/>
                </a:lnTo>
                <a:lnTo>
                  <a:pt x="1271" y="142"/>
                </a:lnTo>
                <a:close/>
                <a:moveTo>
                  <a:pt x="1288" y="142"/>
                </a:moveTo>
                <a:lnTo>
                  <a:pt x="1295" y="142"/>
                </a:lnTo>
                <a:lnTo>
                  <a:pt x="1295" y="135"/>
                </a:lnTo>
                <a:lnTo>
                  <a:pt x="1288" y="135"/>
                </a:lnTo>
                <a:lnTo>
                  <a:pt x="1288" y="142"/>
                </a:lnTo>
                <a:close/>
                <a:moveTo>
                  <a:pt x="1304" y="142"/>
                </a:moveTo>
                <a:lnTo>
                  <a:pt x="1312" y="142"/>
                </a:lnTo>
                <a:lnTo>
                  <a:pt x="1312" y="135"/>
                </a:lnTo>
                <a:lnTo>
                  <a:pt x="1304" y="135"/>
                </a:lnTo>
                <a:lnTo>
                  <a:pt x="1304" y="142"/>
                </a:lnTo>
                <a:close/>
                <a:moveTo>
                  <a:pt x="1572" y="142"/>
                </a:moveTo>
                <a:lnTo>
                  <a:pt x="1579" y="142"/>
                </a:lnTo>
                <a:lnTo>
                  <a:pt x="1579" y="135"/>
                </a:lnTo>
                <a:lnTo>
                  <a:pt x="1572" y="135"/>
                </a:lnTo>
                <a:lnTo>
                  <a:pt x="1572" y="142"/>
                </a:lnTo>
                <a:close/>
                <a:moveTo>
                  <a:pt x="1589" y="142"/>
                </a:moveTo>
                <a:lnTo>
                  <a:pt x="1596" y="142"/>
                </a:lnTo>
                <a:lnTo>
                  <a:pt x="1596" y="135"/>
                </a:lnTo>
                <a:lnTo>
                  <a:pt x="1589" y="135"/>
                </a:lnTo>
                <a:lnTo>
                  <a:pt x="1589" y="142"/>
                </a:lnTo>
                <a:close/>
                <a:moveTo>
                  <a:pt x="1605" y="142"/>
                </a:moveTo>
                <a:lnTo>
                  <a:pt x="1612" y="142"/>
                </a:lnTo>
                <a:lnTo>
                  <a:pt x="1612" y="135"/>
                </a:lnTo>
                <a:lnTo>
                  <a:pt x="1605" y="135"/>
                </a:lnTo>
                <a:lnTo>
                  <a:pt x="1605" y="142"/>
                </a:lnTo>
                <a:close/>
                <a:moveTo>
                  <a:pt x="1622" y="142"/>
                </a:moveTo>
                <a:lnTo>
                  <a:pt x="1629" y="142"/>
                </a:lnTo>
                <a:lnTo>
                  <a:pt x="1629" y="135"/>
                </a:lnTo>
                <a:lnTo>
                  <a:pt x="1622" y="135"/>
                </a:lnTo>
                <a:lnTo>
                  <a:pt x="1622" y="142"/>
                </a:lnTo>
                <a:close/>
                <a:moveTo>
                  <a:pt x="1638" y="142"/>
                </a:moveTo>
                <a:lnTo>
                  <a:pt x="1645" y="142"/>
                </a:lnTo>
                <a:lnTo>
                  <a:pt x="1645" y="135"/>
                </a:lnTo>
                <a:lnTo>
                  <a:pt x="1638" y="135"/>
                </a:lnTo>
                <a:lnTo>
                  <a:pt x="1638" y="142"/>
                </a:lnTo>
                <a:close/>
                <a:moveTo>
                  <a:pt x="1657" y="142"/>
                </a:moveTo>
                <a:lnTo>
                  <a:pt x="1664" y="142"/>
                </a:lnTo>
                <a:lnTo>
                  <a:pt x="1664" y="135"/>
                </a:lnTo>
                <a:lnTo>
                  <a:pt x="1657" y="135"/>
                </a:lnTo>
                <a:lnTo>
                  <a:pt x="1657" y="142"/>
                </a:lnTo>
                <a:close/>
                <a:moveTo>
                  <a:pt x="2024" y="142"/>
                </a:moveTo>
                <a:lnTo>
                  <a:pt x="2031" y="142"/>
                </a:lnTo>
                <a:lnTo>
                  <a:pt x="2031" y="135"/>
                </a:lnTo>
                <a:lnTo>
                  <a:pt x="2024" y="135"/>
                </a:lnTo>
                <a:lnTo>
                  <a:pt x="2024" y="142"/>
                </a:lnTo>
                <a:close/>
                <a:moveTo>
                  <a:pt x="2259" y="142"/>
                </a:moveTo>
                <a:lnTo>
                  <a:pt x="2266" y="142"/>
                </a:lnTo>
                <a:lnTo>
                  <a:pt x="2266" y="135"/>
                </a:lnTo>
                <a:lnTo>
                  <a:pt x="2259" y="135"/>
                </a:lnTo>
                <a:lnTo>
                  <a:pt x="2259" y="142"/>
                </a:lnTo>
                <a:close/>
                <a:moveTo>
                  <a:pt x="2275" y="142"/>
                </a:moveTo>
                <a:lnTo>
                  <a:pt x="2282" y="142"/>
                </a:lnTo>
                <a:lnTo>
                  <a:pt x="2282" y="135"/>
                </a:lnTo>
                <a:lnTo>
                  <a:pt x="2275" y="135"/>
                </a:lnTo>
                <a:lnTo>
                  <a:pt x="2275" y="142"/>
                </a:lnTo>
                <a:close/>
                <a:moveTo>
                  <a:pt x="2308" y="142"/>
                </a:moveTo>
                <a:lnTo>
                  <a:pt x="2316" y="142"/>
                </a:lnTo>
                <a:lnTo>
                  <a:pt x="2316" y="135"/>
                </a:lnTo>
                <a:lnTo>
                  <a:pt x="2308" y="135"/>
                </a:lnTo>
                <a:lnTo>
                  <a:pt x="2308" y="142"/>
                </a:lnTo>
                <a:close/>
                <a:moveTo>
                  <a:pt x="2325" y="142"/>
                </a:moveTo>
                <a:lnTo>
                  <a:pt x="2332" y="142"/>
                </a:lnTo>
                <a:lnTo>
                  <a:pt x="2332" y="135"/>
                </a:lnTo>
                <a:lnTo>
                  <a:pt x="2325" y="135"/>
                </a:lnTo>
                <a:lnTo>
                  <a:pt x="2325" y="142"/>
                </a:lnTo>
                <a:close/>
                <a:moveTo>
                  <a:pt x="2342" y="142"/>
                </a:moveTo>
                <a:lnTo>
                  <a:pt x="2349" y="142"/>
                </a:lnTo>
                <a:lnTo>
                  <a:pt x="2349" y="135"/>
                </a:lnTo>
                <a:lnTo>
                  <a:pt x="2342" y="135"/>
                </a:lnTo>
                <a:lnTo>
                  <a:pt x="2342" y="142"/>
                </a:lnTo>
                <a:close/>
                <a:moveTo>
                  <a:pt x="2358" y="142"/>
                </a:moveTo>
                <a:lnTo>
                  <a:pt x="2365" y="142"/>
                </a:lnTo>
                <a:lnTo>
                  <a:pt x="2365" y="135"/>
                </a:lnTo>
                <a:lnTo>
                  <a:pt x="2358" y="135"/>
                </a:lnTo>
                <a:lnTo>
                  <a:pt x="2358" y="142"/>
                </a:lnTo>
                <a:close/>
                <a:moveTo>
                  <a:pt x="2375" y="142"/>
                </a:moveTo>
                <a:lnTo>
                  <a:pt x="2382" y="142"/>
                </a:lnTo>
                <a:lnTo>
                  <a:pt x="2382" y="135"/>
                </a:lnTo>
                <a:lnTo>
                  <a:pt x="2375" y="135"/>
                </a:lnTo>
                <a:lnTo>
                  <a:pt x="2375" y="142"/>
                </a:lnTo>
                <a:close/>
                <a:moveTo>
                  <a:pt x="2391" y="142"/>
                </a:moveTo>
                <a:lnTo>
                  <a:pt x="2398" y="142"/>
                </a:lnTo>
                <a:lnTo>
                  <a:pt x="2398" y="135"/>
                </a:lnTo>
                <a:lnTo>
                  <a:pt x="2391" y="135"/>
                </a:lnTo>
                <a:lnTo>
                  <a:pt x="2391" y="142"/>
                </a:lnTo>
                <a:close/>
                <a:moveTo>
                  <a:pt x="2711" y="142"/>
                </a:moveTo>
                <a:lnTo>
                  <a:pt x="2718" y="142"/>
                </a:lnTo>
                <a:lnTo>
                  <a:pt x="2718" y="135"/>
                </a:lnTo>
                <a:lnTo>
                  <a:pt x="2711" y="135"/>
                </a:lnTo>
                <a:lnTo>
                  <a:pt x="2711" y="142"/>
                </a:lnTo>
                <a:close/>
                <a:moveTo>
                  <a:pt x="419" y="159"/>
                </a:moveTo>
                <a:lnTo>
                  <a:pt x="426" y="159"/>
                </a:lnTo>
                <a:lnTo>
                  <a:pt x="426" y="152"/>
                </a:lnTo>
                <a:lnTo>
                  <a:pt x="419" y="152"/>
                </a:lnTo>
                <a:lnTo>
                  <a:pt x="419" y="159"/>
                </a:lnTo>
                <a:close/>
                <a:moveTo>
                  <a:pt x="435" y="159"/>
                </a:moveTo>
                <a:lnTo>
                  <a:pt x="442" y="159"/>
                </a:lnTo>
                <a:lnTo>
                  <a:pt x="442" y="152"/>
                </a:lnTo>
                <a:lnTo>
                  <a:pt x="435" y="152"/>
                </a:lnTo>
                <a:lnTo>
                  <a:pt x="435" y="159"/>
                </a:lnTo>
                <a:close/>
                <a:moveTo>
                  <a:pt x="452" y="159"/>
                </a:moveTo>
                <a:lnTo>
                  <a:pt x="459" y="159"/>
                </a:lnTo>
                <a:lnTo>
                  <a:pt x="459" y="152"/>
                </a:lnTo>
                <a:lnTo>
                  <a:pt x="452" y="152"/>
                </a:lnTo>
                <a:lnTo>
                  <a:pt x="452" y="159"/>
                </a:lnTo>
                <a:close/>
                <a:moveTo>
                  <a:pt x="469" y="159"/>
                </a:moveTo>
                <a:lnTo>
                  <a:pt x="476" y="159"/>
                </a:lnTo>
                <a:lnTo>
                  <a:pt x="476" y="152"/>
                </a:lnTo>
                <a:lnTo>
                  <a:pt x="469" y="152"/>
                </a:lnTo>
                <a:lnTo>
                  <a:pt x="469" y="159"/>
                </a:lnTo>
                <a:close/>
                <a:moveTo>
                  <a:pt x="485" y="159"/>
                </a:moveTo>
                <a:lnTo>
                  <a:pt x="492" y="159"/>
                </a:lnTo>
                <a:lnTo>
                  <a:pt x="492" y="152"/>
                </a:lnTo>
                <a:lnTo>
                  <a:pt x="485" y="152"/>
                </a:lnTo>
                <a:lnTo>
                  <a:pt x="485" y="159"/>
                </a:lnTo>
                <a:close/>
                <a:moveTo>
                  <a:pt x="502" y="159"/>
                </a:moveTo>
                <a:lnTo>
                  <a:pt x="509" y="159"/>
                </a:lnTo>
                <a:lnTo>
                  <a:pt x="509" y="152"/>
                </a:lnTo>
                <a:lnTo>
                  <a:pt x="502" y="152"/>
                </a:lnTo>
                <a:lnTo>
                  <a:pt x="502" y="159"/>
                </a:lnTo>
                <a:close/>
                <a:moveTo>
                  <a:pt x="518" y="159"/>
                </a:moveTo>
                <a:lnTo>
                  <a:pt x="525" y="159"/>
                </a:lnTo>
                <a:lnTo>
                  <a:pt x="525" y="152"/>
                </a:lnTo>
                <a:lnTo>
                  <a:pt x="518" y="152"/>
                </a:lnTo>
                <a:lnTo>
                  <a:pt x="518" y="159"/>
                </a:lnTo>
                <a:close/>
                <a:moveTo>
                  <a:pt x="535" y="159"/>
                </a:moveTo>
                <a:lnTo>
                  <a:pt x="542" y="159"/>
                </a:lnTo>
                <a:lnTo>
                  <a:pt x="542" y="152"/>
                </a:lnTo>
                <a:lnTo>
                  <a:pt x="535" y="152"/>
                </a:lnTo>
                <a:lnTo>
                  <a:pt x="535" y="159"/>
                </a:lnTo>
                <a:close/>
                <a:moveTo>
                  <a:pt x="551" y="159"/>
                </a:moveTo>
                <a:lnTo>
                  <a:pt x="559" y="159"/>
                </a:lnTo>
                <a:lnTo>
                  <a:pt x="559" y="152"/>
                </a:lnTo>
                <a:lnTo>
                  <a:pt x="551" y="152"/>
                </a:lnTo>
                <a:lnTo>
                  <a:pt x="551" y="159"/>
                </a:lnTo>
                <a:close/>
                <a:moveTo>
                  <a:pt x="568" y="159"/>
                </a:moveTo>
                <a:lnTo>
                  <a:pt x="575" y="159"/>
                </a:lnTo>
                <a:lnTo>
                  <a:pt x="575" y="152"/>
                </a:lnTo>
                <a:lnTo>
                  <a:pt x="568" y="152"/>
                </a:lnTo>
                <a:lnTo>
                  <a:pt x="568" y="159"/>
                </a:lnTo>
                <a:close/>
                <a:moveTo>
                  <a:pt x="585" y="159"/>
                </a:moveTo>
                <a:lnTo>
                  <a:pt x="592" y="159"/>
                </a:lnTo>
                <a:lnTo>
                  <a:pt x="592" y="152"/>
                </a:lnTo>
                <a:lnTo>
                  <a:pt x="585" y="152"/>
                </a:lnTo>
                <a:lnTo>
                  <a:pt x="585" y="159"/>
                </a:lnTo>
                <a:close/>
                <a:moveTo>
                  <a:pt x="601" y="159"/>
                </a:moveTo>
                <a:lnTo>
                  <a:pt x="608" y="159"/>
                </a:lnTo>
                <a:lnTo>
                  <a:pt x="608" y="152"/>
                </a:lnTo>
                <a:lnTo>
                  <a:pt x="601" y="152"/>
                </a:lnTo>
                <a:lnTo>
                  <a:pt x="601" y="159"/>
                </a:lnTo>
                <a:close/>
                <a:moveTo>
                  <a:pt x="620" y="159"/>
                </a:moveTo>
                <a:lnTo>
                  <a:pt x="625" y="159"/>
                </a:lnTo>
                <a:lnTo>
                  <a:pt x="625" y="152"/>
                </a:lnTo>
                <a:lnTo>
                  <a:pt x="620" y="152"/>
                </a:lnTo>
                <a:lnTo>
                  <a:pt x="620" y="159"/>
                </a:lnTo>
                <a:close/>
                <a:moveTo>
                  <a:pt x="637" y="159"/>
                </a:moveTo>
                <a:lnTo>
                  <a:pt x="644" y="159"/>
                </a:lnTo>
                <a:lnTo>
                  <a:pt x="644" y="152"/>
                </a:lnTo>
                <a:lnTo>
                  <a:pt x="637" y="152"/>
                </a:lnTo>
                <a:lnTo>
                  <a:pt x="637" y="159"/>
                </a:lnTo>
                <a:close/>
                <a:moveTo>
                  <a:pt x="653" y="159"/>
                </a:moveTo>
                <a:lnTo>
                  <a:pt x="660" y="159"/>
                </a:lnTo>
                <a:lnTo>
                  <a:pt x="660" y="152"/>
                </a:lnTo>
                <a:lnTo>
                  <a:pt x="653" y="152"/>
                </a:lnTo>
                <a:lnTo>
                  <a:pt x="653" y="159"/>
                </a:lnTo>
                <a:close/>
                <a:moveTo>
                  <a:pt x="670" y="159"/>
                </a:moveTo>
                <a:lnTo>
                  <a:pt x="677" y="159"/>
                </a:lnTo>
                <a:lnTo>
                  <a:pt x="677" y="152"/>
                </a:lnTo>
                <a:lnTo>
                  <a:pt x="670" y="152"/>
                </a:lnTo>
                <a:lnTo>
                  <a:pt x="670" y="159"/>
                </a:lnTo>
                <a:close/>
                <a:moveTo>
                  <a:pt x="686" y="159"/>
                </a:moveTo>
                <a:lnTo>
                  <a:pt x="693" y="159"/>
                </a:lnTo>
                <a:lnTo>
                  <a:pt x="693" y="152"/>
                </a:lnTo>
                <a:lnTo>
                  <a:pt x="686" y="152"/>
                </a:lnTo>
                <a:lnTo>
                  <a:pt x="686" y="159"/>
                </a:lnTo>
                <a:close/>
                <a:moveTo>
                  <a:pt x="703" y="159"/>
                </a:moveTo>
                <a:lnTo>
                  <a:pt x="710" y="159"/>
                </a:lnTo>
                <a:lnTo>
                  <a:pt x="710" y="152"/>
                </a:lnTo>
                <a:lnTo>
                  <a:pt x="703" y="152"/>
                </a:lnTo>
                <a:lnTo>
                  <a:pt x="703" y="159"/>
                </a:lnTo>
                <a:close/>
                <a:moveTo>
                  <a:pt x="720" y="159"/>
                </a:moveTo>
                <a:lnTo>
                  <a:pt x="727" y="159"/>
                </a:lnTo>
                <a:lnTo>
                  <a:pt x="727" y="152"/>
                </a:lnTo>
                <a:lnTo>
                  <a:pt x="720" y="152"/>
                </a:lnTo>
                <a:lnTo>
                  <a:pt x="720" y="159"/>
                </a:lnTo>
                <a:close/>
                <a:moveTo>
                  <a:pt x="736" y="159"/>
                </a:moveTo>
                <a:lnTo>
                  <a:pt x="743" y="159"/>
                </a:lnTo>
                <a:lnTo>
                  <a:pt x="743" y="152"/>
                </a:lnTo>
                <a:lnTo>
                  <a:pt x="736" y="152"/>
                </a:lnTo>
                <a:lnTo>
                  <a:pt x="736" y="159"/>
                </a:lnTo>
                <a:close/>
                <a:moveTo>
                  <a:pt x="753" y="159"/>
                </a:moveTo>
                <a:lnTo>
                  <a:pt x="760" y="159"/>
                </a:lnTo>
                <a:lnTo>
                  <a:pt x="760" y="152"/>
                </a:lnTo>
                <a:lnTo>
                  <a:pt x="753" y="152"/>
                </a:lnTo>
                <a:lnTo>
                  <a:pt x="753" y="159"/>
                </a:lnTo>
                <a:close/>
                <a:moveTo>
                  <a:pt x="769" y="159"/>
                </a:moveTo>
                <a:lnTo>
                  <a:pt x="776" y="159"/>
                </a:lnTo>
                <a:lnTo>
                  <a:pt x="776" y="152"/>
                </a:lnTo>
                <a:lnTo>
                  <a:pt x="769" y="152"/>
                </a:lnTo>
                <a:lnTo>
                  <a:pt x="769" y="159"/>
                </a:lnTo>
                <a:close/>
                <a:moveTo>
                  <a:pt x="786" y="159"/>
                </a:moveTo>
                <a:lnTo>
                  <a:pt x="793" y="159"/>
                </a:lnTo>
                <a:lnTo>
                  <a:pt x="793" y="152"/>
                </a:lnTo>
                <a:lnTo>
                  <a:pt x="786" y="152"/>
                </a:lnTo>
                <a:lnTo>
                  <a:pt x="786" y="159"/>
                </a:lnTo>
                <a:close/>
                <a:moveTo>
                  <a:pt x="802" y="159"/>
                </a:moveTo>
                <a:lnTo>
                  <a:pt x="810" y="159"/>
                </a:lnTo>
                <a:lnTo>
                  <a:pt x="810" y="152"/>
                </a:lnTo>
                <a:lnTo>
                  <a:pt x="802" y="152"/>
                </a:lnTo>
                <a:lnTo>
                  <a:pt x="802" y="159"/>
                </a:lnTo>
                <a:close/>
                <a:moveTo>
                  <a:pt x="871" y="159"/>
                </a:moveTo>
                <a:lnTo>
                  <a:pt x="876" y="159"/>
                </a:lnTo>
                <a:lnTo>
                  <a:pt x="876" y="152"/>
                </a:lnTo>
                <a:lnTo>
                  <a:pt x="871" y="152"/>
                </a:lnTo>
                <a:lnTo>
                  <a:pt x="871" y="159"/>
                </a:lnTo>
                <a:close/>
                <a:moveTo>
                  <a:pt x="888" y="159"/>
                </a:moveTo>
                <a:lnTo>
                  <a:pt x="895" y="159"/>
                </a:lnTo>
                <a:lnTo>
                  <a:pt x="895" y="152"/>
                </a:lnTo>
                <a:lnTo>
                  <a:pt x="888" y="152"/>
                </a:lnTo>
                <a:lnTo>
                  <a:pt x="888" y="159"/>
                </a:lnTo>
                <a:close/>
                <a:moveTo>
                  <a:pt x="904" y="159"/>
                </a:moveTo>
                <a:lnTo>
                  <a:pt x="911" y="159"/>
                </a:lnTo>
                <a:lnTo>
                  <a:pt x="911" y="152"/>
                </a:lnTo>
                <a:lnTo>
                  <a:pt x="904" y="152"/>
                </a:lnTo>
                <a:lnTo>
                  <a:pt x="904" y="159"/>
                </a:lnTo>
                <a:close/>
                <a:moveTo>
                  <a:pt x="921" y="159"/>
                </a:moveTo>
                <a:lnTo>
                  <a:pt x="928" y="159"/>
                </a:lnTo>
                <a:lnTo>
                  <a:pt x="928" y="152"/>
                </a:lnTo>
                <a:lnTo>
                  <a:pt x="921" y="152"/>
                </a:lnTo>
                <a:lnTo>
                  <a:pt x="921" y="159"/>
                </a:lnTo>
                <a:close/>
                <a:moveTo>
                  <a:pt x="937" y="159"/>
                </a:moveTo>
                <a:lnTo>
                  <a:pt x="944" y="159"/>
                </a:lnTo>
                <a:lnTo>
                  <a:pt x="944" y="152"/>
                </a:lnTo>
                <a:lnTo>
                  <a:pt x="937" y="152"/>
                </a:lnTo>
                <a:lnTo>
                  <a:pt x="937" y="159"/>
                </a:lnTo>
                <a:close/>
                <a:moveTo>
                  <a:pt x="954" y="159"/>
                </a:moveTo>
                <a:lnTo>
                  <a:pt x="961" y="159"/>
                </a:lnTo>
                <a:lnTo>
                  <a:pt x="961" y="152"/>
                </a:lnTo>
                <a:lnTo>
                  <a:pt x="954" y="152"/>
                </a:lnTo>
                <a:lnTo>
                  <a:pt x="954" y="159"/>
                </a:lnTo>
                <a:close/>
                <a:moveTo>
                  <a:pt x="971" y="159"/>
                </a:moveTo>
                <a:lnTo>
                  <a:pt x="978" y="159"/>
                </a:lnTo>
                <a:lnTo>
                  <a:pt x="978" y="152"/>
                </a:lnTo>
                <a:lnTo>
                  <a:pt x="971" y="152"/>
                </a:lnTo>
                <a:lnTo>
                  <a:pt x="971" y="159"/>
                </a:lnTo>
                <a:close/>
                <a:moveTo>
                  <a:pt x="987" y="159"/>
                </a:moveTo>
                <a:lnTo>
                  <a:pt x="994" y="159"/>
                </a:lnTo>
                <a:lnTo>
                  <a:pt x="994" y="152"/>
                </a:lnTo>
                <a:lnTo>
                  <a:pt x="987" y="152"/>
                </a:lnTo>
                <a:lnTo>
                  <a:pt x="987" y="159"/>
                </a:lnTo>
                <a:close/>
                <a:moveTo>
                  <a:pt x="1004" y="159"/>
                </a:moveTo>
                <a:lnTo>
                  <a:pt x="1011" y="159"/>
                </a:lnTo>
                <a:lnTo>
                  <a:pt x="1011" y="152"/>
                </a:lnTo>
                <a:lnTo>
                  <a:pt x="1004" y="152"/>
                </a:lnTo>
                <a:lnTo>
                  <a:pt x="1004" y="159"/>
                </a:lnTo>
                <a:close/>
                <a:moveTo>
                  <a:pt x="1020" y="159"/>
                </a:moveTo>
                <a:lnTo>
                  <a:pt x="1027" y="159"/>
                </a:lnTo>
                <a:lnTo>
                  <a:pt x="1027" y="152"/>
                </a:lnTo>
                <a:lnTo>
                  <a:pt x="1020" y="152"/>
                </a:lnTo>
                <a:lnTo>
                  <a:pt x="1020" y="159"/>
                </a:lnTo>
                <a:close/>
                <a:moveTo>
                  <a:pt x="1037" y="159"/>
                </a:moveTo>
                <a:lnTo>
                  <a:pt x="1044" y="159"/>
                </a:lnTo>
                <a:lnTo>
                  <a:pt x="1044" y="152"/>
                </a:lnTo>
                <a:lnTo>
                  <a:pt x="1037" y="152"/>
                </a:lnTo>
                <a:lnTo>
                  <a:pt x="1037" y="159"/>
                </a:lnTo>
                <a:close/>
                <a:moveTo>
                  <a:pt x="1053" y="159"/>
                </a:moveTo>
                <a:lnTo>
                  <a:pt x="1061" y="159"/>
                </a:lnTo>
                <a:lnTo>
                  <a:pt x="1061" y="152"/>
                </a:lnTo>
                <a:lnTo>
                  <a:pt x="1053" y="152"/>
                </a:lnTo>
                <a:lnTo>
                  <a:pt x="1053" y="159"/>
                </a:lnTo>
                <a:close/>
                <a:moveTo>
                  <a:pt x="1070" y="159"/>
                </a:moveTo>
                <a:lnTo>
                  <a:pt x="1077" y="159"/>
                </a:lnTo>
                <a:lnTo>
                  <a:pt x="1077" y="152"/>
                </a:lnTo>
                <a:lnTo>
                  <a:pt x="1070" y="152"/>
                </a:lnTo>
                <a:lnTo>
                  <a:pt x="1070" y="159"/>
                </a:lnTo>
                <a:close/>
                <a:moveTo>
                  <a:pt x="1087" y="159"/>
                </a:moveTo>
                <a:lnTo>
                  <a:pt x="1094" y="159"/>
                </a:lnTo>
                <a:lnTo>
                  <a:pt x="1094" y="152"/>
                </a:lnTo>
                <a:lnTo>
                  <a:pt x="1087" y="152"/>
                </a:lnTo>
                <a:lnTo>
                  <a:pt x="1087" y="159"/>
                </a:lnTo>
                <a:close/>
                <a:moveTo>
                  <a:pt x="1103" y="159"/>
                </a:moveTo>
                <a:lnTo>
                  <a:pt x="1110" y="159"/>
                </a:lnTo>
                <a:lnTo>
                  <a:pt x="1110" y="152"/>
                </a:lnTo>
                <a:lnTo>
                  <a:pt x="1103" y="152"/>
                </a:lnTo>
                <a:lnTo>
                  <a:pt x="1103" y="159"/>
                </a:lnTo>
                <a:close/>
                <a:moveTo>
                  <a:pt x="1120" y="159"/>
                </a:moveTo>
                <a:lnTo>
                  <a:pt x="1127" y="159"/>
                </a:lnTo>
                <a:lnTo>
                  <a:pt x="1127" y="152"/>
                </a:lnTo>
                <a:lnTo>
                  <a:pt x="1120" y="152"/>
                </a:lnTo>
                <a:lnTo>
                  <a:pt x="1120" y="159"/>
                </a:lnTo>
                <a:close/>
                <a:moveTo>
                  <a:pt x="1139" y="159"/>
                </a:moveTo>
                <a:lnTo>
                  <a:pt x="1146" y="159"/>
                </a:lnTo>
                <a:lnTo>
                  <a:pt x="1146" y="152"/>
                </a:lnTo>
                <a:lnTo>
                  <a:pt x="1139" y="152"/>
                </a:lnTo>
                <a:lnTo>
                  <a:pt x="1139" y="159"/>
                </a:lnTo>
                <a:close/>
                <a:moveTo>
                  <a:pt x="1155" y="159"/>
                </a:moveTo>
                <a:lnTo>
                  <a:pt x="1162" y="159"/>
                </a:lnTo>
                <a:lnTo>
                  <a:pt x="1162" y="152"/>
                </a:lnTo>
                <a:lnTo>
                  <a:pt x="1155" y="152"/>
                </a:lnTo>
                <a:lnTo>
                  <a:pt x="1155" y="159"/>
                </a:lnTo>
                <a:close/>
                <a:moveTo>
                  <a:pt x="1172" y="159"/>
                </a:moveTo>
                <a:lnTo>
                  <a:pt x="1179" y="159"/>
                </a:lnTo>
                <a:lnTo>
                  <a:pt x="1179" y="152"/>
                </a:lnTo>
                <a:lnTo>
                  <a:pt x="1172" y="152"/>
                </a:lnTo>
                <a:lnTo>
                  <a:pt x="1172" y="159"/>
                </a:lnTo>
                <a:close/>
                <a:moveTo>
                  <a:pt x="1188" y="159"/>
                </a:moveTo>
                <a:lnTo>
                  <a:pt x="1196" y="159"/>
                </a:lnTo>
                <a:lnTo>
                  <a:pt x="1196" y="152"/>
                </a:lnTo>
                <a:lnTo>
                  <a:pt x="1188" y="152"/>
                </a:lnTo>
                <a:lnTo>
                  <a:pt x="1188" y="159"/>
                </a:lnTo>
                <a:close/>
                <a:moveTo>
                  <a:pt x="1205" y="159"/>
                </a:moveTo>
                <a:lnTo>
                  <a:pt x="1212" y="159"/>
                </a:lnTo>
                <a:lnTo>
                  <a:pt x="1212" y="152"/>
                </a:lnTo>
                <a:lnTo>
                  <a:pt x="1205" y="152"/>
                </a:lnTo>
                <a:lnTo>
                  <a:pt x="1205" y="159"/>
                </a:lnTo>
                <a:close/>
                <a:moveTo>
                  <a:pt x="1222" y="159"/>
                </a:moveTo>
                <a:lnTo>
                  <a:pt x="1229" y="159"/>
                </a:lnTo>
                <a:lnTo>
                  <a:pt x="1229" y="152"/>
                </a:lnTo>
                <a:lnTo>
                  <a:pt x="1222" y="152"/>
                </a:lnTo>
                <a:lnTo>
                  <a:pt x="1222" y="159"/>
                </a:lnTo>
                <a:close/>
                <a:moveTo>
                  <a:pt x="1238" y="159"/>
                </a:moveTo>
                <a:lnTo>
                  <a:pt x="1245" y="159"/>
                </a:lnTo>
                <a:lnTo>
                  <a:pt x="1245" y="152"/>
                </a:lnTo>
                <a:lnTo>
                  <a:pt x="1238" y="152"/>
                </a:lnTo>
                <a:lnTo>
                  <a:pt x="1238" y="159"/>
                </a:lnTo>
                <a:close/>
                <a:moveTo>
                  <a:pt x="1255" y="159"/>
                </a:moveTo>
                <a:lnTo>
                  <a:pt x="1262" y="159"/>
                </a:lnTo>
                <a:lnTo>
                  <a:pt x="1262" y="152"/>
                </a:lnTo>
                <a:lnTo>
                  <a:pt x="1255" y="152"/>
                </a:lnTo>
                <a:lnTo>
                  <a:pt x="1255" y="159"/>
                </a:lnTo>
                <a:close/>
                <a:moveTo>
                  <a:pt x="1271" y="159"/>
                </a:moveTo>
                <a:lnTo>
                  <a:pt x="1278" y="159"/>
                </a:lnTo>
                <a:lnTo>
                  <a:pt x="1278" y="152"/>
                </a:lnTo>
                <a:lnTo>
                  <a:pt x="1271" y="152"/>
                </a:lnTo>
                <a:lnTo>
                  <a:pt x="1271" y="159"/>
                </a:lnTo>
                <a:close/>
                <a:moveTo>
                  <a:pt x="1288" y="159"/>
                </a:moveTo>
                <a:lnTo>
                  <a:pt x="1295" y="159"/>
                </a:lnTo>
                <a:lnTo>
                  <a:pt x="1295" y="152"/>
                </a:lnTo>
                <a:lnTo>
                  <a:pt x="1288" y="152"/>
                </a:lnTo>
                <a:lnTo>
                  <a:pt x="1288" y="159"/>
                </a:lnTo>
                <a:close/>
                <a:moveTo>
                  <a:pt x="1304" y="159"/>
                </a:moveTo>
                <a:lnTo>
                  <a:pt x="1312" y="159"/>
                </a:lnTo>
                <a:lnTo>
                  <a:pt x="1312" y="152"/>
                </a:lnTo>
                <a:lnTo>
                  <a:pt x="1304" y="152"/>
                </a:lnTo>
                <a:lnTo>
                  <a:pt x="1304" y="159"/>
                </a:lnTo>
                <a:close/>
                <a:moveTo>
                  <a:pt x="1589" y="159"/>
                </a:moveTo>
                <a:lnTo>
                  <a:pt x="1596" y="159"/>
                </a:lnTo>
                <a:lnTo>
                  <a:pt x="1596" y="152"/>
                </a:lnTo>
                <a:lnTo>
                  <a:pt x="1589" y="152"/>
                </a:lnTo>
                <a:lnTo>
                  <a:pt x="1589" y="159"/>
                </a:lnTo>
                <a:close/>
                <a:moveTo>
                  <a:pt x="1941" y="159"/>
                </a:moveTo>
                <a:lnTo>
                  <a:pt x="1949" y="159"/>
                </a:lnTo>
                <a:lnTo>
                  <a:pt x="1949" y="152"/>
                </a:lnTo>
                <a:lnTo>
                  <a:pt x="1941" y="152"/>
                </a:lnTo>
                <a:lnTo>
                  <a:pt x="1941" y="159"/>
                </a:lnTo>
                <a:close/>
                <a:moveTo>
                  <a:pt x="1958" y="159"/>
                </a:moveTo>
                <a:lnTo>
                  <a:pt x="1965" y="159"/>
                </a:lnTo>
                <a:lnTo>
                  <a:pt x="1965" y="152"/>
                </a:lnTo>
                <a:lnTo>
                  <a:pt x="1958" y="152"/>
                </a:lnTo>
                <a:lnTo>
                  <a:pt x="1958" y="159"/>
                </a:lnTo>
                <a:close/>
                <a:moveTo>
                  <a:pt x="1975" y="159"/>
                </a:moveTo>
                <a:lnTo>
                  <a:pt x="1982" y="159"/>
                </a:lnTo>
                <a:lnTo>
                  <a:pt x="1982" y="152"/>
                </a:lnTo>
                <a:lnTo>
                  <a:pt x="1975" y="152"/>
                </a:lnTo>
                <a:lnTo>
                  <a:pt x="1975" y="159"/>
                </a:lnTo>
                <a:close/>
                <a:moveTo>
                  <a:pt x="1991" y="159"/>
                </a:moveTo>
                <a:lnTo>
                  <a:pt x="1998" y="159"/>
                </a:lnTo>
                <a:lnTo>
                  <a:pt x="1998" y="152"/>
                </a:lnTo>
                <a:lnTo>
                  <a:pt x="1991" y="152"/>
                </a:lnTo>
                <a:lnTo>
                  <a:pt x="1991" y="159"/>
                </a:lnTo>
                <a:close/>
                <a:moveTo>
                  <a:pt x="2008" y="159"/>
                </a:moveTo>
                <a:lnTo>
                  <a:pt x="2015" y="159"/>
                </a:lnTo>
                <a:lnTo>
                  <a:pt x="2015" y="152"/>
                </a:lnTo>
                <a:lnTo>
                  <a:pt x="2008" y="152"/>
                </a:lnTo>
                <a:lnTo>
                  <a:pt x="2008" y="159"/>
                </a:lnTo>
                <a:close/>
                <a:moveTo>
                  <a:pt x="2024" y="159"/>
                </a:moveTo>
                <a:lnTo>
                  <a:pt x="2031" y="159"/>
                </a:lnTo>
                <a:lnTo>
                  <a:pt x="2031" y="152"/>
                </a:lnTo>
                <a:lnTo>
                  <a:pt x="2024" y="152"/>
                </a:lnTo>
                <a:lnTo>
                  <a:pt x="2024" y="159"/>
                </a:lnTo>
                <a:close/>
                <a:moveTo>
                  <a:pt x="2041" y="159"/>
                </a:moveTo>
                <a:lnTo>
                  <a:pt x="2048" y="159"/>
                </a:lnTo>
                <a:lnTo>
                  <a:pt x="2048" y="152"/>
                </a:lnTo>
                <a:lnTo>
                  <a:pt x="2041" y="152"/>
                </a:lnTo>
                <a:lnTo>
                  <a:pt x="2041" y="159"/>
                </a:lnTo>
                <a:close/>
                <a:moveTo>
                  <a:pt x="2242" y="159"/>
                </a:moveTo>
                <a:lnTo>
                  <a:pt x="2249" y="159"/>
                </a:lnTo>
                <a:lnTo>
                  <a:pt x="2249" y="152"/>
                </a:lnTo>
                <a:lnTo>
                  <a:pt x="2242" y="152"/>
                </a:lnTo>
                <a:lnTo>
                  <a:pt x="2242" y="159"/>
                </a:lnTo>
                <a:close/>
                <a:moveTo>
                  <a:pt x="2259" y="159"/>
                </a:moveTo>
                <a:lnTo>
                  <a:pt x="2266" y="159"/>
                </a:lnTo>
                <a:lnTo>
                  <a:pt x="2266" y="152"/>
                </a:lnTo>
                <a:lnTo>
                  <a:pt x="2259" y="152"/>
                </a:lnTo>
                <a:lnTo>
                  <a:pt x="2259" y="159"/>
                </a:lnTo>
                <a:close/>
                <a:moveTo>
                  <a:pt x="2275" y="159"/>
                </a:moveTo>
                <a:lnTo>
                  <a:pt x="2282" y="159"/>
                </a:lnTo>
                <a:lnTo>
                  <a:pt x="2282" y="152"/>
                </a:lnTo>
                <a:lnTo>
                  <a:pt x="2275" y="152"/>
                </a:lnTo>
                <a:lnTo>
                  <a:pt x="2275" y="159"/>
                </a:lnTo>
                <a:close/>
                <a:moveTo>
                  <a:pt x="2292" y="159"/>
                </a:moveTo>
                <a:lnTo>
                  <a:pt x="2299" y="159"/>
                </a:lnTo>
                <a:lnTo>
                  <a:pt x="2299" y="152"/>
                </a:lnTo>
                <a:lnTo>
                  <a:pt x="2292" y="152"/>
                </a:lnTo>
                <a:lnTo>
                  <a:pt x="2292" y="159"/>
                </a:lnTo>
                <a:close/>
                <a:moveTo>
                  <a:pt x="2308" y="159"/>
                </a:moveTo>
                <a:lnTo>
                  <a:pt x="2316" y="159"/>
                </a:lnTo>
                <a:lnTo>
                  <a:pt x="2316" y="152"/>
                </a:lnTo>
                <a:lnTo>
                  <a:pt x="2308" y="152"/>
                </a:lnTo>
                <a:lnTo>
                  <a:pt x="2308" y="159"/>
                </a:lnTo>
                <a:close/>
                <a:moveTo>
                  <a:pt x="2325" y="159"/>
                </a:moveTo>
                <a:lnTo>
                  <a:pt x="2332" y="159"/>
                </a:lnTo>
                <a:lnTo>
                  <a:pt x="2332" y="152"/>
                </a:lnTo>
                <a:lnTo>
                  <a:pt x="2325" y="152"/>
                </a:lnTo>
                <a:lnTo>
                  <a:pt x="2325" y="159"/>
                </a:lnTo>
                <a:close/>
                <a:moveTo>
                  <a:pt x="2342" y="159"/>
                </a:moveTo>
                <a:lnTo>
                  <a:pt x="2349" y="159"/>
                </a:lnTo>
                <a:lnTo>
                  <a:pt x="2349" y="152"/>
                </a:lnTo>
                <a:lnTo>
                  <a:pt x="2342" y="152"/>
                </a:lnTo>
                <a:lnTo>
                  <a:pt x="2342" y="159"/>
                </a:lnTo>
                <a:close/>
                <a:moveTo>
                  <a:pt x="2358" y="159"/>
                </a:moveTo>
                <a:lnTo>
                  <a:pt x="2365" y="159"/>
                </a:lnTo>
                <a:lnTo>
                  <a:pt x="2365" y="152"/>
                </a:lnTo>
                <a:lnTo>
                  <a:pt x="2358" y="152"/>
                </a:lnTo>
                <a:lnTo>
                  <a:pt x="2358" y="159"/>
                </a:lnTo>
                <a:close/>
                <a:moveTo>
                  <a:pt x="2375" y="159"/>
                </a:moveTo>
                <a:lnTo>
                  <a:pt x="2382" y="159"/>
                </a:lnTo>
                <a:lnTo>
                  <a:pt x="2382" y="152"/>
                </a:lnTo>
                <a:lnTo>
                  <a:pt x="2375" y="152"/>
                </a:lnTo>
                <a:lnTo>
                  <a:pt x="2375" y="159"/>
                </a:lnTo>
                <a:close/>
                <a:moveTo>
                  <a:pt x="2391" y="159"/>
                </a:moveTo>
                <a:lnTo>
                  <a:pt x="2398" y="159"/>
                </a:lnTo>
                <a:lnTo>
                  <a:pt x="2398" y="152"/>
                </a:lnTo>
                <a:lnTo>
                  <a:pt x="2391" y="152"/>
                </a:lnTo>
                <a:lnTo>
                  <a:pt x="2391" y="159"/>
                </a:lnTo>
                <a:close/>
                <a:moveTo>
                  <a:pt x="2408" y="159"/>
                </a:moveTo>
                <a:lnTo>
                  <a:pt x="2415" y="159"/>
                </a:lnTo>
                <a:lnTo>
                  <a:pt x="2415" y="152"/>
                </a:lnTo>
                <a:lnTo>
                  <a:pt x="2408" y="152"/>
                </a:lnTo>
                <a:lnTo>
                  <a:pt x="2408" y="159"/>
                </a:lnTo>
                <a:close/>
                <a:moveTo>
                  <a:pt x="2593" y="159"/>
                </a:moveTo>
                <a:lnTo>
                  <a:pt x="2600" y="159"/>
                </a:lnTo>
                <a:lnTo>
                  <a:pt x="2600" y="152"/>
                </a:lnTo>
                <a:lnTo>
                  <a:pt x="2593" y="152"/>
                </a:lnTo>
                <a:lnTo>
                  <a:pt x="2593" y="159"/>
                </a:lnTo>
                <a:close/>
                <a:moveTo>
                  <a:pt x="2609" y="159"/>
                </a:moveTo>
                <a:lnTo>
                  <a:pt x="2616" y="159"/>
                </a:lnTo>
                <a:lnTo>
                  <a:pt x="2616" y="152"/>
                </a:lnTo>
                <a:lnTo>
                  <a:pt x="2609" y="152"/>
                </a:lnTo>
                <a:lnTo>
                  <a:pt x="2609" y="159"/>
                </a:lnTo>
                <a:close/>
                <a:moveTo>
                  <a:pt x="2626" y="159"/>
                </a:moveTo>
                <a:lnTo>
                  <a:pt x="2633" y="159"/>
                </a:lnTo>
                <a:lnTo>
                  <a:pt x="2633" y="152"/>
                </a:lnTo>
                <a:lnTo>
                  <a:pt x="2626" y="152"/>
                </a:lnTo>
                <a:lnTo>
                  <a:pt x="2626" y="159"/>
                </a:lnTo>
                <a:close/>
                <a:moveTo>
                  <a:pt x="2642" y="159"/>
                </a:moveTo>
                <a:lnTo>
                  <a:pt x="2649" y="159"/>
                </a:lnTo>
                <a:lnTo>
                  <a:pt x="2649" y="152"/>
                </a:lnTo>
                <a:lnTo>
                  <a:pt x="2642" y="152"/>
                </a:lnTo>
                <a:lnTo>
                  <a:pt x="2642" y="159"/>
                </a:lnTo>
                <a:close/>
                <a:moveTo>
                  <a:pt x="2659" y="159"/>
                </a:moveTo>
                <a:lnTo>
                  <a:pt x="2666" y="159"/>
                </a:lnTo>
                <a:lnTo>
                  <a:pt x="2666" y="152"/>
                </a:lnTo>
                <a:lnTo>
                  <a:pt x="2659" y="152"/>
                </a:lnTo>
                <a:lnTo>
                  <a:pt x="2659" y="159"/>
                </a:lnTo>
                <a:close/>
                <a:moveTo>
                  <a:pt x="2678" y="159"/>
                </a:moveTo>
                <a:lnTo>
                  <a:pt x="2683" y="159"/>
                </a:lnTo>
                <a:lnTo>
                  <a:pt x="2683" y="152"/>
                </a:lnTo>
                <a:lnTo>
                  <a:pt x="2678" y="152"/>
                </a:lnTo>
                <a:lnTo>
                  <a:pt x="2678" y="159"/>
                </a:lnTo>
                <a:close/>
                <a:moveTo>
                  <a:pt x="2711" y="159"/>
                </a:moveTo>
                <a:lnTo>
                  <a:pt x="2718" y="159"/>
                </a:lnTo>
                <a:lnTo>
                  <a:pt x="2718" y="152"/>
                </a:lnTo>
                <a:lnTo>
                  <a:pt x="2711" y="152"/>
                </a:lnTo>
                <a:lnTo>
                  <a:pt x="2711" y="159"/>
                </a:lnTo>
                <a:close/>
                <a:moveTo>
                  <a:pt x="452" y="176"/>
                </a:moveTo>
                <a:lnTo>
                  <a:pt x="459" y="176"/>
                </a:lnTo>
                <a:lnTo>
                  <a:pt x="459" y="169"/>
                </a:lnTo>
                <a:lnTo>
                  <a:pt x="452" y="169"/>
                </a:lnTo>
                <a:lnTo>
                  <a:pt x="452" y="176"/>
                </a:lnTo>
                <a:close/>
                <a:moveTo>
                  <a:pt x="469" y="176"/>
                </a:moveTo>
                <a:lnTo>
                  <a:pt x="476" y="176"/>
                </a:lnTo>
                <a:lnTo>
                  <a:pt x="476" y="169"/>
                </a:lnTo>
                <a:lnTo>
                  <a:pt x="469" y="169"/>
                </a:lnTo>
                <a:lnTo>
                  <a:pt x="469" y="176"/>
                </a:lnTo>
                <a:close/>
                <a:moveTo>
                  <a:pt x="485" y="176"/>
                </a:moveTo>
                <a:lnTo>
                  <a:pt x="492" y="176"/>
                </a:lnTo>
                <a:lnTo>
                  <a:pt x="492" y="169"/>
                </a:lnTo>
                <a:lnTo>
                  <a:pt x="485" y="169"/>
                </a:lnTo>
                <a:lnTo>
                  <a:pt x="485" y="176"/>
                </a:lnTo>
                <a:close/>
                <a:moveTo>
                  <a:pt x="502" y="176"/>
                </a:moveTo>
                <a:lnTo>
                  <a:pt x="509" y="176"/>
                </a:lnTo>
                <a:lnTo>
                  <a:pt x="509" y="169"/>
                </a:lnTo>
                <a:lnTo>
                  <a:pt x="502" y="169"/>
                </a:lnTo>
                <a:lnTo>
                  <a:pt x="502" y="176"/>
                </a:lnTo>
                <a:close/>
                <a:moveTo>
                  <a:pt x="518" y="176"/>
                </a:moveTo>
                <a:lnTo>
                  <a:pt x="525" y="176"/>
                </a:lnTo>
                <a:lnTo>
                  <a:pt x="525" y="169"/>
                </a:lnTo>
                <a:lnTo>
                  <a:pt x="518" y="169"/>
                </a:lnTo>
                <a:lnTo>
                  <a:pt x="518" y="176"/>
                </a:lnTo>
                <a:close/>
                <a:moveTo>
                  <a:pt x="535" y="176"/>
                </a:moveTo>
                <a:lnTo>
                  <a:pt x="542" y="176"/>
                </a:lnTo>
                <a:lnTo>
                  <a:pt x="542" y="169"/>
                </a:lnTo>
                <a:lnTo>
                  <a:pt x="535" y="169"/>
                </a:lnTo>
                <a:lnTo>
                  <a:pt x="535" y="176"/>
                </a:lnTo>
                <a:close/>
                <a:moveTo>
                  <a:pt x="551" y="176"/>
                </a:moveTo>
                <a:lnTo>
                  <a:pt x="559" y="176"/>
                </a:lnTo>
                <a:lnTo>
                  <a:pt x="559" y="169"/>
                </a:lnTo>
                <a:lnTo>
                  <a:pt x="551" y="169"/>
                </a:lnTo>
                <a:lnTo>
                  <a:pt x="551" y="176"/>
                </a:lnTo>
                <a:close/>
                <a:moveTo>
                  <a:pt x="568" y="176"/>
                </a:moveTo>
                <a:lnTo>
                  <a:pt x="575" y="176"/>
                </a:lnTo>
                <a:lnTo>
                  <a:pt x="575" y="169"/>
                </a:lnTo>
                <a:lnTo>
                  <a:pt x="568" y="169"/>
                </a:lnTo>
                <a:lnTo>
                  <a:pt x="568" y="176"/>
                </a:lnTo>
                <a:close/>
                <a:moveTo>
                  <a:pt x="585" y="176"/>
                </a:moveTo>
                <a:lnTo>
                  <a:pt x="592" y="176"/>
                </a:lnTo>
                <a:lnTo>
                  <a:pt x="592" y="169"/>
                </a:lnTo>
                <a:lnTo>
                  <a:pt x="585" y="169"/>
                </a:lnTo>
                <a:lnTo>
                  <a:pt x="585" y="176"/>
                </a:lnTo>
                <a:close/>
                <a:moveTo>
                  <a:pt x="601" y="176"/>
                </a:moveTo>
                <a:lnTo>
                  <a:pt x="608" y="176"/>
                </a:lnTo>
                <a:lnTo>
                  <a:pt x="608" y="169"/>
                </a:lnTo>
                <a:lnTo>
                  <a:pt x="601" y="169"/>
                </a:lnTo>
                <a:lnTo>
                  <a:pt x="601" y="176"/>
                </a:lnTo>
                <a:close/>
                <a:moveTo>
                  <a:pt x="620" y="176"/>
                </a:moveTo>
                <a:lnTo>
                  <a:pt x="625" y="176"/>
                </a:lnTo>
                <a:lnTo>
                  <a:pt x="625" y="169"/>
                </a:lnTo>
                <a:lnTo>
                  <a:pt x="620" y="169"/>
                </a:lnTo>
                <a:lnTo>
                  <a:pt x="620" y="176"/>
                </a:lnTo>
                <a:close/>
                <a:moveTo>
                  <a:pt x="637" y="176"/>
                </a:moveTo>
                <a:lnTo>
                  <a:pt x="644" y="176"/>
                </a:lnTo>
                <a:lnTo>
                  <a:pt x="644" y="169"/>
                </a:lnTo>
                <a:lnTo>
                  <a:pt x="637" y="169"/>
                </a:lnTo>
                <a:lnTo>
                  <a:pt x="637" y="176"/>
                </a:lnTo>
                <a:close/>
                <a:moveTo>
                  <a:pt x="653" y="176"/>
                </a:moveTo>
                <a:lnTo>
                  <a:pt x="660" y="176"/>
                </a:lnTo>
                <a:lnTo>
                  <a:pt x="660" y="169"/>
                </a:lnTo>
                <a:lnTo>
                  <a:pt x="653" y="169"/>
                </a:lnTo>
                <a:lnTo>
                  <a:pt x="653" y="176"/>
                </a:lnTo>
                <a:close/>
                <a:moveTo>
                  <a:pt x="670" y="176"/>
                </a:moveTo>
                <a:lnTo>
                  <a:pt x="677" y="176"/>
                </a:lnTo>
                <a:lnTo>
                  <a:pt x="677" y="169"/>
                </a:lnTo>
                <a:lnTo>
                  <a:pt x="670" y="169"/>
                </a:lnTo>
                <a:lnTo>
                  <a:pt x="670" y="176"/>
                </a:lnTo>
                <a:close/>
                <a:moveTo>
                  <a:pt x="686" y="176"/>
                </a:moveTo>
                <a:lnTo>
                  <a:pt x="693" y="176"/>
                </a:lnTo>
                <a:lnTo>
                  <a:pt x="693" y="169"/>
                </a:lnTo>
                <a:lnTo>
                  <a:pt x="686" y="169"/>
                </a:lnTo>
                <a:lnTo>
                  <a:pt x="686" y="176"/>
                </a:lnTo>
                <a:close/>
                <a:moveTo>
                  <a:pt x="703" y="176"/>
                </a:moveTo>
                <a:lnTo>
                  <a:pt x="710" y="176"/>
                </a:lnTo>
                <a:lnTo>
                  <a:pt x="710" y="169"/>
                </a:lnTo>
                <a:lnTo>
                  <a:pt x="703" y="169"/>
                </a:lnTo>
                <a:lnTo>
                  <a:pt x="703" y="176"/>
                </a:lnTo>
                <a:close/>
                <a:moveTo>
                  <a:pt x="720" y="176"/>
                </a:moveTo>
                <a:lnTo>
                  <a:pt x="727" y="176"/>
                </a:lnTo>
                <a:lnTo>
                  <a:pt x="727" y="169"/>
                </a:lnTo>
                <a:lnTo>
                  <a:pt x="720" y="169"/>
                </a:lnTo>
                <a:lnTo>
                  <a:pt x="720" y="176"/>
                </a:lnTo>
                <a:close/>
                <a:moveTo>
                  <a:pt x="736" y="176"/>
                </a:moveTo>
                <a:lnTo>
                  <a:pt x="743" y="176"/>
                </a:lnTo>
                <a:lnTo>
                  <a:pt x="743" y="169"/>
                </a:lnTo>
                <a:lnTo>
                  <a:pt x="736" y="169"/>
                </a:lnTo>
                <a:lnTo>
                  <a:pt x="736" y="176"/>
                </a:lnTo>
                <a:close/>
                <a:moveTo>
                  <a:pt x="753" y="176"/>
                </a:moveTo>
                <a:lnTo>
                  <a:pt x="760" y="176"/>
                </a:lnTo>
                <a:lnTo>
                  <a:pt x="760" y="169"/>
                </a:lnTo>
                <a:lnTo>
                  <a:pt x="753" y="169"/>
                </a:lnTo>
                <a:lnTo>
                  <a:pt x="753" y="176"/>
                </a:lnTo>
                <a:close/>
                <a:moveTo>
                  <a:pt x="769" y="176"/>
                </a:moveTo>
                <a:lnTo>
                  <a:pt x="776" y="176"/>
                </a:lnTo>
                <a:lnTo>
                  <a:pt x="776" y="169"/>
                </a:lnTo>
                <a:lnTo>
                  <a:pt x="769" y="169"/>
                </a:lnTo>
                <a:lnTo>
                  <a:pt x="769" y="176"/>
                </a:lnTo>
                <a:close/>
                <a:moveTo>
                  <a:pt x="786" y="176"/>
                </a:moveTo>
                <a:lnTo>
                  <a:pt x="793" y="176"/>
                </a:lnTo>
                <a:lnTo>
                  <a:pt x="793" y="169"/>
                </a:lnTo>
                <a:lnTo>
                  <a:pt x="786" y="169"/>
                </a:lnTo>
                <a:lnTo>
                  <a:pt x="786" y="176"/>
                </a:lnTo>
                <a:close/>
                <a:moveTo>
                  <a:pt x="954" y="176"/>
                </a:moveTo>
                <a:lnTo>
                  <a:pt x="961" y="176"/>
                </a:lnTo>
                <a:lnTo>
                  <a:pt x="961" y="169"/>
                </a:lnTo>
                <a:lnTo>
                  <a:pt x="954" y="169"/>
                </a:lnTo>
                <a:lnTo>
                  <a:pt x="954" y="176"/>
                </a:lnTo>
                <a:close/>
                <a:moveTo>
                  <a:pt x="971" y="176"/>
                </a:moveTo>
                <a:lnTo>
                  <a:pt x="978" y="176"/>
                </a:lnTo>
                <a:lnTo>
                  <a:pt x="978" y="169"/>
                </a:lnTo>
                <a:lnTo>
                  <a:pt x="971" y="169"/>
                </a:lnTo>
                <a:lnTo>
                  <a:pt x="971" y="176"/>
                </a:lnTo>
                <a:close/>
                <a:moveTo>
                  <a:pt x="987" y="176"/>
                </a:moveTo>
                <a:lnTo>
                  <a:pt x="994" y="176"/>
                </a:lnTo>
                <a:lnTo>
                  <a:pt x="994" y="169"/>
                </a:lnTo>
                <a:lnTo>
                  <a:pt x="987" y="169"/>
                </a:lnTo>
                <a:lnTo>
                  <a:pt x="987" y="176"/>
                </a:lnTo>
                <a:close/>
                <a:moveTo>
                  <a:pt x="1004" y="176"/>
                </a:moveTo>
                <a:lnTo>
                  <a:pt x="1011" y="176"/>
                </a:lnTo>
                <a:lnTo>
                  <a:pt x="1011" y="169"/>
                </a:lnTo>
                <a:lnTo>
                  <a:pt x="1004" y="169"/>
                </a:lnTo>
                <a:lnTo>
                  <a:pt x="1004" y="176"/>
                </a:lnTo>
                <a:close/>
                <a:moveTo>
                  <a:pt x="1020" y="176"/>
                </a:moveTo>
                <a:lnTo>
                  <a:pt x="1027" y="176"/>
                </a:lnTo>
                <a:lnTo>
                  <a:pt x="1027" y="169"/>
                </a:lnTo>
                <a:lnTo>
                  <a:pt x="1020" y="169"/>
                </a:lnTo>
                <a:lnTo>
                  <a:pt x="1020" y="176"/>
                </a:lnTo>
                <a:close/>
                <a:moveTo>
                  <a:pt x="1037" y="176"/>
                </a:moveTo>
                <a:lnTo>
                  <a:pt x="1044" y="176"/>
                </a:lnTo>
                <a:lnTo>
                  <a:pt x="1044" y="169"/>
                </a:lnTo>
                <a:lnTo>
                  <a:pt x="1037" y="169"/>
                </a:lnTo>
                <a:lnTo>
                  <a:pt x="1037" y="176"/>
                </a:lnTo>
                <a:close/>
                <a:moveTo>
                  <a:pt x="1053" y="176"/>
                </a:moveTo>
                <a:lnTo>
                  <a:pt x="1061" y="176"/>
                </a:lnTo>
                <a:lnTo>
                  <a:pt x="1061" y="169"/>
                </a:lnTo>
                <a:lnTo>
                  <a:pt x="1053" y="169"/>
                </a:lnTo>
                <a:lnTo>
                  <a:pt x="1053" y="176"/>
                </a:lnTo>
                <a:close/>
                <a:moveTo>
                  <a:pt x="1070" y="176"/>
                </a:moveTo>
                <a:lnTo>
                  <a:pt x="1077" y="176"/>
                </a:lnTo>
                <a:lnTo>
                  <a:pt x="1077" y="169"/>
                </a:lnTo>
                <a:lnTo>
                  <a:pt x="1070" y="169"/>
                </a:lnTo>
                <a:lnTo>
                  <a:pt x="1070" y="176"/>
                </a:lnTo>
                <a:close/>
                <a:moveTo>
                  <a:pt x="1087" y="176"/>
                </a:moveTo>
                <a:lnTo>
                  <a:pt x="1094" y="176"/>
                </a:lnTo>
                <a:lnTo>
                  <a:pt x="1094" y="169"/>
                </a:lnTo>
                <a:lnTo>
                  <a:pt x="1087" y="169"/>
                </a:lnTo>
                <a:lnTo>
                  <a:pt x="1087" y="176"/>
                </a:lnTo>
                <a:close/>
                <a:moveTo>
                  <a:pt x="1103" y="176"/>
                </a:moveTo>
                <a:lnTo>
                  <a:pt x="1110" y="176"/>
                </a:lnTo>
                <a:lnTo>
                  <a:pt x="1110" y="169"/>
                </a:lnTo>
                <a:lnTo>
                  <a:pt x="1103" y="169"/>
                </a:lnTo>
                <a:lnTo>
                  <a:pt x="1103" y="176"/>
                </a:lnTo>
                <a:close/>
                <a:moveTo>
                  <a:pt x="1120" y="176"/>
                </a:moveTo>
                <a:lnTo>
                  <a:pt x="1127" y="176"/>
                </a:lnTo>
                <a:lnTo>
                  <a:pt x="1127" y="169"/>
                </a:lnTo>
                <a:lnTo>
                  <a:pt x="1120" y="169"/>
                </a:lnTo>
                <a:lnTo>
                  <a:pt x="1120" y="176"/>
                </a:lnTo>
                <a:close/>
                <a:moveTo>
                  <a:pt x="1139" y="176"/>
                </a:moveTo>
                <a:lnTo>
                  <a:pt x="1146" y="176"/>
                </a:lnTo>
                <a:lnTo>
                  <a:pt x="1146" y="169"/>
                </a:lnTo>
                <a:lnTo>
                  <a:pt x="1139" y="169"/>
                </a:lnTo>
                <a:lnTo>
                  <a:pt x="1139" y="176"/>
                </a:lnTo>
                <a:close/>
                <a:moveTo>
                  <a:pt x="1155" y="176"/>
                </a:moveTo>
                <a:lnTo>
                  <a:pt x="1162" y="176"/>
                </a:lnTo>
                <a:lnTo>
                  <a:pt x="1162" y="169"/>
                </a:lnTo>
                <a:lnTo>
                  <a:pt x="1155" y="169"/>
                </a:lnTo>
                <a:lnTo>
                  <a:pt x="1155" y="176"/>
                </a:lnTo>
                <a:close/>
                <a:moveTo>
                  <a:pt x="1172" y="176"/>
                </a:moveTo>
                <a:lnTo>
                  <a:pt x="1179" y="176"/>
                </a:lnTo>
                <a:lnTo>
                  <a:pt x="1179" y="169"/>
                </a:lnTo>
                <a:lnTo>
                  <a:pt x="1172" y="169"/>
                </a:lnTo>
                <a:lnTo>
                  <a:pt x="1172" y="176"/>
                </a:lnTo>
                <a:close/>
                <a:moveTo>
                  <a:pt x="1188" y="176"/>
                </a:moveTo>
                <a:lnTo>
                  <a:pt x="1196" y="176"/>
                </a:lnTo>
                <a:lnTo>
                  <a:pt x="1196" y="169"/>
                </a:lnTo>
                <a:lnTo>
                  <a:pt x="1188" y="169"/>
                </a:lnTo>
                <a:lnTo>
                  <a:pt x="1188" y="176"/>
                </a:lnTo>
                <a:close/>
                <a:moveTo>
                  <a:pt x="1205" y="176"/>
                </a:moveTo>
                <a:lnTo>
                  <a:pt x="1212" y="176"/>
                </a:lnTo>
                <a:lnTo>
                  <a:pt x="1212" y="169"/>
                </a:lnTo>
                <a:lnTo>
                  <a:pt x="1205" y="169"/>
                </a:lnTo>
                <a:lnTo>
                  <a:pt x="1205" y="176"/>
                </a:lnTo>
                <a:close/>
                <a:moveTo>
                  <a:pt x="1222" y="176"/>
                </a:moveTo>
                <a:lnTo>
                  <a:pt x="1229" y="176"/>
                </a:lnTo>
                <a:lnTo>
                  <a:pt x="1229" y="169"/>
                </a:lnTo>
                <a:lnTo>
                  <a:pt x="1222" y="169"/>
                </a:lnTo>
                <a:lnTo>
                  <a:pt x="1222" y="176"/>
                </a:lnTo>
                <a:close/>
                <a:moveTo>
                  <a:pt x="1238" y="176"/>
                </a:moveTo>
                <a:lnTo>
                  <a:pt x="1245" y="176"/>
                </a:lnTo>
                <a:lnTo>
                  <a:pt x="1245" y="169"/>
                </a:lnTo>
                <a:lnTo>
                  <a:pt x="1238" y="169"/>
                </a:lnTo>
                <a:lnTo>
                  <a:pt x="1238" y="176"/>
                </a:lnTo>
                <a:close/>
                <a:moveTo>
                  <a:pt x="1255" y="176"/>
                </a:moveTo>
                <a:lnTo>
                  <a:pt x="1262" y="176"/>
                </a:lnTo>
                <a:lnTo>
                  <a:pt x="1262" y="169"/>
                </a:lnTo>
                <a:lnTo>
                  <a:pt x="1255" y="169"/>
                </a:lnTo>
                <a:lnTo>
                  <a:pt x="1255" y="176"/>
                </a:lnTo>
                <a:close/>
                <a:moveTo>
                  <a:pt x="1271" y="176"/>
                </a:moveTo>
                <a:lnTo>
                  <a:pt x="1278" y="176"/>
                </a:lnTo>
                <a:lnTo>
                  <a:pt x="1278" y="169"/>
                </a:lnTo>
                <a:lnTo>
                  <a:pt x="1271" y="169"/>
                </a:lnTo>
                <a:lnTo>
                  <a:pt x="1271" y="176"/>
                </a:lnTo>
                <a:close/>
                <a:moveTo>
                  <a:pt x="1288" y="176"/>
                </a:moveTo>
                <a:lnTo>
                  <a:pt x="1295" y="176"/>
                </a:lnTo>
                <a:lnTo>
                  <a:pt x="1295" y="169"/>
                </a:lnTo>
                <a:lnTo>
                  <a:pt x="1288" y="169"/>
                </a:lnTo>
                <a:lnTo>
                  <a:pt x="1288" y="176"/>
                </a:lnTo>
                <a:close/>
                <a:moveTo>
                  <a:pt x="1304" y="176"/>
                </a:moveTo>
                <a:lnTo>
                  <a:pt x="1312" y="176"/>
                </a:lnTo>
                <a:lnTo>
                  <a:pt x="1312" y="169"/>
                </a:lnTo>
                <a:lnTo>
                  <a:pt x="1304" y="169"/>
                </a:lnTo>
                <a:lnTo>
                  <a:pt x="1304" y="176"/>
                </a:lnTo>
                <a:close/>
                <a:moveTo>
                  <a:pt x="1925" y="176"/>
                </a:moveTo>
                <a:lnTo>
                  <a:pt x="1932" y="176"/>
                </a:lnTo>
                <a:lnTo>
                  <a:pt x="1932" y="169"/>
                </a:lnTo>
                <a:lnTo>
                  <a:pt x="1925" y="169"/>
                </a:lnTo>
                <a:lnTo>
                  <a:pt x="1925" y="176"/>
                </a:lnTo>
                <a:close/>
                <a:moveTo>
                  <a:pt x="1941" y="176"/>
                </a:moveTo>
                <a:lnTo>
                  <a:pt x="1949" y="176"/>
                </a:lnTo>
                <a:lnTo>
                  <a:pt x="1949" y="169"/>
                </a:lnTo>
                <a:lnTo>
                  <a:pt x="1941" y="169"/>
                </a:lnTo>
                <a:lnTo>
                  <a:pt x="1941" y="176"/>
                </a:lnTo>
                <a:close/>
                <a:moveTo>
                  <a:pt x="1958" y="176"/>
                </a:moveTo>
                <a:lnTo>
                  <a:pt x="1965" y="176"/>
                </a:lnTo>
                <a:lnTo>
                  <a:pt x="1965" y="169"/>
                </a:lnTo>
                <a:lnTo>
                  <a:pt x="1958" y="169"/>
                </a:lnTo>
                <a:lnTo>
                  <a:pt x="1958" y="176"/>
                </a:lnTo>
                <a:close/>
                <a:moveTo>
                  <a:pt x="1975" y="176"/>
                </a:moveTo>
                <a:lnTo>
                  <a:pt x="1982" y="176"/>
                </a:lnTo>
                <a:lnTo>
                  <a:pt x="1982" y="169"/>
                </a:lnTo>
                <a:lnTo>
                  <a:pt x="1975" y="169"/>
                </a:lnTo>
                <a:lnTo>
                  <a:pt x="1975" y="176"/>
                </a:lnTo>
                <a:close/>
                <a:moveTo>
                  <a:pt x="1991" y="176"/>
                </a:moveTo>
                <a:lnTo>
                  <a:pt x="1998" y="176"/>
                </a:lnTo>
                <a:lnTo>
                  <a:pt x="1998" y="169"/>
                </a:lnTo>
                <a:lnTo>
                  <a:pt x="1991" y="169"/>
                </a:lnTo>
                <a:lnTo>
                  <a:pt x="1991" y="176"/>
                </a:lnTo>
                <a:close/>
                <a:moveTo>
                  <a:pt x="2008" y="176"/>
                </a:moveTo>
                <a:lnTo>
                  <a:pt x="2015" y="176"/>
                </a:lnTo>
                <a:lnTo>
                  <a:pt x="2015" y="169"/>
                </a:lnTo>
                <a:lnTo>
                  <a:pt x="2008" y="169"/>
                </a:lnTo>
                <a:lnTo>
                  <a:pt x="2008" y="176"/>
                </a:lnTo>
                <a:close/>
                <a:moveTo>
                  <a:pt x="2176" y="176"/>
                </a:moveTo>
                <a:lnTo>
                  <a:pt x="2183" y="176"/>
                </a:lnTo>
                <a:lnTo>
                  <a:pt x="2183" y="169"/>
                </a:lnTo>
                <a:lnTo>
                  <a:pt x="2176" y="169"/>
                </a:lnTo>
                <a:lnTo>
                  <a:pt x="2176" y="176"/>
                </a:lnTo>
                <a:close/>
                <a:moveTo>
                  <a:pt x="2192" y="176"/>
                </a:moveTo>
                <a:lnTo>
                  <a:pt x="2200" y="176"/>
                </a:lnTo>
                <a:lnTo>
                  <a:pt x="2200" y="169"/>
                </a:lnTo>
                <a:lnTo>
                  <a:pt x="2192" y="169"/>
                </a:lnTo>
                <a:lnTo>
                  <a:pt x="2192" y="176"/>
                </a:lnTo>
                <a:close/>
                <a:moveTo>
                  <a:pt x="2209" y="176"/>
                </a:moveTo>
                <a:lnTo>
                  <a:pt x="2216" y="176"/>
                </a:lnTo>
                <a:lnTo>
                  <a:pt x="2216" y="169"/>
                </a:lnTo>
                <a:lnTo>
                  <a:pt x="2209" y="169"/>
                </a:lnTo>
                <a:lnTo>
                  <a:pt x="2209" y="176"/>
                </a:lnTo>
                <a:close/>
                <a:moveTo>
                  <a:pt x="2226" y="176"/>
                </a:moveTo>
                <a:lnTo>
                  <a:pt x="2233" y="176"/>
                </a:lnTo>
                <a:lnTo>
                  <a:pt x="2233" y="169"/>
                </a:lnTo>
                <a:lnTo>
                  <a:pt x="2226" y="169"/>
                </a:lnTo>
                <a:lnTo>
                  <a:pt x="2226" y="176"/>
                </a:lnTo>
                <a:close/>
                <a:moveTo>
                  <a:pt x="2242" y="176"/>
                </a:moveTo>
                <a:lnTo>
                  <a:pt x="2249" y="176"/>
                </a:lnTo>
                <a:lnTo>
                  <a:pt x="2249" y="169"/>
                </a:lnTo>
                <a:lnTo>
                  <a:pt x="2242" y="169"/>
                </a:lnTo>
                <a:lnTo>
                  <a:pt x="2242" y="176"/>
                </a:lnTo>
                <a:close/>
                <a:moveTo>
                  <a:pt x="2259" y="176"/>
                </a:moveTo>
                <a:lnTo>
                  <a:pt x="2266" y="176"/>
                </a:lnTo>
                <a:lnTo>
                  <a:pt x="2266" y="169"/>
                </a:lnTo>
                <a:lnTo>
                  <a:pt x="2259" y="169"/>
                </a:lnTo>
                <a:lnTo>
                  <a:pt x="2259" y="176"/>
                </a:lnTo>
                <a:close/>
                <a:moveTo>
                  <a:pt x="2275" y="176"/>
                </a:moveTo>
                <a:lnTo>
                  <a:pt x="2282" y="176"/>
                </a:lnTo>
                <a:lnTo>
                  <a:pt x="2282" y="169"/>
                </a:lnTo>
                <a:lnTo>
                  <a:pt x="2275" y="169"/>
                </a:lnTo>
                <a:lnTo>
                  <a:pt x="2275" y="176"/>
                </a:lnTo>
                <a:close/>
                <a:moveTo>
                  <a:pt x="2292" y="176"/>
                </a:moveTo>
                <a:lnTo>
                  <a:pt x="2299" y="176"/>
                </a:lnTo>
                <a:lnTo>
                  <a:pt x="2299" y="169"/>
                </a:lnTo>
                <a:lnTo>
                  <a:pt x="2292" y="169"/>
                </a:lnTo>
                <a:lnTo>
                  <a:pt x="2292" y="176"/>
                </a:lnTo>
                <a:close/>
                <a:moveTo>
                  <a:pt x="2308" y="176"/>
                </a:moveTo>
                <a:lnTo>
                  <a:pt x="2316" y="176"/>
                </a:lnTo>
                <a:lnTo>
                  <a:pt x="2316" y="169"/>
                </a:lnTo>
                <a:lnTo>
                  <a:pt x="2308" y="169"/>
                </a:lnTo>
                <a:lnTo>
                  <a:pt x="2308" y="176"/>
                </a:lnTo>
                <a:close/>
                <a:moveTo>
                  <a:pt x="2325" y="176"/>
                </a:moveTo>
                <a:lnTo>
                  <a:pt x="2332" y="176"/>
                </a:lnTo>
                <a:lnTo>
                  <a:pt x="2332" y="169"/>
                </a:lnTo>
                <a:lnTo>
                  <a:pt x="2325" y="169"/>
                </a:lnTo>
                <a:lnTo>
                  <a:pt x="2325" y="176"/>
                </a:lnTo>
                <a:close/>
                <a:moveTo>
                  <a:pt x="2342" y="176"/>
                </a:moveTo>
                <a:lnTo>
                  <a:pt x="2349" y="176"/>
                </a:lnTo>
                <a:lnTo>
                  <a:pt x="2349" y="169"/>
                </a:lnTo>
                <a:lnTo>
                  <a:pt x="2342" y="169"/>
                </a:lnTo>
                <a:lnTo>
                  <a:pt x="2342" y="176"/>
                </a:lnTo>
                <a:close/>
                <a:moveTo>
                  <a:pt x="2358" y="176"/>
                </a:moveTo>
                <a:lnTo>
                  <a:pt x="2365" y="176"/>
                </a:lnTo>
                <a:lnTo>
                  <a:pt x="2365" y="169"/>
                </a:lnTo>
                <a:lnTo>
                  <a:pt x="2358" y="169"/>
                </a:lnTo>
                <a:lnTo>
                  <a:pt x="2358" y="176"/>
                </a:lnTo>
                <a:close/>
                <a:moveTo>
                  <a:pt x="2375" y="176"/>
                </a:moveTo>
                <a:lnTo>
                  <a:pt x="2382" y="176"/>
                </a:lnTo>
                <a:lnTo>
                  <a:pt x="2382" y="169"/>
                </a:lnTo>
                <a:lnTo>
                  <a:pt x="2375" y="169"/>
                </a:lnTo>
                <a:lnTo>
                  <a:pt x="2375" y="176"/>
                </a:lnTo>
                <a:close/>
                <a:moveTo>
                  <a:pt x="2391" y="176"/>
                </a:moveTo>
                <a:lnTo>
                  <a:pt x="2398" y="176"/>
                </a:lnTo>
                <a:lnTo>
                  <a:pt x="2398" y="169"/>
                </a:lnTo>
                <a:lnTo>
                  <a:pt x="2391" y="169"/>
                </a:lnTo>
                <a:lnTo>
                  <a:pt x="2391" y="176"/>
                </a:lnTo>
                <a:close/>
                <a:moveTo>
                  <a:pt x="2408" y="176"/>
                </a:moveTo>
                <a:lnTo>
                  <a:pt x="2415" y="176"/>
                </a:lnTo>
                <a:lnTo>
                  <a:pt x="2415" y="169"/>
                </a:lnTo>
                <a:lnTo>
                  <a:pt x="2408" y="169"/>
                </a:lnTo>
                <a:lnTo>
                  <a:pt x="2408" y="176"/>
                </a:lnTo>
                <a:close/>
                <a:moveTo>
                  <a:pt x="2593" y="176"/>
                </a:moveTo>
                <a:lnTo>
                  <a:pt x="2600" y="176"/>
                </a:lnTo>
                <a:lnTo>
                  <a:pt x="2600" y="169"/>
                </a:lnTo>
                <a:lnTo>
                  <a:pt x="2593" y="169"/>
                </a:lnTo>
                <a:lnTo>
                  <a:pt x="2593" y="176"/>
                </a:lnTo>
                <a:close/>
                <a:moveTo>
                  <a:pt x="2609" y="176"/>
                </a:moveTo>
                <a:lnTo>
                  <a:pt x="2616" y="176"/>
                </a:lnTo>
                <a:lnTo>
                  <a:pt x="2616" y="169"/>
                </a:lnTo>
                <a:lnTo>
                  <a:pt x="2609" y="169"/>
                </a:lnTo>
                <a:lnTo>
                  <a:pt x="2609" y="176"/>
                </a:lnTo>
                <a:close/>
                <a:moveTo>
                  <a:pt x="2626" y="176"/>
                </a:moveTo>
                <a:lnTo>
                  <a:pt x="2633" y="176"/>
                </a:lnTo>
                <a:lnTo>
                  <a:pt x="2633" y="169"/>
                </a:lnTo>
                <a:lnTo>
                  <a:pt x="2626" y="169"/>
                </a:lnTo>
                <a:lnTo>
                  <a:pt x="2626" y="176"/>
                </a:lnTo>
                <a:close/>
                <a:moveTo>
                  <a:pt x="2642" y="176"/>
                </a:moveTo>
                <a:lnTo>
                  <a:pt x="2649" y="176"/>
                </a:lnTo>
                <a:lnTo>
                  <a:pt x="2649" y="169"/>
                </a:lnTo>
                <a:lnTo>
                  <a:pt x="2642" y="169"/>
                </a:lnTo>
                <a:lnTo>
                  <a:pt x="2642" y="176"/>
                </a:lnTo>
                <a:close/>
                <a:moveTo>
                  <a:pt x="2659" y="176"/>
                </a:moveTo>
                <a:lnTo>
                  <a:pt x="2666" y="176"/>
                </a:lnTo>
                <a:lnTo>
                  <a:pt x="2666" y="169"/>
                </a:lnTo>
                <a:lnTo>
                  <a:pt x="2659" y="169"/>
                </a:lnTo>
                <a:lnTo>
                  <a:pt x="2659" y="176"/>
                </a:lnTo>
                <a:close/>
                <a:moveTo>
                  <a:pt x="2678" y="176"/>
                </a:moveTo>
                <a:lnTo>
                  <a:pt x="2683" y="176"/>
                </a:lnTo>
                <a:lnTo>
                  <a:pt x="2683" y="169"/>
                </a:lnTo>
                <a:lnTo>
                  <a:pt x="2678" y="169"/>
                </a:lnTo>
                <a:lnTo>
                  <a:pt x="2678" y="176"/>
                </a:lnTo>
                <a:close/>
                <a:moveTo>
                  <a:pt x="2694" y="176"/>
                </a:moveTo>
                <a:lnTo>
                  <a:pt x="2702" y="176"/>
                </a:lnTo>
                <a:lnTo>
                  <a:pt x="2702" y="169"/>
                </a:lnTo>
                <a:lnTo>
                  <a:pt x="2694" y="169"/>
                </a:lnTo>
                <a:lnTo>
                  <a:pt x="2694" y="176"/>
                </a:lnTo>
                <a:close/>
                <a:moveTo>
                  <a:pt x="2711" y="176"/>
                </a:moveTo>
                <a:lnTo>
                  <a:pt x="2718" y="176"/>
                </a:lnTo>
                <a:lnTo>
                  <a:pt x="2718" y="169"/>
                </a:lnTo>
                <a:lnTo>
                  <a:pt x="2711" y="169"/>
                </a:lnTo>
                <a:lnTo>
                  <a:pt x="2711" y="176"/>
                </a:lnTo>
                <a:close/>
                <a:moveTo>
                  <a:pt x="2728" y="176"/>
                </a:moveTo>
                <a:lnTo>
                  <a:pt x="2735" y="176"/>
                </a:lnTo>
                <a:lnTo>
                  <a:pt x="2735" y="169"/>
                </a:lnTo>
                <a:lnTo>
                  <a:pt x="2728" y="169"/>
                </a:lnTo>
                <a:lnTo>
                  <a:pt x="2728" y="176"/>
                </a:lnTo>
                <a:close/>
                <a:moveTo>
                  <a:pt x="402" y="192"/>
                </a:moveTo>
                <a:lnTo>
                  <a:pt x="409" y="192"/>
                </a:lnTo>
                <a:lnTo>
                  <a:pt x="409" y="185"/>
                </a:lnTo>
                <a:lnTo>
                  <a:pt x="402" y="185"/>
                </a:lnTo>
                <a:lnTo>
                  <a:pt x="402" y="192"/>
                </a:lnTo>
                <a:close/>
                <a:moveTo>
                  <a:pt x="419" y="192"/>
                </a:moveTo>
                <a:lnTo>
                  <a:pt x="426" y="192"/>
                </a:lnTo>
                <a:lnTo>
                  <a:pt x="426" y="185"/>
                </a:lnTo>
                <a:lnTo>
                  <a:pt x="419" y="185"/>
                </a:lnTo>
                <a:lnTo>
                  <a:pt x="419" y="192"/>
                </a:lnTo>
                <a:close/>
                <a:moveTo>
                  <a:pt x="435" y="192"/>
                </a:moveTo>
                <a:lnTo>
                  <a:pt x="442" y="192"/>
                </a:lnTo>
                <a:lnTo>
                  <a:pt x="442" y="185"/>
                </a:lnTo>
                <a:lnTo>
                  <a:pt x="435" y="185"/>
                </a:lnTo>
                <a:lnTo>
                  <a:pt x="435" y="192"/>
                </a:lnTo>
                <a:close/>
                <a:moveTo>
                  <a:pt x="452" y="192"/>
                </a:moveTo>
                <a:lnTo>
                  <a:pt x="459" y="192"/>
                </a:lnTo>
                <a:lnTo>
                  <a:pt x="459" y="185"/>
                </a:lnTo>
                <a:lnTo>
                  <a:pt x="452" y="185"/>
                </a:lnTo>
                <a:lnTo>
                  <a:pt x="452" y="192"/>
                </a:lnTo>
                <a:close/>
                <a:moveTo>
                  <a:pt x="469" y="192"/>
                </a:moveTo>
                <a:lnTo>
                  <a:pt x="476" y="192"/>
                </a:lnTo>
                <a:lnTo>
                  <a:pt x="476" y="185"/>
                </a:lnTo>
                <a:lnTo>
                  <a:pt x="469" y="185"/>
                </a:lnTo>
                <a:lnTo>
                  <a:pt x="469" y="192"/>
                </a:lnTo>
                <a:close/>
                <a:moveTo>
                  <a:pt x="485" y="192"/>
                </a:moveTo>
                <a:lnTo>
                  <a:pt x="492" y="192"/>
                </a:lnTo>
                <a:lnTo>
                  <a:pt x="492" y="185"/>
                </a:lnTo>
                <a:lnTo>
                  <a:pt x="485" y="185"/>
                </a:lnTo>
                <a:lnTo>
                  <a:pt x="485" y="192"/>
                </a:lnTo>
                <a:close/>
                <a:moveTo>
                  <a:pt x="502" y="192"/>
                </a:moveTo>
                <a:lnTo>
                  <a:pt x="509" y="192"/>
                </a:lnTo>
                <a:lnTo>
                  <a:pt x="509" y="185"/>
                </a:lnTo>
                <a:lnTo>
                  <a:pt x="502" y="185"/>
                </a:lnTo>
                <a:lnTo>
                  <a:pt x="502" y="192"/>
                </a:lnTo>
                <a:close/>
                <a:moveTo>
                  <a:pt x="518" y="192"/>
                </a:moveTo>
                <a:lnTo>
                  <a:pt x="525" y="192"/>
                </a:lnTo>
                <a:lnTo>
                  <a:pt x="525" y="185"/>
                </a:lnTo>
                <a:lnTo>
                  <a:pt x="518" y="185"/>
                </a:lnTo>
                <a:lnTo>
                  <a:pt x="518" y="192"/>
                </a:lnTo>
                <a:close/>
                <a:moveTo>
                  <a:pt x="601" y="192"/>
                </a:moveTo>
                <a:lnTo>
                  <a:pt x="608" y="192"/>
                </a:lnTo>
                <a:lnTo>
                  <a:pt x="608" y="185"/>
                </a:lnTo>
                <a:lnTo>
                  <a:pt x="601" y="185"/>
                </a:lnTo>
                <a:lnTo>
                  <a:pt x="601" y="192"/>
                </a:lnTo>
                <a:close/>
                <a:moveTo>
                  <a:pt x="620" y="192"/>
                </a:moveTo>
                <a:lnTo>
                  <a:pt x="625" y="192"/>
                </a:lnTo>
                <a:lnTo>
                  <a:pt x="625" y="185"/>
                </a:lnTo>
                <a:lnTo>
                  <a:pt x="620" y="185"/>
                </a:lnTo>
                <a:lnTo>
                  <a:pt x="620" y="192"/>
                </a:lnTo>
                <a:close/>
                <a:moveTo>
                  <a:pt x="637" y="192"/>
                </a:moveTo>
                <a:lnTo>
                  <a:pt x="644" y="192"/>
                </a:lnTo>
                <a:lnTo>
                  <a:pt x="644" y="185"/>
                </a:lnTo>
                <a:lnTo>
                  <a:pt x="637" y="185"/>
                </a:lnTo>
                <a:lnTo>
                  <a:pt x="637" y="192"/>
                </a:lnTo>
                <a:close/>
                <a:moveTo>
                  <a:pt x="653" y="192"/>
                </a:moveTo>
                <a:lnTo>
                  <a:pt x="660" y="192"/>
                </a:lnTo>
                <a:lnTo>
                  <a:pt x="660" y="185"/>
                </a:lnTo>
                <a:lnTo>
                  <a:pt x="653" y="185"/>
                </a:lnTo>
                <a:lnTo>
                  <a:pt x="653" y="192"/>
                </a:lnTo>
                <a:close/>
                <a:moveTo>
                  <a:pt x="670" y="192"/>
                </a:moveTo>
                <a:lnTo>
                  <a:pt x="677" y="192"/>
                </a:lnTo>
                <a:lnTo>
                  <a:pt x="677" y="185"/>
                </a:lnTo>
                <a:lnTo>
                  <a:pt x="670" y="185"/>
                </a:lnTo>
                <a:lnTo>
                  <a:pt x="670" y="192"/>
                </a:lnTo>
                <a:close/>
                <a:moveTo>
                  <a:pt x="686" y="192"/>
                </a:moveTo>
                <a:lnTo>
                  <a:pt x="693" y="192"/>
                </a:lnTo>
                <a:lnTo>
                  <a:pt x="693" y="185"/>
                </a:lnTo>
                <a:lnTo>
                  <a:pt x="686" y="185"/>
                </a:lnTo>
                <a:lnTo>
                  <a:pt x="686" y="192"/>
                </a:lnTo>
                <a:close/>
                <a:moveTo>
                  <a:pt x="703" y="192"/>
                </a:moveTo>
                <a:lnTo>
                  <a:pt x="710" y="192"/>
                </a:lnTo>
                <a:lnTo>
                  <a:pt x="710" y="185"/>
                </a:lnTo>
                <a:lnTo>
                  <a:pt x="703" y="185"/>
                </a:lnTo>
                <a:lnTo>
                  <a:pt x="703" y="192"/>
                </a:lnTo>
                <a:close/>
                <a:moveTo>
                  <a:pt x="720" y="192"/>
                </a:moveTo>
                <a:lnTo>
                  <a:pt x="727" y="192"/>
                </a:lnTo>
                <a:lnTo>
                  <a:pt x="727" y="185"/>
                </a:lnTo>
                <a:lnTo>
                  <a:pt x="720" y="185"/>
                </a:lnTo>
                <a:lnTo>
                  <a:pt x="720" y="192"/>
                </a:lnTo>
                <a:close/>
                <a:moveTo>
                  <a:pt x="736" y="192"/>
                </a:moveTo>
                <a:lnTo>
                  <a:pt x="743" y="192"/>
                </a:lnTo>
                <a:lnTo>
                  <a:pt x="743" y="185"/>
                </a:lnTo>
                <a:lnTo>
                  <a:pt x="736" y="185"/>
                </a:lnTo>
                <a:lnTo>
                  <a:pt x="736" y="192"/>
                </a:lnTo>
                <a:close/>
                <a:moveTo>
                  <a:pt x="753" y="192"/>
                </a:moveTo>
                <a:lnTo>
                  <a:pt x="760" y="192"/>
                </a:lnTo>
                <a:lnTo>
                  <a:pt x="760" y="185"/>
                </a:lnTo>
                <a:lnTo>
                  <a:pt x="753" y="185"/>
                </a:lnTo>
                <a:lnTo>
                  <a:pt x="753" y="192"/>
                </a:lnTo>
                <a:close/>
                <a:moveTo>
                  <a:pt x="769" y="192"/>
                </a:moveTo>
                <a:lnTo>
                  <a:pt x="776" y="192"/>
                </a:lnTo>
                <a:lnTo>
                  <a:pt x="776" y="185"/>
                </a:lnTo>
                <a:lnTo>
                  <a:pt x="769" y="185"/>
                </a:lnTo>
                <a:lnTo>
                  <a:pt x="769" y="192"/>
                </a:lnTo>
                <a:close/>
                <a:moveTo>
                  <a:pt x="786" y="192"/>
                </a:moveTo>
                <a:lnTo>
                  <a:pt x="793" y="192"/>
                </a:lnTo>
                <a:lnTo>
                  <a:pt x="793" y="185"/>
                </a:lnTo>
                <a:lnTo>
                  <a:pt x="786" y="185"/>
                </a:lnTo>
                <a:lnTo>
                  <a:pt x="786" y="192"/>
                </a:lnTo>
                <a:close/>
                <a:moveTo>
                  <a:pt x="971" y="192"/>
                </a:moveTo>
                <a:lnTo>
                  <a:pt x="978" y="192"/>
                </a:lnTo>
                <a:lnTo>
                  <a:pt x="978" y="185"/>
                </a:lnTo>
                <a:lnTo>
                  <a:pt x="971" y="185"/>
                </a:lnTo>
                <a:lnTo>
                  <a:pt x="971" y="192"/>
                </a:lnTo>
                <a:close/>
                <a:moveTo>
                  <a:pt x="987" y="192"/>
                </a:moveTo>
                <a:lnTo>
                  <a:pt x="994" y="192"/>
                </a:lnTo>
                <a:lnTo>
                  <a:pt x="994" y="185"/>
                </a:lnTo>
                <a:lnTo>
                  <a:pt x="987" y="185"/>
                </a:lnTo>
                <a:lnTo>
                  <a:pt x="987" y="192"/>
                </a:lnTo>
                <a:close/>
                <a:moveTo>
                  <a:pt x="1004" y="192"/>
                </a:moveTo>
                <a:lnTo>
                  <a:pt x="1011" y="192"/>
                </a:lnTo>
                <a:lnTo>
                  <a:pt x="1011" y="185"/>
                </a:lnTo>
                <a:lnTo>
                  <a:pt x="1004" y="185"/>
                </a:lnTo>
                <a:lnTo>
                  <a:pt x="1004" y="192"/>
                </a:lnTo>
                <a:close/>
                <a:moveTo>
                  <a:pt x="1020" y="192"/>
                </a:moveTo>
                <a:lnTo>
                  <a:pt x="1027" y="192"/>
                </a:lnTo>
                <a:lnTo>
                  <a:pt x="1027" y="185"/>
                </a:lnTo>
                <a:lnTo>
                  <a:pt x="1020" y="185"/>
                </a:lnTo>
                <a:lnTo>
                  <a:pt x="1020" y="192"/>
                </a:lnTo>
                <a:close/>
                <a:moveTo>
                  <a:pt x="1037" y="192"/>
                </a:moveTo>
                <a:lnTo>
                  <a:pt x="1044" y="192"/>
                </a:lnTo>
                <a:lnTo>
                  <a:pt x="1044" y="185"/>
                </a:lnTo>
                <a:lnTo>
                  <a:pt x="1037" y="185"/>
                </a:lnTo>
                <a:lnTo>
                  <a:pt x="1037" y="192"/>
                </a:lnTo>
                <a:close/>
                <a:moveTo>
                  <a:pt x="1053" y="192"/>
                </a:moveTo>
                <a:lnTo>
                  <a:pt x="1061" y="192"/>
                </a:lnTo>
                <a:lnTo>
                  <a:pt x="1061" y="185"/>
                </a:lnTo>
                <a:lnTo>
                  <a:pt x="1053" y="185"/>
                </a:lnTo>
                <a:lnTo>
                  <a:pt x="1053" y="192"/>
                </a:lnTo>
                <a:close/>
                <a:moveTo>
                  <a:pt x="1070" y="192"/>
                </a:moveTo>
                <a:lnTo>
                  <a:pt x="1077" y="192"/>
                </a:lnTo>
                <a:lnTo>
                  <a:pt x="1077" y="185"/>
                </a:lnTo>
                <a:lnTo>
                  <a:pt x="1070" y="185"/>
                </a:lnTo>
                <a:lnTo>
                  <a:pt x="1070" y="192"/>
                </a:lnTo>
                <a:close/>
                <a:moveTo>
                  <a:pt x="1087" y="192"/>
                </a:moveTo>
                <a:lnTo>
                  <a:pt x="1094" y="192"/>
                </a:lnTo>
                <a:lnTo>
                  <a:pt x="1094" y="185"/>
                </a:lnTo>
                <a:lnTo>
                  <a:pt x="1087" y="185"/>
                </a:lnTo>
                <a:lnTo>
                  <a:pt x="1087" y="192"/>
                </a:lnTo>
                <a:close/>
                <a:moveTo>
                  <a:pt x="1103" y="192"/>
                </a:moveTo>
                <a:lnTo>
                  <a:pt x="1110" y="192"/>
                </a:lnTo>
                <a:lnTo>
                  <a:pt x="1110" y="185"/>
                </a:lnTo>
                <a:lnTo>
                  <a:pt x="1103" y="185"/>
                </a:lnTo>
                <a:lnTo>
                  <a:pt x="1103" y="192"/>
                </a:lnTo>
                <a:close/>
                <a:moveTo>
                  <a:pt x="1120" y="192"/>
                </a:moveTo>
                <a:lnTo>
                  <a:pt x="1127" y="192"/>
                </a:lnTo>
                <a:lnTo>
                  <a:pt x="1127" y="185"/>
                </a:lnTo>
                <a:lnTo>
                  <a:pt x="1120" y="185"/>
                </a:lnTo>
                <a:lnTo>
                  <a:pt x="1120" y="192"/>
                </a:lnTo>
                <a:close/>
                <a:moveTo>
                  <a:pt x="1139" y="192"/>
                </a:moveTo>
                <a:lnTo>
                  <a:pt x="1146" y="192"/>
                </a:lnTo>
                <a:lnTo>
                  <a:pt x="1146" y="185"/>
                </a:lnTo>
                <a:lnTo>
                  <a:pt x="1139" y="185"/>
                </a:lnTo>
                <a:lnTo>
                  <a:pt x="1139" y="192"/>
                </a:lnTo>
                <a:close/>
                <a:moveTo>
                  <a:pt x="1155" y="192"/>
                </a:moveTo>
                <a:lnTo>
                  <a:pt x="1162" y="192"/>
                </a:lnTo>
                <a:lnTo>
                  <a:pt x="1162" y="185"/>
                </a:lnTo>
                <a:lnTo>
                  <a:pt x="1155" y="185"/>
                </a:lnTo>
                <a:lnTo>
                  <a:pt x="1155" y="192"/>
                </a:lnTo>
                <a:close/>
                <a:moveTo>
                  <a:pt x="1172" y="192"/>
                </a:moveTo>
                <a:lnTo>
                  <a:pt x="1179" y="192"/>
                </a:lnTo>
                <a:lnTo>
                  <a:pt x="1179" y="185"/>
                </a:lnTo>
                <a:lnTo>
                  <a:pt x="1172" y="185"/>
                </a:lnTo>
                <a:lnTo>
                  <a:pt x="1172" y="192"/>
                </a:lnTo>
                <a:close/>
                <a:moveTo>
                  <a:pt x="1188" y="192"/>
                </a:moveTo>
                <a:lnTo>
                  <a:pt x="1196" y="192"/>
                </a:lnTo>
                <a:lnTo>
                  <a:pt x="1196" y="185"/>
                </a:lnTo>
                <a:lnTo>
                  <a:pt x="1188" y="185"/>
                </a:lnTo>
                <a:lnTo>
                  <a:pt x="1188" y="192"/>
                </a:lnTo>
                <a:close/>
                <a:moveTo>
                  <a:pt x="1205" y="192"/>
                </a:moveTo>
                <a:lnTo>
                  <a:pt x="1212" y="192"/>
                </a:lnTo>
                <a:lnTo>
                  <a:pt x="1212" y="185"/>
                </a:lnTo>
                <a:lnTo>
                  <a:pt x="1205" y="185"/>
                </a:lnTo>
                <a:lnTo>
                  <a:pt x="1205" y="192"/>
                </a:lnTo>
                <a:close/>
                <a:moveTo>
                  <a:pt x="1222" y="192"/>
                </a:moveTo>
                <a:lnTo>
                  <a:pt x="1229" y="192"/>
                </a:lnTo>
                <a:lnTo>
                  <a:pt x="1229" y="185"/>
                </a:lnTo>
                <a:lnTo>
                  <a:pt x="1222" y="185"/>
                </a:lnTo>
                <a:lnTo>
                  <a:pt x="1222" y="192"/>
                </a:lnTo>
                <a:close/>
                <a:moveTo>
                  <a:pt x="1238" y="192"/>
                </a:moveTo>
                <a:lnTo>
                  <a:pt x="1245" y="192"/>
                </a:lnTo>
                <a:lnTo>
                  <a:pt x="1245" y="185"/>
                </a:lnTo>
                <a:lnTo>
                  <a:pt x="1238" y="185"/>
                </a:lnTo>
                <a:lnTo>
                  <a:pt x="1238" y="192"/>
                </a:lnTo>
                <a:close/>
                <a:moveTo>
                  <a:pt x="1255" y="192"/>
                </a:moveTo>
                <a:lnTo>
                  <a:pt x="1262" y="192"/>
                </a:lnTo>
                <a:lnTo>
                  <a:pt x="1262" y="185"/>
                </a:lnTo>
                <a:lnTo>
                  <a:pt x="1255" y="185"/>
                </a:lnTo>
                <a:lnTo>
                  <a:pt x="1255" y="192"/>
                </a:lnTo>
                <a:close/>
                <a:moveTo>
                  <a:pt x="1271" y="192"/>
                </a:moveTo>
                <a:lnTo>
                  <a:pt x="1278" y="192"/>
                </a:lnTo>
                <a:lnTo>
                  <a:pt x="1278" y="185"/>
                </a:lnTo>
                <a:lnTo>
                  <a:pt x="1271" y="185"/>
                </a:lnTo>
                <a:lnTo>
                  <a:pt x="1271" y="192"/>
                </a:lnTo>
                <a:close/>
                <a:moveTo>
                  <a:pt x="1288" y="192"/>
                </a:moveTo>
                <a:lnTo>
                  <a:pt x="1295" y="192"/>
                </a:lnTo>
                <a:lnTo>
                  <a:pt x="1295" y="185"/>
                </a:lnTo>
                <a:lnTo>
                  <a:pt x="1288" y="185"/>
                </a:lnTo>
                <a:lnTo>
                  <a:pt x="1288" y="192"/>
                </a:lnTo>
                <a:close/>
                <a:moveTo>
                  <a:pt x="1304" y="192"/>
                </a:moveTo>
                <a:lnTo>
                  <a:pt x="1312" y="192"/>
                </a:lnTo>
                <a:lnTo>
                  <a:pt x="1312" y="185"/>
                </a:lnTo>
                <a:lnTo>
                  <a:pt x="1304" y="185"/>
                </a:lnTo>
                <a:lnTo>
                  <a:pt x="1304" y="192"/>
                </a:lnTo>
                <a:close/>
                <a:moveTo>
                  <a:pt x="1908" y="192"/>
                </a:moveTo>
                <a:lnTo>
                  <a:pt x="1915" y="192"/>
                </a:lnTo>
                <a:lnTo>
                  <a:pt x="1915" y="185"/>
                </a:lnTo>
                <a:lnTo>
                  <a:pt x="1908" y="185"/>
                </a:lnTo>
                <a:lnTo>
                  <a:pt x="1908" y="192"/>
                </a:lnTo>
                <a:close/>
                <a:moveTo>
                  <a:pt x="1925" y="192"/>
                </a:moveTo>
                <a:lnTo>
                  <a:pt x="1932" y="192"/>
                </a:lnTo>
                <a:lnTo>
                  <a:pt x="1932" y="185"/>
                </a:lnTo>
                <a:lnTo>
                  <a:pt x="1925" y="185"/>
                </a:lnTo>
                <a:lnTo>
                  <a:pt x="1925" y="192"/>
                </a:lnTo>
                <a:close/>
                <a:moveTo>
                  <a:pt x="1941" y="192"/>
                </a:moveTo>
                <a:lnTo>
                  <a:pt x="1949" y="192"/>
                </a:lnTo>
                <a:lnTo>
                  <a:pt x="1949" y="185"/>
                </a:lnTo>
                <a:lnTo>
                  <a:pt x="1941" y="185"/>
                </a:lnTo>
                <a:lnTo>
                  <a:pt x="1941" y="192"/>
                </a:lnTo>
                <a:close/>
                <a:moveTo>
                  <a:pt x="1958" y="192"/>
                </a:moveTo>
                <a:lnTo>
                  <a:pt x="1965" y="192"/>
                </a:lnTo>
                <a:lnTo>
                  <a:pt x="1965" y="185"/>
                </a:lnTo>
                <a:lnTo>
                  <a:pt x="1958" y="185"/>
                </a:lnTo>
                <a:lnTo>
                  <a:pt x="1958" y="192"/>
                </a:lnTo>
                <a:close/>
                <a:moveTo>
                  <a:pt x="2124" y="192"/>
                </a:moveTo>
                <a:lnTo>
                  <a:pt x="2131" y="192"/>
                </a:lnTo>
                <a:lnTo>
                  <a:pt x="2131" y="185"/>
                </a:lnTo>
                <a:lnTo>
                  <a:pt x="2124" y="185"/>
                </a:lnTo>
                <a:lnTo>
                  <a:pt x="2124" y="192"/>
                </a:lnTo>
                <a:close/>
                <a:moveTo>
                  <a:pt x="2159" y="192"/>
                </a:moveTo>
                <a:lnTo>
                  <a:pt x="2164" y="192"/>
                </a:lnTo>
                <a:lnTo>
                  <a:pt x="2164" y="185"/>
                </a:lnTo>
                <a:lnTo>
                  <a:pt x="2159" y="185"/>
                </a:lnTo>
                <a:lnTo>
                  <a:pt x="2159" y="192"/>
                </a:lnTo>
                <a:close/>
                <a:moveTo>
                  <a:pt x="2176" y="192"/>
                </a:moveTo>
                <a:lnTo>
                  <a:pt x="2183" y="192"/>
                </a:lnTo>
                <a:lnTo>
                  <a:pt x="2183" y="185"/>
                </a:lnTo>
                <a:lnTo>
                  <a:pt x="2176" y="185"/>
                </a:lnTo>
                <a:lnTo>
                  <a:pt x="2176" y="192"/>
                </a:lnTo>
                <a:close/>
                <a:moveTo>
                  <a:pt x="2192" y="192"/>
                </a:moveTo>
                <a:lnTo>
                  <a:pt x="2200" y="192"/>
                </a:lnTo>
                <a:lnTo>
                  <a:pt x="2200" y="185"/>
                </a:lnTo>
                <a:lnTo>
                  <a:pt x="2192" y="185"/>
                </a:lnTo>
                <a:lnTo>
                  <a:pt x="2192" y="192"/>
                </a:lnTo>
                <a:close/>
                <a:moveTo>
                  <a:pt x="2209" y="192"/>
                </a:moveTo>
                <a:lnTo>
                  <a:pt x="2216" y="192"/>
                </a:lnTo>
                <a:lnTo>
                  <a:pt x="2216" y="185"/>
                </a:lnTo>
                <a:lnTo>
                  <a:pt x="2209" y="185"/>
                </a:lnTo>
                <a:lnTo>
                  <a:pt x="2209" y="192"/>
                </a:lnTo>
                <a:close/>
                <a:moveTo>
                  <a:pt x="2226" y="192"/>
                </a:moveTo>
                <a:lnTo>
                  <a:pt x="2233" y="192"/>
                </a:lnTo>
                <a:lnTo>
                  <a:pt x="2233" y="185"/>
                </a:lnTo>
                <a:lnTo>
                  <a:pt x="2226" y="185"/>
                </a:lnTo>
                <a:lnTo>
                  <a:pt x="2226" y="192"/>
                </a:lnTo>
                <a:close/>
                <a:moveTo>
                  <a:pt x="2242" y="192"/>
                </a:moveTo>
                <a:lnTo>
                  <a:pt x="2249" y="192"/>
                </a:lnTo>
                <a:lnTo>
                  <a:pt x="2249" y="185"/>
                </a:lnTo>
                <a:lnTo>
                  <a:pt x="2242" y="185"/>
                </a:lnTo>
                <a:lnTo>
                  <a:pt x="2242" y="192"/>
                </a:lnTo>
                <a:close/>
                <a:moveTo>
                  <a:pt x="2259" y="192"/>
                </a:moveTo>
                <a:lnTo>
                  <a:pt x="2266" y="192"/>
                </a:lnTo>
                <a:lnTo>
                  <a:pt x="2266" y="185"/>
                </a:lnTo>
                <a:lnTo>
                  <a:pt x="2259" y="185"/>
                </a:lnTo>
                <a:lnTo>
                  <a:pt x="2259" y="192"/>
                </a:lnTo>
                <a:close/>
                <a:moveTo>
                  <a:pt x="2275" y="192"/>
                </a:moveTo>
                <a:lnTo>
                  <a:pt x="2282" y="192"/>
                </a:lnTo>
                <a:lnTo>
                  <a:pt x="2282" y="185"/>
                </a:lnTo>
                <a:lnTo>
                  <a:pt x="2275" y="185"/>
                </a:lnTo>
                <a:lnTo>
                  <a:pt x="2275" y="192"/>
                </a:lnTo>
                <a:close/>
                <a:moveTo>
                  <a:pt x="2292" y="192"/>
                </a:moveTo>
                <a:lnTo>
                  <a:pt x="2299" y="192"/>
                </a:lnTo>
                <a:lnTo>
                  <a:pt x="2299" y="185"/>
                </a:lnTo>
                <a:lnTo>
                  <a:pt x="2292" y="185"/>
                </a:lnTo>
                <a:lnTo>
                  <a:pt x="2292" y="192"/>
                </a:lnTo>
                <a:close/>
                <a:moveTo>
                  <a:pt x="2308" y="192"/>
                </a:moveTo>
                <a:lnTo>
                  <a:pt x="2316" y="192"/>
                </a:lnTo>
                <a:lnTo>
                  <a:pt x="2316" y="185"/>
                </a:lnTo>
                <a:lnTo>
                  <a:pt x="2308" y="185"/>
                </a:lnTo>
                <a:lnTo>
                  <a:pt x="2308" y="192"/>
                </a:lnTo>
                <a:close/>
                <a:moveTo>
                  <a:pt x="2325" y="192"/>
                </a:moveTo>
                <a:lnTo>
                  <a:pt x="2332" y="192"/>
                </a:lnTo>
                <a:lnTo>
                  <a:pt x="2332" y="185"/>
                </a:lnTo>
                <a:lnTo>
                  <a:pt x="2325" y="185"/>
                </a:lnTo>
                <a:lnTo>
                  <a:pt x="2325" y="192"/>
                </a:lnTo>
                <a:close/>
                <a:moveTo>
                  <a:pt x="2342" y="192"/>
                </a:moveTo>
                <a:lnTo>
                  <a:pt x="2349" y="192"/>
                </a:lnTo>
                <a:lnTo>
                  <a:pt x="2349" y="185"/>
                </a:lnTo>
                <a:lnTo>
                  <a:pt x="2342" y="185"/>
                </a:lnTo>
                <a:lnTo>
                  <a:pt x="2342" y="192"/>
                </a:lnTo>
                <a:close/>
                <a:moveTo>
                  <a:pt x="2358" y="192"/>
                </a:moveTo>
                <a:lnTo>
                  <a:pt x="2365" y="192"/>
                </a:lnTo>
                <a:lnTo>
                  <a:pt x="2365" y="185"/>
                </a:lnTo>
                <a:lnTo>
                  <a:pt x="2358" y="185"/>
                </a:lnTo>
                <a:lnTo>
                  <a:pt x="2358" y="192"/>
                </a:lnTo>
                <a:close/>
                <a:moveTo>
                  <a:pt x="2375" y="192"/>
                </a:moveTo>
                <a:lnTo>
                  <a:pt x="2382" y="192"/>
                </a:lnTo>
                <a:lnTo>
                  <a:pt x="2382" y="185"/>
                </a:lnTo>
                <a:lnTo>
                  <a:pt x="2375" y="185"/>
                </a:lnTo>
                <a:lnTo>
                  <a:pt x="2375" y="192"/>
                </a:lnTo>
                <a:close/>
                <a:moveTo>
                  <a:pt x="2391" y="192"/>
                </a:moveTo>
                <a:lnTo>
                  <a:pt x="2398" y="192"/>
                </a:lnTo>
                <a:lnTo>
                  <a:pt x="2398" y="185"/>
                </a:lnTo>
                <a:lnTo>
                  <a:pt x="2391" y="185"/>
                </a:lnTo>
                <a:lnTo>
                  <a:pt x="2391" y="192"/>
                </a:lnTo>
                <a:close/>
                <a:moveTo>
                  <a:pt x="2408" y="192"/>
                </a:moveTo>
                <a:lnTo>
                  <a:pt x="2415" y="192"/>
                </a:lnTo>
                <a:lnTo>
                  <a:pt x="2415" y="185"/>
                </a:lnTo>
                <a:lnTo>
                  <a:pt x="2408" y="185"/>
                </a:lnTo>
                <a:lnTo>
                  <a:pt x="2408" y="192"/>
                </a:lnTo>
                <a:close/>
                <a:moveTo>
                  <a:pt x="2493" y="192"/>
                </a:moveTo>
                <a:lnTo>
                  <a:pt x="2500" y="192"/>
                </a:lnTo>
                <a:lnTo>
                  <a:pt x="2500" y="185"/>
                </a:lnTo>
                <a:lnTo>
                  <a:pt x="2493" y="185"/>
                </a:lnTo>
                <a:lnTo>
                  <a:pt x="2493" y="192"/>
                </a:lnTo>
                <a:close/>
                <a:moveTo>
                  <a:pt x="2510" y="192"/>
                </a:moveTo>
                <a:lnTo>
                  <a:pt x="2517" y="192"/>
                </a:lnTo>
                <a:lnTo>
                  <a:pt x="2517" y="185"/>
                </a:lnTo>
                <a:lnTo>
                  <a:pt x="2510" y="185"/>
                </a:lnTo>
                <a:lnTo>
                  <a:pt x="2510" y="192"/>
                </a:lnTo>
                <a:close/>
                <a:moveTo>
                  <a:pt x="2593" y="192"/>
                </a:moveTo>
                <a:lnTo>
                  <a:pt x="2600" y="192"/>
                </a:lnTo>
                <a:lnTo>
                  <a:pt x="2600" y="185"/>
                </a:lnTo>
                <a:lnTo>
                  <a:pt x="2593" y="185"/>
                </a:lnTo>
                <a:lnTo>
                  <a:pt x="2593" y="192"/>
                </a:lnTo>
                <a:close/>
                <a:moveTo>
                  <a:pt x="2609" y="192"/>
                </a:moveTo>
                <a:lnTo>
                  <a:pt x="2616" y="192"/>
                </a:lnTo>
                <a:lnTo>
                  <a:pt x="2616" y="185"/>
                </a:lnTo>
                <a:lnTo>
                  <a:pt x="2609" y="185"/>
                </a:lnTo>
                <a:lnTo>
                  <a:pt x="2609" y="192"/>
                </a:lnTo>
                <a:close/>
                <a:moveTo>
                  <a:pt x="2626" y="192"/>
                </a:moveTo>
                <a:lnTo>
                  <a:pt x="2633" y="192"/>
                </a:lnTo>
                <a:lnTo>
                  <a:pt x="2633" y="185"/>
                </a:lnTo>
                <a:lnTo>
                  <a:pt x="2626" y="185"/>
                </a:lnTo>
                <a:lnTo>
                  <a:pt x="2626" y="192"/>
                </a:lnTo>
                <a:close/>
                <a:moveTo>
                  <a:pt x="2642" y="192"/>
                </a:moveTo>
                <a:lnTo>
                  <a:pt x="2649" y="192"/>
                </a:lnTo>
                <a:lnTo>
                  <a:pt x="2649" y="185"/>
                </a:lnTo>
                <a:lnTo>
                  <a:pt x="2642" y="185"/>
                </a:lnTo>
                <a:lnTo>
                  <a:pt x="2642" y="192"/>
                </a:lnTo>
                <a:close/>
                <a:moveTo>
                  <a:pt x="2659" y="192"/>
                </a:moveTo>
                <a:lnTo>
                  <a:pt x="2666" y="192"/>
                </a:lnTo>
                <a:lnTo>
                  <a:pt x="2666" y="185"/>
                </a:lnTo>
                <a:lnTo>
                  <a:pt x="2659" y="185"/>
                </a:lnTo>
                <a:lnTo>
                  <a:pt x="2659" y="192"/>
                </a:lnTo>
                <a:close/>
                <a:moveTo>
                  <a:pt x="2711" y="192"/>
                </a:moveTo>
                <a:lnTo>
                  <a:pt x="2718" y="192"/>
                </a:lnTo>
                <a:lnTo>
                  <a:pt x="2718" y="185"/>
                </a:lnTo>
                <a:lnTo>
                  <a:pt x="2711" y="185"/>
                </a:lnTo>
                <a:lnTo>
                  <a:pt x="2711" y="192"/>
                </a:lnTo>
                <a:close/>
                <a:moveTo>
                  <a:pt x="402" y="209"/>
                </a:moveTo>
                <a:lnTo>
                  <a:pt x="409" y="209"/>
                </a:lnTo>
                <a:lnTo>
                  <a:pt x="409" y="202"/>
                </a:lnTo>
                <a:lnTo>
                  <a:pt x="402" y="202"/>
                </a:lnTo>
                <a:lnTo>
                  <a:pt x="402" y="209"/>
                </a:lnTo>
                <a:close/>
                <a:moveTo>
                  <a:pt x="419" y="209"/>
                </a:moveTo>
                <a:lnTo>
                  <a:pt x="426" y="209"/>
                </a:lnTo>
                <a:lnTo>
                  <a:pt x="426" y="202"/>
                </a:lnTo>
                <a:lnTo>
                  <a:pt x="419" y="202"/>
                </a:lnTo>
                <a:lnTo>
                  <a:pt x="419" y="209"/>
                </a:lnTo>
                <a:close/>
                <a:moveTo>
                  <a:pt x="435" y="209"/>
                </a:moveTo>
                <a:lnTo>
                  <a:pt x="442" y="209"/>
                </a:lnTo>
                <a:lnTo>
                  <a:pt x="442" y="202"/>
                </a:lnTo>
                <a:lnTo>
                  <a:pt x="435" y="202"/>
                </a:lnTo>
                <a:lnTo>
                  <a:pt x="435" y="209"/>
                </a:lnTo>
                <a:close/>
                <a:moveTo>
                  <a:pt x="452" y="209"/>
                </a:moveTo>
                <a:lnTo>
                  <a:pt x="459" y="209"/>
                </a:lnTo>
                <a:lnTo>
                  <a:pt x="459" y="202"/>
                </a:lnTo>
                <a:lnTo>
                  <a:pt x="452" y="202"/>
                </a:lnTo>
                <a:lnTo>
                  <a:pt x="452" y="209"/>
                </a:lnTo>
                <a:close/>
                <a:moveTo>
                  <a:pt x="469" y="209"/>
                </a:moveTo>
                <a:lnTo>
                  <a:pt x="476" y="209"/>
                </a:lnTo>
                <a:lnTo>
                  <a:pt x="476" y="202"/>
                </a:lnTo>
                <a:lnTo>
                  <a:pt x="469" y="202"/>
                </a:lnTo>
                <a:lnTo>
                  <a:pt x="469" y="209"/>
                </a:lnTo>
                <a:close/>
                <a:moveTo>
                  <a:pt x="485" y="209"/>
                </a:moveTo>
                <a:lnTo>
                  <a:pt x="492" y="209"/>
                </a:lnTo>
                <a:lnTo>
                  <a:pt x="492" y="202"/>
                </a:lnTo>
                <a:lnTo>
                  <a:pt x="485" y="202"/>
                </a:lnTo>
                <a:lnTo>
                  <a:pt x="485" y="209"/>
                </a:lnTo>
                <a:close/>
                <a:moveTo>
                  <a:pt x="502" y="209"/>
                </a:moveTo>
                <a:lnTo>
                  <a:pt x="509" y="209"/>
                </a:lnTo>
                <a:lnTo>
                  <a:pt x="509" y="202"/>
                </a:lnTo>
                <a:lnTo>
                  <a:pt x="502" y="202"/>
                </a:lnTo>
                <a:lnTo>
                  <a:pt x="502" y="209"/>
                </a:lnTo>
                <a:close/>
                <a:moveTo>
                  <a:pt x="518" y="209"/>
                </a:moveTo>
                <a:lnTo>
                  <a:pt x="525" y="209"/>
                </a:lnTo>
                <a:lnTo>
                  <a:pt x="525" y="202"/>
                </a:lnTo>
                <a:lnTo>
                  <a:pt x="518" y="202"/>
                </a:lnTo>
                <a:lnTo>
                  <a:pt x="518" y="209"/>
                </a:lnTo>
                <a:close/>
                <a:moveTo>
                  <a:pt x="535" y="209"/>
                </a:moveTo>
                <a:lnTo>
                  <a:pt x="542" y="209"/>
                </a:lnTo>
                <a:lnTo>
                  <a:pt x="542" y="202"/>
                </a:lnTo>
                <a:lnTo>
                  <a:pt x="535" y="202"/>
                </a:lnTo>
                <a:lnTo>
                  <a:pt x="535" y="209"/>
                </a:lnTo>
                <a:close/>
                <a:moveTo>
                  <a:pt x="551" y="209"/>
                </a:moveTo>
                <a:lnTo>
                  <a:pt x="559" y="209"/>
                </a:lnTo>
                <a:lnTo>
                  <a:pt x="559" y="202"/>
                </a:lnTo>
                <a:lnTo>
                  <a:pt x="551" y="202"/>
                </a:lnTo>
                <a:lnTo>
                  <a:pt x="551" y="209"/>
                </a:lnTo>
                <a:close/>
                <a:moveTo>
                  <a:pt x="568" y="209"/>
                </a:moveTo>
                <a:lnTo>
                  <a:pt x="575" y="209"/>
                </a:lnTo>
                <a:lnTo>
                  <a:pt x="575" y="202"/>
                </a:lnTo>
                <a:lnTo>
                  <a:pt x="568" y="202"/>
                </a:lnTo>
                <a:lnTo>
                  <a:pt x="568" y="209"/>
                </a:lnTo>
                <a:close/>
                <a:moveTo>
                  <a:pt x="601" y="209"/>
                </a:moveTo>
                <a:lnTo>
                  <a:pt x="608" y="209"/>
                </a:lnTo>
                <a:lnTo>
                  <a:pt x="608" y="202"/>
                </a:lnTo>
                <a:lnTo>
                  <a:pt x="601" y="202"/>
                </a:lnTo>
                <a:lnTo>
                  <a:pt x="601" y="209"/>
                </a:lnTo>
                <a:close/>
                <a:moveTo>
                  <a:pt x="620" y="209"/>
                </a:moveTo>
                <a:lnTo>
                  <a:pt x="625" y="209"/>
                </a:lnTo>
                <a:lnTo>
                  <a:pt x="625" y="202"/>
                </a:lnTo>
                <a:lnTo>
                  <a:pt x="620" y="202"/>
                </a:lnTo>
                <a:lnTo>
                  <a:pt x="620" y="209"/>
                </a:lnTo>
                <a:close/>
                <a:moveTo>
                  <a:pt x="637" y="209"/>
                </a:moveTo>
                <a:lnTo>
                  <a:pt x="644" y="209"/>
                </a:lnTo>
                <a:lnTo>
                  <a:pt x="644" y="202"/>
                </a:lnTo>
                <a:lnTo>
                  <a:pt x="637" y="202"/>
                </a:lnTo>
                <a:lnTo>
                  <a:pt x="637" y="209"/>
                </a:lnTo>
                <a:close/>
                <a:moveTo>
                  <a:pt x="653" y="209"/>
                </a:moveTo>
                <a:lnTo>
                  <a:pt x="660" y="209"/>
                </a:lnTo>
                <a:lnTo>
                  <a:pt x="660" y="202"/>
                </a:lnTo>
                <a:lnTo>
                  <a:pt x="653" y="202"/>
                </a:lnTo>
                <a:lnTo>
                  <a:pt x="653" y="209"/>
                </a:lnTo>
                <a:close/>
                <a:moveTo>
                  <a:pt x="670" y="209"/>
                </a:moveTo>
                <a:lnTo>
                  <a:pt x="677" y="209"/>
                </a:lnTo>
                <a:lnTo>
                  <a:pt x="677" y="202"/>
                </a:lnTo>
                <a:lnTo>
                  <a:pt x="670" y="202"/>
                </a:lnTo>
                <a:lnTo>
                  <a:pt x="670" y="209"/>
                </a:lnTo>
                <a:close/>
                <a:moveTo>
                  <a:pt x="686" y="209"/>
                </a:moveTo>
                <a:lnTo>
                  <a:pt x="693" y="209"/>
                </a:lnTo>
                <a:lnTo>
                  <a:pt x="693" y="202"/>
                </a:lnTo>
                <a:lnTo>
                  <a:pt x="686" y="202"/>
                </a:lnTo>
                <a:lnTo>
                  <a:pt x="686" y="209"/>
                </a:lnTo>
                <a:close/>
                <a:moveTo>
                  <a:pt x="703" y="209"/>
                </a:moveTo>
                <a:lnTo>
                  <a:pt x="710" y="209"/>
                </a:lnTo>
                <a:lnTo>
                  <a:pt x="710" y="202"/>
                </a:lnTo>
                <a:lnTo>
                  <a:pt x="703" y="202"/>
                </a:lnTo>
                <a:lnTo>
                  <a:pt x="703" y="209"/>
                </a:lnTo>
                <a:close/>
                <a:moveTo>
                  <a:pt x="720" y="209"/>
                </a:moveTo>
                <a:lnTo>
                  <a:pt x="727" y="209"/>
                </a:lnTo>
                <a:lnTo>
                  <a:pt x="727" y="202"/>
                </a:lnTo>
                <a:lnTo>
                  <a:pt x="720" y="202"/>
                </a:lnTo>
                <a:lnTo>
                  <a:pt x="720" y="209"/>
                </a:lnTo>
                <a:close/>
                <a:moveTo>
                  <a:pt x="736" y="209"/>
                </a:moveTo>
                <a:lnTo>
                  <a:pt x="743" y="209"/>
                </a:lnTo>
                <a:lnTo>
                  <a:pt x="743" y="202"/>
                </a:lnTo>
                <a:lnTo>
                  <a:pt x="736" y="202"/>
                </a:lnTo>
                <a:lnTo>
                  <a:pt x="736" y="209"/>
                </a:lnTo>
                <a:close/>
                <a:moveTo>
                  <a:pt x="753" y="209"/>
                </a:moveTo>
                <a:lnTo>
                  <a:pt x="760" y="209"/>
                </a:lnTo>
                <a:lnTo>
                  <a:pt x="760" y="202"/>
                </a:lnTo>
                <a:lnTo>
                  <a:pt x="753" y="202"/>
                </a:lnTo>
                <a:lnTo>
                  <a:pt x="753" y="209"/>
                </a:lnTo>
                <a:close/>
                <a:moveTo>
                  <a:pt x="769" y="209"/>
                </a:moveTo>
                <a:lnTo>
                  <a:pt x="776" y="209"/>
                </a:lnTo>
                <a:lnTo>
                  <a:pt x="776" y="202"/>
                </a:lnTo>
                <a:lnTo>
                  <a:pt x="769" y="202"/>
                </a:lnTo>
                <a:lnTo>
                  <a:pt x="769" y="209"/>
                </a:lnTo>
                <a:close/>
                <a:moveTo>
                  <a:pt x="786" y="209"/>
                </a:moveTo>
                <a:lnTo>
                  <a:pt x="793" y="209"/>
                </a:lnTo>
                <a:lnTo>
                  <a:pt x="793" y="202"/>
                </a:lnTo>
                <a:lnTo>
                  <a:pt x="786" y="202"/>
                </a:lnTo>
                <a:lnTo>
                  <a:pt x="786" y="209"/>
                </a:lnTo>
                <a:close/>
                <a:moveTo>
                  <a:pt x="802" y="209"/>
                </a:moveTo>
                <a:lnTo>
                  <a:pt x="810" y="209"/>
                </a:lnTo>
                <a:lnTo>
                  <a:pt x="810" y="202"/>
                </a:lnTo>
                <a:lnTo>
                  <a:pt x="802" y="202"/>
                </a:lnTo>
                <a:lnTo>
                  <a:pt x="802" y="209"/>
                </a:lnTo>
                <a:close/>
                <a:moveTo>
                  <a:pt x="987" y="209"/>
                </a:moveTo>
                <a:lnTo>
                  <a:pt x="994" y="209"/>
                </a:lnTo>
                <a:lnTo>
                  <a:pt x="994" y="202"/>
                </a:lnTo>
                <a:lnTo>
                  <a:pt x="987" y="202"/>
                </a:lnTo>
                <a:lnTo>
                  <a:pt x="987" y="209"/>
                </a:lnTo>
                <a:close/>
                <a:moveTo>
                  <a:pt x="1004" y="209"/>
                </a:moveTo>
                <a:lnTo>
                  <a:pt x="1011" y="209"/>
                </a:lnTo>
                <a:lnTo>
                  <a:pt x="1011" y="202"/>
                </a:lnTo>
                <a:lnTo>
                  <a:pt x="1004" y="202"/>
                </a:lnTo>
                <a:lnTo>
                  <a:pt x="1004" y="209"/>
                </a:lnTo>
                <a:close/>
                <a:moveTo>
                  <a:pt x="1020" y="209"/>
                </a:moveTo>
                <a:lnTo>
                  <a:pt x="1027" y="209"/>
                </a:lnTo>
                <a:lnTo>
                  <a:pt x="1027" y="202"/>
                </a:lnTo>
                <a:lnTo>
                  <a:pt x="1020" y="202"/>
                </a:lnTo>
                <a:lnTo>
                  <a:pt x="1020" y="209"/>
                </a:lnTo>
                <a:close/>
                <a:moveTo>
                  <a:pt x="1037" y="209"/>
                </a:moveTo>
                <a:lnTo>
                  <a:pt x="1044" y="209"/>
                </a:lnTo>
                <a:lnTo>
                  <a:pt x="1044" y="202"/>
                </a:lnTo>
                <a:lnTo>
                  <a:pt x="1037" y="202"/>
                </a:lnTo>
                <a:lnTo>
                  <a:pt x="1037" y="209"/>
                </a:lnTo>
                <a:close/>
                <a:moveTo>
                  <a:pt x="1053" y="209"/>
                </a:moveTo>
                <a:lnTo>
                  <a:pt x="1061" y="209"/>
                </a:lnTo>
                <a:lnTo>
                  <a:pt x="1061" y="202"/>
                </a:lnTo>
                <a:lnTo>
                  <a:pt x="1053" y="202"/>
                </a:lnTo>
                <a:lnTo>
                  <a:pt x="1053" y="209"/>
                </a:lnTo>
                <a:close/>
                <a:moveTo>
                  <a:pt x="1070" y="209"/>
                </a:moveTo>
                <a:lnTo>
                  <a:pt x="1077" y="209"/>
                </a:lnTo>
                <a:lnTo>
                  <a:pt x="1077" y="202"/>
                </a:lnTo>
                <a:lnTo>
                  <a:pt x="1070" y="202"/>
                </a:lnTo>
                <a:lnTo>
                  <a:pt x="1070" y="209"/>
                </a:lnTo>
                <a:close/>
                <a:moveTo>
                  <a:pt x="1087" y="209"/>
                </a:moveTo>
                <a:lnTo>
                  <a:pt x="1094" y="209"/>
                </a:lnTo>
                <a:lnTo>
                  <a:pt x="1094" y="202"/>
                </a:lnTo>
                <a:lnTo>
                  <a:pt x="1087" y="202"/>
                </a:lnTo>
                <a:lnTo>
                  <a:pt x="1087" y="209"/>
                </a:lnTo>
                <a:close/>
                <a:moveTo>
                  <a:pt x="1103" y="209"/>
                </a:moveTo>
                <a:lnTo>
                  <a:pt x="1110" y="209"/>
                </a:lnTo>
                <a:lnTo>
                  <a:pt x="1110" y="202"/>
                </a:lnTo>
                <a:lnTo>
                  <a:pt x="1103" y="202"/>
                </a:lnTo>
                <a:lnTo>
                  <a:pt x="1103" y="209"/>
                </a:lnTo>
                <a:close/>
                <a:moveTo>
                  <a:pt x="1120" y="209"/>
                </a:moveTo>
                <a:lnTo>
                  <a:pt x="1127" y="209"/>
                </a:lnTo>
                <a:lnTo>
                  <a:pt x="1127" y="202"/>
                </a:lnTo>
                <a:lnTo>
                  <a:pt x="1120" y="202"/>
                </a:lnTo>
                <a:lnTo>
                  <a:pt x="1120" y="209"/>
                </a:lnTo>
                <a:close/>
                <a:moveTo>
                  <a:pt x="1139" y="209"/>
                </a:moveTo>
                <a:lnTo>
                  <a:pt x="1146" y="209"/>
                </a:lnTo>
                <a:lnTo>
                  <a:pt x="1146" y="202"/>
                </a:lnTo>
                <a:lnTo>
                  <a:pt x="1139" y="202"/>
                </a:lnTo>
                <a:lnTo>
                  <a:pt x="1139" y="209"/>
                </a:lnTo>
                <a:close/>
                <a:moveTo>
                  <a:pt x="1155" y="209"/>
                </a:moveTo>
                <a:lnTo>
                  <a:pt x="1162" y="209"/>
                </a:lnTo>
                <a:lnTo>
                  <a:pt x="1162" y="202"/>
                </a:lnTo>
                <a:lnTo>
                  <a:pt x="1155" y="202"/>
                </a:lnTo>
                <a:lnTo>
                  <a:pt x="1155" y="209"/>
                </a:lnTo>
                <a:close/>
                <a:moveTo>
                  <a:pt x="1172" y="209"/>
                </a:moveTo>
                <a:lnTo>
                  <a:pt x="1179" y="209"/>
                </a:lnTo>
                <a:lnTo>
                  <a:pt x="1179" y="202"/>
                </a:lnTo>
                <a:lnTo>
                  <a:pt x="1172" y="202"/>
                </a:lnTo>
                <a:lnTo>
                  <a:pt x="1172" y="209"/>
                </a:lnTo>
                <a:close/>
                <a:moveTo>
                  <a:pt x="1188" y="209"/>
                </a:moveTo>
                <a:lnTo>
                  <a:pt x="1196" y="209"/>
                </a:lnTo>
                <a:lnTo>
                  <a:pt x="1196" y="202"/>
                </a:lnTo>
                <a:lnTo>
                  <a:pt x="1188" y="202"/>
                </a:lnTo>
                <a:lnTo>
                  <a:pt x="1188" y="209"/>
                </a:lnTo>
                <a:close/>
                <a:moveTo>
                  <a:pt x="1205" y="209"/>
                </a:moveTo>
                <a:lnTo>
                  <a:pt x="1212" y="209"/>
                </a:lnTo>
                <a:lnTo>
                  <a:pt x="1212" y="202"/>
                </a:lnTo>
                <a:lnTo>
                  <a:pt x="1205" y="202"/>
                </a:lnTo>
                <a:lnTo>
                  <a:pt x="1205" y="209"/>
                </a:lnTo>
                <a:close/>
                <a:moveTo>
                  <a:pt x="1222" y="209"/>
                </a:moveTo>
                <a:lnTo>
                  <a:pt x="1229" y="209"/>
                </a:lnTo>
                <a:lnTo>
                  <a:pt x="1229" y="202"/>
                </a:lnTo>
                <a:lnTo>
                  <a:pt x="1222" y="202"/>
                </a:lnTo>
                <a:lnTo>
                  <a:pt x="1222" y="209"/>
                </a:lnTo>
                <a:close/>
                <a:moveTo>
                  <a:pt x="1238" y="209"/>
                </a:moveTo>
                <a:lnTo>
                  <a:pt x="1245" y="209"/>
                </a:lnTo>
                <a:lnTo>
                  <a:pt x="1245" y="202"/>
                </a:lnTo>
                <a:lnTo>
                  <a:pt x="1238" y="202"/>
                </a:lnTo>
                <a:lnTo>
                  <a:pt x="1238" y="209"/>
                </a:lnTo>
                <a:close/>
                <a:moveTo>
                  <a:pt x="1255" y="209"/>
                </a:moveTo>
                <a:lnTo>
                  <a:pt x="1262" y="209"/>
                </a:lnTo>
                <a:lnTo>
                  <a:pt x="1262" y="202"/>
                </a:lnTo>
                <a:lnTo>
                  <a:pt x="1255" y="202"/>
                </a:lnTo>
                <a:lnTo>
                  <a:pt x="1255" y="209"/>
                </a:lnTo>
                <a:close/>
                <a:moveTo>
                  <a:pt x="1271" y="209"/>
                </a:moveTo>
                <a:lnTo>
                  <a:pt x="1278" y="209"/>
                </a:lnTo>
                <a:lnTo>
                  <a:pt x="1278" y="202"/>
                </a:lnTo>
                <a:lnTo>
                  <a:pt x="1271" y="202"/>
                </a:lnTo>
                <a:lnTo>
                  <a:pt x="1271" y="209"/>
                </a:lnTo>
                <a:close/>
                <a:moveTo>
                  <a:pt x="1288" y="209"/>
                </a:moveTo>
                <a:lnTo>
                  <a:pt x="1295" y="209"/>
                </a:lnTo>
                <a:lnTo>
                  <a:pt x="1295" y="202"/>
                </a:lnTo>
                <a:lnTo>
                  <a:pt x="1288" y="202"/>
                </a:lnTo>
                <a:lnTo>
                  <a:pt x="1288" y="209"/>
                </a:lnTo>
                <a:close/>
                <a:moveTo>
                  <a:pt x="1889" y="209"/>
                </a:moveTo>
                <a:lnTo>
                  <a:pt x="1896" y="209"/>
                </a:lnTo>
                <a:lnTo>
                  <a:pt x="1896" y="202"/>
                </a:lnTo>
                <a:lnTo>
                  <a:pt x="1889" y="202"/>
                </a:lnTo>
                <a:lnTo>
                  <a:pt x="1889" y="209"/>
                </a:lnTo>
                <a:close/>
                <a:moveTo>
                  <a:pt x="1908" y="209"/>
                </a:moveTo>
                <a:lnTo>
                  <a:pt x="1915" y="209"/>
                </a:lnTo>
                <a:lnTo>
                  <a:pt x="1915" y="202"/>
                </a:lnTo>
                <a:lnTo>
                  <a:pt x="1908" y="202"/>
                </a:lnTo>
                <a:lnTo>
                  <a:pt x="1908" y="209"/>
                </a:lnTo>
                <a:close/>
                <a:moveTo>
                  <a:pt x="1925" y="209"/>
                </a:moveTo>
                <a:lnTo>
                  <a:pt x="1932" y="209"/>
                </a:lnTo>
                <a:lnTo>
                  <a:pt x="1932" y="202"/>
                </a:lnTo>
                <a:lnTo>
                  <a:pt x="1925" y="202"/>
                </a:lnTo>
                <a:lnTo>
                  <a:pt x="1925" y="209"/>
                </a:lnTo>
                <a:close/>
                <a:moveTo>
                  <a:pt x="1941" y="209"/>
                </a:moveTo>
                <a:lnTo>
                  <a:pt x="1949" y="209"/>
                </a:lnTo>
                <a:lnTo>
                  <a:pt x="1949" y="202"/>
                </a:lnTo>
                <a:lnTo>
                  <a:pt x="1941" y="202"/>
                </a:lnTo>
                <a:lnTo>
                  <a:pt x="1941" y="209"/>
                </a:lnTo>
                <a:close/>
                <a:moveTo>
                  <a:pt x="2041" y="209"/>
                </a:moveTo>
                <a:lnTo>
                  <a:pt x="2048" y="209"/>
                </a:lnTo>
                <a:lnTo>
                  <a:pt x="2048" y="202"/>
                </a:lnTo>
                <a:lnTo>
                  <a:pt x="2041" y="202"/>
                </a:lnTo>
                <a:lnTo>
                  <a:pt x="2041" y="209"/>
                </a:lnTo>
                <a:close/>
                <a:moveTo>
                  <a:pt x="2057" y="209"/>
                </a:moveTo>
                <a:lnTo>
                  <a:pt x="2065" y="209"/>
                </a:lnTo>
                <a:lnTo>
                  <a:pt x="2065" y="202"/>
                </a:lnTo>
                <a:lnTo>
                  <a:pt x="2057" y="202"/>
                </a:lnTo>
                <a:lnTo>
                  <a:pt x="2057" y="209"/>
                </a:lnTo>
                <a:close/>
                <a:moveTo>
                  <a:pt x="2074" y="209"/>
                </a:moveTo>
                <a:lnTo>
                  <a:pt x="2081" y="209"/>
                </a:lnTo>
                <a:lnTo>
                  <a:pt x="2081" y="202"/>
                </a:lnTo>
                <a:lnTo>
                  <a:pt x="2074" y="202"/>
                </a:lnTo>
                <a:lnTo>
                  <a:pt x="2074" y="209"/>
                </a:lnTo>
                <a:close/>
                <a:moveTo>
                  <a:pt x="2091" y="209"/>
                </a:moveTo>
                <a:lnTo>
                  <a:pt x="2098" y="209"/>
                </a:lnTo>
                <a:lnTo>
                  <a:pt x="2098" y="202"/>
                </a:lnTo>
                <a:lnTo>
                  <a:pt x="2091" y="202"/>
                </a:lnTo>
                <a:lnTo>
                  <a:pt x="2091" y="209"/>
                </a:lnTo>
                <a:close/>
                <a:moveTo>
                  <a:pt x="2124" y="209"/>
                </a:moveTo>
                <a:lnTo>
                  <a:pt x="2131" y="209"/>
                </a:lnTo>
                <a:lnTo>
                  <a:pt x="2131" y="202"/>
                </a:lnTo>
                <a:lnTo>
                  <a:pt x="2124" y="202"/>
                </a:lnTo>
                <a:lnTo>
                  <a:pt x="2124" y="209"/>
                </a:lnTo>
                <a:close/>
                <a:moveTo>
                  <a:pt x="2140" y="209"/>
                </a:moveTo>
                <a:lnTo>
                  <a:pt x="2147" y="209"/>
                </a:lnTo>
                <a:lnTo>
                  <a:pt x="2147" y="202"/>
                </a:lnTo>
                <a:lnTo>
                  <a:pt x="2140" y="202"/>
                </a:lnTo>
                <a:lnTo>
                  <a:pt x="2140" y="209"/>
                </a:lnTo>
                <a:close/>
                <a:moveTo>
                  <a:pt x="2159" y="209"/>
                </a:moveTo>
                <a:lnTo>
                  <a:pt x="2164" y="209"/>
                </a:lnTo>
                <a:lnTo>
                  <a:pt x="2164" y="202"/>
                </a:lnTo>
                <a:lnTo>
                  <a:pt x="2159" y="202"/>
                </a:lnTo>
                <a:lnTo>
                  <a:pt x="2159" y="209"/>
                </a:lnTo>
                <a:close/>
                <a:moveTo>
                  <a:pt x="2176" y="209"/>
                </a:moveTo>
                <a:lnTo>
                  <a:pt x="2183" y="209"/>
                </a:lnTo>
                <a:lnTo>
                  <a:pt x="2183" y="202"/>
                </a:lnTo>
                <a:lnTo>
                  <a:pt x="2176" y="202"/>
                </a:lnTo>
                <a:lnTo>
                  <a:pt x="2176" y="209"/>
                </a:lnTo>
                <a:close/>
                <a:moveTo>
                  <a:pt x="2192" y="209"/>
                </a:moveTo>
                <a:lnTo>
                  <a:pt x="2200" y="209"/>
                </a:lnTo>
                <a:lnTo>
                  <a:pt x="2200" y="202"/>
                </a:lnTo>
                <a:lnTo>
                  <a:pt x="2192" y="202"/>
                </a:lnTo>
                <a:lnTo>
                  <a:pt x="2192" y="209"/>
                </a:lnTo>
                <a:close/>
                <a:moveTo>
                  <a:pt x="2209" y="209"/>
                </a:moveTo>
                <a:lnTo>
                  <a:pt x="2216" y="209"/>
                </a:lnTo>
                <a:lnTo>
                  <a:pt x="2216" y="202"/>
                </a:lnTo>
                <a:lnTo>
                  <a:pt x="2209" y="202"/>
                </a:lnTo>
                <a:lnTo>
                  <a:pt x="2209" y="209"/>
                </a:lnTo>
                <a:close/>
                <a:moveTo>
                  <a:pt x="2226" y="209"/>
                </a:moveTo>
                <a:lnTo>
                  <a:pt x="2233" y="209"/>
                </a:lnTo>
                <a:lnTo>
                  <a:pt x="2233" y="202"/>
                </a:lnTo>
                <a:lnTo>
                  <a:pt x="2226" y="202"/>
                </a:lnTo>
                <a:lnTo>
                  <a:pt x="2226" y="209"/>
                </a:lnTo>
                <a:close/>
                <a:moveTo>
                  <a:pt x="2242" y="209"/>
                </a:moveTo>
                <a:lnTo>
                  <a:pt x="2249" y="209"/>
                </a:lnTo>
                <a:lnTo>
                  <a:pt x="2249" y="202"/>
                </a:lnTo>
                <a:lnTo>
                  <a:pt x="2242" y="202"/>
                </a:lnTo>
                <a:lnTo>
                  <a:pt x="2242" y="209"/>
                </a:lnTo>
                <a:close/>
                <a:moveTo>
                  <a:pt x="2259" y="209"/>
                </a:moveTo>
                <a:lnTo>
                  <a:pt x="2266" y="209"/>
                </a:lnTo>
                <a:lnTo>
                  <a:pt x="2266" y="202"/>
                </a:lnTo>
                <a:lnTo>
                  <a:pt x="2259" y="202"/>
                </a:lnTo>
                <a:lnTo>
                  <a:pt x="2259" y="209"/>
                </a:lnTo>
                <a:close/>
                <a:moveTo>
                  <a:pt x="2275" y="209"/>
                </a:moveTo>
                <a:lnTo>
                  <a:pt x="2282" y="209"/>
                </a:lnTo>
                <a:lnTo>
                  <a:pt x="2282" y="202"/>
                </a:lnTo>
                <a:lnTo>
                  <a:pt x="2275" y="202"/>
                </a:lnTo>
                <a:lnTo>
                  <a:pt x="2275" y="209"/>
                </a:lnTo>
                <a:close/>
                <a:moveTo>
                  <a:pt x="2292" y="209"/>
                </a:moveTo>
                <a:lnTo>
                  <a:pt x="2299" y="209"/>
                </a:lnTo>
                <a:lnTo>
                  <a:pt x="2299" y="202"/>
                </a:lnTo>
                <a:lnTo>
                  <a:pt x="2292" y="202"/>
                </a:lnTo>
                <a:lnTo>
                  <a:pt x="2292" y="209"/>
                </a:lnTo>
                <a:close/>
                <a:moveTo>
                  <a:pt x="2308" y="209"/>
                </a:moveTo>
                <a:lnTo>
                  <a:pt x="2316" y="209"/>
                </a:lnTo>
                <a:lnTo>
                  <a:pt x="2316" y="202"/>
                </a:lnTo>
                <a:lnTo>
                  <a:pt x="2308" y="202"/>
                </a:lnTo>
                <a:lnTo>
                  <a:pt x="2308" y="209"/>
                </a:lnTo>
                <a:close/>
                <a:moveTo>
                  <a:pt x="2325" y="209"/>
                </a:moveTo>
                <a:lnTo>
                  <a:pt x="2332" y="209"/>
                </a:lnTo>
                <a:lnTo>
                  <a:pt x="2332" y="202"/>
                </a:lnTo>
                <a:lnTo>
                  <a:pt x="2325" y="202"/>
                </a:lnTo>
                <a:lnTo>
                  <a:pt x="2325" y="209"/>
                </a:lnTo>
                <a:close/>
                <a:moveTo>
                  <a:pt x="2342" y="209"/>
                </a:moveTo>
                <a:lnTo>
                  <a:pt x="2349" y="209"/>
                </a:lnTo>
                <a:lnTo>
                  <a:pt x="2349" y="202"/>
                </a:lnTo>
                <a:lnTo>
                  <a:pt x="2342" y="202"/>
                </a:lnTo>
                <a:lnTo>
                  <a:pt x="2342" y="209"/>
                </a:lnTo>
                <a:close/>
                <a:moveTo>
                  <a:pt x="2358" y="209"/>
                </a:moveTo>
                <a:lnTo>
                  <a:pt x="2365" y="209"/>
                </a:lnTo>
                <a:lnTo>
                  <a:pt x="2365" y="202"/>
                </a:lnTo>
                <a:lnTo>
                  <a:pt x="2358" y="202"/>
                </a:lnTo>
                <a:lnTo>
                  <a:pt x="2358" y="209"/>
                </a:lnTo>
                <a:close/>
                <a:moveTo>
                  <a:pt x="2375" y="209"/>
                </a:moveTo>
                <a:lnTo>
                  <a:pt x="2382" y="209"/>
                </a:lnTo>
                <a:lnTo>
                  <a:pt x="2382" y="202"/>
                </a:lnTo>
                <a:lnTo>
                  <a:pt x="2375" y="202"/>
                </a:lnTo>
                <a:lnTo>
                  <a:pt x="2375" y="209"/>
                </a:lnTo>
                <a:close/>
                <a:moveTo>
                  <a:pt x="2391" y="209"/>
                </a:moveTo>
                <a:lnTo>
                  <a:pt x="2398" y="209"/>
                </a:lnTo>
                <a:lnTo>
                  <a:pt x="2398" y="202"/>
                </a:lnTo>
                <a:lnTo>
                  <a:pt x="2391" y="202"/>
                </a:lnTo>
                <a:lnTo>
                  <a:pt x="2391" y="209"/>
                </a:lnTo>
                <a:close/>
                <a:moveTo>
                  <a:pt x="2408" y="209"/>
                </a:moveTo>
                <a:lnTo>
                  <a:pt x="2415" y="209"/>
                </a:lnTo>
                <a:lnTo>
                  <a:pt x="2415" y="202"/>
                </a:lnTo>
                <a:lnTo>
                  <a:pt x="2408" y="202"/>
                </a:lnTo>
                <a:lnTo>
                  <a:pt x="2408" y="209"/>
                </a:lnTo>
                <a:close/>
                <a:moveTo>
                  <a:pt x="2427" y="209"/>
                </a:moveTo>
                <a:lnTo>
                  <a:pt x="2434" y="209"/>
                </a:lnTo>
                <a:lnTo>
                  <a:pt x="2434" y="202"/>
                </a:lnTo>
                <a:lnTo>
                  <a:pt x="2427" y="202"/>
                </a:lnTo>
                <a:lnTo>
                  <a:pt x="2427" y="209"/>
                </a:lnTo>
                <a:close/>
                <a:moveTo>
                  <a:pt x="2443" y="209"/>
                </a:moveTo>
                <a:lnTo>
                  <a:pt x="2451" y="209"/>
                </a:lnTo>
                <a:lnTo>
                  <a:pt x="2451" y="202"/>
                </a:lnTo>
                <a:lnTo>
                  <a:pt x="2443" y="202"/>
                </a:lnTo>
                <a:lnTo>
                  <a:pt x="2443" y="209"/>
                </a:lnTo>
                <a:close/>
                <a:moveTo>
                  <a:pt x="2460" y="209"/>
                </a:moveTo>
                <a:lnTo>
                  <a:pt x="2467" y="209"/>
                </a:lnTo>
                <a:lnTo>
                  <a:pt x="2467" y="202"/>
                </a:lnTo>
                <a:lnTo>
                  <a:pt x="2460" y="202"/>
                </a:lnTo>
                <a:lnTo>
                  <a:pt x="2460" y="209"/>
                </a:lnTo>
                <a:close/>
                <a:moveTo>
                  <a:pt x="2477" y="209"/>
                </a:moveTo>
                <a:lnTo>
                  <a:pt x="2484" y="209"/>
                </a:lnTo>
                <a:lnTo>
                  <a:pt x="2484" y="202"/>
                </a:lnTo>
                <a:lnTo>
                  <a:pt x="2477" y="202"/>
                </a:lnTo>
                <a:lnTo>
                  <a:pt x="2477" y="209"/>
                </a:lnTo>
                <a:close/>
                <a:moveTo>
                  <a:pt x="2493" y="209"/>
                </a:moveTo>
                <a:lnTo>
                  <a:pt x="2500" y="209"/>
                </a:lnTo>
                <a:lnTo>
                  <a:pt x="2500" y="202"/>
                </a:lnTo>
                <a:lnTo>
                  <a:pt x="2493" y="202"/>
                </a:lnTo>
                <a:lnTo>
                  <a:pt x="2493" y="209"/>
                </a:lnTo>
                <a:close/>
                <a:moveTo>
                  <a:pt x="2510" y="209"/>
                </a:moveTo>
                <a:lnTo>
                  <a:pt x="2517" y="209"/>
                </a:lnTo>
                <a:lnTo>
                  <a:pt x="2517" y="202"/>
                </a:lnTo>
                <a:lnTo>
                  <a:pt x="2510" y="202"/>
                </a:lnTo>
                <a:lnTo>
                  <a:pt x="2510" y="209"/>
                </a:lnTo>
                <a:close/>
                <a:moveTo>
                  <a:pt x="2526" y="209"/>
                </a:moveTo>
                <a:lnTo>
                  <a:pt x="2533" y="209"/>
                </a:lnTo>
                <a:lnTo>
                  <a:pt x="2533" y="202"/>
                </a:lnTo>
                <a:lnTo>
                  <a:pt x="2526" y="202"/>
                </a:lnTo>
                <a:lnTo>
                  <a:pt x="2526" y="209"/>
                </a:lnTo>
                <a:close/>
                <a:moveTo>
                  <a:pt x="2543" y="209"/>
                </a:moveTo>
                <a:lnTo>
                  <a:pt x="2550" y="209"/>
                </a:lnTo>
                <a:lnTo>
                  <a:pt x="2550" y="202"/>
                </a:lnTo>
                <a:lnTo>
                  <a:pt x="2543" y="202"/>
                </a:lnTo>
                <a:lnTo>
                  <a:pt x="2543" y="209"/>
                </a:lnTo>
                <a:close/>
                <a:moveTo>
                  <a:pt x="2626" y="209"/>
                </a:moveTo>
                <a:lnTo>
                  <a:pt x="2633" y="209"/>
                </a:lnTo>
                <a:lnTo>
                  <a:pt x="2633" y="202"/>
                </a:lnTo>
                <a:lnTo>
                  <a:pt x="2626" y="202"/>
                </a:lnTo>
                <a:lnTo>
                  <a:pt x="2626" y="209"/>
                </a:lnTo>
                <a:close/>
                <a:moveTo>
                  <a:pt x="2642" y="209"/>
                </a:moveTo>
                <a:lnTo>
                  <a:pt x="2649" y="209"/>
                </a:lnTo>
                <a:lnTo>
                  <a:pt x="2649" y="202"/>
                </a:lnTo>
                <a:lnTo>
                  <a:pt x="2642" y="202"/>
                </a:lnTo>
                <a:lnTo>
                  <a:pt x="2642" y="209"/>
                </a:lnTo>
                <a:close/>
                <a:moveTo>
                  <a:pt x="2659" y="209"/>
                </a:moveTo>
                <a:lnTo>
                  <a:pt x="2666" y="209"/>
                </a:lnTo>
                <a:lnTo>
                  <a:pt x="2666" y="202"/>
                </a:lnTo>
                <a:lnTo>
                  <a:pt x="2659" y="202"/>
                </a:lnTo>
                <a:lnTo>
                  <a:pt x="2659" y="209"/>
                </a:lnTo>
                <a:close/>
                <a:moveTo>
                  <a:pt x="402" y="226"/>
                </a:moveTo>
                <a:lnTo>
                  <a:pt x="409" y="226"/>
                </a:lnTo>
                <a:lnTo>
                  <a:pt x="409" y="218"/>
                </a:lnTo>
                <a:lnTo>
                  <a:pt x="402" y="218"/>
                </a:lnTo>
                <a:lnTo>
                  <a:pt x="402" y="226"/>
                </a:lnTo>
                <a:close/>
                <a:moveTo>
                  <a:pt x="419" y="226"/>
                </a:moveTo>
                <a:lnTo>
                  <a:pt x="426" y="226"/>
                </a:lnTo>
                <a:lnTo>
                  <a:pt x="426" y="218"/>
                </a:lnTo>
                <a:lnTo>
                  <a:pt x="419" y="218"/>
                </a:lnTo>
                <a:lnTo>
                  <a:pt x="419" y="226"/>
                </a:lnTo>
                <a:close/>
                <a:moveTo>
                  <a:pt x="435" y="226"/>
                </a:moveTo>
                <a:lnTo>
                  <a:pt x="442" y="226"/>
                </a:lnTo>
                <a:lnTo>
                  <a:pt x="442" y="218"/>
                </a:lnTo>
                <a:lnTo>
                  <a:pt x="435" y="218"/>
                </a:lnTo>
                <a:lnTo>
                  <a:pt x="435" y="226"/>
                </a:lnTo>
                <a:close/>
                <a:moveTo>
                  <a:pt x="452" y="226"/>
                </a:moveTo>
                <a:lnTo>
                  <a:pt x="459" y="226"/>
                </a:lnTo>
                <a:lnTo>
                  <a:pt x="459" y="218"/>
                </a:lnTo>
                <a:lnTo>
                  <a:pt x="452" y="218"/>
                </a:lnTo>
                <a:lnTo>
                  <a:pt x="452" y="226"/>
                </a:lnTo>
                <a:close/>
                <a:moveTo>
                  <a:pt x="469" y="226"/>
                </a:moveTo>
                <a:lnTo>
                  <a:pt x="476" y="226"/>
                </a:lnTo>
                <a:lnTo>
                  <a:pt x="476" y="218"/>
                </a:lnTo>
                <a:lnTo>
                  <a:pt x="469" y="218"/>
                </a:lnTo>
                <a:lnTo>
                  <a:pt x="469" y="226"/>
                </a:lnTo>
                <a:close/>
                <a:moveTo>
                  <a:pt x="485" y="226"/>
                </a:moveTo>
                <a:lnTo>
                  <a:pt x="492" y="226"/>
                </a:lnTo>
                <a:lnTo>
                  <a:pt x="492" y="218"/>
                </a:lnTo>
                <a:lnTo>
                  <a:pt x="485" y="218"/>
                </a:lnTo>
                <a:lnTo>
                  <a:pt x="485" y="226"/>
                </a:lnTo>
                <a:close/>
                <a:moveTo>
                  <a:pt x="502" y="226"/>
                </a:moveTo>
                <a:lnTo>
                  <a:pt x="509" y="226"/>
                </a:lnTo>
                <a:lnTo>
                  <a:pt x="509" y="218"/>
                </a:lnTo>
                <a:lnTo>
                  <a:pt x="502" y="218"/>
                </a:lnTo>
                <a:lnTo>
                  <a:pt x="502" y="226"/>
                </a:lnTo>
                <a:close/>
                <a:moveTo>
                  <a:pt x="518" y="226"/>
                </a:moveTo>
                <a:lnTo>
                  <a:pt x="525" y="226"/>
                </a:lnTo>
                <a:lnTo>
                  <a:pt x="525" y="218"/>
                </a:lnTo>
                <a:lnTo>
                  <a:pt x="518" y="218"/>
                </a:lnTo>
                <a:lnTo>
                  <a:pt x="518" y="226"/>
                </a:lnTo>
                <a:close/>
                <a:moveTo>
                  <a:pt x="535" y="226"/>
                </a:moveTo>
                <a:lnTo>
                  <a:pt x="542" y="226"/>
                </a:lnTo>
                <a:lnTo>
                  <a:pt x="542" y="218"/>
                </a:lnTo>
                <a:lnTo>
                  <a:pt x="535" y="218"/>
                </a:lnTo>
                <a:lnTo>
                  <a:pt x="535" y="226"/>
                </a:lnTo>
                <a:close/>
                <a:moveTo>
                  <a:pt x="551" y="226"/>
                </a:moveTo>
                <a:lnTo>
                  <a:pt x="559" y="226"/>
                </a:lnTo>
                <a:lnTo>
                  <a:pt x="559" y="218"/>
                </a:lnTo>
                <a:lnTo>
                  <a:pt x="551" y="218"/>
                </a:lnTo>
                <a:lnTo>
                  <a:pt x="551" y="226"/>
                </a:lnTo>
                <a:close/>
                <a:moveTo>
                  <a:pt x="568" y="226"/>
                </a:moveTo>
                <a:lnTo>
                  <a:pt x="575" y="226"/>
                </a:lnTo>
                <a:lnTo>
                  <a:pt x="575" y="218"/>
                </a:lnTo>
                <a:lnTo>
                  <a:pt x="568" y="218"/>
                </a:lnTo>
                <a:lnTo>
                  <a:pt x="568" y="226"/>
                </a:lnTo>
                <a:close/>
                <a:moveTo>
                  <a:pt x="585" y="226"/>
                </a:moveTo>
                <a:lnTo>
                  <a:pt x="592" y="226"/>
                </a:lnTo>
                <a:lnTo>
                  <a:pt x="592" y="218"/>
                </a:lnTo>
                <a:lnTo>
                  <a:pt x="585" y="218"/>
                </a:lnTo>
                <a:lnTo>
                  <a:pt x="585" y="226"/>
                </a:lnTo>
                <a:close/>
                <a:moveTo>
                  <a:pt x="601" y="226"/>
                </a:moveTo>
                <a:lnTo>
                  <a:pt x="608" y="226"/>
                </a:lnTo>
                <a:lnTo>
                  <a:pt x="608" y="218"/>
                </a:lnTo>
                <a:lnTo>
                  <a:pt x="601" y="218"/>
                </a:lnTo>
                <a:lnTo>
                  <a:pt x="601" y="226"/>
                </a:lnTo>
                <a:close/>
                <a:moveTo>
                  <a:pt x="620" y="226"/>
                </a:moveTo>
                <a:lnTo>
                  <a:pt x="625" y="226"/>
                </a:lnTo>
                <a:lnTo>
                  <a:pt x="625" y="218"/>
                </a:lnTo>
                <a:lnTo>
                  <a:pt x="620" y="218"/>
                </a:lnTo>
                <a:lnTo>
                  <a:pt x="620" y="226"/>
                </a:lnTo>
                <a:close/>
                <a:moveTo>
                  <a:pt x="637" y="226"/>
                </a:moveTo>
                <a:lnTo>
                  <a:pt x="644" y="226"/>
                </a:lnTo>
                <a:lnTo>
                  <a:pt x="644" y="218"/>
                </a:lnTo>
                <a:lnTo>
                  <a:pt x="637" y="218"/>
                </a:lnTo>
                <a:lnTo>
                  <a:pt x="637" y="226"/>
                </a:lnTo>
                <a:close/>
                <a:moveTo>
                  <a:pt x="653" y="226"/>
                </a:moveTo>
                <a:lnTo>
                  <a:pt x="660" y="226"/>
                </a:lnTo>
                <a:lnTo>
                  <a:pt x="660" y="218"/>
                </a:lnTo>
                <a:lnTo>
                  <a:pt x="653" y="218"/>
                </a:lnTo>
                <a:lnTo>
                  <a:pt x="653" y="226"/>
                </a:lnTo>
                <a:close/>
                <a:moveTo>
                  <a:pt x="670" y="226"/>
                </a:moveTo>
                <a:lnTo>
                  <a:pt x="677" y="226"/>
                </a:lnTo>
                <a:lnTo>
                  <a:pt x="677" y="218"/>
                </a:lnTo>
                <a:lnTo>
                  <a:pt x="670" y="218"/>
                </a:lnTo>
                <a:lnTo>
                  <a:pt x="670" y="226"/>
                </a:lnTo>
                <a:close/>
                <a:moveTo>
                  <a:pt x="703" y="226"/>
                </a:moveTo>
                <a:lnTo>
                  <a:pt x="710" y="226"/>
                </a:lnTo>
                <a:lnTo>
                  <a:pt x="710" y="218"/>
                </a:lnTo>
                <a:lnTo>
                  <a:pt x="703" y="218"/>
                </a:lnTo>
                <a:lnTo>
                  <a:pt x="703" y="226"/>
                </a:lnTo>
                <a:close/>
                <a:moveTo>
                  <a:pt x="720" y="226"/>
                </a:moveTo>
                <a:lnTo>
                  <a:pt x="727" y="226"/>
                </a:lnTo>
                <a:lnTo>
                  <a:pt x="727" y="218"/>
                </a:lnTo>
                <a:lnTo>
                  <a:pt x="720" y="218"/>
                </a:lnTo>
                <a:lnTo>
                  <a:pt x="720" y="226"/>
                </a:lnTo>
                <a:close/>
                <a:moveTo>
                  <a:pt x="736" y="226"/>
                </a:moveTo>
                <a:lnTo>
                  <a:pt x="743" y="226"/>
                </a:lnTo>
                <a:lnTo>
                  <a:pt x="743" y="218"/>
                </a:lnTo>
                <a:lnTo>
                  <a:pt x="736" y="218"/>
                </a:lnTo>
                <a:lnTo>
                  <a:pt x="736" y="226"/>
                </a:lnTo>
                <a:close/>
                <a:moveTo>
                  <a:pt x="753" y="226"/>
                </a:moveTo>
                <a:lnTo>
                  <a:pt x="760" y="226"/>
                </a:lnTo>
                <a:lnTo>
                  <a:pt x="760" y="218"/>
                </a:lnTo>
                <a:lnTo>
                  <a:pt x="753" y="218"/>
                </a:lnTo>
                <a:lnTo>
                  <a:pt x="753" y="226"/>
                </a:lnTo>
                <a:close/>
                <a:moveTo>
                  <a:pt x="769" y="226"/>
                </a:moveTo>
                <a:lnTo>
                  <a:pt x="776" y="226"/>
                </a:lnTo>
                <a:lnTo>
                  <a:pt x="776" y="218"/>
                </a:lnTo>
                <a:lnTo>
                  <a:pt x="769" y="218"/>
                </a:lnTo>
                <a:lnTo>
                  <a:pt x="769" y="226"/>
                </a:lnTo>
                <a:close/>
                <a:moveTo>
                  <a:pt x="786" y="226"/>
                </a:moveTo>
                <a:lnTo>
                  <a:pt x="793" y="226"/>
                </a:lnTo>
                <a:lnTo>
                  <a:pt x="793" y="218"/>
                </a:lnTo>
                <a:lnTo>
                  <a:pt x="786" y="218"/>
                </a:lnTo>
                <a:lnTo>
                  <a:pt x="786" y="226"/>
                </a:lnTo>
                <a:close/>
                <a:moveTo>
                  <a:pt x="802" y="226"/>
                </a:moveTo>
                <a:lnTo>
                  <a:pt x="810" y="226"/>
                </a:lnTo>
                <a:lnTo>
                  <a:pt x="810" y="218"/>
                </a:lnTo>
                <a:lnTo>
                  <a:pt x="802" y="218"/>
                </a:lnTo>
                <a:lnTo>
                  <a:pt x="802" y="226"/>
                </a:lnTo>
                <a:close/>
                <a:moveTo>
                  <a:pt x="819" y="226"/>
                </a:moveTo>
                <a:lnTo>
                  <a:pt x="826" y="226"/>
                </a:lnTo>
                <a:lnTo>
                  <a:pt x="826" y="218"/>
                </a:lnTo>
                <a:lnTo>
                  <a:pt x="819" y="218"/>
                </a:lnTo>
                <a:lnTo>
                  <a:pt x="819" y="226"/>
                </a:lnTo>
                <a:close/>
                <a:moveTo>
                  <a:pt x="836" y="226"/>
                </a:moveTo>
                <a:lnTo>
                  <a:pt x="843" y="226"/>
                </a:lnTo>
                <a:lnTo>
                  <a:pt x="843" y="218"/>
                </a:lnTo>
                <a:lnTo>
                  <a:pt x="836" y="218"/>
                </a:lnTo>
                <a:lnTo>
                  <a:pt x="836" y="226"/>
                </a:lnTo>
                <a:close/>
                <a:moveTo>
                  <a:pt x="987" y="226"/>
                </a:moveTo>
                <a:lnTo>
                  <a:pt x="994" y="226"/>
                </a:lnTo>
                <a:lnTo>
                  <a:pt x="994" y="218"/>
                </a:lnTo>
                <a:lnTo>
                  <a:pt x="987" y="218"/>
                </a:lnTo>
                <a:lnTo>
                  <a:pt x="987" y="226"/>
                </a:lnTo>
                <a:close/>
                <a:moveTo>
                  <a:pt x="1004" y="226"/>
                </a:moveTo>
                <a:lnTo>
                  <a:pt x="1011" y="226"/>
                </a:lnTo>
                <a:lnTo>
                  <a:pt x="1011" y="218"/>
                </a:lnTo>
                <a:lnTo>
                  <a:pt x="1004" y="218"/>
                </a:lnTo>
                <a:lnTo>
                  <a:pt x="1004" y="226"/>
                </a:lnTo>
                <a:close/>
                <a:moveTo>
                  <a:pt x="1020" y="226"/>
                </a:moveTo>
                <a:lnTo>
                  <a:pt x="1027" y="226"/>
                </a:lnTo>
                <a:lnTo>
                  <a:pt x="1027" y="218"/>
                </a:lnTo>
                <a:lnTo>
                  <a:pt x="1020" y="218"/>
                </a:lnTo>
                <a:lnTo>
                  <a:pt x="1020" y="226"/>
                </a:lnTo>
                <a:close/>
                <a:moveTo>
                  <a:pt x="1037" y="226"/>
                </a:moveTo>
                <a:lnTo>
                  <a:pt x="1044" y="226"/>
                </a:lnTo>
                <a:lnTo>
                  <a:pt x="1044" y="218"/>
                </a:lnTo>
                <a:lnTo>
                  <a:pt x="1037" y="218"/>
                </a:lnTo>
                <a:lnTo>
                  <a:pt x="1037" y="226"/>
                </a:lnTo>
                <a:close/>
                <a:moveTo>
                  <a:pt x="1053" y="226"/>
                </a:moveTo>
                <a:lnTo>
                  <a:pt x="1061" y="226"/>
                </a:lnTo>
                <a:lnTo>
                  <a:pt x="1061" y="218"/>
                </a:lnTo>
                <a:lnTo>
                  <a:pt x="1053" y="218"/>
                </a:lnTo>
                <a:lnTo>
                  <a:pt x="1053" y="226"/>
                </a:lnTo>
                <a:close/>
                <a:moveTo>
                  <a:pt x="1070" y="226"/>
                </a:moveTo>
                <a:lnTo>
                  <a:pt x="1077" y="226"/>
                </a:lnTo>
                <a:lnTo>
                  <a:pt x="1077" y="218"/>
                </a:lnTo>
                <a:lnTo>
                  <a:pt x="1070" y="218"/>
                </a:lnTo>
                <a:lnTo>
                  <a:pt x="1070" y="226"/>
                </a:lnTo>
                <a:close/>
                <a:moveTo>
                  <a:pt x="1087" y="226"/>
                </a:moveTo>
                <a:lnTo>
                  <a:pt x="1094" y="226"/>
                </a:lnTo>
                <a:lnTo>
                  <a:pt x="1094" y="218"/>
                </a:lnTo>
                <a:lnTo>
                  <a:pt x="1087" y="218"/>
                </a:lnTo>
                <a:lnTo>
                  <a:pt x="1087" y="226"/>
                </a:lnTo>
                <a:close/>
                <a:moveTo>
                  <a:pt x="1103" y="226"/>
                </a:moveTo>
                <a:lnTo>
                  <a:pt x="1110" y="226"/>
                </a:lnTo>
                <a:lnTo>
                  <a:pt x="1110" y="218"/>
                </a:lnTo>
                <a:lnTo>
                  <a:pt x="1103" y="218"/>
                </a:lnTo>
                <a:lnTo>
                  <a:pt x="1103" y="226"/>
                </a:lnTo>
                <a:close/>
                <a:moveTo>
                  <a:pt x="1120" y="226"/>
                </a:moveTo>
                <a:lnTo>
                  <a:pt x="1127" y="226"/>
                </a:lnTo>
                <a:lnTo>
                  <a:pt x="1127" y="218"/>
                </a:lnTo>
                <a:lnTo>
                  <a:pt x="1120" y="218"/>
                </a:lnTo>
                <a:lnTo>
                  <a:pt x="1120" y="226"/>
                </a:lnTo>
                <a:close/>
                <a:moveTo>
                  <a:pt x="1139" y="226"/>
                </a:moveTo>
                <a:lnTo>
                  <a:pt x="1146" y="226"/>
                </a:lnTo>
                <a:lnTo>
                  <a:pt x="1146" y="218"/>
                </a:lnTo>
                <a:lnTo>
                  <a:pt x="1139" y="218"/>
                </a:lnTo>
                <a:lnTo>
                  <a:pt x="1139" y="226"/>
                </a:lnTo>
                <a:close/>
                <a:moveTo>
                  <a:pt x="1155" y="226"/>
                </a:moveTo>
                <a:lnTo>
                  <a:pt x="1162" y="226"/>
                </a:lnTo>
                <a:lnTo>
                  <a:pt x="1162" y="218"/>
                </a:lnTo>
                <a:lnTo>
                  <a:pt x="1155" y="218"/>
                </a:lnTo>
                <a:lnTo>
                  <a:pt x="1155" y="226"/>
                </a:lnTo>
                <a:close/>
                <a:moveTo>
                  <a:pt x="1172" y="226"/>
                </a:moveTo>
                <a:lnTo>
                  <a:pt x="1179" y="226"/>
                </a:lnTo>
                <a:lnTo>
                  <a:pt x="1179" y="218"/>
                </a:lnTo>
                <a:lnTo>
                  <a:pt x="1172" y="218"/>
                </a:lnTo>
                <a:lnTo>
                  <a:pt x="1172" y="226"/>
                </a:lnTo>
                <a:close/>
                <a:moveTo>
                  <a:pt x="1188" y="226"/>
                </a:moveTo>
                <a:lnTo>
                  <a:pt x="1196" y="226"/>
                </a:lnTo>
                <a:lnTo>
                  <a:pt x="1196" y="218"/>
                </a:lnTo>
                <a:lnTo>
                  <a:pt x="1188" y="218"/>
                </a:lnTo>
                <a:lnTo>
                  <a:pt x="1188" y="226"/>
                </a:lnTo>
                <a:close/>
                <a:moveTo>
                  <a:pt x="1205" y="226"/>
                </a:moveTo>
                <a:lnTo>
                  <a:pt x="1212" y="226"/>
                </a:lnTo>
                <a:lnTo>
                  <a:pt x="1212" y="218"/>
                </a:lnTo>
                <a:lnTo>
                  <a:pt x="1205" y="218"/>
                </a:lnTo>
                <a:lnTo>
                  <a:pt x="1205" y="226"/>
                </a:lnTo>
                <a:close/>
                <a:moveTo>
                  <a:pt x="1222" y="226"/>
                </a:moveTo>
                <a:lnTo>
                  <a:pt x="1229" y="226"/>
                </a:lnTo>
                <a:lnTo>
                  <a:pt x="1229" y="218"/>
                </a:lnTo>
                <a:lnTo>
                  <a:pt x="1222" y="218"/>
                </a:lnTo>
                <a:lnTo>
                  <a:pt x="1222" y="226"/>
                </a:lnTo>
                <a:close/>
                <a:moveTo>
                  <a:pt x="1238" y="226"/>
                </a:moveTo>
                <a:lnTo>
                  <a:pt x="1245" y="226"/>
                </a:lnTo>
                <a:lnTo>
                  <a:pt x="1245" y="218"/>
                </a:lnTo>
                <a:lnTo>
                  <a:pt x="1238" y="218"/>
                </a:lnTo>
                <a:lnTo>
                  <a:pt x="1238" y="226"/>
                </a:lnTo>
                <a:close/>
                <a:moveTo>
                  <a:pt x="1255" y="226"/>
                </a:moveTo>
                <a:lnTo>
                  <a:pt x="1262" y="226"/>
                </a:lnTo>
                <a:lnTo>
                  <a:pt x="1262" y="218"/>
                </a:lnTo>
                <a:lnTo>
                  <a:pt x="1255" y="218"/>
                </a:lnTo>
                <a:lnTo>
                  <a:pt x="1255" y="226"/>
                </a:lnTo>
                <a:close/>
                <a:moveTo>
                  <a:pt x="1271" y="226"/>
                </a:moveTo>
                <a:lnTo>
                  <a:pt x="1278" y="226"/>
                </a:lnTo>
                <a:lnTo>
                  <a:pt x="1278" y="218"/>
                </a:lnTo>
                <a:lnTo>
                  <a:pt x="1271" y="218"/>
                </a:lnTo>
                <a:lnTo>
                  <a:pt x="1271" y="226"/>
                </a:lnTo>
                <a:close/>
                <a:moveTo>
                  <a:pt x="1889" y="226"/>
                </a:moveTo>
                <a:lnTo>
                  <a:pt x="1896" y="226"/>
                </a:lnTo>
                <a:lnTo>
                  <a:pt x="1896" y="218"/>
                </a:lnTo>
                <a:lnTo>
                  <a:pt x="1889" y="218"/>
                </a:lnTo>
                <a:lnTo>
                  <a:pt x="1889" y="226"/>
                </a:lnTo>
                <a:close/>
                <a:moveTo>
                  <a:pt x="1908" y="226"/>
                </a:moveTo>
                <a:lnTo>
                  <a:pt x="1915" y="226"/>
                </a:lnTo>
                <a:lnTo>
                  <a:pt x="1915" y="218"/>
                </a:lnTo>
                <a:lnTo>
                  <a:pt x="1908" y="218"/>
                </a:lnTo>
                <a:lnTo>
                  <a:pt x="1908" y="226"/>
                </a:lnTo>
                <a:close/>
                <a:moveTo>
                  <a:pt x="1925" y="226"/>
                </a:moveTo>
                <a:lnTo>
                  <a:pt x="1932" y="226"/>
                </a:lnTo>
                <a:lnTo>
                  <a:pt x="1932" y="218"/>
                </a:lnTo>
                <a:lnTo>
                  <a:pt x="1925" y="218"/>
                </a:lnTo>
                <a:lnTo>
                  <a:pt x="1925" y="226"/>
                </a:lnTo>
                <a:close/>
                <a:moveTo>
                  <a:pt x="2024" y="226"/>
                </a:moveTo>
                <a:lnTo>
                  <a:pt x="2031" y="226"/>
                </a:lnTo>
                <a:lnTo>
                  <a:pt x="2031" y="218"/>
                </a:lnTo>
                <a:lnTo>
                  <a:pt x="2024" y="218"/>
                </a:lnTo>
                <a:lnTo>
                  <a:pt x="2024" y="226"/>
                </a:lnTo>
                <a:close/>
                <a:moveTo>
                  <a:pt x="2041" y="226"/>
                </a:moveTo>
                <a:lnTo>
                  <a:pt x="2048" y="226"/>
                </a:lnTo>
                <a:lnTo>
                  <a:pt x="2048" y="218"/>
                </a:lnTo>
                <a:lnTo>
                  <a:pt x="2041" y="218"/>
                </a:lnTo>
                <a:lnTo>
                  <a:pt x="2041" y="226"/>
                </a:lnTo>
                <a:close/>
                <a:moveTo>
                  <a:pt x="2057" y="226"/>
                </a:moveTo>
                <a:lnTo>
                  <a:pt x="2065" y="226"/>
                </a:lnTo>
                <a:lnTo>
                  <a:pt x="2065" y="218"/>
                </a:lnTo>
                <a:lnTo>
                  <a:pt x="2057" y="218"/>
                </a:lnTo>
                <a:lnTo>
                  <a:pt x="2057" y="226"/>
                </a:lnTo>
                <a:close/>
                <a:moveTo>
                  <a:pt x="2074" y="226"/>
                </a:moveTo>
                <a:lnTo>
                  <a:pt x="2081" y="226"/>
                </a:lnTo>
                <a:lnTo>
                  <a:pt x="2081" y="218"/>
                </a:lnTo>
                <a:lnTo>
                  <a:pt x="2074" y="218"/>
                </a:lnTo>
                <a:lnTo>
                  <a:pt x="2074" y="226"/>
                </a:lnTo>
                <a:close/>
                <a:moveTo>
                  <a:pt x="2091" y="226"/>
                </a:moveTo>
                <a:lnTo>
                  <a:pt x="2098" y="226"/>
                </a:lnTo>
                <a:lnTo>
                  <a:pt x="2098" y="218"/>
                </a:lnTo>
                <a:lnTo>
                  <a:pt x="2091" y="218"/>
                </a:lnTo>
                <a:lnTo>
                  <a:pt x="2091" y="226"/>
                </a:lnTo>
                <a:close/>
                <a:moveTo>
                  <a:pt x="2107" y="226"/>
                </a:moveTo>
                <a:lnTo>
                  <a:pt x="2114" y="226"/>
                </a:lnTo>
                <a:lnTo>
                  <a:pt x="2114" y="218"/>
                </a:lnTo>
                <a:lnTo>
                  <a:pt x="2107" y="218"/>
                </a:lnTo>
                <a:lnTo>
                  <a:pt x="2107" y="226"/>
                </a:lnTo>
                <a:close/>
                <a:moveTo>
                  <a:pt x="2124" y="226"/>
                </a:moveTo>
                <a:lnTo>
                  <a:pt x="2131" y="226"/>
                </a:lnTo>
                <a:lnTo>
                  <a:pt x="2131" y="218"/>
                </a:lnTo>
                <a:lnTo>
                  <a:pt x="2124" y="218"/>
                </a:lnTo>
                <a:lnTo>
                  <a:pt x="2124" y="226"/>
                </a:lnTo>
                <a:close/>
                <a:moveTo>
                  <a:pt x="2140" y="226"/>
                </a:moveTo>
                <a:lnTo>
                  <a:pt x="2147" y="226"/>
                </a:lnTo>
                <a:lnTo>
                  <a:pt x="2147" y="218"/>
                </a:lnTo>
                <a:lnTo>
                  <a:pt x="2140" y="218"/>
                </a:lnTo>
                <a:lnTo>
                  <a:pt x="2140" y="226"/>
                </a:lnTo>
                <a:close/>
                <a:moveTo>
                  <a:pt x="2159" y="226"/>
                </a:moveTo>
                <a:lnTo>
                  <a:pt x="2164" y="226"/>
                </a:lnTo>
                <a:lnTo>
                  <a:pt x="2164" y="218"/>
                </a:lnTo>
                <a:lnTo>
                  <a:pt x="2159" y="218"/>
                </a:lnTo>
                <a:lnTo>
                  <a:pt x="2159" y="226"/>
                </a:lnTo>
                <a:close/>
                <a:moveTo>
                  <a:pt x="2176" y="226"/>
                </a:moveTo>
                <a:lnTo>
                  <a:pt x="2183" y="226"/>
                </a:lnTo>
                <a:lnTo>
                  <a:pt x="2183" y="218"/>
                </a:lnTo>
                <a:lnTo>
                  <a:pt x="2176" y="218"/>
                </a:lnTo>
                <a:lnTo>
                  <a:pt x="2176" y="226"/>
                </a:lnTo>
                <a:close/>
                <a:moveTo>
                  <a:pt x="2192" y="226"/>
                </a:moveTo>
                <a:lnTo>
                  <a:pt x="2200" y="226"/>
                </a:lnTo>
                <a:lnTo>
                  <a:pt x="2200" y="218"/>
                </a:lnTo>
                <a:lnTo>
                  <a:pt x="2192" y="218"/>
                </a:lnTo>
                <a:lnTo>
                  <a:pt x="2192" y="226"/>
                </a:lnTo>
                <a:close/>
                <a:moveTo>
                  <a:pt x="2209" y="226"/>
                </a:moveTo>
                <a:lnTo>
                  <a:pt x="2216" y="226"/>
                </a:lnTo>
                <a:lnTo>
                  <a:pt x="2216" y="218"/>
                </a:lnTo>
                <a:lnTo>
                  <a:pt x="2209" y="218"/>
                </a:lnTo>
                <a:lnTo>
                  <a:pt x="2209" y="226"/>
                </a:lnTo>
                <a:close/>
                <a:moveTo>
                  <a:pt x="2226" y="226"/>
                </a:moveTo>
                <a:lnTo>
                  <a:pt x="2233" y="226"/>
                </a:lnTo>
                <a:lnTo>
                  <a:pt x="2233" y="218"/>
                </a:lnTo>
                <a:lnTo>
                  <a:pt x="2226" y="218"/>
                </a:lnTo>
                <a:lnTo>
                  <a:pt x="2226" y="226"/>
                </a:lnTo>
                <a:close/>
                <a:moveTo>
                  <a:pt x="2242" y="226"/>
                </a:moveTo>
                <a:lnTo>
                  <a:pt x="2249" y="226"/>
                </a:lnTo>
                <a:lnTo>
                  <a:pt x="2249" y="218"/>
                </a:lnTo>
                <a:lnTo>
                  <a:pt x="2242" y="218"/>
                </a:lnTo>
                <a:lnTo>
                  <a:pt x="2242" y="226"/>
                </a:lnTo>
                <a:close/>
                <a:moveTo>
                  <a:pt x="2259" y="226"/>
                </a:moveTo>
                <a:lnTo>
                  <a:pt x="2266" y="226"/>
                </a:lnTo>
                <a:lnTo>
                  <a:pt x="2266" y="218"/>
                </a:lnTo>
                <a:lnTo>
                  <a:pt x="2259" y="218"/>
                </a:lnTo>
                <a:lnTo>
                  <a:pt x="2259" y="226"/>
                </a:lnTo>
                <a:close/>
                <a:moveTo>
                  <a:pt x="2275" y="226"/>
                </a:moveTo>
                <a:lnTo>
                  <a:pt x="2282" y="226"/>
                </a:lnTo>
                <a:lnTo>
                  <a:pt x="2282" y="218"/>
                </a:lnTo>
                <a:lnTo>
                  <a:pt x="2275" y="218"/>
                </a:lnTo>
                <a:lnTo>
                  <a:pt x="2275" y="226"/>
                </a:lnTo>
                <a:close/>
                <a:moveTo>
                  <a:pt x="2292" y="226"/>
                </a:moveTo>
                <a:lnTo>
                  <a:pt x="2299" y="226"/>
                </a:lnTo>
                <a:lnTo>
                  <a:pt x="2299" y="218"/>
                </a:lnTo>
                <a:lnTo>
                  <a:pt x="2292" y="218"/>
                </a:lnTo>
                <a:lnTo>
                  <a:pt x="2292" y="226"/>
                </a:lnTo>
                <a:close/>
                <a:moveTo>
                  <a:pt x="2308" y="226"/>
                </a:moveTo>
                <a:lnTo>
                  <a:pt x="2316" y="226"/>
                </a:lnTo>
                <a:lnTo>
                  <a:pt x="2316" y="218"/>
                </a:lnTo>
                <a:lnTo>
                  <a:pt x="2308" y="218"/>
                </a:lnTo>
                <a:lnTo>
                  <a:pt x="2308" y="226"/>
                </a:lnTo>
                <a:close/>
                <a:moveTo>
                  <a:pt x="2325" y="226"/>
                </a:moveTo>
                <a:lnTo>
                  <a:pt x="2332" y="226"/>
                </a:lnTo>
                <a:lnTo>
                  <a:pt x="2332" y="218"/>
                </a:lnTo>
                <a:lnTo>
                  <a:pt x="2325" y="218"/>
                </a:lnTo>
                <a:lnTo>
                  <a:pt x="2325" y="226"/>
                </a:lnTo>
                <a:close/>
                <a:moveTo>
                  <a:pt x="2342" y="226"/>
                </a:moveTo>
                <a:lnTo>
                  <a:pt x="2349" y="226"/>
                </a:lnTo>
                <a:lnTo>
                  <a:pt x="2349" y="218"/>
                </a:lnTo>
                <a:lnTo>
                  <a:pt x="2342" y="218"/>
                </a:lnTo>
                <a:lnTo>
                  <a:pt x="2342" y="226"/>
                </a:lnTo>
                <a:close/>
                <a:moveTo>
                  <a:pt x="2358" y="226"/>
                </a:moveTo>
                <a:lnTo>
                  <a:pt x="2365" y="226"/>
                </a:lnTo>
                <a:lnTo>
                  <a:pt x="2365" y="218"/>
                </a:lnTo>
                <a:lnTo>
                  <a:pt x="2358" y="218"/>
                </a:lnTo>
                <a:lnTo>
                  <a:pt x="2358" y="226"/>
                </a:lnTo>
                <a:close/>
                <a:moveTo>
                  <a:pt x="2375" y="226"/>
                </a:moveTo>
                <a:lnTo>
                  <a:pt x="2382" y="226"/>
                </a:lnTo>
                <a:lnTo>
                  <a:pt x="2382" y="218"/>
                </a:lnTo>
                <a:lnTo>
                  <a:pt x="2375" y="218"/>
                </a:lnTo>
                <a:lnTo>
                  <a:pt x="2375" y="226"/>
                </a:lnTo>
                <a:close/>
                <a:moveTo>
                  <a:pt x="2391" y="226"/>
                </a:moveTo>
                <a:lnTo>
                  <a:pt x="2398" y="226"/>
                </a:lnTo>
                <a:lnTo>
                  <a:pt x="2398" y="218"/>
                </a:lnTo>
                <a:lnTo>
                  <a:pt x="2391" y="218"/>
                </a:lnTo>
                <a:lnTo>
                  <a:pt x="2391" y="226"/>
                </a:lnTo>
                <a:close/>
                <a:moveTo>
                  <a:pt x="2408" y="226"/>
                </a:moveTo>
                <a:lnTo>
                  <a:pt x="2415" y="226"/>
                </a:lnTo>
                <a:lnTo>
                  <a:pt x="2415" y="218"/>
                </a:lnTo>
                <a:lnTo>
                  <a:pt x="2408" y="218"/>
                </a:lnTo>
                <a:lnTo>
                  <a:pt x="2408" y="226"/>
                </a:lnTo>
                <a:close/>
                <a:moveTo>
                  <a:pt x="2427" y="226"/>
                </a:moveTo>
                <a:lnTo>
                  <a:pt x="2434" y="226"/>
                </a:lnTo>
                <a:lnTo>
                  <a:pt x="2434" y="218"/>
                </a:lnTo>
                <a:lnTo>
                  <a:pt x="2427" y="218"/>
                </a:lnTo>
                <a:lnTo>
                  <a:pt x="2427" y="226"/>
                </a:lnTo>
                <a:close/>
                <a:moveTo>
                  <a:pt x="2443" y="226"/>
                </a:moveTo>
                <a:lnTo>
                  <a:pt x="2451" y="226"/>
                </a:lnTo>
                <a:lnTo>
                  <a:pt x="2451" y="218"/>
                </a:lnTo>
                <a:lnTo>
                  <a:pt x="2443" y="218"/>
                </a:lnTo>
                <a:lnTo>
                  <a:pt x="2443" y="226"/>
                </a:lnTo>
                <a:close/>
                <a:moveTo>
                  <a:pt x="2460" y="226"/>
                </a:moveTo>
                <a:lnTo>
                  <a:pt x="2467" y="226"/>
                </a:lnTo>
                <a:lnTo>
                  <a:pt x="2467" y="218"/>
                </a:lnTo>
                <a:lnTo>
                  <a:pt x="2460" y="218"/>
                </a:lnTo>
                <a:lnTo>
                  <a:pt x="2460" y="226"/>
                </a:lnTo>
                <a:close/>
                <a:moveTo>
                  <a:pt x="2477" y="226"/>
                </a:moveTo>
                <a:lnTo>
                  <a:pt x="2484" y="226"/>
                </a:lnTo>
                <a:lnTo>
                  <a:pt x="2484" y="218"/>
                </a:lnTo>
                <a:lnTo>
                  <a:pt x="2477" y="218"/>
                </a:lnTo>
                <a:lnTo>
                  <a:pt x="2477" y="226"/>
                </a:lnTo>
                <a:close/>
                <a:moveTo>
                  <a:pt x="2493" y="226"/>
                </a:moveTo>
                <a:lnTo>
                  <a:pt x="2500" y="226"/>
                </a:lnTo>
                <a:lnTo>
                  <a:pt x="2500" y="218"/>
                </a:lnTo>
                <a:lnTo>
                  <a:pt x="2493" y="218"/>
                </a:lnTo>
                <a:lnTo>
                  <a:pt x="2493" y="226"/>
                </a:lnTo>
                <a:close/>
                <a:moveTo>
                  <a:pt x="2510" y="226"/>
                </a:moveTo>
                <a:lnTo>
                  <a:pt x="2517" y="226"/>
                </a:lnTo>
                <a:lnTo>
                  <a:pt x="2517" y="218"/>
                </a:lnTo>
                <a:lnTo>
                  <a:pt x="2510" y="218"/>
                </a:lnTo>
                <a:lnTo>
                  <a:pt x="2510" y="226"/>
                </a:lnTo>
                <a:close/>
                <a:moveTo>
                  <a:pt x="2526" y="226"/>
                </a:moveTo>
                <a:lnTo>
                  <a:pt x="2533" y="226"/>
                </a:lnTo>
                <a:lnTo>
                  <a:pt x="2533" y="218"/>
                </a:lnTo>
                <a:lnTo>
                  <a:pt x="2526" y="218"/>
                </a:lnTo>
                <a:lnTo>
                  <a:pt x="2526" y="226"/>
                </a:lnTo>
                <a:close/>
                <a:moveTo>
                  <a:pt x="2543" y="226"/>
                </a:moveTo>
                <a:lnTo>
                  <a:pt x="2550" y="226"/>
                </a:lnTo>
                <a:lnTo>
                  <a:pt x="2550" y="218"/>
                </a:lnTo>
                <a:lnTo>
                  <a:pt x="2543" y="218"/>
                </a:lnTo>
                <a:lnTo>
                  <a:pt x="2543" y="226"/>
                </a:lnTo>
                <a:close/>
                <a:moveTo>
                  <a:pt x="2576" y="226"/>
                </a:moveTo>
                <a:lnTo>
                  <a:pt x="2583" y="226"/>
                </a:lnTo>
                <a:lnTo>
                  <a:pt x="2583" y="218"/>
                </a:lnTo>
                <a:lnTo>
                  <a:pt x="2576" y="218"/>
                </a:lnTo>
                <a:lnTo>
                  <a:pt x="2576" y="226"/>
                </a:lnTo>
                <a:close/>
                <a:moveTo>
                  <a:pt x="2626" y="226"/>
                </a:moveTo>
                <a:lnTo>
                  <a:pt x="2633" y="226"/>
                </a:lnTo>
                <a:lnTo>
                  <a:pt x="2633" y="218"/>
                </a:lnTo>
                <a:lnTo>
                  <a:pt x="2626" y="218"/>
                </a:lnTo>
                <a:lnTo>
                  <a:pt x="2626" y="226"/>
                </a:lnTo>
                <a:close/>
                <a:moveTo>
                  <a:pt x="2642" y="226"/>
                </a:moveTo>
                <a:lnTo>
                  <a:pt x="2649" y="226"/>
                </a:lnTo>
                <a:lnTo>
                  <a:pt x="2649" y="218"/>
                </a:lnTo>
                <a:lnTo>
                  <a:pt x="2642" y="218"/>
                </a:lnTo>
                <a:lnTo>
                  <a:pt x="2642" y="226"/>
                </a:lnTo>
                <a:close/>
                <a:moveTo>
                  <a:pt x="2659" y="226"/>
                </a:moveTo>
                <a:lnTo>
                  <a:pt x="2666" y="226"/>
                </a:lnTo>
                <a:lnTo>
                  <a:pt x="2666" y="218"/>
                </a:lnTo>
                <a:lnTo>
                  <a:pt x="2659" y="218"/>
                </a:lnTo>
                <a:lnTo>
                  <a:pt x="2659" y="226"/>
                </a:lnTo>
                <a:close/>
                <a:moveTo>
                  <a:pt x="2678" y="226"/>
                </a:moveTo>
                <a:lnTo>
                  <a:pt x="2683" y="226"/>
                </a:lnTo>
                <a:lnTo>
                  <a:pt x="2683" y="218"/>
                </a:lnTo>
                <a:lnTo>
                  <a:pt x="2678" y="218"/>
                </a:lnTo>
                <a:lnTo>
                  <a:pt x="2678" y="226"/>
                </a:lnTo>
                <a:close/>
                <a:moveTo>
                  <a:pt x="2694" y="226"/>
                </a:moveTo>
                <a:lnTo>
                  <a:pt x="2702" y="226"/>
                </a:lnTo>
                <a:lnTo>
                  <a:pt x="2702" y="218"/>
                </a:lnTo>
                <a:lnTo>
                  <a:pt x="2694" y="218"/>
                </a:lnTo>
                <a:lnTo>
                  <a:pt x="2694" y="226"/>
                </a:lnTo>
                <a:close/>
                <a:moveTo>
                  <a:pt x="2711" y="226"/>
                </a:moveTo>
                <a:lnTo>
                  <a:pt x="2718" y="226"/>
                </a:lnTo>
                <a:lnTo>
                  <a:pt x="2718" y="218"/>
                </a:lnTo>
                <a:lnTo>
                  <a:pt x="2711" y="218"/>
                </a:lnTo>
                <a:lnTo>
                  <a:pt x="2711" y="226"/>
                </a:lnTo>
                <a:close/>
                <a:moveTo>
                  <a:pt x="2728" y="226"/>
                </a:moveTo>
                <a:lnTo>
                  <a:pt x="2735" y="226"/>
                </a:lnTo>
                <a:lnTo>
                  <a:pt x="2735" y="218"/>
                </a:lnTo>
                <a:lnTo>
                  <a:pt x="2728" y="218"/>
                </a:lnTo>
                <a:lnTo>
                  <a:pt x="2728" y="226"/>
                </a:lnTo>
                <a:close/>
                <a:moveTo>
                  <a:pt x="118" y="242"/>
                </a:moveTo>
                <a:lnTo>
                  <a:pt x="125" y="242"/>
                </a:lnTo>
                <a:lnTo>
                  <a:pt x="125" y="235"/>
                </a:lnTo>
                <a:lnTo>
                  <a:pt x="118" y="235"/>
                </a:lnTo>
                <a:lnTo>
                  <a:pt x="118" y="242"/>
                </a:lnTo>
                <a:close/>
                <a:moveTo>
                  <a:pt x="135" y="242"/>
                </a:moveTo>
                <a:lnTo>
                  <a:pt x="142" y="242"/>
                </a:lnTo>
                <a:lnTo>
                  <a:pt x="142" y="235"/>
                </a:lnTo>
                <a:lnTo>
                  <a:pt x="135" y="235"/>
                </a:lnTo>
                <a:lnTo>
                  <a:pt x="135" y="242"/>
                </a:lnTo>
                <a:close/>
                <a:moveTo>
                  <a:pt x="151" y="242"/>
                </a:moveTo>
                <a:lnTo>
                  <a:pt x="158" y="242"/>
                </a:lnTo>
                <a:lnTo>
                  <a:pt x="158" y="235"/>
                </a:lnTo>
                <a:lnTo>
                  <a:pt x="151" y="235"/>
                </a:lnTo>
                <a:lnTo>
                  <a:pt x="151" y="242"/>
                </a:lnTo>
                <a:close/>
                <a:moveTo>
                  <a:pt x="168" y="242"/>
                </a:moveTo>
                <a:lnTo>
                  <a:pt x="175" y="242"/>
                </a:lnTo>
                <a:lnTo>
                  <a:pt x="175" y="235"/>
                </a:lnTo>
                <a:lnTo>
                  <a:pt x="168" y="235"/>
                </a:lnTo>
                <a:lnTo>
                  <a:pt x="168" y="242"/>
                </a:lnTo>
                <a:close/>
                <a:moveTo>
                  <a:pt x="419" y="242"/>
                </a:moveTo>
                <a:lnTo>
                  <a:pt x="426" y="242"/>
                </a:lnTo>
                <a:lnTo>
                  <a:pt x="426" y="235"/>
                </a:lnTo>
                <a:lnTo>
                  <a:pt x="419" y="235"/>
                </a:lnTo>
                <a:lnTo>
                  <a:pt x="419" y="242"/>
                </a:lnTo>
                <a:close/>
                <a:moveTo>
                  <a:pt x="435" y="242"/>
                </a:moveTo>
                <a:lnTo>
                  <a:pt x="442" y="242"/>
                </a:lnTo>
                <a:lnTo>
                  <a:pt x="442" y="235"/>
                </a:lnTo>
                <a:lnTo>
                  <a:pt x="435" y="235"/>
                </a:lnTo>
                <a:lnTo>
                  <a:pt x="435" y="242"/>
                </a:lnTo>
                <a:close/>
                <a:moveTo>
                  <a:pt x="452" y="242"/>
                </a:moveTo>
                <a:lnTo>
                  <a:pt x="459" y="242"/>
                </a:lnTo>
                <a:lnTo>
                  <a:pt x="459" y="235"/>
                </a:lnTo>
                <a:lnTo>
                  <a:pt x="452" y="235"/>
                </a:lnTo>
                <a:lnTo>
                  <a:pt x="452" y="242"/>
                </a:lnTo>
                <a:close/>
                <a:moveTo>
                  <a:pt x="469" y="242"/>
                </a:moveTo>
                <a:lnTo>
                  <a:pt x="476" y="242"/>
                </a:lnTo>
                <a:lnTo>
                  <a:pt x="476" y="235"/>
                </a:lnTo>
                <a:lnTo>
                  <a:pt x="469" y="235"/>
                </a:lnTo>
                <a:lnTo>
                  <a:pt x="469" y="242"/>
                </a:lnTo>
                <a:close/>
                <a:moveTo>
                  <a:pt x="485" y="242"/>
                </a:moveTo>
                <a:lnTo>
                  <a:pt x="492" y="242"/>
                </a:lnTo>
                <a:lnTo>
                  <a:pt x="492" y="235"/>
                </a:lnTo>
                <a:lnTo>
                  <a:pt x="485" y="235"/>
                </a:lnTo>
                <a:lnTo>
                  <a:pt x="485" y="242"/>
                </a:lnTo>
                <a:close/>
                <a:moveTo>
                  <a:pt x="502" y="242"/>
                </a:moveTo>
                <a:lnTo>
                  <a:pt x="509" y="242"/>
                </a:lnTo>
                <a:lnTo>
                  <a:pt x="509" y="235"/>
                </a:lnTo>
                <a:lnTo>
                  <a:pt x="502" y="235"/>
                </a:lnTo>
                <a:lnTo>
                  <a:pt x="502" y="242"/>
                </a:lnTo>
                <a:close/>
                <a:moveTo>
                  <a:pt x="518" y="242"/>
                </a:moveTo>
                <a:lnTo>
                  <a:pt x="525" y="242"/>
                </a:lnTo>
                <a:lnTo>
                  <a:pt x="525" y="235"/>
                </a:lnTo>
                <a:lnTo>
                  <a:pt x="518" y="235"/>
                </a:lnTo>
                <a:lnTo>
                  <a:pt x="518" y="242"/>
                </a:lnTo>
                <a:close/>
                <a:moveTo>
                  <a:pt x="535" y="242"/>
                </a:moveTo>
                <a:lnTo>
                  <a:pt x="542" y="242"/>
                </a:lnTo>
                <a:lnTo>
                  <a:pt x="542" y="235"/>
                </a:lnTo>
                <a:lnTo>
                  <a:pt x="535" y="235"/>
                </a:lnTo>
                <a:lnTo>
                  <a:pt x="535" y="242"/>
                </a:lnTo>
                <a:close/>
                <a:moveTo>
                  <a:pt x="551" y="242"/>
                </a:moveTo>
                <a:lnTo>
                  <a:pt x="559" y="242"/>
                </a:lnTo>
                <a:lnTo>
                  <a:pt x="559" y="235"/>
                </a:lnTo>
                <a:lnTo>
                  <a:pt x="551" y="235"/>
                </a:lnTo>
                <a:lnTo>
                  <a:pt x="551" y="242"/>
                </a:lnTo>
                <a:close/>
                <a:moveTo>
                  <a:pt x="568" y="242"/>
                </a:moveTo>
                <a:lnTo>
                  <a:pt x="575" y="242"/>
                </a:lnTo>
                <a:lnTo>
                  <a:pt x="575" y="235"/>
                </a:lnTo>
                <a:lnTo>
                  <a:pt x="568" y="235"/>
                </a:lnTo>
                <a:lnTo>
                  <a:pt x="568" y="242"/>
                </a:lnTo>
                <a:close/>
                <a:moveTo>
                  <a:pt x="585" y="242"/>
                </a:moveTo>
                <a:lnTo>
                  <a:pt x="592" y="242"/>
                </a:lnTo>
                <a:lnTo>
                  <a:pt x="592" y="235"/>
                </a:lnTo>
                <a:lnTo>
                  <a:pt x="585" y="235"/>
                </a:lnTo>
                <a:lnTo>
                  <a:pt x="585" y="242"/>
                </a:lnTo>
                <a:close/>
                <a:moveTo>
                  <a:pt x="601" y="242"/>
                </a:moveTo>
                <a:lnTo>
                  <a:pt x="608" y="242"/>
                </a:lnTo>
                <a:lnTo>
                  <a:pt x="608" y="235"/>
                </a:lnTo>
                <a:lnTo>
                  <a:pt x="601" y="235"/>
                </a:lnTo>
                <a:lnTo>
                  <a:pt x="601" y="242"/>
                </a:lnTo>
                <a:close/>
                <a:moveTo>
                  <a:pt x="620" y="242"/>
                </a:moveTo>
                <a:lnTo>
                  <a:pt x="625" y="242"/>
                </a:lnTo>
                <a:lnTo>
                  <a:pt x="625" y="235"/>
                </a:lnTo>
                <a:lnTo>
                  <a:pt x="620" y="235"/>
                </a:lnTo>
                <a:lnTo>
                  <a:pt x="620" y="242"/>
                </a:lnTo>
                <a:close/>
                <a:moveTo>
                  <a:pt x="637" y="242"/>
                </a:moveTo>
                <a:lnTo>
                  <a:pt x="644" y="242"/>
                </a:lnTo>
                <a:lnTo>
                  <a:pt x="644" y="235"/>
                </a:lnTo>
                <a:lnTo>
                  <a:pt x="637" y="235"/>
                </a:lnTo>
                <a:lnTo>
                  <a:pt x="637" y="242"/>
                </a:lnTo>
                <a:close/>
                <a:moveTo>
                  <a:pt x="653" y="242"/>
                </a:moveTo>
                <a:lnTo>
                  <a:pt x="660" y="242"/>
                </a:lnTo>
                <a:lnTo>
                  <a:pt x="660" y="235"/>
                </a:lnTo>
                <a:lnTo>
                  <a:pt x="653" y="235"/>
                </a:lnTo>
                <a:lnTo>
                  <a:pt x="653" y="242"/>
                </a:lnTo>
                <a:close/>
                <a:moveTo>
                  <a:pt x="670" y="242"/>
                </a:moveTo>
                <a:lnTo>
                  <a:pt x="677" y="242"/>
                </a:lnTo>
                <a:lnTo>
                  <a:pt x="677" y="235"/>
                </a:lnTo>
                <a:lnTo>
                  <a:pt x="670" y="235"/>
                </a:lnTo>
                <a:lnTo>
                  <a:pt x="670" y="242"/>
                </a:lnTo>
                <a:close/>
                <a:moveTo>
                  <a:pt x="686" y="242"/>
                </a:moveTo>
                <a:lnTo>
                  <a:pt x="693" y="242"/>
                </a:lnTo>
                <a:lnTo>
                  <a:pt x="693" y="235"/>
                </a:lnTo>
                <a:lnTo>
                  <a:pt x="686" y="235"/>
                </a:lnTo>
                <a:lnTo>
                  <a:pt x="686" y="242"/>
                </a:lnTo>
                <a:close/>
                <a:moveTo>
                  <a:pt x="703" y="242"/>
                </a:moveTo>
                <a:lnTo>
                  <a:pt x="710" y="242"/>
                </a:lnTo>
                <a:lnTo>
                  <a:pt x="710" y="235"/>
                </a:lnTo>
                <a:lnTo>
                  <a:pt x="703" y="235"/>
                </a:lnTo>
                <a:lnTo>
                  <a:pt x="703" y="242"/>
                </a:lnTo>
                <a:close/>
                <a:moveTo>
                  <a:pt x="720" y="242"/>
                </a:moveTo>
                <a:lnTo>
                  <a:pt x="727" y="242"/>
                </a:lnTo>
                <a:lnTo>
                  <a:pt x="727" y="235"/>
                </a:lnTo>
                <a:lnTo>
                  <a:pt x="720" y="235"/>
                </a:lnTo>
                <a:lnTo>
                  <a:pt x="720" y="242"/>
                </a:lnTo>
                <a:close/>
                <a:moveTo>
                  <a:pt x="736" y="242"/>
                </a:moveTo>
                <a:lnTo>
                  <a:pt x="743" y="242"/>
                </a:lnTo>
                <a:lnTo>
                  <a:pt x="743" y="235"/>
                </a:lnTo>
                <a:lnTo>
                  <a:pt x="736" y="235"/>
                </a:lnTo>
                <a:lnTo>
                  <a:pt x="736" y="242"/>
                </a:lnTo>
                <a:close/>
                <a:moveTo>
                  <a:pt x="753" y="242"/>
                </a:moveTo>
                <a:lnTo>
                  <a:pt x="760" y="242"/>
                </a:lnTo>
                <a:lnTo>
                  <a:pt x="760" y="235"/>
                </a:lnTo>
                <a:lnTo>
                  <a:pt x="753" y="235"/>
                </a:lnTo>
                <a:lnTo>
                  <a:pt x="753" y="242"/>
                </a:lnTo>
                <a:close/>
                <a:moveTo>
                  <a:pt x="769" y="242"/>
                </a:moveTo>
                <a:lnTo>
                  <a:pt x="776" y="242"/>
                </a:lnTo>
                <a:lnTo>
                  <a:pt x="776" y="235"/>
                </a:lnTo>
                <a:lnTo>
                  <a:pt x="769" y="235"/>
                </a:lnTo>
                <a:lnTo>
                  <a:pt x="769" y="242"/>
                </a:lnTo>
                <a:close/>
                <a:moveTo>
                  <a:pt x="786" y="242"/>
                </a:moveTo>
                <a:lnTo>
                  <a:pt x="793" y="242"/>
                </a:lnTo>
                <a:lnTo>
                  <a:pt x="793" y="235"/>
                </a:lnTo>
                <a:lnTo>
                  <a:pt x="786" y="235"/>
                </a:lnTo>
                <a:lnTo>
                  <a:pt x="786" y="242"/>
                </a:lnTo>
                <a:close/>
                <a:moveTo>
                  <a:pt x="802" y="242"/>
                </a:moveTo>
                <a:lnTo>
                  <a:pt x="810" y="242"/>
                </a:lnTo>
                <a:lnTo>
                  <a:pt x="810" y="235"/>
                </a:lnTo>
                <a:lnTo>
                  <a:pt x="802" y="235"/>
                </a:lnTo>
                <a:lnTo>
                  <a:pt x="802" y="242"/>
                </a:lnTo>
                <a:close/>
                <a:moveTo>
                  <a:pt x="819" y="242"/>
                </a:moveTo>
                <a:lnTo>
                  <a:pt x="826" y="242"/>
                </a:lnTo>
                <a:lnTo>
                  <a:pt x="826" y="235"/>
                </a:lnTo>
                <a:lnTo>
                  <a:pt x="819" y="235"/>
                </a:lnTo>
                <a:lnTo>
                  <a:pt x="819" y="242"/>
                </a:lnTo>
                <a:close/>
                <a:moveTo>
                  <a:pt x="836" y="242"/>
                </a:moveTo>
                <a:lnTo>
                  <a:pt x="843" y="242"/>
                </a:lnTo>
                <a:lnTo>
                  <a:pt x="843" y="235"/>
                </a:lnTo>
                <a:lnTo>
                  <a:pt x="836" y="235"/>
                </a:lnTo>
                <a:lnTo>
                  <a:pt x="836" y="242"/>
                </a:lnTo>
                <a:close/>
                <a:moveTo>
                  <a:pt x="852" y="242"/>
                </a:moveTo>
                <a:lnTo>
                  <a:pt x="859" y="242"/>
                </a:lnTo>
                <a:lnTo>
                  <a:pt x="859" y="235"/>
                </a:lnTo>
                <a:lnTo>
                  <a:pt x="852" y="235"/>
                </a:lnTo>
                <a:lnTo>
                  <a:pt x="852" y="242"/>
                </a:lnTo>
                <a:close/>
                <a:moveTo>
                  <a:pt x="871" y="242"/>
                </a:moveTo>
                <a:lnTo>
                  <a:pt x="876" y="242"/>
                </a:lnTo>
                <a:lnTo>
                  <a:pt x="876" y="235"/>
                </a:lnTo>
                <a:lnTo>
                  <a:pt x="871" y="235"/>
                </a:lnTo>
                <a:lnTo>
                  <a:pt x="871" y="242"/>
                </a:lnTo>
                <a:close/>
                <a:moveTo>
                  <a:pt x="888" y="242"/>
                </a:moveTo>
                <a:lnTo>
                  <a:pt x="895" y="242"/>
                </a:lnTo>
                <a:lnTo>
                  <a:pt x="895" y="235"/>
                </a:lnTo>
                <a:lnTo>
                  <a:pt x="888" y="235"/>
                </a:lnTo>
                <a:lnTo>
                  <a:pt x="888" y="242"/>
                </a:lnTo>
                <a:close/>
                <a:moveTo>
                  <a:pt x="987" y="242"/>
                </a:moveTo>
                <a:lnTo>
                  <a:pt x="994" y="242"/>
                </a:lnTo>
                <a:lnTo>
                  <a:pt x="994" y="235"/>
                </a:lnTo>
                <a:lnTo>
                  <a:pt x="987" y="235"/>
                </a:lnTo>
                <a:lnTo>
                  <a:pt x="987" y="242"/>
                </a:lnTo>
                <a:close/>
                <a:moveTo>
                  <a:pt x="1004" y="242"/>
                </a:moveTo>
                <a:lnTo>
                  <a:pt x="1011" y="242"/>
                </a:lnTo>
                <a:lnTo>
                  <a:pt x="1011" y="235"/>
                </a:lnTo>
                <a:lnTo>
                  <a:pt x="1004" y="235"/>
                </a:lnTo>
                <a:lnTo>
                  <a:pt x="1004" y="242"/>
                </a:lnTo>
                <a:close/>
                <a:moveTo>
                  <a:pt x="1020" y="242"/>
                </a:moveTo>
                <a:lnTo>
                  <a:pt x="1027" y="242"/>
                </a:lnTo>
                <a:lnTo>
                  <a:pt x="1027" y="235"/>
                </a:lnTo>
                <a:lnTo>
                  <a:pt x="1020" y="235"/>
                </a:lnTo>
                <a:lnTo>
                  <a:pt x="1020" y="242"/>
                </a:lnTo>
                <a:close/>
                <a:moveTo>
                  <a:pt x="1037" y="242"/>
                </a:moveTo>
                <a:lnTo>
                  <a:pt x="1044" y="242"/>
                </a:lnTo>
                <a:lnTo>
                  <a:pt x="1044" y="235"/>
                </a:lnTo>
                <a:lnTo>
                  <a:pt x="1037" y="235"/>
                </a:lnTo>
                <a:lnTo>
                  <a:pt x="1037" y="242"/>
                </a:lnTo>
                <a:close/>
                <a:moveTo>
                  <a:pt x="1053" y="242"/>
                </a:moveTo>
                <a:lnTo>
                  <a:pt x="1061" y="242"/>
                </a:lnTo>
                <a:lnTo>
                  <a:pt x="1061" y="235"/>
                </a:lnTo>
                <a:lnTo>
                  <a:pt x="1053" y="235"/>
                </a:lnTo>
                <a:lnTo>
                  <a:pt x="1053" y="242"/>
                </a:lnTo>
                <a:close/>
                <a:moveTo>
                  <a:pt x="1070" y="242"/>
                </a:moveTo>
                <a:lnTo>
                  <a:pt x="1077" y="242"/>
                </a:lnTo>
                <a:lnTo>
                  <a:pt x="1077" y="235"/>
                </a:lnTo>
                <a:lnTo>
                  <a:pt x="1070" y="235"/>
                </a:lnTo>
                <a:lnTo>
                  <a:pt x="1070" y="242"/>
                </a:lnTo>
                <a:close/>
                <a:moveTo>
                  <a:pt x="1087" y="242"/>
                </a:moveTo>
                <a:lnTo>
                  <a:pt x="1094" y="242"/>
                </a:lnTo>
                <a:lnTo>
                  <a:pt x="1094" y="235"/>
                </a:lnTo>
                <a:lnTo>
                  <a:pt x="1087" y="235"/>
                </a:lnTo>
                <a:lnTo>
                  <a:pt x="1087" y="242"/>
                </a:lnTo>
                <a:close/>
                <a:moveTo>
                  <a:pt x="1103" y="242"/>
                </a:moveTo>
                <a:lnTo>
                  <a:pt x="1110" y="242"/>
                </a:lnTo>
                <a:lnTo>
                  <a:pt x="1110" y="235"/>
                </a:lnTo>
                <a:lnTo>
                  <a:pt x="1103" y="235"/>
                </a:lnTo>
                <a:lnTo>
                  <a:pt x="1103" y="242"/>
                </a:lnTo>
                <a:close/>
                <a:moveTo>
                  <a:pt x="1120" y="242"/>
                </a:moveTo>
                <a:lnTo>
                  <a:pt x="1127" y="242"/>
                </a:lnTo>
                <a:lnTo>
                  <a:pt x="1127" y="235"/>
                </a:lnTo>
                <a:lnTo>
                  <a:pt x="1120" y="235"/>
                </a:lnTo>
                <a:lnTo>
                  <a:pt x="1120" y="242"/>
                </a:lnTo>
                <a:close/>
                <a:moveTo>
                  <a:pt x="1139" y="242"/>
                </a:moveTo>
                <a:lnTo>
                  <a:pt x="1146" y="242"/>
                </a:lnTo>
                <a:lnTo>
                  <a:pt x="1146" y="235"/>
                </a:lnTo>
                <a:lnTo>
                  <a:pt x="1139" y="235"/>
                </a:lnTo>
                <a:lnTo>
                  <a:pt x="1139" y="242"/>
                </a:lnTo>
                <a:close/>
                <a:moveTo>
                  <a:pt x="1155" y="242"/>
                </a:moveTo>
                <a:lnTo>
                  <a:pt x="1162" y="242"/>
                </a:lnTo>
                <a:lnTo>
                  <a:pt x="1162" y="235"/>
                </a:lnTo>
                <a:lnTo>
                  <a:pt x="1155" y="235"/>
                </a:lnTo>
                <a:lnTo>
                  <a:pt x="1155" y="242"/>
                </a:lnTo>
                <a:close/>
                <a:moveTo>
                  <a:pt x="1172" y="242"/>
                </a:moveTo>
                <a:lnTo>
                  <a:pt x="1179" y="242"/>
                </a:lnTo>
                <a:lnTo>
                  <a:pt x="1179" y="235"/>
                </a:lnTo>
                <a:lnTo>
                  <a:pt x="1172" y="235"/>
                </a:lnTo>
                <a:lnTo>
                  <a:pt x="1172" y="242"/>
                </a:lnTo>
                <a:close/>
                <a:moveTo>
                  <a:pt x="1188" y="242"/>
                </a:moveTo>
                <a:lnTo>
                  <a:pt x="1196" y="242"/>
                </a:lnTo>
                <a:lnTo>
                  <a:pt x="1196" y="235"/>
                </a:lnTo>
                <a:lnTo>
                  <a:pt x="1188" y="235"/>
                </a:lnTo>
                <a:lnTo>
                  <a:pt x="1188" y="242"/>
                </a:lnTo>
                <a:close/>
                <a:moveTo>
                  <a:pt x="1205" y="242"/>
                </a:moveTo>
                <a:lnTo>
                  <a:pt x="1212" y="242"/>
                </a:lnTo>
                <a:lnTo>
                  <a:pt x="1212" y="235"/>
                </a:lnTo>
                <a:lnTo>
                  <a:pt x="1205" y="235"/>
                </a:lnTo>
                <a:lnTo>
                  <a:pt x="1205" y="242"/>
                </a:lnTo>
                <a:close/>
                <a:moveTo>
                  <a:pt x="1222" y="242"/>
                </a:moveTo>
                <a:lnTo>
                  <a:pt x="1229" y="242"/>
                </a:lnTo>
                <a:lnTo>
                  <a:pt x="1229" y="235"/>
                </a:lnTo>
                <a:lnTo>
                  <a:pt x="1222" y="235"/>
                </a:lnTo>
                <a:lnTo>
                  <a:pt x="1222" y="242"/>
                </a:lnTo>
                <a:close/>
                <a:moveTo>
                  <a:pt x="1238" y="242"/>
                </a:moveTo>
                <a:lnTo>
                  <a:pt x="1245" y="242"/>
                </a:lnTo>
                <a:lnTo>
                  <a:pt x="1245" y="235"/>
                </a:lnTo>
                <a:lnTo>
                  <a:pt x="1238" y="235"/>
                </a:lnTo>
                <a:lnTo>
                  <a:pt x="1238" y="242"/>
                </a:lnTo>
                <a:close/>
                <a:moveTo>
                  <a:pt x="1255" y="242"/>
                </a:moveTo>
                <a:lnTo>
                  <a:pt x="1262" y="242"/>
                </a:lnTo>
                <a:lnTo>
                  <a:pt x="1262" y="235"/>
                </a:lnTo>
                <a:lnTo>
                  <a:pt x="1255" y="235"/>
                </a:lnTo>
                <a:lnTo>
                  <a:pt x="1255" y="242"/>
                </a:lnTo>
                <a:close/>
                <a:moveTo>
                  <a:pt x="1271" y="242"/>
                </a:moveTo>
                <a:lnTo>
                  <a:pt x="1278" y="242"/>
                </a:lnTo>
                <a:lnTo>
                  <a:pt x="1278" y="235"/>
                </a:lnTo>
                <a:lnTo>
                  <a:pt x="1271" y="235"/>
                </a:lnTo>
                <a:lnTo>
                  <a:pt x="1271" y="242"/>
                </a:lnTo>
                <a:close/>
                <a:moveTo>
                  <a:pt x="1638" y="242"/>
                </a:moveTo>
                <a:lnTo>
                  <a:pt x="1645" y="242"/>
                </a:lnTo>
                <a:lnTo>
                  <a:pt x="1645" y="235"/>
                </a:lnTo>
                <a:lnTo>
                  <a:pt x="1638" y="235"/>
                </a:lnTo>
                <a:lnTo>
                  <a:pt x="1638" y="242"/>
                </a:lnTo>
                <a:close/>
                <a:moveTo>
                  <a:pt x="1657" y="242"/>
                </a:moveTo>
                <a:lnTo>
                  <a:pt x="1664" y="242"/>
                </a:lnTo>
                <a:lnTo>
                  <a:pt x="1664" y="235"/>
                </a:lnTo>
                <a:lnTo>
                  <a:pt x="1657" y="235"/>
                </a:lnTo>
                <a:lnTo>
                  <a:pt x="1657" y="242"/>
                </a:lnTo>
                <a:close/>
                <a:moveTo>
                  <a:pt x="1674" y="242"/>
                </a:moveTo>
                <a:lnTo>
                  <a:pt x="1681" y="242"/>
                </a:lnTo>
                <a:lnTo>
                  <a:pt x="1681" y="235"/>
                </a:lnTo>
                <a:lnTo>
                  <a:pt x="1674" y="235"/>
                </a:lnTo>
                <a:lnTo>
                  <a:pt x="1674" y="242"/>
                </a:lnTo>
                <a:close/>
                <a:moveTo>
                  <a:pt x="1690" y="242"/>
                </a:moveTo>
                <a:lnTo>
                  <a:pt x="1698" y="242"/>
                </a:lnTo>
                <a:lnTo>
                  <a:pt x="1698" y="235"/>
                </a:lnTo>
                <a:lnTo>
                  <a:pt x="1690" y="235"/>
                </a:lnTo>
                <a:lnTo>
                  <a:pt x="1690" y="242"/>
                </a:lnTo>
                <a:close/>
                <a:moveTo>
                  <a:pt x="1707" y="242"/>
                </a:moveTo>
                <a:lnTo>
                  <a:pt x="1714" y="242"/>
                </a:lnTo>
                <a:lnTo>
                  <a:pt x="1714" y="235"/>
                </a:lnTo>
                <a:lnTo>
                  <a:pt x="1707" y="235"/>
                </a:lnTo>
                <a:lnTo>
                  <a:pt x="1707" y="242"/>
                </a:lnTo>
                <a:close/>
                <a:moveTo>
                  <a:pt x="1889" y="242"/>
                </a:moveTo>
                <a:lnTo>
                  <a:pt x="1896" y="242"/>
                </a:lnTo>
                <a:lnTo>
                  <a:pt x="1896" y="235"/>
                </a:lnTo>
                <a:lnTo>
                  <a:pt x="1889" y="235"/>
                </a:lnTo>
                <a:lnTo>
                  <a:pt x="1889" y="242"/>
                </a:lnTo>
                <a:close/>
                <a:moveTo>
                  <a:pt x="1908" y="242"/>
                </a:moveTo>
                <a:lnTo>
                  <a:pt x="1915" y="242"/>
                </a:lnTo>
                <a:lnTo>
                  <a:pt x="1915" y="235"/>
                </a:lnTo>
                <a:lnTo>
                  <a:pt x="1908" y="235"/>
                </a:lnTo>
                <a:lnTo>
                  <a:pt x="1908" y="242"/>
                </a:lnTo>
                <a:close/>
                <a:moveTo>
                  <a:pt x="1925" y="242"/>
                </a:moveTo>
                <a:lnTo>
                  <a:pt x="1932" y="242"/>
                </a:lnTo>
                <a:lnTo>
                  <a:pt x="1932" y="235"/>
                </a:lnTo>
                <a:lnTo>
                  <a:pt x="1925" y="235"/>
                </a:lnTo>
                <a:lnTo>
                  <a:pt x="1925" y="242"/>
                </a:lnTo>
                <a:close/>
                <a:moveTo>
                  <a:pt x="1941" y="242"/>
                </a:moveTo>
                <a:lnTo>
                  <a:pt x="1949" y="242"/>
                </a:lnTo>
                <a:lnTo>
                  <a:pt x="1949" y="235"/>
                </a:lnTo>
                <a:lnTo>
                  <a:pt x="1941" y="235"/>
                </a:lnTo>
                <a:lnTo>
                  <a:pt x="1941" y="242"/>
                </a:lnTo>
                <a:close/>
                <a:moveTo>
                  <a:pt x="2024" y="242"/>
                </a:moveTo>
                <a:lnTo>
                  <a:pt x="2031" y="242"/>
                </a:lnTo>
                <a:lnTo>
                  <a:pt x="2031" y="235"/>
                </a:lnTo>
                <a:lnTo>
                  <a:pt x="2024" y="235"/>
                </a:lnTo>
                <a:lnTo>
                  <a:pt x="2024" y="242"/>
                </a:lnTo>
                <a:close/>
                <a:moveTo>
                  <a:pt x="2041" y="242"/>
                </a:moveTo>
                <a:lnTo>
                  <a:pt x="2048" y="242"/>
                </a:lnTo>
                <a:lnTo>
                  <a:pt x="2048" y="235"/>
                </a:lnTo>
                <a:lnTo>
                  <a:pt x="2041" y="235"/>
                </a:lnTo>
                <a:lnTo>
                  <a:pt x="2041" y="242"/>
                </a:lnTo>
                <a:close/>
                <a:moveTo>
                  <a:pt x="2057" y="242"/>
                </a:moveTo>
                <a:lnTo>
                  <a:pt x="2065" y="242"/>
                </a:lnTo>
                <a:lnTo>
                  <a:pt x="2065" y="235"/>
                </a:lnTo>
                <a:lnTo>
                  <a:pt x="2057" y="235"/>
                </a:lnTo>
                <a:lnTo>
                  <a:pt x="2057" y="242"/>
                </a:lnTo>
                <a:close/>
                <a:moveTo>
                  <a:pt x="2074" y="242"/>
                </a:moveTo>
                <a:lnTo>
                  <a:pt x="2081" y="242"/>
                </a:lnTo>
                <a:lnTo>
                  <a:pt x="2081" y="235"/>
                </a:lnTo>
                <a:lnTo>
                  <a:pt x="2074" y="235"/>
                </a:lnTo>
                <a:lnTo>
                  <a:pt x="2074" y="242"/>
                </a:lnTo>
                <a:close/>
                <a:moveTo>
                  <a:pt x="2091" y="242"/>
                </a:moveTo>
                <a:lnTo>
                  <a:pt x="2098" y="242"/>
                </a:lnTo>
                <a:lnTo>
                  <a:pt x="2098" y="235"/>
                </a:lnTo>
                <a:lnTo>
                  <a:pt x="2091" y="235"/>
                </a:lnTo>
                <a:lnTo>
                  <a:pt x="2091" y="242"/>
                </a:lnTo>
                <a:close/>
                <a:moveTo>
                  <a:pt x="2107" y="242"/>
                </a:moveTo>
                <a:lnTo>
                  <a:pt x="2114" y="242"/>
                </a:lnTo>
                <a:lnTo>
                  <a:pt x="2114" y="235"/>
                </a:lnTo>
                <a:lnTo>
                  <a:pt x="2107" y="235"/>
                </a:lnTo>
                <a:lnTo>
                  <a:pt x="2107" y="242"/>
                </a:lnTo>
                <a:close/>
                <a:moveTo>
                  <a:pt x="2124" y="242"/>
                </a:moveTo>
                <a:lnTo>
                  <a:pt x="2131" y="242"/>
                </a:lnTo>
                <a:lnTo>
                  <a:pt x="2131" y="235"/>
                </a:lnTo>
                <a:lnTo>
                  <a:pt x="2124" y="235"/>
                </a:lnTo>
                <a:lnTo>
                  <a:pt x="2124" y="242"/>
                </a:lnTo>
                <a:close/>
                <a:moveTo>
                  <a:pt x="2140" y="242"/>
                </a:moveTo>
                <a:lnTo>
                  <a:pt x="2147" y="242"/>
                </a:lnTo>
                <a:lnTo>
                  <a:pt x="2147" y="235"/>
                </a:lnTo>
                <a:lnTo>
                  <a:pt x="2140" y="235"/>
                </a:lnTo>
                <a:lnTo>
                  <a:pt x="2140" y="242"/>
                </a:lnTo>
                <a:close/>
                <a:moveTo>
                  <a:pt x="2159" y="242"/>
                </a:moveTo>
                <a:lnTo>
                  <a:pt x="2164" y="242"/>
                </a:lnTo>
                <a:lnTo>
                  <a:pt x="2164" y="235"/>
                </a:lnTo>
                <a:lnTo>
                  <a:pt x="2159" y="235"/>
                </a:lnTo>
                <a:lnTo>
                  <a:pt x="2159" y="242"/>
                </a:lnTo>
                <a:close/>
                <a:moveTo>
                  <a:pt x="2176" y="242"/>
                </a:moveTo>
                <a:lnTo>
                  <a:pt x="2183" y="242"/>
                </a:lnTo>
                <a:lnTo>
                  <a:pt x="2183" y="235"/>
                </a:lnTo>
                <a:lnTo>
                  <a:pt x="2176" y="235"/>
                </a:lnTo>
                <a:lnTo>
                  <a:pt x="2176" y="242"/>
                </a:lnTo>
                <a:close/>
                <a:moveTo>
                  <a:pt x="2192" y="242"/>
                </a:moveTo>
                <a:lnTo>
                  <a:pt x="2200" y="242"/>
                </a:lnTo>
                <a:lnTo>
                  <a:pt x="2200" y="235"/>
                </a:lnTo>
                <a:lnTo>
                  <a:pt x="2192" y="235"/>
                </a:lnTo>
                <a:lnTo>
                  <a:pt x="2192" y="242"/>
                </a:lnTo>
                <a:close/>
                <a:moveTo>
                  <a:pt x="2209" y="242"/>
                </a:moveTo>
                <a:lnTo>
                  <a:pt x="2216" y="242"/>
                </a:lnTo>
                <a:lnTo>
                  <a:pt x="2216" y="235"/>
                </a:lnTo>
                <a:lnTo>
                  <a:pt x="2209" y="235"/>
                </a:lnTo>
                <a:lnTo>
                  <a:pt x="2209" y="242"/>
                </a:lnTo>
                <a:close/>
                <a:moveTo>
                  <a:pt x="2226" y="242"/>
                </a:moveTo>
                <a:lnTo>
                  <a:pt x="2233" y="242"/>
                </a:lnTo>
                <a:lnTo>
                  <a:pt x="2233" y="235"/>
                </a:lnTo>
                <a:lnTo>
                  <a:pt x="2226" y="235"/>
                </a:lnTo>
                <a:lnTo>
                  <a:pt x="2226" y="242"/>
                </a:lnTo>
                <a:close/>
                <a:moveTo>
                  <a:pt x="2242" y="242"/>
                </a:moveTo>
                <a:lnTo>
                  <a:pt x="2249" y="242"/>
                </a:lnTo>
                <a:lnTo>
                  <a:pt x="2249" y="235"/>
                </a:lnTo>
                <a:lnTo>
                  <a:pt x="2242" y="235"/>
                </a:lnTo>
                <a:lnTo>
                  <a:pt x="2242" y="242"/>
                </a:lnTo>
                <a:close/>
                <a:moveTo>
                  <a:pt x="2259" y="242"/>
                </a:moveTo>
                <a:lnTo>
                  <a:pt x="2266" y="242"/>
                </a:lnTo>
                <a:lnTo>
                  <a:pt x="2266" y="235"/>
                </a:lnTo>
                <a:lnTo>
                  <a:pt x="2259" y="235"/>
                </a:lnTo>
                <a:lnTo>
                  <a:pt x="2259" y="242"/>
                </a:lnTo>
                <a:close/>
                <a:moveTo>
                  <a:pt x="2275" y="242"/>
                </a:moveTo>
                <a:lnTo>
                  <a:pt x="2282" y="242"/>
                </a:lnTo>
                <a:lnTo>
                  <a:pt x="2282" y="235"/>
                </a:lnTo>
                <a:lnTo>
                  <a:pt x="2275" y="235"/>
                </a:lnTo>
                <a:lnTo>
                  <a:pt x="2275" y="242"/>
                </a:lnTo>
                <a:close/>
                <a:moveTo>
                  <a:pt x="2292" y="242"/>
                </a:moveTo>
                <a:lnTo>
                  <a:pt x="2299" y="242"/>
                </a:lnTo>
                <a:lnTo>
                  <a:pt x="2299" y="235"/>
                </a:lnTo>
                <a:lnTo>
                  <a:pt x="2292" y="235"/>
                </a:lnTo>
                <a:lnTo>
                  <a:pt x="2292" y="242"/>
                </a:lnTo>
                <a:close/>
                <a:moveTo>
                  <a:pt x="2308" y="242"/>
                </a:moveTo>
                <a:lnTo>
                  <a:pt x="2316" y="242"/>
                </a:lnTo>
                <a:lnTo>
                  <a:pt x="2316" y="235"/>
                </a:lnTo>
                <a:lnTo>
                  <a:pt x="2308" y="235"/>
                </a:lnTo>
                <a:lnTo>
                  <a:pt x="2308" y="242"/>
                </a:lnTo>
                <a:close/>
                <a:moveTo>
                  <a:pt x="2325" y="242"/>
                </a:moveTo>
                <a:lnTo>
                  <a:pt x="2332" y="242"/>
                </a:lnTo>
                <a:lnTo>
                  <a:pt x="2332" y="235"/>
                </a:lnTo>
                <a:lnTo>
                  <a:pt x="2325" y="235"/>
                </a:lnTo>
                <a:lnTo>
                  <a:pt x="2325" y="242"/>
                </a:lnTo>
                <a:close/>
                <a:moveTo>
                  <a:pt x="2342" y="242"/>
                </a:moveTo>
                <a:lnTo>
                  <a:pt x="2349" y="242"/>
                </a:lnTo>
                <a:lnTo>
                  <a:pt x="2349" y="235"/>
                </a:lnTo>
                <a:lnTo>
                  <a:pt x="2342" y="235"/>
                </a:lnTo>
                <a:lnTo>
                  <a:pt x="2342" y="242"/>
                </a:lnTo>
                <a:close/>
                <a:moveTo>
                  <a:pt x="2358" y="242"/>
                </a:moveTo>
                <a:lnTo>
                  <a:pt x="2365" y="242"/>
                </a:lnTo>
                <a:lnTo>
                  <a:pt x="2365" y="235"/>
                </a:lnTo>
                <a:lnTo>
                  <a:pt x="2358" y="235"/>
                </a:lnTo>
                <a:lnTo>
                  <a:pt x="2358" y="242"/>
                </a:lnTo>
                <a:close/>
                <a:moveTo>
                  <a:pt x="2375" y="242"/>
                </a:moveTo>
                <a:lnTo>
                  <a:pt x="2382" y="242"/>
                </a:lnTo>
                <a:lnTo>
                  <a:pt x="2382" y="235"/>
                </a:lnTo>
                <a:lnTo>
                  <a:pt x="2375" y="235"/>
                </a:lnTo>
                <a:lnTo>
                  <a:pt x="2375" y="242"/>
                </a:lnTo>
                <a:close/>
                <a:moveTo>
                  <a:pt x="2391" y="242"/>
                </a:moveTo>
                <a:lnTo>
                  <a:pt x="2398" y="242"/>
                </a:lnTo>
                <a:lnTo>
                  <a:pt x="2398" y="235"/>
                </a:lnTo>
                <a:lnTo>
                  <a:pt x="2391" y="235"/>
                </a:lnTo>
                <a:lnTo>
                  <a:pt x="2391" y="242"/>
                </a:lnTo>
                <a:close/>
                <a:moveTo>
                  <a:pt x="2408" y="242"/>
                </a:moveTo>
                <a:lnTo>
                  <a:pt x="2415" y="242"/>
                </a:lnTo>
                <a:lnTo>
                  <a:pt x="2415" y="235"/>
                </a:lnTo>
                <a:lnTo>
                  <a:pt x="2408" y="235"/>
                </a:lnTo>
                <a:lnTo>
                  <a:pt x="2408" y="242"/>
                </a:lnTo>
                <a:close/>
                <a:moveTo>
                  <a:pt x="2427" y="242"/>
                </a:moveTo>
                <a:lnTo>
                  <a:pt x="2434" y="242"/>
                </a:lnTo>
                <a:lnTo>
                  <a:pt x="2434" y="235"/>
                </a:lnTo>
                <a:lnTo>
                  <a:pt x="2427" y="235"/>
                </a:lnTo>
                <a:lnTo>
                  <a:pt x="2427" y="242"/>
                </a:lnTo>
                <a:close/>
                <a:moveTo>
                  <a:pt x="2443" y="242"/>
                </a:moveTo>
                <a:lnTo>
                  <a:pt x="2451" y="242"/>
                </a:lnTo>
                <a:lnTo>
                  <a:pt x="2451" y="235"/>
                </a:lnTo>
                <a:lnTo>
                  <a:pt x="2443" y="235"/>
                </a:lnTo>
                <a:lnTo>
                  <a:pt x="2443" y="242"/>
                </a:lnTo>
                <a:close/>
                <a:moveTo>
                  <a:pt x="2460" y="242"/>
                </a:moveTo>
                <a:lnTo>
                  <a:pt x="2467" y="242"/>
                </a:lnTo>
                <a:lnTo>
                  <a:pt x="2467" y="235"/>
                </a:lnTo>
                <a:lnTo>
                  <a:pt x="2460" y="235"/>
                </a:lnTo>
                <a:lnTo>
                  <a:pt x="2460" y="242"/>
                </a:lnTo>
                <a:close/>
                <a:moveTo>
                  <a:pt x="2477" y="242"/>
                </a:moveTo>
                <a:lnTo>
                  <a:pt x="2484" y="242"/>
                </a:lnTo>
                <a:lnTo>
                  <a:pt x="2484" y="235"/>
                </a:lnTo>
                <a:lnTo>
                  <a:pt x="2477" y="235"/>
                </a:lnTo>
                <a:lnTo>
                  <a:pt x="2477" y="242"/>
                </a:lnTo>
                <a:close/>
                <a:moveTo>
                  <a:pt x="2493" y="242"/>
                </a:moveTo>
                <a:lnTo>
                  <a:pt x="2500" y="242"/>
                </a:lnTo>
                <a:lnTo>
                  <a:pt x="2500" y="235"/>
                </a:lnTo>
                <a:lnTo>
                  <a:pt x="2493" y="235"/>
                </a:lnTo>
                <a:lnTo>
                  <a:pt x="2493" y="242"/>
                </a:lnTo>
                <a:close/>
                <a:moveTo>
                  <a:pt x="2510" y="242"/>
                </a:moveTo>
                <a:lnTo>
                  <a:pt x="2517" y="242"/>
                </a:lnTo>
                <a:lnTo>
                  <a:pt x="2517" y="235"/>
                </a:lnTo>
                <a:lnTo>
                  <a:pt x="2510" y="235"/>
                </a:lnTo>
                <a:lnTo>
                  <a:pt x="2510" y="242"/>
                </a:lnTo>
                <a:close/>
                <a:moveTo>
                  <a:pt x="2526" y="242"/>
                </a:moveTo>
                <a:lnTo>
                  <a:pt x="2533" y="242"/>
                </a:lnTo>
                <a:lnTo>
                  <a:pt x="2533" y="235"/>
                </a:lnTo>
                <a:lnTo>
                  <a:pt x="2526" y="235"/>
                </a:lnTo>
                <a:lnTo>
                  <a:pt x="2526" y="242"/>
                </a:lnTo>
                <a:close/>
                <a:moveTo>
                  <a:pt x="2543" y="242"/>
                </a:moveTo>
                <a:lnTo>
                  <a:pt x="2550" y="242"/>
                </a:lnTo>
                <a:lnTo>
                  <a:pt x="2550" y="235"/>
                </a:lnTo>
                <a:lnTo>
                  <a:pt x="2543" y="235"/>
                </a:lnTo>
                <a:lnTo>
                  <a:pt x="2543" y="242"/>
                </a:lnTo>
                <a:close/>
                <a:moveTo>
                  <a:pt x="2560" y="242"/>
                </a:moveTo>
                <a:lnTo>
                  <a:pt x="2567" y="242"/>
                </a:lnTo>
                <a:lnTo>
                  <a:pt x="2567" y="235"/>
                </a:lnTo>
                <a:lnTo>
                  <a:pt x="2560" y="235"/>
                </a:lnTo>
                <a:lnTo>
                  <a:pt x="2560" y="242"/>
                </a:lnTo>
                <a:close/>
                <a:moveTo>
                  <a:pt x="2576" y="242"/>
                </a:moveTo>
                <a:lnTo>
                  <a:pt x="2583" y="242"/>
                </a:lnTo>
                <a:lnTo>
                  <a:pt x="2583" y="235"/>
                </a:lnTo>
                <a:lnTo>
                  <a:pt x="2576" y="235"/>
                </a:lnTo>
                <a:lnTo>
                  <a:pt x="2576" y="242"/>
                </a:lnTo>
                <a:close/>
                <a:moveTo>
                  <a:pt x="2593" y="242"/>
                </a:moveTo>
                <a:lnTo>
                  <a:pt x="2600" y="242"/>
                </a:lnTo>
                <a:lnTo>
                  <a:pt x="2600" y="235"/>
                </a:lnTo>
                <a:lnTo>
                  <a:pt x="2593" y="235"/>
                </a:lnTo>
                <a:lnTo>
                  <a:pt x="2593" y="242"/>
                </a:lnTo>
                <a:close/>
                <a:moveTo>
                  <a:pt x="2609" y="242"/>
                </a:moveTo>
                <a:lnTo>
                  <a:pt x="2616" y="242"/>
                </a:lnTo>
                <a:lnTo>
                  <a:pt x="2616" y="235"/>
                </a:lnTo>
                <a:lnTo>
                  <a:pt x="2609" y="235"/>
                </a:lnTo>
                <a:lnTo>
                  <a:pt x="2609" y="242"/>
                </a:lnTo>
                <a:close/>
                <a:moveTo>
                  <a:pt x="2626" y="242"/>
                </a:moveTo>
                <a:lnTo>
                  <a:pt x="2633" y="242"/>
                </a:lnTo>
                <a:lnTo>
                  <a:pt x="2633" y="235"/>
                </a:lnTo>
                <a:lnTo>
                  <a:pt x="2626" y="235"/>
                </a:lnTo>
                <a:lnTo>
                  <a:pt x="2626" y="242"/>
                </a:lnTo>
                <a:close/>
                <a:moveTo>
                  <a:pt x="2642" y="242"/>
                </a:moveTo>
                <a:lnTo>
                  <a:pt x="2649" y="242"/>
                </a:lnTo>
                <a:lnTo>
                  <a:pt x="2649" y="235"/>
                </a:lnTo>
                <a:lnTo>
                  <a:pt x="2642" y="235"/>
                </a:lnTo>
                <a:lnTo>
                  <a:pt x="2642" y="242"/>
                </a:lnTo>
                <a:close/>
                <a:moveTo>
                  <a:pt x="2659" y="242"/>
                </a:moveTo>
                <a:lnTo>
                  <a:pt x="2666" y="242"/>
                </a:lnTo>
                <a:lnTo>
                  <a:pt x="2666" y="235"/>
                </a:lnTo>
                <a:lnTo>
                  <a:pt x="2659" y="235"/>
                </a:lnTo>
                <a:lnTo>
                  <a:pt x="2659" y="242"/>
                </a:lnTo>
                <a:close/>
                <a:moveTo>
                  <a:pt x="2678" y="242"/>
                </a:moveTo>
                <a:lnTo>
                  <a:pt x="2683" y="242"/>
                </a:lnTo>
                <a:lnTo>
                  <a:pt x="2683" y="235"/>
                </a:lnTo>
                <a:lnTo>
                  <a:pt x="2678" y="235"/>
                </a:lnTo>
                <a:lnTo>
                  <a:pt x="2678" y="242"/>
                </a:lnTo>
                <a:close/>
                <a:moveTo>
                  <a:pt x="2694" y="242"/>
                </a:moveTo>
                <a:lnTo>
                  <a:pt x="2702" y="242"/>
                </a:lnTo>
                <a:lnTo>
                  <a:pt x="2702" y="235"/>
                </a:lnTo>
                <a:lnTo>
                  <a:pt x="2694" y="235"/>
                </a:lnTo>
                <a:lnTo>
                  <a:pt x="2694" y="242"/>
                </a:lnTo>
                <a:close/>
                <a:moveTo>
                  <a:pt x="2711" y="242"/>
                </a:moveTo>
                <a:lnTo>
                  <a:pt x="2718" y="242"/>
                </a:lnTo>
                <a:lnTo>
                  <a:pt x="2718" y="235"/>
                </a:lnTo>
                <a:lnTo>
                  <a:pt x="2711" y="235"/>
                </a:lnTo>
                <a:lnTo>
                  <a:pt x="2711" y="242"/>
                </a:lnTo>
                <a:close/>
                <a:moveTo>
                  <a:pt x="2728" y="242"/>
                </a:moveTo>
                <a:lnTo>
                  <a:pt x="2735" y="242"/>
                </a:lnTo>
                <a:lnTo>
                  <a:pt x="2735" y="235"/>
                </a:lnTo>
                <a:lnTo>
                  <a:pt x="2728" y="235"/>
                </a:lnTo>
                <a:lnTo>
                  <a:pt x="2728" y="242"/>
                </a:lnTo>
                <a:close/>
                <a:moveTo>
                  <a:pt x="2744" y="242"/>
                </a:moveTo>
                <a:lnTo>
                  <a:pt x="2751" y="242"/>
                </a:lnTo>
                <a:lnTo>
                  <a:pt x="2751" y="235"/>
                </a:lnTo>
                <a:lnTo>
                  <a:pt x="2744" y="235"/>
                </a:lnTo>
                <a:lnTo>
                  <a:pt x="2744" y="242"/>
                </a:lnTo>
                <a:close/>
                <a:moveTo>
                  <a:pt x="2761" y="242"/>
                </a:moveTo>
                <a:lnTo>
                  <a:pt x="2768" y="242"/>
                </a:lnTo>
                <a:lnTo>
                  <a:pt x="2768" y="235"/>
                </a:lnTo>
                <a:lnTo>
                  <a:pt x="2761" y="235"/>
                </a:lnTo>
                <a:lnTo>
                  <a:pt x="2761" y="242"/>
                </a:lnTo>
                <a:close/>
                <a:moveTo>
                  <a:pt x="2777" y="242"/>
                </a:moveTo>
                <a:lnTo>
                  <a:pt x="2784" y="242"/>
                </a:lnTo>
                <a:lnTo>
                  <a:pt x="2784" y="235"/>
                </a:lnTo>
                <a:lnTo>
                  <a:pt x="2777" y="235"/>
                </a:lnTo>
                <a:lnTo>
                  <a:pt x="2777" y="242"/>
                </a:lnTo>
                <a:close/>
                <a:moveTo>
                  <a:pt x="2794" y="242"/>
                </a:moveTo>
                <a:lnTo>
                  <a:pt x="2801" y="242"/>
                </a:lnTo>
                <a:lnTo>
                  <a:pt x="2801" y="235"/>
                </a:lnTo>
                <a:lnTo>
                  <a:pt x="2794" y="235"/>
                </a:lnTo>
                <a:lnTo>
                  <a:pt x="2794" y="242"/>
                </a:lnTo>
                <a:close/>
                <a:moveTo>
                  <a:pt x="2962" y="242"/>
                </a:moveTo>
                <a:lnTo>
                  <a:pt x="2969" y="242"/>
                </a:lnTo>
                <a:lnTo>
                  <a:pt x="2969" y="235"/>
                </a:lnTo>
                <a:lnTo>
                  <a:pt x="2962" y="235"/>
                </a:lnTo>
                <a:lnTo>
                  <a:pt x="2962" y="242"/>
                </a:lnTo>
                <a:close/>
                <a:moveTo>
                  <a:pt x="2979" y="242"/>
                </a:moveTo>
                <a:lnTo>
                  <a:pt x="2986" y="242"/>
                </a:lnTo>
                <a:lnTo>
                  <a:pt x="2986" y="235"/>
                </a:lnTo>
                <a:lnTo>
                  <a:pt x="2979" y="235"/>
                </a:lnTo>
                <a:lnTo>
                  <a:pt x="2979" y="242"/>
                </a:lnTo>
                <a:close/>
                <a:moveTo>
                  <a:pt x="2995" y="242"/>
                </a:moveTo>
                <a:lnTo>
                  <a:pt x="3002" y="242"/>
                </a:lnTo>
                <a:lnTo>
                  <a:pt x="3002" y="235"/>
                </a:lnTo>
                <a:lnTo>
                  <a:pt x="2995" y="235"/>
                </a:lnTo>
                <a:lnTo>
                  <a:pt x="2995" y="242"/>
                </a:lnTo>
                <a:close/>
                <a:moveTo>
                  <a:pt x="83" y="259"/>
                </a:moveTo>
                <a:lnTo>
                  <a:pt x="90" y="259"/>
                </a:lnTo>
                <a:lnTo>
                  <a:pt x="90" y="252"/>
                </a:lnTo>
                <a:lnTo>
                  <a:pt x="83" y="252"/>
                </a:lnTo>
                <a:lnTo>
                  <a:pt x="83" y="259"/>
                </a:lnTo>
                <a:close/>
                <a:moveTo>
                  <a:pt x="101" y="259"/>
                </a:moveTo>
                <a:lnTo>
                  <a:pt x="106" y="259"/>
                </a:lnTo>
                <a:lnTo>
                  <a:pt x="106" y="252"/>
                </a:lnTo>
                <a:lnTo>
                  <a:pt x="101" y="252"/>
                </a:lnTo>
                <a:lnTo>
                  <a:pt x="101" y="259"/>
                </a:lnTo>
                <a:close/>
                <a:moveTo>
                  <a:pt x="118" y="259"/>
                </a:moveTo>
                <a:lnTo>
                  <a:pt x="125" y="259"/>
                </a:lnTo>
                <a:lnTo>
                  <a:pt x="125" y="252"/>
                </a:lnTo>
                <a:lnTo>
                  <a:pt x="118" y="252"/>
                </a:lnTo>
                <a:lnTo>
                  <a:pt x="118" y="259"/>
                </a:lnTo>
                <a:close/>
                <a:moveTo>
                  <a:pt x="135" y="259"/>
                </a:moveTo>
                <a:lnTo>
                  <a:pt x="142" y="259"/>
                </a:lnTo>
                <a:lnTo>
                  <a:pt x="142" y="252"/>
                </a:lnTo>
                <a:lnTo>
                  <a:pt x="135" y="252"/>
                </a:lnTo>
                <a:lnTo>
                  <a:pt x="135" y="259"/>
                </a:lnTo>
                <a:close/>
                <a:moveTo>
                  <a:pt x="151" y="259"/>
                </a:moveTo>
                <a:lnTo>
                  <a:pt x="158" y="259"/>
                </a:lnTo>
                <a:lnTo>
                  <a:pt x="158" y="252"/>
                </a:lnTo>
                <a:lnTo>
                  <a:pt x="151" y="252"/>
                </a:lnTo>
                <a:lnTo>
                  <a:pt x="151" y="259"/>
                </a:lnTo>
                <a:close/>
                <a:moveTo>
                  <a:pt x="168" y="259"/>
                </a:moveTo>
                <a:lnTo>
                  <a:pt x="175" y="259"/>
                </a:lnTo>
                <a:lnTo>
                  <a:pt x="175" y="252"/>
                </a:lnTo>
                <a:lnTo>
                  <a:pt x="168" y="252"/>
                </a:lnTo>
                <a:lnTo>
                  <a:pt x="168" y="259"/>
                </a:lnTo>
                <a:close/>
                <a:moveTo>
                  <a:pt x="184" y="259"/>
                </a:moveTo>
                <a:lnTo>
                  <a:pt x="191" y="259"/>
                </a:lnTo>
                <a:lnTo>
                  <a:pt x="191" y="252"/>
                </a:lnTo>
                <a:lnTo>
                  <a:pt x="184" y="252"/>
                </a:lnTo>
                <a:lnTo>
                  <a:pt x="184" y="259"/>
                </a:lnTo>
                <a:close/>
                <a:moveTo>
                  <a:pt x="201" y="259"/>
                </a:moveTo>
                <a:lnTo>
                  <a:pt x="208" y="259"/>
                </a:lnTo>
                <a:lnTo>
                  <a:pt x="208" y="252"/>
                </a:lnTo>
                <a:lnTo>
                  <a:pt x="201" y="252"/>
                </a:lnTo>
                <a:lnTo>
                  <a:pt x="201" y="259"/>
                </a:lnTo>
                <a:close/>
                <a:moveTo>
                  <a:pt x="218" y="259"/>
                </a:moveTo>
                <a:lnTo>
                  <a:pt x="225" y="259"/>
                </a:lnTo>
                <a:lnTo>
                  <a:pt x="225" y="252"/>
                </a:lnTo>
                <a:lnTo>
                  <a:pt x="218" y="252"/>
                </a:lnTo>
                <a:lnTo>
                  <a:pt x="218" y="259"/>
                </a:lnTo>
                <a:close/>
                <a:moveTo>
                  <a:pt x="234" y="259"/>
                </a:moveTo>
                <a:lnTo>
                  <a:pt x="241" y="259"/>
                </a:lnTo>
                <a:lnTo>
                  <a:pt x="241" y="252"/>
                </a:lnTo>
                <a:lnTo>
                  <a:pt x="234" y="252"/>
                </a:lnTo>
                <a:lnTo>
                  <a:pt x="234" y="259"/>
                </a:lnTo>
                <a:close/>
                <a:moveTo>
                  <a:pt x="251" y="259"/>
                </a:moveTo>
                <a:lnTo>
                  <a:pt x="258" y="259"/>
                </a:lnTo>
                <a:lnTo>
                  <a:pt x="258" y="252"/>
                </a:lnTo>
                <a:lnTo>
                  <a:pt x="251" y="252"/>
                </a:lnTo>
                <a:lnTo>
                  <a:pt x="251" y="259"/>
                </a:lnTo>
                <a:close/>
                <a:moveTo>
                  <a:pt x="267" y="259"/>
                </a:moveTo>
                <a:lnTo>
                  <a:pt x="274" y="259"/>
                </a:lnTo>
                <a:lnTo>
                  <a:pt x="274" y="252"/>
                </a:lnTo>
                <a:lnTo>
                  <a:pt x="267" y="252"/>
                </a:lnTo>
                <a:lnTo>
                  <a:pt x="267" y="259"/>
                </a:lnTo>
                <a:close/>
                <a:moveTo>
                  <a:pt x="284" y="259"/>
                </a:moveTo>
                <a:lnTo>
                  <a:pt x="291" y="259"/>
                </a:lnTo>
                <a:lnTo>
                  <a:pt x="291" y="252"/>
                </a:lnTo>
                <a:lnTo>
                  <a:pt x="284" y="252"/>
                </a:lnTo>
                <a:lnTo>
                  <a:pt x="284" y="259"/>
                </a:lnTo>
                <a:close/>
                <a:moveTo>
                  <a:pt x="317" y="259"/>
                </a:moveTo>
                <a:lnTo>
                  <a:pt x="324" y="259"/>
                </a:lnTo>
                <a:lnTo>
                  <a:pt x="324" y="252"/>
                </a:lnTo>
                <a:lnTo>
                  <a:pt x="317" y="252"/>
                </a:lnTo>
                <a:lnTo>
                  <a:pt x="317" y="259"/>
                </a:lnTo>
                <a:close/>
                <a:moveTo>
                  <a:pt x="334" y="259"/>
                </a:moveTo>
                <a:lnTo>
                  <a:pt x="341" y="259"/>
                </a:lnTo>
                <a:lnTo>
                  <a:pt x="341" y="252"/>
                </a:lnTo>
                <a:lnTo>
                  <a:pt x="334" y="252"/>
                </a:lnTo>
                <a:lnTo>
                  <a:pt x="334" y="259"/>
                </a:lnTo>
                <a:close/>
                <a:moveTo>
                  <a:pt x="350" y="259"/>
                </a:moveTo>
                <a:lnTo>
                  <a:pt x="357" y="259"/>
                </a:lnTo>
                <a:lnTo>
                  <a:pt x="357" y="252"/>
                </a:lnTo>
                <a:lnTo>
                  <a:pt x="350" y="252"/>
                </a:lnTo>
                <a:lnTo>
                  <a:pt x="350" y="259"/>
                </a:lnTo>
                <a:close/>
                <a:moveTo>
                  <a:pt x="369" y="259"/>
                </a:moveTo>
                <a:lnTo>
                  <a:pt x="376" y="259"/>
                </a:lnTo>
                <a:lnTo>
                  <a:pt x="376" y="252"/>
                </a:lnTo>
                <a:lnTo>
                  <a:pt x="369" y="252"/>
                </a:lnTo>
                <a:lnTo>
                  <a:pt x="369" y="259"/>
                </a:lnTo>
                <a:close/>
                <a:moveTo>
                  <a:pt x="386" y="259"/>
                </a:moveTo>
                <a:lnTo>
                  <a:pt x="393" y="259"/>
                </a:lnTo>
                <a:lnTo>
                  <a:pt x="393" y="252"/>
                </a:lnTo>
                <a:lnTo>
                  <a:pt x="386" y="252"/>
                </a:lnTo>
                <a:lnTo>
                  <a:pt x="386" y="259"/>
                </a:lnTo>
                <a:close/>
                <a:moveTo>
                  <a:pt x="402" y="259"/>
                </a:moveTo>
                <a:lnTo>
                  <a:pt x="409" y="259"/>
                </a:lnTo>
                <a:lnTo>
                  <a:pt x="409" y="252"/>
                </a:lnTo>
                <a:lnTo>
                  <a:pt x="402" y="252"/>
                </a:lnTo>
                <a:lnTo>
                  <a:pt x="402" y="259"/>
                </a:lnTo>
                <a:close/>
                <a:moveTo>
                  <a:pt x="419" y="259"/>
                </a:moveTo>
                <a:lnTo>
                  <a:pt x="426" y="259"/>
                </a:lnTo>
                <a:lnTo>
                  <a:pt x="426" y="252"/>
                </a:lnTo>
                <a:lnTo>
                  <a:pt x="419" y="252"/>
                </a:lnTo>
                <a:lnTo>
                  <a:pt x="419" y="259"/>
                </a:lnTo>
                <a:close/>
                <a:moveTo>
                  <a:pt x="435" y="259"/>
                </a:moveTo>
                <a:lnTo>
                  <a:pt x="442" y="259"/>
                </a:lnTo>
                <a:lnTo>
                  <a:pt x="442" y="252"/>
                </a:lnTo>
                <a:lnTo>
                  <a:pt x="435" y="252"/>
                </a:lnTo>
                <a:lnTo>
                  <a:pt x="435" y="259"/>
                </a:lnTo>
                <a:close/>
                <a:moveTo>
                  <a:pt x="469" y="259"/>
                </a:moveTo>
                <a:lnTo>
                  <a:pt x="476" y="259"/>
                </a:lnTo>
                <a:lnTo>
                  <a:pt x="476" y="252"/>
                </a:lnTo>
                <a:lnTo>
                  <a:pt x="469" y="252"/>
                </a:lnTo>
                <a:lnTo>
                  <a:pt x="469" y="259"/>
                </a:lnTo>
                <a:close/>
                <a:moveTo>
                  <a:pt x="485" y="259"/>
                </a:moveTo>
                <a:lnTo>
                  <a:pt x="492" y="259"/>
                </a:lnTo>
                <a:lnTo>
                  <a:pt x="492" y="252"/>
                </a:lnTo>
                <a:lnTo>
                  <a:pt x="485" y="252"/>
                </a:lnTo>
                <a:lnTo>
                  <a:pt x="485" y="259"/>
                </a:lnTo>
                <a:close/>
                <a:moveTo>
                  <a:pt x="502" y="259"/>
                </a:moveTo>
                <a:lnTo>
                  <a:pt x="509" y="259"/>
                </a:lnTo>
                <a:lnTo>
                  <a:pt x="509" y="252"/>
                </a:lnTo>
                <a:lnTo>
                  <a:pt x="502" y="252"/>
                </a:lnTo>
                <a:lnTo>
                  <a:pt x="502" y="259"/>
                </a:lnTo>
                <a:close/>
                <a:moveTo>
                  <a:pt x="518" y="259"/>
                </a:moveTo>
                <a:lnTo>
                  <a:pt x="525" y="259"/>
                </a:lnTo>
                <a:lnTo>
                  <a:pt x="525" y="252"/>
                </a:lnTo>
                <a:lnTo>
                  <a:pt x="518" y="252"/>
                </a:lnTo>
                <a:lnTo>
                  <a:pt x="518" y="259"/>
                </a:lnTo>
                <a:close/>
                <a:moveTo>
                  <a:pt x="535" y="259"/>
                </a:moveTo>
                <a:lnTo>
                  <a:pt x="542" y="259"/>
                </a:lnTo>
                <a:lnTo>
                  <a:pt x="542" y="252"/>
                </a:lnTo>
                <a:lnTo>
                  <a:pt x="535" y="252"/>
                </a:lnTo>
                <a:lnTo>
                  <a:pt x="535" y="259"/>
                </a:lnTo>
                <a:close/>
                <a:moveTo>
                  <a:pt x="551" y="259"/>
                </a:moveTo>
                <a:lnTo>
                  <a:pt x="559" y="259"/>
                </a:lnTo>
                <a:lnTo>
                  <a:pt x="559" y="252"/>
                </a:lnTo>
                <a:lnTo>
                  <a:pt x="551" y="252"/>
                </a:lnTo>
                <a:lnTo>
                  <a:pt x="551" y="259"/>
                </a:lnTo>
                <a:close/>
                <a:moveTo>
                  <a:pt x="568" y="259"/>
                </a:moveTo>
                <a:lnTo>
                  <a:pt x="575" y="259"/>
                </a:lnTo>
                <a:lnTo>
                  <a:pt x="575" y="252"/>
                </a:lnTo>
                <a:lnTo>
                  <a:pt x="568" y="252"/>
                </a:lnTo>
                <a:lnTo>
                  <a:pt x="568" y="259"/>
                </a:lnTo>
                <a:close/>
                <a:moveTo>
                  <a:pt x="585" y="259"/>
                </a:moveTo>
                <a:lnTo>
                  <a:pt x="592" y="259"/>
                </a:lnTo>
                <a:lnTo>
                  <a:pt x="592" y="252"/>
                </a:lnTo>
                <a:lnTo>
                  <a:pt x="585" y="252"/>
                </a:lnTo>
                <a:lnTo>
                  <a:pt x="585" y="259"/>
                </a:lnTo>
                <a:close/>
                <a:moveTo>
                  <a:pt x="601" y="259"/>
                </a:moveTo>
                <a:lnTo>
                  <a:pt x="608" y="259"/>
                </a:lnTo>
                <a:lnTo>
                  <a:pt x="608" y="252"/>
                </a:lnTo>
                <a:lnTo>
                  <a:pt x="601" y="252"/>
                </a:lnTo>
                <a:lnTo>
                  <a:pt x="601" y="259"/>
                </a:lnTo>
                <a:close/>
                <a:moveTo>
                  <a:pt x="620" y="259"/>
                </a:moveTo>
                <a:lnTo>
                  <a:pt x="625" y="259"/>
                </a:lnTo>
                <a:lnTo>
                  <a:pt x="625" y="252"/>
                </a:lnTo>
                <a:lnTo>
                  <a:pt x="620" y="252"/>
                </a:lnTo>
                <a:lnTo>
                  <a:pt x="620" y="259"/>
                </a:lnTo>
                <a:close/>
                <a:moveTo>
                  <a:pt x="637" y="259"/>
                </a:moveTo>
                <a:lnTo>
                  <a:pt x="644" y="259"/>
                </a:lnTo>
                <a:lnTo>
                  <a:pt x="644" y="252"/>
                </a:lnTo>
                <a:lnTo>
                  <a:pt x="637" y="252"/>
                </a:lnTo>
                <a:lnTo>
                  <a:pt x="637" y="259"/>
                </a:lnTo>
                <a:close/>
                <a:moveTo>
                  <a:pt x="653" y="259"/>
                </a:moveTo>
                <a:lnTo>
                  <a:pt x="660" y="259"/>
                </a:lnTo>
                <a:lnTo>
                  <a:pt x="660" y="252"/>
                </a:lnTo>
                <a:lnTo>
                  <a:pt x="653" y="252"/>
                </a:lnTo>
                <a:lnTo>
                  <a:pt x="653" y="259"/>
                </a:lnTo>
                <a:close/>
                <a:moveTo>
                  <a:pt x="670" y="259"/>
                </a:moveTo>
                <a:lnTo>
                  <a:pt x="677" y="259"/>
                </a:lnTo>
                <a:lnTo>
                  <a:pt x="677" y="252"/>
                </a:lnTo>
                <a:lnTo>
                  <a:pt x="670" y="252"/>
                </a:lnTo>
                <a:lnTo>
                  <a:pt x="670" y="259"/>
                </a:lnTo>
                <a:close/>
                <a:moveTo>
                  <a:pt x="686" y="259"/>
                </a:moveTo>
                <a:lnTo>
                  <a:pt x="693" y="259"/>
                </a:lnTo>
                <a:lnTo>
                  <a:pt x="693" y="252"/>
                </a:lnTo>
                <a:lnTo>
                  <a:pt x="686" y="252"/>
                </a:lnTo>
                <a:lnTo>
                  <a:pt x="686" y="259"/>
                </a:lnTo>
                <a:close/>
                <a:moveTo>
                  <a:pt x="703" y="259"/>
                </a:moveTo>
                <a:lnTo>
                  <a:pt x="710" y="259"/>
                </a:lnTo>
                <a:lnTo>
                  <a:pt x="710" y="252"/>
                </a:lnTo>
                <a:lnTo>
                  <a:pt x="703" y="252"/>
                </a:lnTo>
                <a:lnTo>
                  <a:pt x="703" y="259"/>
                </a:lnTo>
                <a:close/>
                <a:moveTo>
                  <a:pt x="720" y="259"/>
                </a:moveTo>
                <a:lnTo>
                  <a:pt x="727" y="259"/>
                </a:lnTo>
                <a:lnTo>
                  <a:pt x="727" y="252"/>
                </a:lnTo>
                <a:lnTo>
                  <a:pt x="720" y="252"/>
                </a:lnTo>
                <a:lnTo>
                  <a:pt x="720" y="259"/>
                </a:lnTo>
                <a:close/>
                <a:moveTo>
                  <a:pt x="736" y="259"/>
                </a:moveTo>
                <a:lnTo>
                  <a:pt x="743" y="259"/>
                </a:lnTo>
                <a:lnTo>
                  <a:pt x="743" y="252"/>
                </a:lnTo>
                <a:lnTo>
                  <a:pt x="736" y="252"/>
                </a:lnTo>
                <a:lnTo>
                  <a:pt x="736" y="259"/>
                </a:lnTo>
                <a:close/>
                <a:moveTo>
                  <a:pt x="753" y="259"/>
                </a:moveTo>
                <a:lnTo>
                  <a:pt x="760" y="259"/>
                </a:lnTo>
                <a:lnTo>
                  <a:pt x="760" y="252"/>
                </a:lnTo>
                <a:lnTo>
                  <a:pt x="753" y="252"/>
                </a:lnTo>
                <a:lnTo>
                  <a:pt x="753" y="259"/>
                </a:lnTo>
                <a:close/>
                <a:moveTo>
                  <a:pt x="769" y="259"/>
                </a:moveTo>
                <a:lnTo>
                  <a:pt x="776" y="259"/>
                </a:lnTo>
                <a:lnTo>
                  <a:pt x="776" y="252"/>
                </a:lnTo>
                <a:lnTo>
                  <a:pt x="769" y="252"/>
                </a:lnTo>
                <a:lnTo>
                  <a:pt x="769" y="259"/>
                </a:lnTo>
                <a:close/>
                <a:moveTo>
                  <a:pt x="786" y="259"/>
                </a:moveTo>
                <a:lnTo>
                  <a:pt x="793" y="259"/>
                </a:lnTo>
                <a:lnTo>
                  <a:pt x="793" y="252"/>
                </a:lnTo>
                <a:lnTo>
                  <a:pt x="786" y="252"/>
                </a:lnTo>
                <a:lnTo>
                  <a:pt x="786" y="259"/>
                </a:lnTo>
                <a:close/>
                <a:moveTo>
                  <a:pt x="802" y="259"/>
                </a:moveTo>
                <a:lnTo>
                  <a:pt x="810" y="259"/>
                </a:lnTo>
                <a:lnTo>
                  <a:pt x="810" y="252"/>
                </a:lnTo>
                <a:lnTo>
                  <a:pt x="802" y="252"/>
                </a:lnTo>
                <a:lnTo>
                  <a:pt x="802" y="259"/>
                </a:lnTo>
                <a:close/>
                <a:moveTo>
                  <a:pt x="819" y="259"/>
                </a:moveTo>
                <a:lnTo>
                  <a:pt x="826" y="259"/>
                </a:lnTo>
                <a:lnTo>
                  <a:pt x="826" y="252"/>
                </a:lnTo>
                <a:lnTo>
                  <a:pt x="819" y="252"/>
                </a:lnTo>
                <a:lnTo>
                  <a:pt x="819" y="259"/>
                </a:lnTo>
                <a:close/>
                <a:moveTo>
                  <a:pt x="836" y="259"/>
                </a:moveTo>
                <a:lnTo>
                  <a:pt x="843" y="259"/>
                </a:lnTo>
                <a:lnTo>
                  <a:pt x="843" y="252"/>
                </a:lnTo>
                <a:lnTo>
                  <a:pt x="836" y="252"/>
                </a:lnTo>
                <a:lnTo>
                  <a:pt x="836" y="259"/>
                </a:lnTo>
                <a:close/>
                <a:moveTo>
                  <a:pt x="852" y="259"/>
                </a:moveTo>
                <a:lnTo>
                  <a:pt x="859" y="259"/>
                </a:lnTo>
                <a:lnTo>
                  <a:pt x="859" y="252"/>
                </a:lnTo>
                <a:lnTo>
                  <a:pt x="852" y="252"/>
                </a:lnTo>
                <a:lnTo>
                  <a:pt x="852" y="259"/>
                </a:lnTo>
                <a:close/>
                <a:moveTo>
                  <a:pt x="871" y="259"/>
                </a:moveTo>
                <a:lnTo>
                  <a:pt x="876" y="259"/>
                </a:lnTo>
                <a:lnTo>
                  <a:pt x="876" y="252"/>
                </a:lnTo>
                <a:lnTo>
                  <a:pt x="871" y="252"/>
                </a:lnTo>
                <a:lnTo>
                  <a:pt x="871" y="259"/>
                </a:lnTo>
                <a:close/>
                <a:moveTo>
                  <a:pt x="888" y="259"/>
                </a:moveTo>
                <a:lnTo>
                  <a:pt x="895" y="259"/>
                </a:lnTo>
                <a:lnTo>
                  <a:pt x="895" y="252"/>
                </a:lnTo>
                <a:lnTo>
                  <a:pt x="888" y="252"/>
                </a:lnTo>
                <a:lnTo>
                  <a:pt x="888" y="259"/>
                </a:lnTo>
                <a:close/>
                <a:moveTo>
                  <a:pt x="987" y="259"/>
                </a:moveTo>
                <a:lnTo>
                  <a:pt x="994" y="259"/>
                </a:lnTo>
                <a:lnTo>
                  <a:pt x="994" y="252"/>
                </a:lnTo>
                <a:lnTo>
                  <a:pt x="987" y="252"/>
                </a:lnTo>
                <a:lnTo>
                  <a:pt x="987" y="259"/>
                </a:lnTo>
                <a:close/>
                <a:moveTo>
                  <a:pt x="1004" y="259"/>
                </a:moveTo>
                <a:lnTo>
                  <a:pt x="1011" y="259"/>
                </a:lnTo>
                <a:lnTo>
                  <a:pt x="1011" y="252"/>
                </a:lnTo>
                <a:lnTo>
                  <a:pt x="1004" y="252"/>
                </a:lnTo>
                <a:lnTo>
                  <a:pt x="1004" y="259"/>
                </a:lnTo>
                <a:close/>
                <a:moveTo>
                  <a:pt x="1020" y="259"/>
                </a:moveTo>
                <a:lnTo>
                  <a:pt x="1027" y="259"/>
                </a:lnTo>
                <a:lnTo>
                  <a:pt x="1027" y="252"/>
                </a:lnTo>
                <a:lnTo>
                  <a:pt x="1020" y="252"/>
                </a:lnTo>
                <a:lnTo>
                  <a:pt x="1020" y="259"/>
                </a:lnTo>
                <a:close/>
                <a:moveTo>
                  <a:pt x="1037" y="259"/>
                </a:moveTo>
                <a:lnTo>
                  <a:pt x="1044" y="259"/>
                </a:lnTo>
                <a:lnTo>
                  <a:pt x="1044" y="252"/>
                </a:lnTo>
                <a:lnTo>
                  <a:pt x="1037" y="252"/>
                </a:lnTo>
                <a:lnTo>
                  <a:pt x="1037" y="259"/>
                </a:lnTo>
                <a:close/>
                <a:moveTo>
                  <a:pt x="1053" y="259"/>
                </a:moveTo>
                <a:lnTo>
                  <a:pt x="1061" y="259"/>
                </a:lnTo>
                <a:lnTo>
                  <a:pt x="1061" y="252"/>
                </a:lnTo>
                <a:lnTo>
                  <a:pt x="1053" y="252"/>
                </a:lnTo>
                <a:lnTo>
                  <a:pt x="1053" y="259"/>
                </a:lnTo>
                <a:close/>
                <a:moveTo>
                  <a:pt x="1070" y="259"/>
                </a:moveTo>
                <a:lnTo>
                  <a:pt x="1077" y="259"/>
                </a:lnTo>
                <a:lnTo>
                  <a:pt x="1077" y="252"/>
                </a:lnTo>
                <a:lnTo>
                  <a:pt x="1070" y="252"/>
                </a:lnTo>
                <a:lnTo>
                  <a:pt x="1070" y="259"/>
                </a:lnTo>
                <a:close/>
                <a:moveTo>
                  <a:pt x="1087" y="259"/>
                </a:moveTo>
                <a:lnTo>
                  <a:pt x="1094" y="259"/>
                </a:lnTo>
                <a:lnTo>
                  <a:pt x="1094" y="252"/>
                </a:lnTo>
                <a:lnTo>
                  <a:pt x="1087" y="252"/>
                </a:lnTo>
                <a:lnTo>
                  <a:pt x="1087" y="259"/>
                </a:lnTo>
                <a:close/>
                <a:moveTo>
                  <a:pt x="1103" y="259"/>
                </a:moveTo>
                <a:lnTo>
                  <a:pt x="1110" y="259"/>
                </a:lnTo>
                <a:lnTo>
                  <a:pt x="1110" y="252"/>
                </a:lnTo>
                <a:lnTo>
                  <a:pt x="1103" y="252"/>
                </a:lnTo>
                <a:lnTo>
                  <a:pt x="1103" y="259"/>
                </a:lnTo>
                <a:close/>
                <a:moveTo>
                  <a:pt x="1120" y="259"/>
                </a:moveTo>
                <a:lnTo>
                  <a:pt x="1127" y="259"/>
                </a:lnTo>
                <a:lnTo>
                  <a:pt x="1127" y="252"/>
                </a:lnTo>
                <a:lnTo>
                  <a:pt x="1120" y="252"/>
                </a:lnTo>
                <a:lnTo>
                  <a:pt x="1120" y="259"/>
                </a:lnTo>
                <a:close/>
                <a:moveTo>
                  <a:pt x="1139" y="259"/>
                </a:moveTo>
                <a:lnTo>
                  <a:pt x="1146" y="259"/>
                </a:lnTo>
                <a:lnTo>
                  <a:pt x="1146" y="252"/>
                </a:lnTo>
                <a:lnTo>
                  <a:pt x="1139" y="252"/>
                </a:lnTo>
                <a:lnTo>
                  <a:pt x="1139" y="259"/>
                </a:lnTo>
                <a:close/>
                <a:moveTo>
                  <a:pt x="1155" y="259"/>
                </a:moveTo>
                <a:lnTo>
                  <a:pt x="1162" y="259"/>
                </a:lnTo>
                <a:lnTo>
                  <a:pt x="1162" y="252"/>
                </a:lnTo>
                <a:lnTo>
                  <a:pt x="1155" y="252"/>
                </a:lnTo>
                <a:lnTo>
                  <a:pt x="1155" y="259"/>
                </a:lnTo>
                <a:close/>
                <a:moveTo>
                  <a:pt x="1172" y="259"/>
                </a:moveTo>
                <a:lnTo>
                  <a:pt x="1179" y="259"/>
                </a:lnTo>
                <a:lnTo>
                  <a:pt x="1179" y="252"/>
                </a:lnTo>
                <a:lnTo>
                  <a:pt x="1172" y="252"/>
                </a:lnTo>
                <a:lnTo>
                  <a:pt x="1172" y="259"/>
                </a:lnTo>
                <a:close/>
                <a:moveTo>
                  <a:pt x="1188" y="259"/>
                </a:moveTo>
                <a:lnTo>
                  <a:pt x="1196" y="259"/>
                </a:lnTo>
                <a:lnTo>
                  <a:pt x="1196" y="252"/>
                </a:lnTo>
                <a:lnTo>
                  <a:pt x="1188" y="252"/>
                </a:lnTo>
                <a:lnTo>
                  <a:pt x="1188" y="259"/>
                </a:lnTo>
                <a:close/>
                <a:moveTo>
                  <a:pt x="1205" y="259"/>
                </a:moveTo>
                <a:lnTo>
                  <a:pt x="1212" y="259"/>
                </a:lnTo>
                <a:lnTo>
                  <a:pt x="1212" y="252"/>
                </a:lnTo>
                <a:lnTo>
                  <a:pt x="1205" y="252"/>
                </a:lnTo>
                <a:lnTo>
                  <a:pt x="1205" y="259"/>
                </a:lnTo>
                <a:close/>
                <a:moveTo>
                  <a:pt x="1222" y="259"/>
                </a:moveTo>
                <a:lnTo>
                  <a:pt x="1229" y="259"/>
                </a:lnTo>
                <a:lnTo>
                  <a:pt x="1229" y="252"/>
                </a:lnTo>
                <a:lnTo>
                  <a:pt x="1222" y="252"/>
                </a:lnTo>
                <a:lnTo>
                  <a:pt x="1222" y="259"/>
                </a:lnTo>
                <a:close/>
                <a:moveTo>
                  <a:pt x="1238" y="259"/>
                </a:moveTo>
                <a:lnTo>
                  <a:pt x="1245" y="259"/>
                </a:lnTo>
                <a:lnTo>
                  <a:pt x="1245" y="252"/>
                </a:lnTo>
                <a:lnTo>
                  <a:pt x="1238" y="252"/>
                </a:lnTo>
                <a:lnTo>
                  <a:pt x="1238" y="259"/>
                </a:lnTo>
                <a:close/>
                <a:moveTo>
                  <a:pt x="1255" y="259"/>
                </a:moveTo>
                <a:lnTo>
                  <a:pt x="1262" y="259"/>
                </a:lnTo>
                <a:lnTo>
                  <a:pt x="1262" y="252"/>
                </a:lnTo>
                <a:lnTo>
                  <a:pt x="1255" y="252"/>
                </a:lnTo>
                <a:lnTo>
                  <a:pt x="1255" y="259"/>
                </a:lnTo>
                <a:close/>
                <a:moveTo>
                  <a:pt x="1271" y="259"/>
                </a:moveTo>
                <a:lnTo>
                  <a:pt x="1278" y="259"/>
                </a:lnTo>
                <a:lnTo>
                  <a:pt x="1278" y="252"/>
                </a:lnTo>
                <a:lnTo>
                  <a:pt x="1271" y="252"/>
                </a:lnTo>
                <a:lnTo>
                  <a:pt x="1271" y="259"/>
                </a:lnTo>
                <a:close/>
                <a:moveTo>
                  <a:pt x="1605" y="259"/>
                </a:moveTo>
                <a:lnTo>
                  <a:pt x="1612" y="259"/>
                </a:lnTo>
                <a:lnTo>
                  <a:pt x="1612" y="252"/>
                </a:lnTo>
                <a:lnTo>
                  <a:pt x="1605" y="252"/>
                </a:lnTo>
                <a:lnTo>
                  <a:pt x="1605" y="259"/>
                </a:lnTo>
                <a:close/>
                <a:moveTo>
                  <a:pt x="1622" y="259"/>
                </a:moveTo>
                <a:lnTo>
                  <a:pt x="1629" y="259"/>
                </a:lnTo>
                <a:lnTo>
                  <a:pt x="1629" y="252"/>
                </a:lnTo>
                <a:lnTo>
                  <a:pt x="1622" y="252"/>
                </a:lnTo>
                <a:lnTo>
                  <a:pt x="1622" y="259"/>
                </a:lnTo>
                <a:close/>
                <a:moveTo>
                  <a:pt x="1638" y="259"/>
                </a:moveTo>
                <a:lnTo>
                  <a:pt x="1645" y="259"/>
                </a:lnTo>
                <a:lnTo>
                  <a:pt x="1645" y="252"/>
                </a:lnTo>
                <a:lnTo>
                  <a:pt x="1638" y="252"/>
                </a:lnTo>
                <a:lnTo>
                  <a:pt x="1638" y="259"/>
                </a:lnTo>
                <a:close/>
                <a:moveTo>
                  <a:pt x="1657" y="259"/>
                </a:moveTo>
                <a:lnTo>
                  <a:pt x="1664" y="259"/>
                </a:lnTo>
                <a:lnTo>
                  <a:pt x="1664" y="252"/>
                </a:lnTo>
                <a:lnTo>
                  <a:pt x="1657" y="252"/>
                </a:lnTo>
                <a:lnTo>
                  <a:pt x="1657" y="259"/>
                </a:lnTo>
                <a:close/>
                <a:moveTo>
                  <a:pt x="1674" y="259"/>
                </a:moveTo>
                <a:lnTo>
                  <a:pt x="1681" y="259"/>
                </a:lnTo>
                <a:lnTo>
                  <a:pt x="1681" y="252"/>
                </a:lnTo>
                <a:lnTo>
                  <a:pt x="1674" y="252"/>
                </a:lnTo>
                <a:lnTo>
                  <a:pt x="1674" y="259"/>
                </a:lnTo>
                <a:close/>
                <a:moveTo>
                  <a:pt x="1690" y="259"/>
                </a:moveTo>
                <a:lnTo>
                  <a:pt x="1698" y="259"/>
                </a:lnTo>
                <a:lnTo>
                  <a:pt x="1698" y="252"/>
                </a:lnTo>
                <a:lnTo>
                  <a:pt x="1690" y="252"/>
                </a:lnTo>
                <a:lnTo>
                  <a:pt x="1690" y="259"/>
                </a:lnTo>
                <a:close/>
                <a:moveTo>
                  <a:pt x="1707" y="259"/>
                </a:moveTo>
                <a:lnTo>
                  <a:pt x="1714" y="259"/>
                </a:lnTo>
                <a:lnTo>
                  <a:pt x="1714" y="252"/>
                </a:lnTo>
                <a:lnTo>
                  <a:pt x="1707" y="252"/>
                </a:lnTo>
                <a:lnTo>
                  <a:pt x="1707" y="259"/>
                </a:lnTo>
                <a:close/>
                <a:moveTo>
                  <a:pt x="1724" y="259"/>
                </a:moveTo>
                <a:lnTo>
                  <a:pt x="1731" y="259"/>
                </a:lnTo>
                <a:lnTo>
                  <a:pt x="1731" y="252"/>
                </a:lnTo>
                <a:lnTo>
                  <a:pt x="1724" y="252"/>
                </a:lnTo>
                <a:lnTo>
                  <a:pt x="1724" y="259"/>
                </a:lnTo>
                <a:close/>
                <a:moveTo>
                  <a:pt x="1740" y="259"/>
                </a:moveTo>
                <a:lnTo>
                  <a:pt x="1747" y="259"/>
                </a:lnTo>
                <a:lnTo>
                  <a:pt x="1747" y="252"/>
                </a:lnTo>
                <a:lnTo>
                  <a:pt x="1740" y="252"/>
                </a:lnTo>
                <a:lnTo>
                  <a:pt x="1740" y="259"/>
                </a:lnTo>
                <a:close/>
                <a:moveTo>
                  <a:pt x="1873" y="259"/>
                </a:moveTo>
                <a:lnTo>
                  <a:pt x="1880" y="259"/>
                </a:lnTo>
                <a:lnTo>
                  <a:pt x="1880" y="252"/>
                </a:lnTo>
                <a:lnTo>
                  <a:pt x="1873" y="252"/>
                </a:lnTo>
                <a:lnTo>
                  <a:pt x="1873" y="259"/>
                </a:lnTo>
                <a:close/>
                <a:moveTo>
                  <a:pt x="1941" y="259"/>
                </a:moveTo>
                <a:lnTo>
                  <a:pt x="1949" y="259"/>
                </a:lnTo>
                <a:lnTo>
                  <a:pt x="1949" y="252"/>
                </a:lnTo>
                <a:lnTo>
                  <a:pt x="1941" y="252"/>
                </a:lnTo>
                <a:lnTo>
                  <a:pt x="1941" y="259"/>
                </a:lnTo>
                <a:close/>
                <a:moveTo>
                  <a:pt x="1958" y="259"/>
                </a:moveTo>
                <a:lnTo>
                  <a:pt x="1965" y="259"/>
                </a:lnTo>
                <a:lnTo>
                  <a:pt x="1965" y="252"/>
                </a:lnTo>
                <a:lnTo>
                  <a:pt x="1958" y="252"/>
                </a:lnTo>
                <a:lnTo>
                  <a:pt x="1958" y="259"/>
                </a:lnTo>
                <a:close/>
                <a:moveTo>
                  <a:pt x="1975" y="259"/>
                </a:moveTo>
                <a:lnTo>
                  <a:pt x="1982" y="259"/>
                </a:lnTo>
                <a:lnTo>
                  <a:pt x="1982" y="252"/>
                </a:lnTo>
                <a:lnTo>
                  <a:pt x="1975" y="252"/>
                </a:lnTo>
                <a:lnTo>
                  <a:pt x="1975" y="259"/>
                </a:lnTo>
                <a:close/>
                <a:moveTo>
                  <a:pt x="1991" y="259"/>
                </a:moveTo>
                <a:lnTo>
                  <a:pt x="1998" y="259"/>
                </a:lnTo>
                <a:lnTo>
                  <a:pt x="1998" y="252"/>
                </a:lnTo>
                <a:lnTo>
                  <a:pt x="1991" y="252"/>
                </a:lnTo>
                <a:lnTo>
                  <a:pt x="1991" y="259"/>
                </a:lnTo>
                <a:close/>
                <a:moveTo>
                  <a:pt x="2024" y="259"/>
                </a:moveTo>
                <a:lnTo>
                  <a:pt x="2031" y="259"/>
                </a:lnTo>
                <a:lnTo>
                  <a:pt x="2031" y="252"/>
                </a:lnTo>
                <a:lnTo>
                  <a:pt x="2024" y="252"/>
                </a:lnTo>
                <a:lnTo>
                  <a:pt x="2024" y="259"/>
                </a:lnTo>
                <a:close/>
                <a:moveTo>
                  <a:pt x="2041" y="259"/>
                </a:moveTo>
                <a:lnTo>
                  <a:pt x="2048" y="259"/>
                </a:lnTo>
                <a:lnTo>
                  <a:pt x="2048" y="252"/>
                </a:lnTo>
                <a:lnTo>
                  <a:pt x="2041" y="252"/>
                </a:lnTo>
                <a:lnTo>
                  <a:pt x="2041" y="259"/>
                </a:lnTo>
                <a:close/>
                <a:moveTo>
                  <a:pt x="2057" y="259"/>
                </a:moveTo>
                <a:lnTo>
                  <a:pt x="2065" y="259"/>
                </a:lnTo>
                <a:lnTo>
                  <a:pt x="2065" y="252"/>
                </a:lnTo>
                <a:lnTo>
                  <a:pt x="2057" y="252"/>
                </a:lnTo>
                <a:lnTo>
                  <a:pt x="2057" y="259"/>
                </a:lnTo>
                <a:close/>
                <a:moveTo>
                  <a:pt x="2074" y="259"/>
                </a:moveTo>
                <a:lnTo>
                  <a:pt x="2081" y="259"/>
                </a:lnTo>
                <a:lnTo>
                  <a:pt x="2081" y="252"/>
                </a:lnTo>
                <a:lnTo>
                  <a:pt x="2074" y="252"/>
                </a:lnTo>
                <a:lnTo>
                  <a:pt x="2074" y="259"/>
                </a:lnTo>
                <a:close/>
                <a:moveTo>
                  <a:pt x="2091" y="259"/>
                </a:moveTo>
                <a:lnTo>
                  <a:pt x="2098" y="259"/>
                </a:lnTo>
                <a:lnTo>
                  <a:pt x="2098" y="252"/>
                </a:lnTo>
                <a:lnTo>
                  <a:pt x="2091" y="252"/>
                </a:lnTo>
                <a:lnTo>
                  <a:pt x="2091" y="259"/>
                </a:lnTo>
                <a:close/>
                <a:moveTo>
                  <a:pt x="2107" y="259"/>
                </a:moveTo>
                <a:lnTo>
                  <a:pt x="2114" y="259"/>
                </a:lnTo>
                <a:lnTo>
                  <a:pt x="2114" y="252"/>
                </a:lnTo>
                <a:lnTo>
                  <a:pt x="2107" y="252"/>
                </a:lnTo>
                <a:lnTo>
                  <a:pt x="2107" y="259"/>
                </a:lnTo>
                <a:close/>
                <a:moveTo>
                  <a:pt x="2124" y="259"/>
                </a:moveTo>
                <a:lnTo>
                  <a:pt x="2131" y="259"/>
                </a:lnTo>
                <a:lnTo>
                  <a:pt x="2131" y="252"/>
                </a:lnTo>
                <a:lnTo>
                  <a:pt x="2124" y="252"/>
                </a:lnTo>
                <a:lnTo>
                  <a:pt x="2124" y="259"/>
                </a:lnTo>
                <a:close/>
                <a:moveTo>
                  <a:pt x="2140" y="259"/>
                </a:moveTo>
                <a:lnTo>
                  <a:pt x="2147" y="259"/>
                </a:lnTo>
                <a:lnTo>
                  <a:pt x="2147" y="252"/>
                </a:lnTo>
                <a:lnTo>
                  <a:pt x="2140" y="252"/>
                </a:lnTo>
                <a:lnTo>
                  <a:pt x="2140" y="259"/>
                </a:lnTo>
                <a:close/>
                <a:moveTo>
                  <a:pt x="2159" y="259"/>
                </a:moveTo>
                <a:lnTo>
                  <a:pt x="2164" y="259"/>
                </a:lnTo>
                <a:lnTo>
                  <a:pt x="2164" y="252"/>
                </a:lnTo>
                <a:lnTo>
                  <a:pt x="2159" y="252"/>
                </a:lnTo>
                <a:lnTo>
                  <a:pt x="2159" y="259"/>
                </a:lnTo>
                <a:close/>
                <a:moveTo>
                  <a:pt x="2176" y="259"/>
                </a:moveTo>
                <a:lnTo>
                  <a:pt x="2183" y="259"/>
                </a:lnTo>
                <a:lnTo>
                  <a:pt x="2183" y="252"/>
                </a:lnTo>
                <a:lnTo>
                  <a:pt x="2176" y="252"/>
                </a:lnTo>
                <a:lnTo>
                  <a:pt x="2176" y="259"/>
                </a:lnTo>
                <a:close/>
                <a:moveTo>
                  <a:pt x="2192" y="259"/>
                </a:moveTo>
                <a:lnTo>
                  <a:pt x="2200" y="259"/>
                </a:lnTo>
                <a:lnTo>
                  <a:pt x="2200" y="252"/>
                </a:lnTo>
                <a:lnTo>
                  <a:pt x="2192" y="252"/>
                </a:lnTo>
                <a:lnTo>
                  <a:pt x="2192" y="259"/>
                </a:lnTo>
                <a:close/>
                <a:moveTo>
                  <a:pt x="2209" y="259"/>
                </a:moveTo>
                <a:lnTo>
                  <a:pt x="2216" y="259"/>
                </a:lnTo>
                <a:lnTo>
                  <a:pt x="2216" y="252"/>
                </a:lnTo>
                <a:lnTo>
                  <a:pt x="2209" y="252"/>
                </a:lnTo>
                <a:lnTo>
                  <a:pt x="2209" y="259"/>
                </a:lnTo>
                <a:close/>
                <a:moveTo>
                  <a:pt x="2226" y="259"/>
                </a:moveTo>
                <a:lnTo>
                  <a:pt x="2233" y="259"/>
                </a:lnTo>
                <a:lnTo>
                  <a:pt x="2233" y="252"/>
                </a:lnTo>
                <a:lnTo>
                  <a:pt x="2226" y="252"/>
                </a:lnTo>
                <a:lnTo>
                  <a:pt x="2226" y="259"/>
                </a:lnTo>
                <a:close/>
                <a:moveTo>
                  <a:pt x="2242" y="259"/>
                </a:moveTo>
                <a:lnTo>
                  <a:pt x="2249" y="259"/>
                </a:lnTo>
                <a:lnTo>
                  <a:pt x="2249" y="252"/>
                </a:lnTo>
                <a:lnTo>
                  <a:pt x="2242" y="252"/>
                </a:lnTo>
                <a:lnTo>
                  <a:pt x="2242" y="259"/>
                </a:lnTo>
                <a:close/>
                <a:moveTo>
                  <a:pt x="2259" y="259"/>
                </a:moveTo>
                <a:lnTo>
                  <a:pt x="2266" y="259"/>
                </a:lnTo>
                <a:lnTo>
                  <a:pt x="2266" y="252"/>
                </a:lnTo>
                <a:lnTo>
                  <a:pt x="2259" y="252"/>
                </a:lnTo>
                <a:lnTo>
                  <a:pt x="2259" y="259"/>
                </a:lnTo>
                <a:close/>
                <a:moveTo>
                  <a:pt x="2275" y="259"/>
                </a:moveTo>
                <a:lnTo>
                  <a:pt x="2282" y="259"/>
                </a:lnTo>
                <a:lnTo>
                  <a:pt x="2282" y="252"/>
                </a:lnTo>
                <a:lnTo>
                  <a:pt x="2275" y="252"/>
                </a:lnTo>
                <a:lnTo>
                  <a:pt x="2275" y="259"/>
                </a:lnTo>
                <a:close/>
                <a:moveTo>
                  <a:pt x="2292" y="259"/>
                </a:moveTo>
                <a:lnTo>
                  <a:pt x="2299" y="259"/>
                </a:lnTo>
                <a:lnTo>
                  <a:pt x="2299" y="252"/>
                </a:lnTo>
                <a:lnTo>
                  <a:pt x="2292" y="252"/>
                </a:lnTo>
                <a:lnTo>
                  <a:pt x="2292" y="259"/>
                </a:lnTo>
                <a:close/>
                <a:moveTo>
                  <a:pt x="2308" y="259"/>
                </a:moveTo>
                <a:lnTo>
                  <a:pt x="2316" y="259"/>
                </a:lnTo>
                <a:lnTo>
                  <a:pt x="2316" y="252"/>
                </a:lnTo>
                <a:lnTo>
                  <a:pt x="2308" y="252"/>
                </a:lnTo>
                <a:lnTo>
                  <a:pt x="2308" y="259"/>
                </a:lnTo>
                <a:close/>
                <a:moveTo>
                  <a:pt x="2325" y="259"/>
                </a:moveTo>
                <a:lnTo>
                  <a:pt x="2332" y="259"/>
                </a:lnTo>
                <a:lnTo>
                  <a:pt x="2332" y="252"/>
                </a:lnTo>
                <a:lnTo>
                  <a:pt x="2325" y="252"/>
                </a:lnTo>
                <a:lnTo>
                  <a:pt x="2325" y="259"/>
                </a:lnTo>
                <a:close/>
                <a:moveTo>
                  <a:pt x="2342" y="259"/>
                </a:moveTo>
                <a:lnTo>
                  <a:pt x="2349" y="259"/>
                </a:lnTo>
                <a:lnTo>
                  <a:pt x="2349" y="252"/>
                </a:lnTo>
                <a:lnTo>
                  <a:pt x="2342" y="252"/>
                </a:lnTo>
                <a:lnTo>
                  <a:pt x="2342" y="259"/>
                </a:lnTo>
                <a:close/>
                <a:moveTo>
                  <a:pt x="2358" y="259"/>
                </a:moveTo>
                <a:lnTo>
                  <a:pt x="2365" y="259"/>
                </a:lnTo>
                <a:lnTo>
                  <a:pt x="2365" y="252"/>
                </a:lnTo>
                <a:lnTo>
                  <a:pt x="2358" y="252"/>
                </a:lnTo>
                <a:lnTo>
                  <a:pt x="2358" y="259"/>
                </a:lnTo>
                <a:close/>
                <a:moveTo>
                  <a:pt x="2375" y="259"/>
                </a:moveTo>
                <a:lnTo>
                  <a:pt x="2382" y="259"/>
                </a:lnTo>
                <a:lnTo>
                  <a:pt x="2382" y="252"/>
                </a:lnTo>
                <a:lnTo>
                  <a:pt x="2375" y="252"/>
                </a:lnTo>
                <a:lnTo>
                  <a:pt x="2375" y="259"/>
                </a:lnTo>
                <a:close/>
                <a:moveTo>
                  <a:pt x="2391" y="259"/>
                </a:moveTo>
                <a:lnTo>
                  <a:pt x="2398" y="259"/>
                </a:lnTo>
                <a:lnTo>
                  <a:pt x="2398" y="252"/>
                </a:lnTo>
                <a:lnTo>
                  <a:pt x="2391" y="252"/>
                </a:lnTo>
                <a:lnTo>
                  <a:pt x="2391" y="259"/>
                </a:lnTo>
                <a:close/>
                <a:moveTo>
                  <a:pt x="2408" y="259"/>
                </a:moveTo>
                <a:lnTo>
                  <a:pt x="2415" y="259"/>
                </a:lnTo>
                <a:lnTo>
                  <a:pt x="2415" y="252"/>
                </a:lnTo>
                <a:lnTo>
                  <a:pt x="2408" y="252"/>
                </a:lnTo>
                <a:lnTo>
                  <a:pt x="2408" y="259"/>
                </a:lnTo>
                <a:close/>
                <a:moveTo>
                  <a:pt x="2427" y="259"/>
                </a:moveTo>
                <a:lnTo>
                  <a:pt x="2434" y="259"/>
                </a:lnTo>
                <a:lnTo>
                  <a:pt x="2434" y="252"/>
                </a:lnTo>
                <a:lnTo>
                  <a:pt x="2427" y="252"/>
                </a:lnTo>
                <a:lnTo>
                  <a:pt x="2427" y="259"/>
                </a:lnTo>
                <a:close/>
                <a:moveTo>
                  <a:pt x="2443" y="259"/>
                </a:moveTo>
                <a:lnTo>
                  <a:pt x="2451" y="259"/>
                </a:lnTo>
                <a:lnTo>
                  <a:pt x="2451" y="252"/>
                </a:lnTo>
                <a:lnTo>
                  <a:pt x="2443" y="252"/>
                </a:lnTo>
                <a:lnTo>
                  <a:pt x="2443" y="259"/>
                </a:lnTo>
                <a:close/>
                <a:moveTo>
                  <a:pt x="2460" y="259"/>
                </a:moveTo>
                <a:lnTo>
                  <a:pt x="2467" y="259"/>
                </a:lnTo>
                <a:lnTo>
                  <a:pt x="2467" y="252"/>
                </a:lnTo>
                <a:lnTo>
                  <a:pt x="2460" y="252"/>
                </a:lnTo>
                <a:lnTo>
                  <a:pt x="2460" y="259"/>
                </a:lnTo>
                <a:close/>
                <a:moveTo>
                  <a:pt x="2477" y="259"/>
                </a:moveTo>
                <a:lnTo>
                  <a:pt x="2484" y="259"/>
                </a:lnTo>
                <a:lnTo>
                  <a:pt x="2484" y="252"/>
                </a:lnTo>
                <a:lnTo>
                  <a:pt x="2477" y="252"/>
                </a:lnTo>
                <a:lnTo>
                  <a:pt x="2477" y="259"/>
                </a:lnTo>
                <a:close/>
                <a:moveTo>
                  <a:pt x="2493" y="259"/>
                </a:moveTo>
                <a:lnTo>
                  <a:pt x="2500" y="259"/>
                </a:lnTo>
                <a:lnTo>
                  <a:pt x="2500" y="252"/>
                </a:lnTo>
                <a:lnTo>
                  <a:pt x="2493" y="252"/>
                </a:lnTo>
                <a:lnTo>
                  <a:pt x="2493" y="259"/>
                </a:lnTo>
                <a:close/>
                <a:moveTo>
                  <a:pt x="2510" y="259"/>
                </a:moveTo>
                <a:lnTo>
                  <a:pt x="2517" y="259"/>
                </a:lnTo>
                <a:lnTo>
                  <a:pt x="2517" y="252"/>
                </a:lnTo>
                <a:lnTo>
                  <a:pt x="2510" y="252"/>
                </a:lnTo>
                <a:lnTo>
                  <a:pt x="2510" y="259"/>
                </a:lnTo>
                <a:close/>
                <a:moveTo>
                  <a:pt x="2526" y="259"/>
                </a:moveTo>
                <a:lnTo>
                  <a:pt x="2533" y="259"/>
                </a:lnTo>
                <a:lnTo>
                  <a:pt x="2533" y="252"/>
                </a:lnTo>
                <a:lnTo>
                  <a:pt x="2526" y="252"/>
                </a:lnTo>
                <a:lnTo>
                  <a:pt x="2526" y="259"/>
                </a:lnTo>
                <a:close/>
                <a:moveTo>
                  <a:pt x="2543" y="259"/>
                </a:moveTo>
                <a:lnTo>
                  <a:pt x="2550" y="259"/>
                </a:lnTo>
                <a:lnTo>
                  <a:pt x="2550" y="252"/>
                </a:lnTo>
                <a:lnTo>
                  <a:pt x="2543" y="252"/>
                </a:lnTo>
                <a:lnTo>
                  <a:pt x="2543" y="259"/>
                </a:lnTo>
                <a:close/>
                <a:moveTo>
                  <a:pt x="2560" y="259"/>
                </a:moveTo>
                <a:lnTo>
                  <a:pt x="2567" y="259"/>
                </a:lnTo>
                <a:lnTo>
                  <a:pt x="2567" y="252"/>
                </a:lnTo>
                <a:lnTo>
                  <a:pt x="2560" y="252"/>
                </a:lnTo>
                <a:lnTo>
                  <a:pt x="2560" y="259"/>
                </a:lnTo>
                <a:close/>
                <a:moveTo>
                  <a:pt x="2576" y="259"/>
                </a:moveTo>
                <a:lnTo>
                  <a:pt x="2583" y="259"/>
                </a:lnTo>
                <a:lnTo>
                  <a:pt x="2583" y="252"/>
                </a:lnTo>
                <a:lnTo>
                  <a:pt x="2576" y="252"/>
                </a:lnTo>
                <a:lnTo>
                  <a:pt x="2576" y="259"/>
                </a:lnTo>
                <a:close/>
                <a:moveTo>
                  <a:pt x="2593" y="259"/>
                </a:moveTo>
                <a:lnTo>
                  <a:pt x="2600" y="259"/>
                </a:lnTo>
                <a:lnTo>
                  <a:pt x="2600" y="252"/>
                </a:lnTo>
                <a:lnTo>
                  <a:pt x="2593" y="252"/>
                </a:lnTo>
                <a:lnTo>
                  <a:pt x="2593" y="259"/>
                </a:lnTo>
                <a:close/>
                <a:moveTo>
                  <a:pt x="2609" y="259"/>
                </a:moveTo>
                <a:lnTo>
                  <a:pt x="2616" y="259"/>
                </a:lnTo>
                <a:lnTo>
                  <a:pt x="2616" y="252"/>
                </a:lnTo>
                <a:lnTo>
                  <a:pt x="2609" y="252"/>
                </a:lnTo>
                <a:lnTo>
                  <a:pt x="2609" y="259"/>
                </a:lnTo>
                <a:close/>
                <a:moveTo>
                  <a:pt x="2626" y="259"/>
                </a:moveTo>
                <a:lnTo>
                  <a:pt x="2633" y="259"/>
                </a:lnTo>
                <a:lnTo>
                  <a:pt x="2633" y="252"/>
                </a:lnTo>
                <a:lnTo>
                  <a:pt x="2626" y="252"/>
                </a:lnTo>
                <a:lnTo>
                  <a:pt x="2626" y="259"/>
                </a:lnTo>
                <a:close/>
                <a:moveTo>
                  <a:pt x="2642" y="259"/>
                </a:moveTo>
                <a:lnTo>
                  <a:pt x="2649" y="259"/>
                </a:lnTo>
                <a:lnTo>
                  <a:pt x="2649" y="252"/>
                </a:lnTo>
                <a:lnTo>
                  <a:pt x="2642" y="252"/>
                </a:lnTo>
                <a:lnTo>
                  <a:pt x="2642" y="259"/>
                </a:lnTo>
                <a:close/>
                <a:moveTo>
                  <a:pt x="2659" y="259"/>
                </a:moveTo>
                <a:lnTo>
                  <a:pt x="2666" y="259"/>
                </a:lnTo>
                <a:lnTo>
                  <a:pt x="2666" y="252"/>
                </a:lnTo>
                <a:lnTo>
                  <a:pt x="2659" y="252"/>
                </a:lnTo>
                <a:lnTo>
                  <a:pt x="2659" y="259"/>
                </a:lnTo>
                <a:close/>
                <a:moveTo>
                  <a:pt x="2678" y="259"/>
                </a:moveTo>
                <a:lnTo>
                  <a:pt x="2683" y="259"/>
                </a:lnTo>
                <a:lnTo>
                  <a:pt x="2683" y="252"/>
                </a:lnTo>
                <a:lnTo>
                  <a:pt x="2678" y="252"/>
                </a:lnTo>
                <a:lnTo>
                  <a:pt x="2678" y="259"/>
                </a:lnTo>
                <a:close/>
                <a:moveTo>
                  <a:pt x="2694" y="259"/>
                </a:moveTo>
                <a:lnTo>
                  <a:pt x="2702" y="259"/>
                </a:lnTo>
                <a:lnTo>
                  <a:pt x="2702" y="252"/>
                </a:lnTo>
                <a:lnTo>
                  <a:pt x="2694" y="252"/>
                </a:lnTo>
                <a:lnTo>
                  <a:pt x="2694" y="259"/>
                </a:lnTo>
                <a:close/>
                <a:moveTo>
                  <a:pt x="2711" y="259"/>
                </a:moveTo>
                <a:lnTo>
                  <a:pt x="2718" y="259"/>
                </a:lnTo>
                <a:lnTo>
                  <a:pt x="2718" y="252"/>
                </a:lnTo>
                <a:lnTo>
                  <a:pt x="2711" y="252"/>
                </a:lnTo>
                <a:lnTo>
                  <a:pt x="2711" y="259"/>
                </a:lnTo>
                <a:close/>
                <a:moveTo>
                  <a:pt x="2728" y="259"/>
                </a:moveTo>
                <a:lnTo>
                  <a:pt x="2735" y="259"/>
                </a:lnTo>
                <a:lnTo>
                  <a:pt x="2735" y="252"/>
                </a:lnTo>
                <a:lnTo>
                  <a:pt x="2728" y="252"/>
                </a:lnTo>
                <a:lnTo>
                  <a:pt x="2728" y="259"/>
                </a:lnTo>
                <a:close/>
                <a:moveTo>
                  <a:pt x="2744" y="259"/>
                </a:moveTo>
                <a:lnTo>
                  <a:pt x="2751" y="259"/>
                </a:lnTo>
                <a:lnTo>
                  <a:pt x="2751" y="252"/>
                </a:lnTo>
                <a:lnTo>
                  <a:pt x="2744" y="252"/>
                </a:lnTo>
                <a:lnTo>
                  <a:pt x="2744" y="259"/>
                </a:lnTo>
                <a:close/>
                <a:moveTo>
                  <a:pt x="2761" y="259"/>
                </a:moveTo>
                <a:lnTo>
                  <a:pt x="2768" y="259"/>
                </a:lnTo>
                <a:lnTo>
                  <a:pt x="2768" y="252"/>
                </a:lnTo>
                <a:lnTo>
                  <a:pt x="2761" y="252"/>
                </a:lnTo>
                <a:lnTo>
                  <a:pt x="2761" y="259"/>
                </a:lnTo>
                <a:close/>
                <a:moveTo>
                  <a:pt x="2777" y="259"/>
                </a:moveTo>
                <a:lnTo>
                  <a:pt x="2784" y="259"/>
                </a:lnTo>
                <a:lnTo>
                  <a:pt x="2784" y="252"/>
                </a:lnTo>
                <a:lnTo>
                  <a:pt x="2777" y="252"/>
                </a:lnTo>
                <a:lnTo>
                  <a:pt x="2777" y="259"/>
                </a:lnTo>
                <a:close/>
                <a:moveTo>
                  <a:pt x="2794" y="259"/>
                </a:moveTo>
                <a:lnTo>
                  <a:pt x="2801" y="259"/>
                </a:lnTo>
                <a:lnTo>
                  <a:pt x="2801" y="252"/>
                </a:lnTo>
                <a:lnTo>
                  <a:pt x="2794" y="252"/>
                </a:lnTo>
                <a:lnTo>
                  <a:pt x="2794" y="259"/>
                </a:lnTo>
                <a:close/>
                <a:moveTo>
                  <a:pt x="2811" y="259"/>
                </a:moveTo>
                <a:lnTo>
                  <a:pt x="2818" y="259"/>
                </a:lnTo>
                <a:lnTo>
                  <a:pt x="2818" y="252"/>
                </a:lnTo>
                <a:lnTo>
                  <a:pt x="2811" y="252"/>
                </a:lnTo>
                <a:lnTo>
                  <a:pt x="2811" y="259"/>
                </a:lnTo>
                <a:close/>
                <a:moveTo>
                  <a:pt x="2827" y="259"/>
                </a:moveTo>
                <a:lnTo>
                  <a:pt x="2834" y="259"/>
                </a:lnTo>
                <a:lnTo>
                  <a:pt x="2834" y="252"/>
                </a:lnTo>
                <a:lnTo>
                  <a:pt x="2827" y="252"/>
                </a:lnTo>
                <a:lnTo>
                  <a:pt x="2827" y="259"/>
                </a:lnTo>
                <a:close/>
                <a:moveTo>
                  <a:pt x="2844" y="259"/>
                </a:moveTo>
                <a:lnTo>
                  <a:pt x="2851" y="259"/>
                </a:lnTo>
                <a:lnTo>
                  <a:pt x="2851" y="252"/>
                </a:lnTo>
                <a:lnTo>
                  <a:pt x="2844" y="252"/>
                </a:lnTo>
                <a:lnTo>
                  <a:pt x="2844" y="259"/>
                </a:lnTo>
                <a:close/>
                <a:moveTo>
                  <a:pt x="2860" y="259"/>
                </a:moveTo>
                <a:lnTo>
                  <a:pt x="2867" y="259"/>
                </a:lnTo>
                <a:lnTo>
                  <a:pt x="2867" y="252"/>
                </a:lnTo>
                <a:lnTo>
                  <a:pt x="2860" y="252"/>
                </a:lnTo>
                <a:lnTo>
                  <a:pt x="2860" y="259"/>
                </a:lnTo>
                <a:close/>
                <a:moveTo>
                  <a:pt x="2877" y="259"/>
                </a:moveTo>
                <a:lnTo>
                  <a:pt x="2884" y="259"/>
                </a:lnTo>
                <a:lnTo>
                  <a:pt x="2884" y="252"/>
                </a:lnTo>
                <a:lnTo>
                  <a:pt x="2877" y="252"/>
                </a:lnTo>
                <a:lnTo>
                  <a:pt x="2877" y="259"/>
                </a:lnTo>
                <a:close/>
                <a:moveTo>
                  <a:pt x="2893" y="259"/>
                </a:moveTo>
                <a:lnTo>
                  <a:pt x="2901" y="259"/>
                </a:lnTo>
                <a:lnTo>
                  <a:pt x="2901" y="252"/>
                </a:lnTo>
                <a:lnTo>
                  <a:pt x="2893" y="252"/>
                </a:lnTo>
                <a:lnTo>
                  <a:pt x="2893" y="259"/>
                </a:lnTo>
                <a:close/>
                <a:moveTo>
                  <a:pt x="2910" y="259"/>
                </a:moveTo>
                <a:lnTo>
                  <a:pt x="2917" y="259"/>
                </a:lnTo>
                <a:lnTo>
                  <a:pt x="2917" y="252"/>
                </a:lnTo>
                <a:lnTo>
                  <a:pt x="2910" y="252"/>
                </a:lnTo>
                <a:lnTo>
                  <a:pt x="2910" y="259"/>
                </a:lnTo>
                <a:close/>
                <a:moveTo>
                  <a:pt x="2927" y="259"/>
                </a:moveTo>
                <a:lnTo>
                  <a:pt x="2934" y="259"/>
                </a:lnTo>
                <a:lnTo>
                  <a:pt x="2934" y="252"/>
                </a:lnTo>
                <a:lnTo>
                  <a:pt x="2927" y="252"/>
                </a:lnTo>
                <a:lnTo>
                  <a:pt x="2927" y="259"/>
                </a:lnTo>
                <a:close/>
                <a:moveTo>
                  <a:pt x="2946" y="259"/>
                </a:moveTo>
                <a:lnTo>
                  <a:pt x="2953" y="259"/>
                </a:lnTo>
                <a:lnTo>
                  <a:pt x="2953" y="252"/>
                </a:lnTo>
                <a:lnTo>
                  <a:pt x="2946" y="252"/>
                </a:lnTo>
                <a:lnTo>
                  <a:pt x="2946" y="259"/>
                </a:lnTo>
                <a:close/>
                <a:moveTo>
                  <a:pt x="2962" y="259"/>
                </a:moveTo>
                <a:lnTo>
                  <a:pt x="2969" y="259"/>
                </a:lnTo>
                <a:lnTo>
                  <a:pt x="2969" y="252"/>
                </a:lnTo>
                <a:lnTo>
                  <a:pt x="2962" y="252"/>
                </a:lnTo>
                <a:lnTo>
                  <a:pt x="2962" y="259"/>
                </a:lnTo>
                <a:close/>
                <a:moveTo>
                  <a:pt x="49" y="275"/>
                </a:moveTo>
                <a:lnTo>
                  <a:pt x="56" y="275"/>
                </a:lnTo>
                <a:lnTo>
                  <a:pt x="56" y="268"/>
                </a:lnTo>
                <a:lnTo>
                  <a:pt x="49" y="268"/>
                </a:lnTo>
                <a:lnTo>
                  <a:pt x="49" y="275"/>
                </a:lnTo>
                <a:close/>
                <a:moveTo>
                  <a:pt x="66" y="275"/>
                </a:moveTo>
                <a:lnTo>
                  <a:pt x="73" y="275"/>
                </a:lnTo>
                <a:lnTo>
                  <a:pt x="73" y="268"/>
                </a:lnTo>
                <a:lnTo>
                  <a:pt x="66" y="268"/>
                </a:lnTo>
                <a:lnTo>
                  <a:pt x="66" y="275"/>
                </a:lnTo>
                <a:close/>
                <a:moveTo>
                  <a:pt x="83" y="275"/>
                </a:moveTo>
                <a:lnTo>
                  <a:pt x="90" y="275"/>
                </a:lnTo>
                <a:lnTo>
                  <a:pt x="90" y="268"/>
                </a:lnTo>
                <a:lnTo>
                  <a:pt x="83" y="268"/>
                </a:lnTo>
                <a:lnTo>
                  <a:pt x="83" y="275"/>
                </a:lnTo>
                <a:close/>
                <a:moveTo>
                  <a:pt x="101" y="275"/>
                </a:moveTo>
                <a:lnTo>
                  <a:pt x="106" y="275"/>
                </a:lnTo>
                <a:lnTo>
                  <a:pt x="106" y="268"/>
                </a:lnTo>
                <a:lnTo>
                  <a:pt x="101" y="268"/>
                </a:lnTo>
                <a:lnTo>
                  <a:pt x="101" y="275"/>
                </a:lnTo>
                <a:close/>
                <a:moveTo>
                  <a:pt x="118" y="275"/>
                </a:moveTo>
                <a:lnTo>
                  <a:pt x="125" y="275"/>
                </a:lnTo>
                <a:lnTo>
                  <a:pt x="125" y="268"/>
                </a:lnTo>
                <a:lnTo>
                  <a:pt x="118" y="268"/>
                </a:lnTo>
                <a:lnTo>
                  <a:pt x="118" y="275"/>
                </a:lnTo>
                <a:close/>
                <a:moveTo>
                  <a:pt x="135" y="275"/>
                </a:moveTo>
                <a:lnTo>
                  <a:pt x="142" y="275"/>
                </a:lnTo>
                <a:lnTo>
                  <a:pt x="142" y="268"/>
                </a:lnTo>
                <a:lnTo>
                  <a:pt x="135" y="268"/>
                </a:lnTo>
                <a:lnTo>
                  <a:pt x="135" y="275"/>
                </a:lnTo>
                <a:close/>
                <a:moveTo>
                  <a:pt x="151" y="275"/>
                </a:moveTo>
                <a:lnTo>
                  <a:pt x="158" y="275"/>
                </a:lnTo>
                <a:lnTo>
                  <a:pt x="158" y="268"/>
                </a:lnTo>
                <a:lnTo>
                  <a:pt x="151" y="268"/>
                </a:lnTo>
                <a:lnTo>
                  <a:pt x="151" y="275"/>
                </a:lnTo>
                <a:close/>
                <a:moveTo>
                  <a:pt x="168" y="275"/>
                </a:moveTo>
                <a:lnTo>
                  <a:pt x="175" y="275"/>
                </a:lnTo>
                <a:lnTo>
                  <a:pt x="175" y="268"/>
                </a:lnTo>
                <a:lnTo>
                  <a:pt x="168" y="268"/>
                </a:lnTo>
                <a:lnTo>
                  <a:pt x="168" y="275"/>
                </a:lnTo>
                <a:close/>
                <a:moveTo>
                  <a:pt x="184" y="275"/>
                </a:moveTo>
                <a:lnTo>
                  <a:pt x="191" y="275"/>
                </a:lnTo>
                <a:lnTo>
                  <a:pt x="191" y="268"/>
                </a:lnTo>
                <a:lnTo>
                  <a:pt x="184" y="268"/>
                </a:lnTo>
                <a:lnTo>
                  <a:pt x="184" y="275"/>
                </a:lnTo>
                <a:close/>
                <a:moveTo>
                  <a:pt x="201" y="275"/>
                </a:moveTo>
                <a:lnTo>
                  <a:pt x="208" y="275"/>
                </a:lnTo>
                <a:lnTo>
                  <a:pt x="208" y="268"/>
                </a:lnTo>
                <a:lnTo>
                  <a:pt x="201" y="268"/>
                </a:lnTo>
                <a:lnTo>
                  <a:pt x="201" y="275"/>
                </a:lnTo>
                <a:close/>
                <a:moveTo>
                  <a:pt x="218" y="275"/>
                </a:moveTo>
                <a:lnTo>
                  <a:pt x="225" y="275"/>
                </a:lnTo>
                <a:lnTo>
                  <a:pt x="225" y="268"/>
                </a:lnTo>
                <a:lnTo>
                  <a:pt x="218" y="268"/>
                </a:lnTo>
                <a:lnTo>
                  <a:pt x="218" y="275"/>
                </a:lnTo>
                <a:close/>
                <a:moveTo>
                  <a:pt x="234" y="275"/>
                </a:moveTo>
                <a:lnTo>
                  <a:pt x="241" y="275"/>
                </a:lnTo>
                <a:lnTo>
                  <a:pt x="241" y="268"/>
                </a:lnTo>
                <a:lnTo>
                  <a:pt x="234" y="268"/>
                </a:lnTo>
                <a:lnTo>
                  <a:pt x="234" y="275"/>
                </a:lnTo>
                <a:close/>
                <a:moveTo>
                  <a:pt x="251" y="275"/>
                </a:moveTo>
                <a:lnTo>
                  <a:pt x="258" y="275"/>
                </a:lnTo>
                <a:lnTo>
                  <a:pt x="258" y="268"/>
                </a:lnTo>
                <a:lnTo>
                  <a:pt x="251" y="268"/>
                </a:lnTo>
                <a:lnTo>
                  <a:pt x="251" y="275"/>
                </a:lnTo>
                <a:close/>
                <a:moveTo>
                  <a:pt x="267" y="275"/>
                </a:moveTo>
                <a:lnTo>
                  <a:pt x="274" y="275"/>
                </a:lnTo>
                <a:lnTo>
                  <a:pt x="274" y="268"/>
                </a:lnTo>
                <a:lnTo>
                  <a:pt x="267" y="268"/>
                </a:lnTo>
                <a:lnTo>
                  <a:pt x="267" y="275"/>
                </a:lnTo>
                <a:close/>
                <a:moveTo>
                  <a:pt x="284" y="275"/>
                </a:moveTo>
                <a:lnTo>
                  <a:pt x="291" y="275"/>
                </a:lnTo>
                <a:lnTo>
                  <a:pt x="291" y="268"/>
                </a:lnTo>
                <a:lnTo>
                  <a:pt x="284" y="268"/>
                </a:lnTo>
                <a:lnTo>
                  <a:pt x="284" y="275"/>
                </a:lnTo>
                <a:close/>
                <a:moveTo>
                  <a:pt x="300" y="275"/>
                </a:moveTo>
                <a:lnTo>
                  <a:pt x="307" y="275"/>
                </a:lnTo>
                <a:lnTo>
                  <a:pt x="307" y="268"/>
                </a:lnTo>
                <a:lnTo>
                  <a:pt x="300" y="268"/>
                </a:lnTo>
                <a:lnTo>
                  <a:pt x="300" y="275"/>
                </a:lnTo>
                <a:close/>
                <a:moveTo>
                  <a:pt x="317" y="275"/>
                </a:moveTo>
                <a:lnTo>
                  <a:pt x="324" y="275"/>
                </a:lnTo>
                <a:lnTo>
                  <a:pt x="324" y="268"/>
                </a:lnTo>
                <a:lnTo>
                  <a:pt x="317" y="268"/>
                </a:lnTo>
                <a:lnTo>
                  <a:pt x="317" y="275"/>
                </a:lnTo>
                <a:close/>
                <a:moveTo>
                  <a:pt x="334" y="275"/>
                </a:moveTo>
                <a:lnTo>
                  <a:pt x="341" y="275"/>
                </a:lnTo>
                <a:lnTo>
                  <a:pt x="341" y="268"/>
                </a:lnTo>
                <a:lnTo>
                  <a:pt x="334" y="268"/>
                </a:lnTo>
                <a:lnTo>
                  <a:pt x="334" y="275"/>
                </a:lnTo>
                <a:close/>
                <a:moveTo>
                  <a:pt x="350" y="275"/>
                </a:moveTo>
                <a:lnTo>
                  <a:pt x="357" y="275"/>
                </a:lnTo>
                <a:lnTo>
                  <a:pt x="357" y="268"/>
                </a:lnTo>
                <a:lnTo>
                  <a:pt x="350" y="268"/>
                </a:lnTo>
                <a:lnTo>
                  <a:pt x="350" y="275"/>
                </a:lnTo>
                <a:close/>
                <a:moveTo>
                  <a:pt x="369" y="275"/>
                </a:moveTo>
                <a:lnTo>
                  <a:pt x="376" y="275"/>
                </a:lnTo>
                <a:lnTo>
                  <a:pt x="376" y="268"/>
                </a:lnTo>
                <a:lnTo>
                  <a:pt x="369" y="268"/>
                </a:lnTo>
                <a:lnTo>
                  <a:pt x="369" y="275"/>
                </a:lnTo>
                <a:close/>
                <a:moveTo>
                  <a:pt x="386" y="275"/>
                </a:moveTo>
                <a:lnTo>
                  <a:pt x="393" y="275"/>
                </a:lnTo>
                <a:lnTo>
                  <a:pt x="393" y="268"/>
                </a:lnTo>
                <a:lnTo>
                  <a:pt x="386" y="268"/>
                </a:lnTo>
                <a:lnTo>
                  <a:pt x="386" y="275"/>
                </a:lnTo>
                <a:close/>
                <a:moveTo>
                  <a:pt x="402" y="275"/>
                </a:moveTo>
                <a:lnTo>
                  <a:pt x="409" y="275"/>
                </a:lnTo>
                <a:lnTo>
                  <a:pt x="409" y="268"/>
                </a:lnTo>
                <a:lnTo>
                  <a:pt x="402" y="268"/>
                </a:lnTo>
                <a:lnTo>
                  <a:pt x="402" y="275"/>
                </a:lnTo>
                <a:close/>
                <a:moveTo>
                  <a:pt x="419" y="275"/>
                </a:moveTo>
                <a:lnTo>
                  <a:pt x="426" y="275"/>
                </a:lnTo>
                <a:lnTo>
                  <a:pt x="426" y="268"/>
                </a:lnTo>
                <a:lnTo>
                  <a:pt x="419" y="268"/>
                </a:lnTo>
                <a:lnTo>
                  <a:pt x="419" y="275"/>
                </a:lnTo>
                <a:close/>
                <a:moveTo>
                  <a:pt x="435" y="275"/>
                </a:moveTo>
                <a:lnTo>
                  <a:pt x="442" y="275"/>
                </a:lnTo>
                <a:lnTo>
                  <a:pt x="442" y="268"/>
                </a:lnTo>
                <a:lnTo>
                  <a:pt x="435" y="268"/>
                </a:lnTo>
                <a:lnTo>
                  <a:pt x="435" y="275"/>
                </a:lnTo>
                <a:close/>
                <a:moveTo>
                  <a:pt x="452" y="275"/>
                </a:moveTo>
                <a:lnTo>
                  <a:pt x="459" y="275"/>
                </a:lnTo>
                <a:lnTo>
                  <a:pt x="459" y="268"/>
                </a:lnTo>
                <a:lnTo>
                  <a:pt x="452" y="268"/>
                </a:lnTo>
                <a:lnTo>
                  <a:pt x="452" y="275"/>
                </a:lnTo>
                <a:close/>
                <a:moveTo>
                  <a:pt x="469" y="275"/>
                </a:moveTo>
                <a:lnTo>
                  <a:pt x="476" y="275"/>
                </a:lnTo>
                <a:lnTo>
                  <a:pt x="476" y="268"/>
                </a:lnTo>
                <a:lnTo>
                  <a:pt x="469" y="268"/>
                </a:lnTo>
                <a:lnTo>
                  <a:pt x="469" y="275"/>
                </a:lnTo>
                <a:close/>
                <a:moveTo>
                  <a:pt x="485" y="275"/>
                </a:moveTo>
                <a:lnTo>
                  <a:pt x="492" y="275"/>
                </a:lnTo>
                <a:lnTo>
                  <a:pt x="492" y="268"/>
                </a:lnTo>
                <a:lnTo>
                  <a:pt x="485" y="268"/>
                </a:lnTo>
                <a:lnTo>
                  <a:pt x="485" y="275"/>
                </a:lnTo>
                <a:close/>
                <a:moveTo>
                  <a:pt x="502" y="275"/>
                </a:moveTo>
                <a:lnTo>
                  <a:pt x="509" y="275"/>
                </a:lnTo>
                <a:lnTo>
                  <a:pt x="509" y="268"/>
                </a:lnTo>
                <a:lnTo>
                  <a:pt x="502" y="268"/>
                </a:lnTo>
                <a:lnTo>
                  <a:pt x="502" y="275"/>
                </a:lnTo>
                <a:close/>
                <a:moveTo>
                  <a:pt x="518" y="275"/>
                </a:moveTo>
                <a:lnTo>
                  <a:pt x="525" y="275"/>
                </a:lnTo>
                <a:lnTo>
                  <a:pt x="525" y="268"/>
                </a:lnTo>
                <a:lnTo>
                  <a:pt x="518" y="268"/>
                </a:lnTo>
                <a:lnTo>
                  <a:pt x="518" y="275"/>
                </a:lnTo>
                <a:close/>
                <a:moveTo>
                  <a:pt x="535" y="275"/>
                </a:moveTo>
                <a:lnTo>
                  <a:pt x="542" y="275"/>
                </a:lnTo>
                <a:lnTo>
                  <a:pt x="542" y="268"/>
                </a:lnTo>
                <a:lnTo>
                  <a:pt x="535" y="268"/>
                </a:lnTo>
                <a:lnTo>
                  <a:pt x="535" y="275"/>
                </a:lnTo>
                <a:close/>
                <a:moveTo>
                  <a:pt x="551" y="275"/>
                </a:moveTo>
                <a:lnTo>
                  <a:pt x="559" y="275"/>
                </a:lnTo>
                <a:lnTo>
                  <a:pt x="559" y="268"/>
                </a:lnTo>
                <a:lnTo>
                  <a:pt x="551" y="268"/>
                </a:lnTo>
                <a:lnTo>
                  <a:pt x="551" y="275"/>
                </a:lnTo>
                <a:close/>
                <a:moveTo>
                  <a:pt x="568" y="275"/>
                </a:moveTo>
                <a:lnTo>
                  <a:pt x="575" y="275"/>
                </a:lnTo>
                <a:lnTo>
                  <a:pt x="575" y="268"/>
                </a:lnTo>
                <a:lnTo>
                  <a:pt x="568" y="268"/>
                </a:lnTo>
                <a:lnTo>
                  <a:pt x="568" y="275"/>
                </a:lnTo>
                <a:close/>
                <a:moveTo>
                  <a:pt x="585" y="275"/>
                </a:moveTo>
                <a:lnTo>
                  <a:pt x="592" y="275"/>
                </a:lnTo>
                <a:lnTo>
                  <a:pt x="592" y="268"/>
                </a:lnTo>
                <a:lnTo>
                  <a:pt x="585" y="268"/>
                </a:lnTo>
                <a:lnTo>
                  <a:pt x="585" y="275"/>
                </a:lnTo>
                <a:close/>
                <a:moveTo>
                  <a:pt x="601" y="275"/>
                </a:moveTo>
                <a:lnTo>
                  <a:pt x="608" y="275"/>
                </a:lnTo>
                <a:lnTo>
                  <a:pt x="608" y="268"/>
                </a:lnTo>
                <a:lnTo>
                  <a:pt x="601" y="268"/>
                </a:lnTo>
                <a:lnTo>
                  <a:pt x="601" y="275"/>
                </a:lnTo>
                <a:close/>
                <a:moveTo>
                  <a:pt x="620" y="275"/>
                </a:moveTo>
                <a:lnTo>
                  <a:pt x="625" y="275"/>
                </a:lnTo>
                <a:lnTo>
                  <a:pt x="625" y="268"/>
                </a:lnTo>
                <a:lnTo>
                  <a:pt x="620" y="268"/>
                </a:lnTo>
                <a:lnTo>
                  <a:pt x="620" y="275"/>
                </a:lnTo>
                <a:close/>
                <a:moveTo>
                  <a:pt x="637" y="275"/>
                </a:moveTo>
                <a:lnTo>
                  <a:pt x="644" y="275"/>
                </a:lnTo>
                <a:lnTo>
                  <a:pt x="644" y="268"/>
                </a:lnTo>
                <a:lnTo>
                  <a:pt x="637" y="268"/>
                </a:lnTo>
                <a:lnTo>
                  <a:pt x="637" y="275"/>
                </a:lnTo>
                <a:close/>
                <a:moveTo>
                  <a:pt x="653" y="275"/>
                </a:moveTo>
                <a:lnTo>
                  <a:pt x="660" y="275"/>
                </a:lnTo>
                <a:lnTo>
                  <a:pt x="660" y="268"/>
                </a:lnTo>
                <a:lnTo>
                  <a:pt x="653" y="268"/>
                </a:lnTo>
                <a:lnTo>
                  <a:pt x="653" y="275"/>
                </a:lnTo>
                <a:close/>
                <a:moveTo>
                  <a:pt x="670" y="275"/>
                </a:moveTo>
                <a:lnTo>
                  <a:pt x="677" y="275"/>
                </a:lnTo>
                <a:lnTo>
                  <a:pt x="677" y="268"/>
                </a:lnTo>
                <a:lnTo>
                  <a:pt x="670" y="268"/>
                </a:lnTo>
                <a:lnTo>
                  <a:pt x="670" y="275"/>
                </a:lnTo>
                <a:close/>
                <a:moveTo>
                  <a:pt x="686" y="275"/>
                </a:moveTo>
                <a:lnTo>
                  <a:pt x="693" y="275"/>
                </a:lnTo>
                <a:lnTo>
                  <a:pt x="693" y="268"/>
                </a:lnTo>
                <a:lnTo>
                  <a:pt x="686" y="268"/>
                </a:lnTo>
                <a:lnTo>
                  <a:pt x="686" y="275"/>
                </a:lnTo>
                <a:close/>
                <a:moveTo>
                  <a:pt x="703" y="275"/>
                </a:moveTo>
                <a:lnTo>
                  <a:pt x="710" y="275"/>
                </a:lnTo>
                <a:lnTo>
                  <a:pt x="710" y="268"/>
                </a:lnTo>
                <a:lnTo>
                  <a:pt x="703" y="268"/>
                </a:lnTo>
                <a:lnTo>
                  <a:pt x="703" y="275"/>
                </a:lnTo>
                <a:close/>
                <a:moveTo>
                  <a:pt x="720" y="275"/>
                </a:moveTo>
                <a:lnTo>
                  <a:pt x="727" y="275"/>
                </a:lnTo>
                <a:lnTo>
                  <a:pt x="727" y="268"/>
                </a:lnTo>
                <a:lnTo>
                  <a:pt x="720" y="268"/>
                </a:lnTo>
                <a:lnTo>
                  <a:pt x="720" y="275"/>
                </a:lnTo>
                <a:close/>
                <a:moveTo>
                  <a:pt x="736" y="275"/>
                </a:moveTo>
                <a:lnTo>
                  <a:pt x="743" y="275"/>
                </a:lnTo>
                <a:lnTo>
                  <a:pt x="743" y="268"/>
                </a:lnTo>
                <a:lnTo>
                  <a:pt x="736" y="268"/>
                </a:lnTo>
                <a:lnTo>
                  <a:pt x="736" y="275"/>
                </a:lnTo>
                <a:close/>
                <a:moveTo>
                  <a:pt x="753" y="275"/>
                </a:moveTo>
                <a:lnTo>
                  <a:pt x="760" y="275"/>
                </a:lnTo>
                <a:lnTo>
                  <a:pt x="760" y="268"/>
                </a:lnTo>
                <a:lnTo>
                  <a:pt x="753" y="268"/>
                </a:lnTo>
                <a:lnTo>
                  <a:pt x="753" y="275"/>
                </a:lnTo>
                <a:close/>
                <a:moveTo>
                  <a:pt x="769" y="275"/>
                </a:moveTo>
                <a:lnTo>
                  <a:pt x="776" y="275"/>
                </a:lnTo>
                <a:lnTo>
                  <a:pt x="776" y="268"/>
                </a:lnTo>
                <a:lnTo>
                  <a:pt x="769" y="268"/>
                </a:lnTo>
                <a:lnTo>
                  <a:pt x="769" y="275"/>
                </a:lnTo>
                <a:close/>
                <a:moveTo>
                  <a:pt x="786" y="275"/>
                </a:moveTo>
                <a:lnTo>
                  <a:pt x="793" y="275"/>
                </a:lnTo>
                <a:lnTo>
                  <a:pt x="793" y="268"/>
                </a:lnTo>
                <a:lnTo>
                  <a:pt x="786" y="268"/>
                </a:lnTo>
                <a:lnTo>
                  <a:pt x="786" y="275"/>
                </a:lnTo>
                <a:close/>
                <a:moveTo>
                  <a:pt x="802" y="275"/>
                </a:moveTo>
                <a:lnTo>
                  <a:pt x="810" y="275"/>
                </a:lnTo>
                <a:lnTo>
                  <a:pt x="810" y="268"/>
                </a:lnTo>
                <a:lnTo>
                  <a:pt x="802" y="268"/>
                </a:lnTo>
                <a:lnTo>
                  <a:pt x="802" y="275"/>
                </a:lnTo>
                <a:close/>
                <a:moveTo>
                  <a:pt x="819" y="275"/>
                </a:moveTo>
                <a:lnTo>
                  <a:pt x="826" y="275"/>
                </a:lnTo>
                <a:lnTo>
                  <a:pt x="826" y="268"/>
                </a:lnTo>
                <a:lnTo>
                  <a:pt x="819" y="268"/>
                </a:lnTo>
                <a:lnTo>
                  <a:pt x="819" y="275"/>
                </a:lnTo>
                <a:close/>
                <a:moveTo>
                  <a:pt x="836" y="275"/>
                </a:moveTo>
                <a:lnTo>
                  <a:pt x="843" y="275"/>
                </a:lnTo>
                <a:lnTo>
                  <a:pt x="843" y="268"/>
                </a:lnTo>
                <a:lnTo>
                  <a:pt x="836" y="268"/>
                </a:lnTo>
                <a:lnTo>
                  <a:pt x="836" y="275"/>
                </a:lnTo>
                <a:close/>
                <a:moveTo>
                  <a:pt x="852" y="275"/>
                </a:moveTo>
                <a:lnTo>
                  <a:pt x="859" y="275"/>
                </a:lnTo>
                <a:lnTo>
                  <a:pt x="859" y="268"/>
                </a:lnTo>
                <a:lnTo>
                  <a:pt x="852" y="268"/>
                </a:lnTo>
                <a:lnTo>
                  <a:pt x="852" y="275"/>
                </a:lnTo>
                <a:close/>
                <a:moveTo>
                  <a:pt x="871" y="275"/>
                </a:moveTo>
                <a:lnTo>
                  <a:pt x="876" y="275"/>
                </a:lnTo>
                <a:lnTo>
                  <a:pt x="876" y="268"/>
                </a:lnTo>
                <a:lnTo>
                  <a:pt x="871" y="268"/>
                </a:lnTo>
                <a:lnTo>
                  <a:pt x="871" y="275"/>
                </a:lnTo>
                <a:close/>
                <a:moveTo>
                  <a:pt x="888" y="275"/>
                </a:moveTo>
                <a:lnTo>
                  <a:pt x="895" y="275"/>
                </a:lnTo>
                <a:lnTo>
                  <a:pt x="895" y="268"/>
                </a:lnTo>
                <a:lnTo>
                  <a:pt x="888" y="268"/>
                </a:lnTo>
                <a:lnTo>
                  <a:pt x="888" y="275"/>
                </a:lnTo>
                <a:close/>
                <a:moveTo>
                  <a:pt x="1004" y="275"/>
                </a:moveTo>
                <a:lnTo>
                  <a:pt x="1011" y="275"/>
                </a:lnTo>
                <a:lnTo>
                  <a:pt x="1011" y="268"/>
                </a:lnTo>
                <a:lnTo>
                  <a:pt x="1004" y="268"/>
                </a:lnTo>
                <a:lnTo>
                  <a:pt x="1004" y="275"/>
                </a:lnTo>
                <a:close/>
                <a:moveTo>
                  <a:pt x="1020" y="275"/>
                </a:moveTo>
                <a:lnTo>
                  <a:pt x="1027" y="275"/>
                </a:lnTo>
                <a:lnTo>
                  <a:pt x="1027" y="268"/>
                </a:lnTo>
                <a:lnTo>
                  <a:pt x="1020" y="268"/>
                </a:lnTo>
                <a:lnTo>
                  <a:pt x="1020" y="275"/>
                </a:lnTo>
                <a:close/>
                <a:moveTo>
                  <a:pt x="1037" y="275"/>
                </a:moveTo>
                <a:lnTo>
                  <a:pt x="1044" y="275"/>
                </a:lnTo>
                <a:lnTo>
                  <a:pt x="1044" y="268"/>
                </a:lnTo>
                <a:lnTo>
                  <a:pt x="1037" y="268"/>
                </a:lnTo>
                <a:lnTo>
                  <a:pt x="1037" y="275"/>
                </a:lnTo>
                <a:close/>
                <a:moveTo>
                  <a:pt x="1053" y="275"/>
                </a:moveTo>
                <a:lnTo>
                  <a:pt x="1061" y="275"/>
                </a:lnTo>
                <a:lnTo>
                  <a:pt x="1061" y="268"/>
                </a:lnTo>
                <a:lnTo>
                  <a:pt x="1053" y="268"/>
                </a:lnTo>
                <a:lnTo>
                  <a:pt x="1053" y="275"/>
                </a:lnTo>
                <a:close/>
                <a:moveTo>
                  <a:pt x="1070" y="275"/>
                </a:moveTo>
                <a:lnTo>
                  <a:pt x="1077" y="275"/>
                </a:lnTo>
                <a:lnTo>
                  <a:pt x="1077" y="268"/>
                </a:lnTo>
                <a:lnTo>
                  <a:pt x="1070" y="268"/>
                </a:lnTo>
                <a:lnTo>
                  <a:pt x="1070" y="275"/>
                </a:lnTo>
                <a:close/>
                <a:moveTo>
                  <a:pt x="1087" y="275"/>
                </a:moveTo>
                <a:lnTo>
                  <a:pt x="1094" y="275"/>
                </a:lnTo>
                <a:lnTo>
                  <a:pt x="1094" y="268"/>
                </a:lnTo>
                <a:lnTo>
                  <a:pt x="1087" y="268"/>
                </a:lnTo>
                <a:lnTo>
                  <a:pt x="1087" y="275"/>
                </a:lnTo>
                <a:close/>
                <a:moveTo>
                  <a:pt x="1103" y="275"/>
                </a:moveTo>
                <a:lnTo>
                  <a:pt x="1110" y="275"/>
                </a:lnTo>
                <a:lnTo>
                  <a:pt x="1110" y="268"/>
                </a:lnTo>
                <a:lnTo>
                  <a:pt x="1103" y="268"/>
                </a:lnTo>
                <a:lnTo>
                  <a:pt x="1103" y="275"/>
                </a:lnTo>
                <a:close/>
                <a:moveTo>
                  <a:pt x="1120" y="275"/>
                </a:moveTo>
                <a:lnTo>
                  <a:pt x="1127" y="275"/>
                </a:lnTo>
                <a:lnTo>
                  <a:pt x="1127" y="268"/>
                </a:lnTo>
                <a:lnTo>
                  <a:pt x="1120" y="268"/>
                </a:lnTo>
                <a:lnTo>
                  <a:pt x="1120" y="275"/>
                </a:lnTo>
                <a:close/>
                <a:moveTo>
                  <a:pt x="1139" y="275"/>
                </a:moveTo>
                <a:lnTo>
                  <a:pt x="1146" y="275"/>
                </a:lnTo>
                <a:lnTo>
                  <a:pt x="1146" y="268"/>
                </a:lnTo>
                <a:lnTo>
                  <a:pt x="1139" y="268"/>
                </a:lnTo>
                <a:lnTo>
                  <a:pt x="1139" y="275"/>
                </a:lnTo>
                <a:close/>
                <a:moveTo>
                  <a:pt x="1155" y="275"/>
                </a:moveTo>
                <a:lnTo>
                  <a:pt x="1162" y="275"/>
                </a:lnTo>
                <a:lnTo>
                  <a:pt x="1162" y="268"/>
                </a:lnTo>
                <a:lnTo>
                  <a:pt x="1155" y="268"/>
                </a:lnTo>
                <a:lnTo>
                  <a:pt x="1155" y="275"/>
                </a:lnTo>
                <a:close/>
                <a:moveTo>
                  <a:pt x="1172" y="275"/>
                </a:moveTo>
                <a:lnTo>
                  <a:pt x="1179" y="275"/>
                </a:lnTo>
                <a:lnTo>
                  <a:pt x="1179" y="268"/>
                </a:lnTo>
                <a:lnTo>
                  <a:pt x="1172" y="268"/>
                </a:lnTo>
                <a:lnTo>
                  <a:pt x="1172" y="275"/>
                </a:lnTo>
                <a:close/>
                <a:moveTo>
                  <a:pt x="1188" y="275"/>
                </a:moveTo>
                <a:lnTo>
                  <a:pt x="1196" y="275"/>
                </a:lnTo>
                <a:lnTo>
                  <a:pt x="1196" y="268"/>
                </a:lnTo>
                <a:lnTo>
                  <a:pt x="1188" y="268"/>
                </a:lnTo>
                <a:lnTo>
                  <a:pt x="1188" y="275"/>
                </a:lnTo>
                <a:close/>
                <a:moveTo>
                  <a:pt x="1205" y="275"/>
                </a:moveTo>
                <a:lnTo>
                  <a:pt x="1212" y="275"/>
                </a:lnTo>
                <a:lnTo>
                  <a:pt x="1212" y="268"/>
                </a:lnTo>
                <a:lnTo>
                  <a:pt x="1205" y="268"/>
                </a:lnTo>
                <a:lnTo>
                  <a:pt x="1205" y="275"/>
                </a:lnTo>
                <a:close/>
                <a:moveTo>
                  <a:pt x="1222" y="275"/>
                </a:moveTo>
                <a:lnTo>
                  <a:pt x="1229" y="275"/>
                </a:lnTo>
                <a:lnTo>
                  <a:pt x="1229" y="268"/>
                </a:lnTo>
                <a:lnTo>
                  <a:pt x="1222" y="268"/>
                </a:lnTo>
                <a:lnTo>
                  <a:pt x="1222" y="275"/>
                </a:lnTo>
                <a:close/>
                <a:moveTo>
                  <a:pt x="1238" y="275"/>
                </a:moveTo>
                <a:lnTo>
                  <a:pt x="1245" y="275"/>
                </a:lnTo>
                <a:lnTo>
                  <a:pt x="1245" y="268"/>
                </a:lnTo>
                <a:lnTo>
                  <a:pt x="1238" y="268"/>
                </a:lnTo>
                <a:lnTo>
                  <a:pt x="1238" y="275"/>
                </a:lnTo>
                <a:close/>
                <a:moveTo>
                  <a:pt x="1255" y="275"/>
                </a:moveTo>
                <a:lnTo>
                  <a:pt x="1262" y="275"/>
                </a:lnTo>
                <a:lnTo>
                  <a:pt x="1262" y="268"/>
                </a:lnTo>
                <a:lnTo>
                  <a:pt x="1255" y="268"/>
                </a:lnTo>
                <a:lnTo>
                  <a:pt x="1255" y="275"/>
                </a:lnTo>
                <a:close/>
                <a:moveTo>
                  <a:pt x="1572" y="275"/>
                </a:moveTo>
                <a:lnTo>
                  <a:pt x="1579" y="275"/>
                </a:lnTo>
                <a:lnTo>
                  <a:pt x="1579" y="268"/>
                </a:lnTo>
                <a:lnTo>
                  <a:pt x="1572" y="268"/>
                </a:lnTo>
                <a:lnTo>
                  <a:pt x="1572" y="275"/>
                </a:lnTo>
                <a:close/>
                <a:moveTo>
                  <a:pt x="1589" y="275"/>
                </a:moveTo>
                <a:lnTo>
                  <a:pt x="1596" y="275"/>
                </a:lnTo>
                <a:lnTo>
                  <a:pt x="1596" y="268"/>
                </a:lnTo>
                <a:lnTo>
                  <a:pt x="1589" y="268"/>
                </a:lnTo>
                <a:lnTo>
                  <a:pt x="1589" y="275"/>
                </a:lnTo>
                <a:close/>
                <a:moveTo>
                  <a:pt x="1605" y="275"/>
                </a:moveTo>
                <a:lnTo>
                  <a:pt x="1612" y="275"/>
                </a:lnTo>
                <a:lnTo>
                  <a:pt x="1612" y="268"/>
                </a:lnTo>
                <a:lnTo>
                  <a:pt x="1605" y="268"/>
                </a:lnTo>
                <a:lnTo>
                  <a:pt x="1605" y="275"/>
                </a:lnTo>
                <a:close/>
                <a:moveTo>
                  <a:pt x="1622" y="275"/>
                </a:moveTo>
                <a:lnTo>
                  <a:pt x="1629" y="275"/>
                </a:lnTo>
                <a:lnTo>
                  <a:pt x="1629" y="268"/>
                </a:lnTo>
                <a:lnTo>
                  <a:pt x="1622" y="268"/>
                </a:lnTo>
                <a:lnTo>
                  <a:pt x="1622" y="275"/>
                </a:lnTo>
                <a:close/>
                <a:moveTo>
                  <a:pt x="1638" y="275"/>
                </a:moveTo>
                <a:lnTo>
                  <a:pt x="1645" y="275"/>
                </a:lnTo>
                <a:lnTo>
                  <a:pt x="1645" y="268"/>
                </a:lnTo>
                <a:lnTo>
                  <a:pt x="1638" y="268"/>
                </a:lnTo>
                <a:lnTo>
                  <a:pt x="1638" y="275"/>
                </a:lnTo>
                <a:close/>
                <a:moveTo>
                  <a:pt x="1657" y="275"/>
                </a:moveTo>
                <a:lnTo>
                  <a:pt x="1664" y="275"/>
                </a:lnTo>
                <a:lnTo>
                  <a:pt x="1664" y="268"/>
                </a:lnTo>
                <a:lnTo>
                  <a:pt x="1657" y="268"/>
                </a:lnTo>
                <a:lnTo>
                  <a:pt x="1657" y="275"/>
                </a:lnTo>
                <a:close/>
                <a:moveTo>
                  <a:pt x="1674" y="275"/>
                </a:moveTo>
                <a:lnTo>
                  <a:pt x="1681" y="275"/>
                </a:lnTo>
                <a:lnTo>
                  <a:pt x="1681" y="268"/>
                </a:lnTo>
                <a:lnTo>
                  <a:pt x="1674" y="268"/>
                </a:lnTo>
                <a:lnTo>
                  <a:pt x="1674" y="275"/>
                </a:lnTo>
                <a:close/>
                <a:moveTo>
                  <a:pt x="1690" y="275"/>
                </a:moveTo>
                <a:lnTo>
                  <a:pt x="1698" y="275"/>
                </a:lnTo>
                <a:lnTo>
                  <a:pt x="1698" y="268"/>
                </a:lnTo>
                <a:lnTo>
                  <a:pt x="1690" y="268"/>
                </a:lnTo>
                <a:lnTo>
                  <a:pt x="1690" y="275"/>
                </a:lnTo>
                <a:close/>
                <a:moveTo>
                  <a:pt x="1707" y="275"/>
                </a:moveTo>
                <a:lnTo>
                  <a:pt x="1714" y="275"/>
                </a:lnTo>
                <a:lnTo>
                  <a:pt x="1714" y="268"/>
                </a:lnTo>
                <a:lnTo>
                  <a:pt x="1707" y="268"/>
                </a:lnTo>
                <a:lnTo>
                  <a:pt x="1707" y="275"/>
                </a:lnTo>
                <a:close/>
                <a:moveTo>
                  <a:pt x="1724" y="275"/>
                </a:moveTo>
                <a:lnTo>
                  <a:pt x="1731" y="275"/>
                </a:lnTo>
                <a:lnTo>
                  <a:pt x="1731" y="268"/>
                </a:lnTo>
                <a:lnTo>
                  <a:pt x="1724" y="268"/>
                </a:lnTo>
                <a:lnTo>
                  <a:pt x="1724" y="275"/>
                </a:lnTo>
                <a:close/>
                <a:moveTo>
                  <a:pt x="1740" y="275"/>
                </a:moveTo>
                <a:lnTo>
                  <a:pt x="1747" y="275"/>
                </a:lnTo>
                <a:lnTo>
                  <a:pt x="1747" y="268"/>
                </a:lnTo>
                <a:lnTo>
                  <a:pt x="1740" y="268"/>
                </a:lnTo>
                <a:lnTo>
                  <a:pt x="1740" y="275"/>
                </a:lnTo>
                <a:close/>
                <a:moveTo>
                  <a:pt x="1757" y="275"/>
                </a:moveTo>
                <a:lnTo>
                  <a:pt x="1764" y="275"/>
                </a:lnTo>
                <a:lnTo>
                  <a:pt x="1764" y="268"/>
                </a:lnTo>
                <a:lnTo>
                  <a:pt x="1757" y="268"/>
                </a:lnTo>
                <a:lnTo>
                  <a:pt x="1757" y="275"/>
                </a:lnTo>
                <a:close/>
                <a:moveTo>
                  <a:pt x="1773" y="275"/>
                </a:moveTo>
                <a:lnTo>
                  <a:pt x="1780" y="275"/>
                </a:lnTo>
                <a:lnTo>
                  <a:pt x="1780" y="268"/>
                </a:lnTo>
                <a:lnTo>
                  <a:pt x="1773" y="268"/>
                </a:lnTo>
                <a:lnTo>
                  <a:pt x="1773" y="275"/>
                </a:lnTo>
                <a:close/>
                <a:moveTo>
                  <a:pt x="1823" y="275"/>
                </a:moveTo>
                <a:lnTo>
                  <a:pt x="1830" y="275"/>
                </a:lnTo>
                <a:lnTo>
                  <a:pt x="1830" y="268"/>
                </a:lnTo>
                <a:lnTo>
                  <a:pt x="1823" y="268"/>
                </a:lnTo>
                <a:lnTo>
                  <a:pt x="1823" y="275"/>
                </a:lnTo>
                <a:close/>
                <a:moveTo>
                  <a:pt x="1840" y="275"/>
                </a:moveTo>
                <a:lnTo>
                  <a:pt x="1847" y="275"/>
                </a:lnTo>
                <a:lnTo>
                  <a:pt x="1847" y="268"/>
                </a:lnTo>
                <a:lnTo>
                  <a:pt x="1840" y="268"/>
                </a:lnTo>
                <a:lnTo>
                  <a:pt x="1840" y="275"/>
                </a:lnTo>
                <a:close/>
                <a:moveTo>
                  <a:pt x="1856" y="275"/>
                </a:moveTo>
                <a:lnTo>
                  <a:pt x="1863" y="275"/>
                </a:lnTo>
                <a:lnTo>
                  <a:pt x="1863" y="268"/>
                </a:lnTo>
                <a:lnTo>
                  <a:pt x="1856" y="268"/>
                </a:lnTo>
                <a:lnTo>
                  <a:pt x="1856" y="275"/>
                </a:lnTo>
                <a:close/>
                <a:moveTo>
                  <a:pt x="1873" y="275"/>
                </a:moveTo>
                <a:lnTo>
                  <a:pt x="1880" y="275"/>
                </a:lnTo>
                <a:lnTo>
                  <a:pt x="1880" y="268"/>
                </a:lnTo>
                <a:lnTo>
                  <a:pt x="1873" y="268"/>
                </a:lnTo>
                <a:lnTo>
                  <a:pt x="1873" y="275"/>
                </a:lnTo>
                <a:close/>
                <a:moveTo>
                  <a:pt x="1889" y="275"/>
                </a:moveTo>
                <a:lnTo>
                  <a:pt x="1896" y="275"/>
                </a:lnTo>
                <a:lnTo>
                  <a:pt x="1896" y="268"/>
                </a:lnTo>
                <a:lnTo>
                  <a:pt x="1889" y="268"/>
                </a:lnTo>
                <a:lnTo>
                  <a:pt x="1889" y="275"/>
                </a:lnTo>
                <a:close/>
                <a:moveTo>
                  <a:pt x="1908" y="275"/>
                </a:moveTo>
                <a:lnTo>
                  <a:pt x="1915" y="275"/>
                </a:lnTo>
                <a:lnTo>
                  <a:pt x="1915" y="268"/>
                </a:lnTo>
                <a:lnTo>
                  <a:pt x="1908" y="268"/>
                </a:lnTo>
                <a:lnTo>
                  <a:pt x="1908" y="275"/>
                </a:lnTo>
                <a:close/>
                <a:moveTo>
                  <a:pt x="1925" y="275"/>
                </a:moveTo>
                <a:lnTo>
                  <a:pt x="1932" y="275"/>
                </a:lnTo>
                <a:lnTo>
                  <a:pt x="1932" y="268"/>
                </a:lnTo>
                <a:lnTo>
                  <a:pt x="1925" y="268"/>
                </a:lnTo>
                <a:lnTo>
                  <a:pt x="1925" y="275"/>
                </a:lnTo>
                <a:close/>
                <a:moveTo>
                  <a:pt x="1941" y="275"/>
                </a:moveTo>
                <a:lnTo>
                  <a:pt x="1949" y="275"/>
                </a:lnTo>
                <a:lnTo>
                  <a:pt x="1949" y="268"/>
                </a:lnTo>
                <a:lnTo>
                  <a:pt x="1941" y="268"/>
                </a:lnTo>
                <a:lnTo>
                  <a:pt x="1941" y="275"/>
                </a:lnTo>
                <a:close/>
                <a:moveTo>
                  <a:pt x="1958" y="275"/>
                </a:moveTo>
                <a:lnTo>
                  <a:pt x="1965" y="275"/>
                </a:lnTo>
                <a:lnTo>
                  <a:pt x="1965" y="268"/>
                </a:lnTo>
                <a:lnTo>
                  <a:pt x="1958" y="268"/>
                </a:lnTo>
                <a:lnTo>
                  <a:pt x="1958" y="275"/>
                </a:lnTo>
                <a:close/>
                <a:moveTo>
                  <a:pt x="1975" y="275"/>
                </a:moveTo>
                <a:lnTo>
                  <a:pt x="1982" y="275"/>
                </a:lnTo>
                <a:lnTo>
                  <a:pt x="1982" y="268"/>
                </a:lnTo>
                <a:lnTo>
                  <a:pt x="1975" y="268"/>
                </a:lnTo>
                <a:lnTo>
                  <a:pt x="1975" y="275"/>
                </a:lnTo>
                <a:close/>
                <a:moveTo>
                  <a:pt x="1991" y="275"/>
                </a:moveTo>
                <a:lnTo>
                  <a:pt x="1998" y="275"/>
                </a:lnTo>
                <a:lnTo>
                  <a:pt x="1998" y="268"/>
                </a:lnTo>
                <a:lnTo>
                  <a:pt x="1991" y="268"/>
                </a:lnTo>
                <a:lnTo>
                  <a:pt x="1991" y="275"/>
                </a:lnTo>
                <a:close/>
                <a:moveTo>
                  <a:pt x="2008" y="275"/>
                </a:moveTo>
                <a:lnTo>
                  <a:pt x="2015" y="275"/>
                </a:lnTo>
                <a:lnTo>
                  <a:pt x="2015" y="268"/>
                </a:lnTo>
                <a:lnTo>
                  <a:pt x="2008" y="268"/>
                </a:lnTo>
                <a:lnTo>
                  <a:pt x="2008" y="275"/>
                </a:lnTo>
                <a:close/>
                <a:moveTo>
                  <a:pt x="2024" y="275"/>
                </a:moveTo>
                <a:lnTo>
                  <a:pt x="2031" y="275"/>
                </a:lnTo>
                <a:lnTo>
                  <a:pt x="2031" y="268"/>
                </a:lnTo>
                <a:lnTo>
                  <a:pt x="2024" y="268"/>
                </a:lnTo>
                <a:lnTo>
                  <a:pt x="2024" y="275"/>
                </a:lnTo>
                <a:close/>
                <a:moveTo>
                  <a:pt x="2041" y="275"/>
                </a:moveTo>
                <a:lnTo>
                  <a:pt x="2048" y="275"/>
                </a:lnTo>
                <a:lnTo>
                  <a:pt x="2048" y="268"/>
                </a:lnTo>
                <a:lnTo>
                  <a:pt x="2041" y="268"/>
                </a:lnTo>
                <a:lnTo>
                  <a:pt x="2041" y="275"/>
                </a:lnTo>
                <a:close/>
                <a:moveTo>
                  <a:pt x="2057" y="275"/>
                </a:moveTo>
                <a:lnTo>
                  <a:pt x="2065" y="275"/>
                </a:lnTo>
                <a:lnTo>
                  <a:pt x="2065" y="268"/>
                </a:lnTo>
                <a:lnTo>
                  <a:pt x="2057" y="268"/>
                </a:lnTo>
                <a:lnTo>
                  <a:pt x="2057" y="275"/>
                </a:lnTo>
                <a:close/>
                <a:moveTo>
                  <a:pt x="2074" y="275"/>
                </a:moveTo>
                <a:lnTo>
                  <a:pt x="2081" y="275"/>
                </a:lnTo>
                <a:lnTo>
                  <a:pt x="2081" y="268"/>
                </a:lnTo>
                <a:lnTo>
                  <a:pt x="2074" y="268"/>
                </a:lnTo>
                <a:lnTo>
                  <a:pt x="2074" y="275"/>
                </a:lnTo>
                <a:close/>
                <a:moveTo>
                  <a:pt x="2091" y="275"/>
                </a:moveTo>
                <a:lnTo>
                  <a:pt x="2098" y="275"/>
                </a:lnTo>
                <a:lnTo>
                  <a:pt x="2098" y="268"/>
                </a:lnTo>
                <a:lnTo>
                  <a:pt x="2091" y="268"/>
                </a:lnTo>
                <a:lnTo>
                  <a:pt x="2091" y="275"/>
                </a:lnTo>
                <a:close/>
                <a:moveTo>
                  <a:pt x="2107" y="275"/>
                </a:moveTo>
                <a:lnTo>
                  <a:pt x="2114" y="275"/>
                </a:lnTo>
                <a:lnTo>
                  <a:pt x="2114" y="268"/>
                </a:lnTo>
                <a:lnTo>
                  <a:pt x="2107" y="268"/>
                </a:lnTo>
                <a:lnTo>
                  <a:pt x="2107" y="275"/>
                </a:lnTo>
                <a:close/>
                <a:moveTo>
                  <a:pt x="2124" y="275"/>
                </a:moveTo>
                <a:lnTo>
                  <a:pt x="2131" y="275"/>
                </a:lnTo>
                <a:lnTo>
                  <a:pt x="2131" y="268"/>
                </a:lnTo>
                <a:lnTo>
                  <a:pt x="2124" y="268"/>
                </a:lnTo>
                <a:lnTo>
                  <a:pt x="2124" y="275"/>
                </a:lnTo>
                <a:close/>
                <a:moveTo>
                  <a:pt x="2140" y="275"/>
                </a:moveTo>
                <a:lnTo>
                  <a:pt x="2147" y="275"/>
                </a:lnTo>
                <a:lnTo>
                  <a:pt x="2147" y="268"/>
                </a:lnTo>
                <a:lnTo>
                  <a:pt x="2140" y="268"/>
                </a:lnTo>
                <a:lnTo>
                  <a:pt x="2140" y="275"/>
                </a:lnTo>
                <a:close/>
                <a:moveTo>
                  <a:pt x="2159" y="275"/>
                </a:moveTo>
                <a:lnTo>
                  <a:pt x="2164" y="275"/>
                </a:lnTo>
                <a:lnTo>
                  <a:pt x="2164" y="268"/>
                </a:lnTo>
                <a:lnTo>
                  <a:pt x="2159" y="268"/>
                </a:lnTo>
                <a:lnTo>
                  <a:pt x="2159" y="275"/>
                </a:lnTo>
                <a:close/>
                <a:moveTo>
                  <a:pt x="2176" y="275"/>
                </a:moveTo>
                <a:lnTo>
                  <a:pt x="2183" y="275"/>
                </a:lnTo>
                <a:lnTo>
                  <a:pt x="2183" y="268"/>
                </a:lnTo>
                <a:lnTo>
                  <a:pt x="2176" y="268"/>
                </a:lnTo>
                <a:lnTo>
                  <a:pt x="2176" y="275"/>
                </a:lnTo>
                <a:close/>
                <a:moveTo>
                  <a:pt x="2192" y="275"/>
                </a:moveTo>
                <a:lnTo>
                  <a:pt x="2200" y="275"/>
                </a:lnTo>
                <a:lnTo>
                  <a:pt x="2200" y="268"/>
                </a:lnTo>
                <a:lnTo>
                  <a:pt x="2192" y="268"/>
                </a:lnTo>
                <a:lnTo>
                  <a:pt x="2192" y="275"/>
                </a:lnTo>
                <a:close/>
                <a:moveTo>
                  <a:pt x="2209" y="275"/>
                </a:moveTo>
                <a:lnTo>
                  <a:pt x="2216" y="275"/>
                </a:lnTo>
                <a:lnTo>
                  <a:pt x="2216" y="268"/>
                </a:lnTo>
                <a:lnTo>
                  <a:pt x="2209" y="268"/>
                </a:lnTo>
                <a:lnTo>
                  <a:pt x="2209" y="275"/>
                </a:lnTo>
                <a:close/>
                <a:moveTo>
                  <a:pt x="2226" y="275"/>
                </a:moveTo>
                <a:lnTo>
                  <a:pt x="2233" y="275"/>
                </a:lnTo>
                <a:lnTo>
                  <a:pt x="2233" y="268"/>
                </a:lnTo>
                <a:lnTo>
                  <a:pt x="2226" y="268"/>
                </a:lnTo>
                <a:lnTo>
                  <a:pt x="2226" y="275"/>
                </a:lnTo>
                <a:close/>
                <a:moveTo>
                  <a:pt x="2242" y="275"/>
                </a:moveTo>
                <a:lnTo>
                  <a:pt x="2249" y="275"/>
                </a:lnTo>
                <a:lnTo>
                  <a:pt x="2249" y="268"/>
                </a:lnTo>
                <a:lnTo>
                  <a:pt x="2242" y="268"/>
                </a:lnTo>
                <a:lnTo>
                  <a:pt x="2242" y="275"/>
                </a:lnTo>
                <a:close/>
                <a:moveTo>
                  <a:pt x="2259" y="275"/>
                </a:moveTo>
                <a:lnTo>
                  <a:pt x="2266" y="275"/>
                </a:lnTo>
                <a:lnTo>
                  <a:pt x="2266" y="268"/>
                </a:lnTo>
                <a:lnTo>
                  <a:pt x="2259" y="268"/>
                </a:lnTo>
                <a:lnTo>
                  <a:pt x="2259" y="275"/>
                </a:lnTo>
                <a:close/>
                <a:moveTo>
                  <a:pt x="2275" y="275"/>
                </a:moveTo>
                <a:lnTo>
                  <a:pt x="2282" y="275"/>
                </a:lnTo>
                <a:lnTo>
                  <a:pt x="2282" y="268"/>
                </a:lnTo>
                <a:lnTo>
                  <a:pt x="2275" y="268"/>
                </a:lnTo>
                <a:lnTo>
                  <a:pt x="2275" y="275"/>
                </a:lnTo>
                <a:close/>
                <a:moveTo>
                  <a:pt x="2292" y="275"/>
                </a:moveTo>
                <a:lnTo>
                  <a:pt x="2299" y="275"/>
                </a:lnTo>
                <a:lnTo>
                  <a:pt x="2299" y="268"/>
                </a:lnTo>
                <a:lnTo>
                  <a:pt x="2292" y="268"/>
                </a:lnTo>
                <a:lnTo>
                  <a:pt x="2292" y="275"/>
                </a:lnTo>
                <a:close/>
                <a:moveTo>
                  <a:pt x="2308" y="275"/>
                </a:moveTo>
                <a:lnTo>
                  <a:pt x="2316" y="275"/>
                </a:lnTo>
                <a:lnTo>
                  <a:pt x="2316" y="268"/>
                </a:lnTo>
                <a:lnTo>
                  <a:pt x="2308" y="268"/>
                </a:lnTo>
                <a:lnTo>
                  <a:pt x="2308" y="275"/>
                </a:lnTo>
                <a:close/>
                <a:moveTo>
                  <a:pt x="2325" y="275"/>
                </a:moveTo>
                <a:lnTo>
                  <a:pt x="2332" y="275"/>
                </a:lnTo>
                <a:lnTo>
                  <a:pt x="2332" y="268"/>
                </a:lnTo>
                <a:lnTo>
                  <a:pt x="2325" y="268"/>
                </a:lnTo>
                <a:lnTo>
                  <a:pt x="2325" y="275"/>
                </a:lnTo>
                <a:close/>
                <a:moveTo>
                  <a:pt x="2342" y="275"/>
                </a:moveTo>
                <a:lnTo>
                  <a:pt x="2349" y="275"/>
                </a:lnTo>
                <a:lnTo>
                  <a:pt x="2349" y="268"/>
                </a:lnTo>
                <a:lnTo>
                  <a:pt x="2342" y="268"/>
                </a:lnTo>
                <a:lnTo>
                  <a:pt x="2342" y="275"/>
                </a:lnTo>
                <a:close/>
                <a:moveTo>
                  <a:pt x="2358" y="275"/>
                </a:moveTo>
                <a:lnTo>
                  <a:pt x="2365" y="275"/>
                </a:lnTo>
                <a:lnTo>
                  <a:pt x="2365" y="268"/>
                </a:lnTo>
                <a:lnTo>
                  <a:pt x="2358" y="268"/>
                </a:lnTo>
                <a:lnTo>
                  <a:pt x="2358" y="275"/>
                </a:lnTo>
                <a:close/>
                <a:moveTo>
                  <a:pt x="2375" y="275"/>
                </a:moveTo>
                <a:lnTo>
                  <a:pt x="2382" y="275"/>
                </a:lnTo>
                <a:lnTo>
                  <a:pt x="2382" y="268"/>
                </a:lnTo>
                <a:lnTo>
                  <a:pt x="2375" y="268"/>
                </a:lnTo>
                <a:lnTo>
                  <a:pt x="2375" y="275"/>
                </a:lnTo>
                <a:close/>
                <a:moveTo>
                  <a:pt x="2391" y="275"/>
                </a:moveTo>
                <a:lnTo>
                  <a:pt x="2398" y="275"/>
                </a:lnTo>
                <a:lnTo>
                  <a:pt x="2398" y="268"/>
                </a:lnTo>
                <a:lnTo>
                  <a:pt x="2391" y="268"/>
                </a:lnTo>
                <a:lnTo>
                  <a:pt x="2391" y="275"/>
                </a:lnTo>
                <a:close/>
                <a:moveTo>
                  <a:pt x="2408" y="275"/>
                </a:moveTo>
                <a:lnTo>
                  <a:pt x="2415" y="275"/>
                </a:lnTo>
                <a:lnTo>
                  <a:pt x="2415" y="268"/>
                </a:lnTo>
                <a:lnTo>
                  <a:pt x="2408" y="268"/>
                </a:lnTo>
                <a:lnTo>
                  <a:pt x="2408" y="275"/>
                </a:lnTo>
                <a:close/>
                <a:moveTo>
                  <a:pt x="2427" y="275"/>
                </a:moveTo>
                <a:lnTo>
                  <a:pt x="2434" y="275"/>
                </a:lnTo>
                <a:lnTo>
                  <a:pt x="2434" y="268"/>
                </a:lnTo>
                <a:lnTo>
                  <a:pt x="2427" y="268"/>
                </a:lnTo>
                <a:lnTo>
                  <a:pt x="2427" y="275"/>
                </a:lnTo>
                <a:close/>
                <a:moveTo>
                  <a:pt x="2443" y="275"/>
                </a:moveTo>
                <a:lnTo>
                  <a:pt x="2451" y="275"/>
                </a:lnTo>
                <a:lnTo>
                  <a:pt x="2451" y="268"/>
                </a:lnTo>
                <a:lnTo>
                  <a:pt x="2443" y="268"/>
                </a:lnTo>
                <a:lnTo>
                  <a:pt x="2443" y="275"/>
                </a:lnTo>
                <a:close/>
                <a:moveTo>
                  <a:pt x="2460" y="275"/>
                </a:moveTo>
                <a:lnTo>
                  <a:pt x="2467" y="275"/>
                </a:lnTo>
                <a:lnTo>
                  <a:pt x="2467" y="268"/>
                </a:lnTo>
                <a:lnTo>
                  <a:pt x="2460" y="268"/>
                </a:lnTo>
                <a:lnTo>
                  <a:pt x="2460" y="275"/>
                </a:lnTo>
                <a:close/>
                <a:moveTo>
                  <a:pt x="2477" y="275"/>
                </a:moveTo>
                <a:lnTo>
                  <a:pt x="2484" y="275"/>
                </a:lnTo>
                <a:lnTo>
                  <a:pt x="2484" y="268"/>
                </a:lnTo>
                <a:lnTo>
                  <a:pt x="2477" y="268"/>
                </a:lnTo>
                <a:lnTo>
                  <a:pt x="2477" y="275"/>
                </a:lnTo>
                <a:close/>
                <a:moveTo>
                  <a:pt x="2493" y="275"/>
                </a:moveTo>
                <a:lnTo>
                  <a:pt x="2500" y="275"/>
                </a:lnTo>
                <a:lnTo>
                  <a:pt x="2500" y="268"/>
                </a:lnTo>
                <a:lnTo>
                  <a:pt x="2493" y="268"/>
                </a:lnTo>
                <a:lnTo>
                  <a:pt x="2493" y="275"/>
                </a:lnTo>
                <a:close/>
                <a:moveTo>
                  <a:pt x="2510" y="275"/>
                </a:moveTo>
                <a:lnTo>
                  <a:pt x="2517" y="275"/>
                </a:lnTo>
                <a:lnTo>
                  <a:pt x="2517" y="268"/>
                </a:lnTo>
                <a:lnTo>
                  <a:pt x="2510" y="268"/>
                </a:lnTo>
                <a:lnTo>
                  <a:pt x="2510" y="275"/>
                </a:lnTo>
                <a:close/>
                <a:moveTo>
                  <a:pt x="2526" y="275"/>
                </a:moveTo>
                <a:lnTo>
                  <a:pt x="2533" y="275"/>
                </a:lnTo>
                <a:lnTo>
                  <a:pt x="2533" y="268"/>
                </a:lnTo>
                <a:lnTo>
                  <a:pt x="2526" y="268"/>
                </a:lnTo>
                <a:lnTo>
                  <a:pt x="2526" y="275"/>
                </a:lnTo>
                <a:close/>
                <a:moveTo>
                  <a:pt x="2543" y="275"/>
                </a:moveTo>
                <a:lnTo>
                  <a:pt x="2550" y="275"/>
                </a:lnTo>
                <a:lnTo>
                  <a:pt x="2550" y="268"/>
                </a:lnTo>
                <a:lnTo>
                  <a:pt x="2543" y="268"/>
                </a:lnTo>
                <a:lnTo>
                  <a:pt x="2543" y="275"/>
                </a:lnTo>
                <a:close/>
                <a:moveTo>
                  <a:pt x="2560" y="275"/>
                </a:moveTo>
                <a:lnTo>
                  <a:pt x="2567" y="275"/>
                </a:lnTo>
                <a:lnTo>
                  <a:pt x="2567" y="268"/>
                </a:lnTo>
                <a:lnTo>
                  <a:pt x="2560" y="268"/>
                </a:lnTo>
                <a:lnTo>
                  <a:pt x="2560" y="275"/>
                </a:lnTo>
                <a:close/>
                <a:moveTo>
                  <a:pt x="2576" y="275"/>
                </a:moveTo>
                <a:lnTo>
                  <a:pt x="2583" y="275"/>
                </a:lnTo>
                <a:lnTo>
                  <a:pt x="2583" y="268"/>
                </a:lnTo>
                <a:lnTo>
                  <a:pt x="2576" y="268"/>
                </a:lnTo>
                <a:lnTo>
                  <a:pt x="2576" y="275"/>
                </a:lnTo>
                <a:close/>
                <a:moveTo>
                  <a:pt x="2593" y="275"/>
                </a:moveTo>
                <a:lnTo>
                  <a:pt x="2600" y="275"/>
                </a:lnTo>
                <a:lnTo>
                  <a:pt x="2600" y="268"/>
                </a:lnTo>
                <a:lnTo>
                  <a:pt x="2593" y="268"/>
                </a:lnTo>
                <a:lnTo>
                  <a:pt x="2593" y="275"/>
                </a:lnTo>
                <a:close/>
                <a:moveTo>
                  <a:pt x="2609" y="275"/>
                </a:moveTo>
                <a:lnTo>
                  <a:pt x="2616" y="275"/>
                </a:lnTo>
                <a:lnTo>
                  <a:pt x="2616" y="268"/>
                </a:lnTo>
                <a:lnTo>
                  <a:pt x="2609" y="268"/>
                </a:lnTo>
                <a:lnTo>
                  <a:pt x="2609" y="275"/>
                </a:lnTo>
                <a:close/>
                <a:moveTo>
                  <a:pt x="2626" y="275"/>
                </a:moveTo>
                <a:lnTo>
                  <a:pt x="2633" y="275"/>
                </a:lnTo>
                <a:lnTo>
                  <a:pt x="2633" y="268"/>
                </a:lnTo>
                <a:lnTo>
                  <a:pt x="2626" y="268"/>
                </a:lnTo>
                <a:lnTo>
                  <a:pt x="2626" y="275"/>
                </a:lnTo>
                <a:close/>
                <a:moveTo>
                  <a:pt x="2642" y="275"/>
                </a:moveTo>
                <a:lnTo>
                  <a:pt x="2649" y="275"/>
                </a:lnTo>
                <a:lnTo>
                  <a:pt x="2649" y="268"/>
                </a:lnTo>
                <a:lnTo>
                  <a:pt x="2642" y="268"/>
                </a:lnTo>
                <a:lnTo>
                  <a:pt x="2642" y="275"/>
                </a:lnTo>
                <a:close/>
                <a:moveTo>
                  <a:pt x="2659" y="275"/>
                </a:moveTo>
                <a:lnTo>
                  <a:pt x="2666" y="275"/>
                </a:lnTo>
                <a:lnTo>
                  <a:pt x="2666" y="268"/>
                </a:lnTo>
                <a:lnTo>
                  <a:pt x="2659" y="268"/>
                </a:lnTo>
                <a:lnTo>
                  <a:pt x="2659" y="275"/>
                </a:lnTo>
                <a:close/>
                <a:moveTo>
                  <a:pt x="2678" y="275"/>
                </a:moveTo>
                <a:lnTo>
                  <a:pt x="2683" y="275"/>
                </a:lnTo>
                <a:lnTo>
                  <a:pt x="2683" y="268"/>
                </a:lnTo>
                <a:lnTo>
                  <a:pt x="2678" y="268"/>
                </a:lnTo>
                <a:lnTo>
                  <a:pt x="2678" y="275"/>
                </a:lnTo>
                <a:close/>
                <a:moveTo>
                  <a:pt x="2694" y="275"/>
                </a:moveTo>
                <a:lnTo>
                  <a:pt x="2702" y="275"/>
                </a:lnTo>
                <a:lnTo>
                  <a:pt x="2702" y="268"/>
                </a:lnTo>
                <a:lnTo>
                  <a:pt x="2694" y="268"/>
                </a:lnTo>
                <a:lnTo>
                  <a:pt x="2694" y="275"/>
                </a:lnTo>
                <a:close/>
                <a:moveTo>
                  <a:pt x="2711" y="275"/>
                </a:moveTo>
                <a:lnTo>
                  <a:pt x="2718" y="275"/>
                </a:lnTo>
                <a:lnTo>
                  <a:pt x="2718" y="268"/>
                </a:lnTo>
                <a:lnTo>
                  <a:pt x="2711" y="268"/>
                </a:lnTo>
                <a:lnTo>
                  <a:pt x="2711" y="275"/>
                </a:lnTo>
                <a:close/>
                <a:moveTo>
                  <a:pt x="2728" y="275"/>
                </a:moveTo>
                <a:lnTo>
                  <a:pt x="2735" y="275"/>
                </a:lnTo>
                <a:lnTo>
                  <a:pt x="2735" y="268"/>
                </a:lnTo>
                <a:lnTo>
                  <a:pt x="2728" y="268"/>
                </a:lnTo>
                <a:lnTo>
                  <a:pt x="2728" y="275"/>
                </a:lnTo>
                <a:close/>
                <a:moveTo>
                  <a:pt x="2744" y="275"/>
                </a:moveTo>
                <a:lnTo>
                  <a:pt x="2751" y="275"/>
                </a:lnTo>
                <a:lnTo>
                  <a:pt x="2751" y="268"/>
                </a:lnTo>
                <a:lnTo>
                  <a:pt x="2744" y="268"/>
                </a:lnTo>
                <a:lnTo>
                  <a:pt x="2744" y="275"/>
                </a:lnTo>
                <a:close/>
                <a:moveTo>
                  <a:pt x="2761" y="275"/>
                </a:moveTo>
                <a:lnTo>
                  <a:pt x="2768" y="275"/>
                </a:lnTo>
                <a:lnTo>
                  <a:pt x="2768" y="268"/>
                </a:lnTo>
                <a:lnTo>
                  <a:pt x="2761" y="268"/>
                </a:lnTo>
                <a:lnTo>
                  <a:pt x="2761" y="275"/>
                </a:lnTo>
                <a:close/>
                <a:moveTo>
                  <a:pt x="2777" y="275"/>
                </a:moveTo>
                <a:lnTo>
                  <a:pt x="2784" y="275"/>
                </a:lnTo>
                <a:lnTo>
                  <a:pt x="2784" y="268"/>
                </a:lnTo>
                <a:lnTo>
                  <a:pt x="2777" y="268"/>
                </a:lnTo>
                <a:lnTo>
                  <a:pt x="2777" y="275"/>
                </a:lnTo>
                <a:close/>
                <a:moveTo>
                  <a:pt x="2794" y="275"/>
                </a:moveTo>
                <a:lnTo>
                  <a:pt x="2801" y="275"/>
                </a:lnTo>
                <a:lnTo>
                  <a:pt x="2801" y="268"/>
                </a:lnTo>
                <a:lnTo>
                  <a:pt x="2794" y="268"/>
                </a:lnTo>
                <a:lnTo>
                  <a:pt x="2794" y="275"/>
                </a:lnTo>
                <a:close/>
                <a:moveTo>
                  <a:pt x="2811" y="275"/>
                </a:moveTo>
                <a:lnTo>
                  <a:pt x="2818" y="275"/>
                </a:lnTo>
                <a:lnTo>
                  <a:pt x="2818" y="268"/>
                </a:lnTo>
                <a:lnTo>
                  <a:pt x="2811" y="268"/>
                </a:lnTo>
                <a:lnTo>
                  <a:pt x="2811" y="275"/>
                </a:lnTo>
                <a:close/>
                <a:moveTo>
                  <a:pt x="2827" y="275"/>
                </a:moveTo>
                <a:lnTo>
                  <a:pt x="2834" y="275"/>
                </a:lnTo>
                <a:lnTo>
                  <a:pt x="2834" y="268"/>
                </a:lnTo>
                <a:lnTo>
                  <a:pt x="2827" y="268"/>
                </a:lnTo>
                <a:lnTo>
                  <a:pt x="2827" y="275"/>
                </a:lnTo>
                <a:close/>
                <a:moveTo>
                  <a:pt x="2844" y="275"/>
                </a:moveTo>
                <a:lnTo>
                  <a:pt x="2851" y="275"/>
                </a:lnTo>
                <a:lnTo>
                  <a:pt x="2851" y="268"/>
                </a:lnTo>
                <a:lnTo>
                  <a:pt x="2844" y="268"/>
                </a:lnTo>
                <a:lnTo>
                  <a:pt x="2844" y="275"/>
                </a:lnTo>
                <a:close/>
                <a:moveTo>
                  <a:pt x="2860" y="275"/>
                </a:moveTo>
                <a:lnTo>
                  <a:pt x="2867" y="275"/>
                </a:lnTo>
                <a:lnTo>
                  <a:pt x="2867" y="268"/>
                </a:lnTo>
                <a:lnTo>
                  <a:pt x="2860" y="268"/>
                </a:lnTo>
                <a:lnTo>
                  <a:pt x="2860" y="275"/>
                </a:lnTo>
                <a:close/>
                <a:moveTo>
                  <a:pt x="2877" y="275"/>
                </a:moveTo>
                <a:lnTo>
                  <a:pt x="2884" y="275"/>
                </a:lnTo>
                <a:lnTo>
                  <a:pt x="2884" y="268"/>
                </a:lnTo>
                <a:lnTo>
                  <a:pt x="2877" y="268"/>
                </a:lnTo>
                <a:lnTo>
                  <a:pt x="2877" y="275"/>
                </a:lnTo>
                <a:close/>
                <a:moveTo>
                  <a:pt x="2893" y="275"/>
                </a:moveTo>
                <a:lnTo>
                  <a:pt x="2901" y="275"/>
                </a:lnTo>
                <a:lnTo>
                  <a:pt x="2901" y="268"/>
                </a:lnTo>
                <a:lnTo>
                  <a:pt x="2893" y="268"/>
                </a:lnTo>
                <a:lnTo>
                  <a:pt x="2893" y="275"/>
                </a:lnTo>
                <a:close/>
                <a:moveTo>
                  <a:pt x="2910" y="275"/>
                </a:moveTo>
                <a:lnTo>
                  <a:pt x="2917" y="275"/>
                </a:lnTo>
                <a:lnTo>
                  <a:pt x="2917" y="268"/>
                </a:lnTo>
                <a:lnTo>
                  <a:pt x="2910" y="268"/>
                </a:lnTo>
                <a:lnTo>
                  <a:pt x="2910" y="275"/>
                </a:lnTo>
                <a:close/>
                <a:moveTo>
                  <a:pt x="2927" y="275"/>
                </a:moveTo>
                <a:lnTo>
                  <a:pt x="2934" y="275"/>
                </a:lnTo>
                <a:lnTo>
                  <a:pt x="2934" y="268"/>
                </a:lnTo>
                <a:lnTo>
                  <a:pt x="2927" y="268"/>
                </a:lnTo>
                <a:lnTo>
                  <a:pt x="2927" y="275"/>
                </a:lnTo>
                <a:close/>
                <a:moveTo>
                  <a:pt x="2946" y="275"/>
                </a:moveTo>
                <a:lnTo>
                  <a:pt x="2953" y="275"/>
                </a:lnTo>
                <a:lnTo>
                  <a:pt x="2953" y="268"/>
                </a:lnTo>
                <a:lnTo>
                  <a:pt x="2946" y="268"/>
                </a:lnTo>
                <a:lnTo>
                  <a:pt x="2946" y="275"/>
                </a:lnTo>
                <a:close/>
                <a:moveTo>
                  <a:pt x="2962" y="275"/>
                </a:moveTo>
                <a:lnTo>
                  <a:pt x="2969" y="275"/>
                </a:lnTo>
                <a:lnTo>
                  <a:pt x="2969" y="268"/>
                </a:lnTo>
                <a:lnTo>
                  <a:pt x="2962" y="268"/>
                </a:lnTo>
                <a:lnTo>
                  <a:pt x="2962" y="275"/>
                </a:lnTo>
                <a:close/>
                <a:moveTo>
                  <a:pt x="2979" y="275"/>
                </a:moveTo>
                <a:lnTo>
                  <a:pt x="2986" y="275"/>
                </a:lnTo>
                <a:lnTo>
                  <a:pt x="2986" y="268"/>
                </a:lnTo>
                <a:lnTo>
                  <a:pt x="2979" y="268"/>
                </a:lnTo>
                <a:lnTo>
                  <a:pt x="2979" y="275"/>
                </a:lnTo>
                <a:close/>
                <a:moveTo>
                  <a:pt x="2995" y="275"/>
                </a:moveTo>
                <a:lnTo>
                  <a:pt x="3002" y="275"/>
                </a:lnTo>
                <a:lnTo>
                  <a:pt x="3002" y="268"/>
                </a:lnTo>
                <a:lnTo>
                  <a:pt x="2995" y="268"/>
                </a:lnTo>
                <a:lnTo>
                  <a:pt x="2995" y="275"/>
                </a:lnTo>
                <a:close/>
                <a:moveTo>
                  <a:pt x="49" y="292"/>
                </a:moveTo>
                <a:lnTo>
                  <a:pt x="56" y="292"/>
                </a:lnTo>
                <a:lnTo>
                  <a:pt x="56" y="285"/>
                </a:lnTo>
                <a:lnTo>
                  <a:pt x="49" y="285"/>
                </a:lnTo>
                <a:lnTo>
                  <a:pt x="49" y="292"/>
                </a:lnTo>
                <a:close/>
                <a:moveTo>
                  <a:pt x="66" y="292"/>
                </a:moveTo>
                <a:lnTo>
                  <a:pt x="73" y="292"/>
                </a:lnTo>
                <a:lnTo>
                  <a:pt x="73" y="285"/>
                </a:lnTo>
                <a:lnTo>
                  <a:pt x="66" y="285"/>
                </a:lnTo>
                <a:lnTo>
                  <a:pt x="66" y="292"/>
                </a:lnTo>
                <a:close/>
                <a:moveTo>
                  <a:pt x="83" y="292"/>
                </a:moveTo>
                <a:lnTo>
                  <a:pt x="90" y="292"/>
                </a:lnTo>
                <a:lnTo>
                  <a:pt x="90" y="285"/>
                </a:lnTo>
                <a:lnTo>
                  <a:pt x="83" y="285"/>
                </a:lnTo>
                <a:lnTo>
                  <a:pt x="83" y="292"/>
                </a:lnTo>
                <a:close/>
                <a:moveTo>
                  <a:pt x="101" y="292"/>
                </a:moveTo>
                <a:lnTo>
                  <a:pt x="106" y="292"/>
                </a:lnTo>
                <a:lnTo>
                  <a:pt x="106" y="285"/>
                </a:lnTo>
                <a:lnTo>
                  <a:pt x="101" y="285"/>
                </a:lnTo>
                <a:lnTo>
                  <a:pt x="101" y="292"/>
                </a:lnTo>
                <a:close/>
                <a:moveTo>
                  <a:pt x="118" y="292"/>
                </a:moveTo>
                <a:lnTo>
                  <a:pt x="125" y="292"/>
                </a:lnTo>
                <a:lnTo>
                  <a:pt x="125" y="285"/>
                </a:lnTo>
                <a:lnTo>
                  <a:pt x="118" y="285"/>
                </a:lnTo>
                <a:lnTo>
                  <a:pt x="118" y="292"/>
                </a:lnTo>
                <a:close/>
                <a:moveTo>
                  <a:pt x="135" y="292"/>
                </a:moveTo>
                <a:lnTo>
                  <a:pt x="142" y="292"/>
                </a:lnTo>
                <a:lnTo>
                  <a:pt x="142" y="285"/>
                </a:lnTo>
                <a:lnTo>
                  <a:pt x="135" y="285"/>
                </a:lnTo>
                <a:lnTo>
                  <a:pt x="135" y="292"/>
                </a:lnTo>
                <a:close/>
                <a:moveTo>
                  <a:pt x="151" y="292"/>
                </a:moveTo>
                <a:lnTo>
                  <a:pt x="158" y="292"/>
                </a:lnTo>
                <a:lnTo>
                  <a:pt x="158" y="285"/>
                </a:lnTo>
                <a:lnTo>
                  <a:pt x="151" y="285"/>
                </a:lnTo>
                <a:lnTo>
                  <a:pt x="151" y="292"/>
                </a:lnTo>
                <a:close/>
                <a:moveTo>
                  <a:pt x="168" y="292"/>
                </a:moveTo>
                <a:lnTo>
                  <a:pt x="175" y="292"/>
                </a:lnTo>
                <a:lnTo>
                  <a:pt x="175" y="285"/>
                </a:lnTo>
                <a:lnTo>
                  <a:pt x="168" y="285"/>
                </a:lnTo>
                <a:lnTo>
                  <a:pt x="168" y="292"/>
                </a:lnTo>
                <a:close/>
                <a:moveTo>
                  <a:pt x="184" y="292"/>
                </a:moveTo>
                <a:lnTo>
                  <a:pt x="191" y="292"/>
                </a:lnTo>
                <a:lnTo>
                  <a:pt x="191" y="285"/>
                </a:lnTo>
                <a:lnTo>
                  <a:pt x="184" y="285"/>
                </a:lnTo>
                <a:lnTo>
                  <a:pt x="184" y="292"/>
                </a:lnTo>
                <a:close/>
                <a:moveTo>
                  <a:pt x="201" y="292"/>
                </a:moveTo>
                <a:lnTo>
                  <a:pt x="208" y="292"/>
                </a:lnTo>
                <a:lnTo>
                  <a:pt x="208" y="285"/>
                </a:lnTo>
                <a:lnTo>
                  <a:pt x="201" y="285"/>
                </a:lnTo>
                <a:lnTo>
                  <a:pt x="201" y="292"/>
                </a:lnTo>
                <a:close/>
                <a:moveTo>
                  <a:pt x="218" y="292"/>
                </a:moveTo>
                <a:lnTo>
                  <a:pt x="225" y="292"/>
                </a:lnTo>
                <a:lnTo>
                  <a:pt x="225" y="285"/>
                </a:lnTo>
                <a:lnTo>
                  <a:pt x="218" y="285"/>
                </a:lnTo>
                <a:lnTo>
                  <a:pt x="218" y="292"/>
                </a:lnTo>
                <a:close/>
                <a:moveTo>
                  <a:pt x="234" y="292"/>
                </a:moveTo>
                <a:lnTo>
                  <a:pt x="241" y="292"/>
                </a:lnTo>
                <a:lnTo>
                  <a:pt x="241" y="285"/>
                </a:lnTo>
                <a:lnTo>
                  <a:pt x="234" y="285"/>
                </a:lnTo>
                <a:lnTo>
                  <a:pt x="234" y="292"/>
                </a:lnTo>
                <a:close/>
                <a:moveTo>
                  <a:pt x="251" y="292"/>
                </a:moveTo>
                <a:lnTo>
                  <a:pt x="258" y="292"/>
                </a:lnTo>
                <a:lnTo>
                  <a:pt x="258" y="285"/>
                </a:lnTo>
                <a:lnTo>
                  <a:pt x="251" y="285"/>
                </a:lnTo>
                <a:lnTo>
                  <a:pt x="251" y="292"/>
                </a:lnTo>
                <a:close/>
                <a:moveTo>
                  <a:pt x="267" y="292"/>
                </a:moveTo>
                <a:lnTo>
                  <a:pt x="274" y="292"/>
                </a:lnTo>
                <a:lnTo>
                  <a:pt x="274" y="285"/>
                </a:lnTo>
                <a:lnTo>
                  <a:pt x="267" y="285"/>
                </a:lnTo>
                <a:lnTo>
                  <a:pt x="267" y="292"/>
                </a:lnTo>
                <a:close/>
                <a:moveTo>
                  <a:pt x="284" y="292"/>
                </a:moveTo>
                <a:lnTo>
                  <a:pt x="291" y="292"/>
                </a:lnTo>
                <a:lnTo>
                  <a:pt x="291" y="285"/>
                </a:lnTo>
                <a:lnTo>
                  <a:pt x="284" y="285"/>
                </a:lnTo>
                <a:lnTo>
                  <a:pt x="284" y="292"/>
                </a:lnTo>
                <a:close/>
                <a:moveTo>
                  <a:pt x="300" y="292"/>
                </a:moveTo>
                <a:lnTo>
                  <a:pt x="307" y="292"/>
                </a:lnTo>
                <a:lnTo>
                  <a:pt x="307" y="285"/>
                </a:lnTo>
                <a:lnTo>
                  <a:pt x="300" y="285"/>
                </a:lnTo>
                <a:lnTo>
                  <a:pt x="300" y="292"/>
                </a:lnTo>
                <a:close/>
                <a:moveTo>
                  <a:pt x="317" y="292"/>
                </a:moveTo>
                <a:lnTo>
                  <a:pt x="324" y="292"/>
                </a:lnTo>
                <a:lnTo>
                  <a:pt x="324" y="285"/>
                </a:lnTo>
                <a:lnTo>
                  <a:pt x="317" y="285"/>
                </a:lnTo>
                <a:lnTo>
                  <a:pt x="317" y="292"/>
                </a:lnTo>
                <a:close/>
                <a:moveTo>
                  <a:pt x="334" y="292"/>
                </a:moveTo>
                <a:lnTo>
                  <a:pt x="341" y="292"/>
                </a:lnTo>
                <a:lnTo>
                  <a:pt x="341" y="285"/>
                </a:lnTo>
                <a:lnTo>
                  <a:pt x="334" y="285"/>
                </a:lnTo>
                <a:lnTo>
                  <a:pt x="334" y="292"/>
                </a:lnTo>
                <a:close/>
                <a:moveTo>
                  <a:pt x="350" y="292"/>
                </a:moveTo>
                <a:lnTo>
                  <a:pt x="357" y="292"/>
                </a:lnTo>
                <a:lnTo>
                  <a:pt x="357" y="285"/>
                </a:lnTo>
                <a:lnTo>
                  <a:pt x="350" y="285"/>
                </a:lnTo>
                <a:lnTo>
                  <a:pt x="350" y="292"/>
                </a:lnTo>
                <a:close/>
                <a:moveTo>
                  <a:pt x="369" y="292"/>
                </a:moveTo>
                <a:lnTo>
                  <a:pt x="376" y="292"/>
                </a:lnTo>
                <a:lnTo>
                  <a:pt x="376" y="285"/>
                </a:lnTo>
                <a:lnTo>
                  <a:pt x="369" y="285"/>
                </a:lnTo>
                <a:lnTo>
                  <a:pt x="369" y="292"/>
                </a:lnTo>
                <a:close/>
                <a:moveTo>
                  <a:pt x="386" y="292"/>
                </a:moveTo>
                <a:lnTo>
                  <a:pt x="393" y="292"/>
                </a:lnTo>
                <a:lnTo>
                  <a:pt x="393" y="285"/>
                </a:lnTo>
                <a:lnTo>
                  <a:pt x="386" y="285"/>
                </a:lnTo>
                <a:lnTo>
                  <a:pt x="386" y="292"/>
                </a:lnTo>
                <a:close/>
                <a:moveTo>
                  <a:pt x="402" y="292"/>
                </a:moveTo>
                <a:lnTo>
                  <a:pt x="409" y="292"/>
                </a:lnTo>
                <a:lnTo>
                  <a:pt x="409" y="285"/>
                </a:lnTo>
                <a:lnTo>
                  <a:pt x="402" y="285"/>
                </a:lnTo>
                <a:lnTo>
                  <a:pt x="402" y="292"/>
                </a:lnTo>
                <a:close/>
                <a:moveTo>
                  <a:pt x="419" y="292"/>
                </a:moveTo>
                <a:lnTo>
                  <a:pt x="426" y="292"/>
                </a:lnTo>
                <a:lnTo>
                  <a:pt x="426" y="285"/>
                </a:lnTo>
                <a:lnTo>
                  <a:pt x="419" y="285"/>
                </a:lnTo>
                <a:lnTo>
                  <a:pt x="419" y="292"/>
                </a:lnTo>
                <a:close/>
                <a:moveTo>
                  <a:pt x="435" y="292"/>
                </a:moveTo>
                <a:lnTo>
                  <a:pt x="442" y="292"/>
                </a:lnTo>
                <a:lnTo>
                  <a:pt x="442" y="285"/>
                </a:lnTo>
                <a:lnTo>
                  <a:pt x="435" y="285"/>
                </a:lnTo>
                <a:lnTo>
                  <a:pt x="435" y="292"/>
                </a:lnTo>
                <a:close/>
                <a:moveTo>
                  <a:pt x="452" y="292"/>
                </a:moveTo>
                <a:lnTo>
                  <a:pt x="459" y="292"/>
                </a:lnTo>
                <a:lnTo>
                  <a:pt x="459" y="285"/>
                </a:lnTo>
                <a:lnTo>
                  <a:pt x="452" y="285"/>
                </a:lnTo>
                <a:lnTo>
                  <a:pt x="452" y="292"/>
                </a:lnTo>
                <a:close/>
                <a:moveTo>
                  <a:pt x="469" y="292"/>
                </a:moveTo>
                <a:lnTo>
                  <a:pt x="476" y="292"/>
                </a:lnTo>
                <a:lnTo>
                  <a:pt x="476" y="285"/>
                </a:lnTo>
                <a:lnTo>
                  <a:pt x="469" y="285"/>
                </a:lnTo>
                <a:lnTo>
                  <a:pt x="469" y="292"/>
                </a:lnTo>
                <a:close/>
                <a:moveTo>
                  <a:pt x="485" y="292"/>
                </a:moveTo>
                <a:lnTo>
                  <a:pt x="492" y="292"/>
                </a:lnTo>
                <a:lnTo>
                  <a:pt x="492" y="285"/>
                </a:lnTo>
                <a:lnTo>
                  <a:pt x="485" y="285"/>
                </a:lnTo>
                <a:lnTo>
                  <a:pt x="485" y="292"/>
                </a:lnTo>
                <a:close/>
                <a:moveTo>
                  <a:pt x="502" y="292"/>
                </a:moveTo>
                <a:lnTo>
                  <a:pt x="509" y="292"/>
                </a:lnTo>
                <a:lnTo>
                  <a:pt x="509" y="285"/>
                </a:lnTo>
                <a:lnTo>
                  <a:pt x="502" y="285"/>
                </a:lnTo>
                <a:lnTo>
                  <a:pt x="502" y="292"/>
                </a:lnTo>
                <a:close/>
                <a:moveTo>
                  <a:pt x="518" y="292"/>
                </a:moveTo>
                <a:lnTo>
                  <a:pt x="525" y="292"/>
                </a:lnTo>
                <a:lnTo>
                  <a:pt x="525" y="285"/>
                </a:lnTo>
                <a:lnTo>
                  <a:pt x="518" y="285"/>
                </a:lnTo>
                <a:lnTo>
                  <a:pt x="518" y="292"/>
                </a:lnTo>
                <a:close/>
                <a:moveTo>
                  <a:pt x="535" y="292"/>
                </a:moveTo>
                <a:lnTo>
                  <a:pt x="542" y="292"/>
                </a:lnTo>
                <a:lnTo>
                  <a:pt x="542" y="285"/>
                </a:lnTo>
                <a:lnTo>
                  <a:pt x="535" y="285"/>
                </a:lnTo>
                <a:lnTo>
                  <a:pt x="535" y="292"/>
                </a:lnTo>
                <a:close/>
                <a:moveTo>
                  <a:pt x="551" y="292"/>
                </a:moveTo>
                <a:lnTo>
                  <a:pt x="559" y="292"/>
                </a:lnTo>
                <a:lnTo>
                  <a:pt x="559" y="285"/>
                </a:lnTo>
                <a:lnTo>
                  <a:pt x="551" y="285"/>
                </a:lnTo>
                <a:lnTo>
                  <a:pt x="551" y="292"/>
                </a:lnTo>
                <a:close/>
                <a:moveTo>
                  <a:pt x="568" y="292"/>
                </a:moveTo>
                <a:lnTo>
                  <a:pt x="575" y="292"/>
                </a:lnTo>
                <a:lnTo>
                  <a:pt x="575" y="285"/>
                </a:lnTo>
                <a:lnTo>
                  <a:pt x="568" y="285"/>
                </a:lnTo>
                <a:lnTo>
                  <a:pt x="568" y="292"/>
                </a:lnTo>
                <a:close/>
                <a:moveTo>
                  <a:pt x="585" y="292"/>
                </a:moveTo>
                <a:lnTo>
                  <a:pt x="592" y="292"/>
                </a:lnTo>
                <a:lnTo>
                  <a:pt x="592" y="285"/>
                </a:lnTo>
                <a:lnTo>
                  <a:pt x="585" y="285"/>
                </a:lnTo>
                <a:lnTo>
                  <a:pt x="585" y="292"/>
                </a:lnTo>
                <a:close/>
                <a:moveTo>
                  <a:pt x="601" y="292"/>
                </a:moveTo>
                <a:lnTo>
                  <a:pt x="608" y="292"/>
                </a:lnTo>
                <a:lnTo>
                  <a:pt x="608" y="285"/>
                </a:lnTo>
                <a:lnTo>
                  <a:pt x="601" y="285"/>
                </a:lnTo>
                <a:lnTo>
                  <a:pt x="601" y="292"/>
                </a:lnTo>
                <a:close/>
                <a:moveTo>
                  <a:pt x="620" y="292"/>
                </a:moveTo>
                <a:lnTo>
                  <a:pt x="625" y="292"/>
                </a:lnTo>
                <a:lnTo>
                  <a:pt x="625" y="285"/>
                </a:lnTo>
                <a:lnTo>
                  <a:pt x="620" y="285"/>
                </a:lnTo>
                <a:lnTo>
                  <a:pt x="620" y="292"/>
                </a:lnTo>
                <a:close/>
                <a:moveTo>
                  <a:pt x="637" y="292"/>
                </a:moveTo>
                <a:lnTo>
                  <a:pt x="644" y="292"/>
                </a:lnTo>
                <a:lnTo>
                  <a:pt x="644" y="285"/>
                </a:lnTo>
                <a:lnTo>
                  <a:pt x="637" y="285"/>
                </a:lnTo>
                <a:lnTo>
                  <a:pt x="637" y="292"/>
                </a:lnTo>
                <a:close/>
                <a:moveTo>
                  <a:pt x="653" y="292"/>
                </a:moveTo>
                <a:lnTo>
                  <a:pt x="660" y="292"/>
                </a:lnTo>
                <a:lnTo>
                  <a:pt x="660" y="285"/>
                </a:lnTo>
                <a:lnTo>
                  <a:pt x="653" y="285"/>
                </a:lnTo>
                <a:lnTo>
                  <a:pt x="653" y="292"/>
                </a:lnTo>
                <a:close/>
                <a:moveTo>
                  <a:pt x="670" y="292"/>
                </a:moveTo>
                <a:lnTo>
                  <a:pt x="677" y="292"/>
                </a:lnTo>
                <a:lnTo>
                  <a:pt x="677" y="285"/>
                </a:lnTo>
                <a:lnTo>
                  <a:pt x="670" y="285"/>
                </a:lnTo>
                <a:lnTo>
                  <a:pt x="670" y="292"/>
                </a:lnTo>
                <a:close/>
                <a:moveTo>
                  <a:pt x="686" y="292"/>
                </a:moveTo>
                <a:lnTo>
                  <a:pt x="693" y="292"/>
                </a:lnTo>
                <a:lnTo>
                  <a:pt x="693" y="285"/>
                </a:lnTo>
                <a:lnTo>
                  <a:pt x="686" y="285"/>
                </a:lnTo>
                <a:lnTo>
                  <a:pt x="686" y="292"/>
                </a:lnTo>
                <a:close/>
                <a:moveTo>
                  <a:pt x="703" y="292"/>
                </a:moveTo>
                <a:lnTo>
                  <a:pt x="710" y="292"/>
                </a:lnTo>
                <a:lnTo>
                  <a:pt x="710" y="285"/>
                </a:lnTo>
                <a:lnTo>
                  <a:pt x="703" y="285"/>
                </a:lnTo>
                <a:lnTo>
                  <a:pt x="703" y="292"/>
                </a:lnTo>
                <a:close/>
                <a:moveTo>
                  <a:pt x="720" y="292"/>
                </a:moveTo>
                <a:lnTo>
                  <a:pt x="727" y="292"/>
                </a:lnTo>
                <a:lnTo>
                  <a:pt x="727" y="285"/>
                </a:lnTo>
                <a:lnTo>
                  <a:pt x="720" y="285"/>
                </a:lnTo>
                <a:lnTo>
                  <a:pt x="720" y="292"/>
                </a:lnTo>
                <a:close/>
                <a:moveTo>
                  <a:pt x="736" y="292"/>
                </a:moveTo>
                <a:lnTo>
                  <a:pt x="743" y="292"/>
                </a:lnTo>
                <a:lnTo>
                  <a:pt x="743" y="285"/>
                </a:lnTo>
                <a:lnTo>
                  <a:pt x="736" y="285"/>
                </a:lnTo>
                <a:lnTo>
                  <a:pt x="736" y="292"/>
                </a:lnTo>
                <a:close/>
                <a:moveTo>
                  <a:pt x="753" y="292"/>
                </a:moveTo>
                <a:lnTo>
                  <a:pt x="760" y="292"/>
                </a:lnTo>
                <a:lnTo>
                  <a:pt x="760" y="285"/>
                </a:lnTo>
                <a:lnTo>
                  <a:pt x="753" y="285"/>
                </a:lnTo>
                <a:lnTo>
                  <a:pt x="753" y="292"/>
                </a:lnTo>
                <a:close/>
                <a:moveTo>
                  <a:pt x="769" y="292"/>
                </a:moveTo>
                <a:lnTo>
                  <a:pt x="776" y="292"/>
                </a:lnTo>
                <a:lnTo>
                  <a:pt x="776" y="285"/>
                </a:lnTo>
                <a:lnTo>
                  <a:pt x="769" y="285"/>
                </a:lnTo>
                <a:lnTo>
                  <a:pt x="769" y="292"/>
                </a:lnTo>
                <a:close/>
                <a:moveTo>
                  <a:pt x="786" y="292"/>
                </a:moveTo>
                <a:lnTo>
                  <a:pt x="793" y="292"/>
                </a:lnTo>
                <a:lnTo>
                  <a:pt x="793" y="285"/>
                </a:lnTo>
                <a:lnTo>
                  <a:pt x="786" y="285"/>
                </a:lnTo>
                <a:lnTo>
                  <a:pt x="786" y="292"/>
                </a:lnTo>
                <a:close/>
                <a:moveTo>
                  <a:pt x="802" y="292"/>
                </a:moveTo>
                <a:lnTo>
                  <a:pt x="810" y="292"/>
                </a:lnTo>
                <a:lnTo>
                  <a:pt x="810" y="285"/>
                </a:lnTo>
                <a:lnTo>
                  <a:pt x="802" y="285"/>
                </a:lnTo>
                <a:lnTo>
                  <a:pt x="802" y="292"/>
                </a:lnTo>
                <a:close/>
                <a:moveTo>
                  <a:pt x="819" y="292"/>
                </a:moveTo>
                <a:lnTo>
                  <a:pt x="826" y="292"/>
                </a:lnTo>
                <a:lnTo>
                  <a:pt x="826" y="285"/>
                </a:lnTo>
                <a:lnTo>
                  <a:pt x="819" y="285"/>
                </a:lnTo>
                <a:lnTo>
                  <a:pt x="819" y="292"/>
                </a:lnTo>
                <a:close/>
                <a:moveTo>
                  <a:pt x="836" y="292"/>
                </a:moveTo>
                <a:lnTo>
                  <a:pt x="843" y="292"/>
                </a:lnTo>
                <a:lnTo>
                  <a:pt x="843" y="285"/>
                </a:lnTo>
                <a:lnTo>
                  <a:pt x="836" y="285"/>
                </a:lnTo>
                <a:lnTo>
                  <a:pt x="836" y="292"/>
                </a:lnTo>
                <a:close/>
                <a:moveTo>
                  <a:pt x="852" y="292"/>
                </a:moveTo>
                <a:lnTo>
                  <a:pt x="859" y="292"/>
                </a:lnTo>
                <a:lnTo>
                  <a:pt x="859" y="285"/>
                </a:lnTo>
                <a:lnTo>
                  <a:pt x="852" y="285"/>
                </a:lnTo>
                <a:lnTo>
                  <a:pt x="852" y="292"/>
                </a:lnTo>
                <a:close/>
                <a:moveTo>
                  <a:pt x="871" y="292"/>
                </a:moveTo>
                <a:lnTo>
                  <a:pt x="876" y="292"/>
                </a:lnTo>
                <a:lnTo>
                  <a:pt x="876" y="285"/>
                </a:lnTo>
                <a:lnTo>
                  <a:pt x="871" y="285"/>
                </a:lnTo>
                <a:lnTo>
                  <a:pt x="871" y="292"/>
                </a:lnTo>
                <a:close/>
                <a:moveTo>
                  <a:pt x="888" y="292"/>
                </a:moveTo>
                <a:lnTo>
                  <a:pt x="895" y="292"/>
                </a:lnTo>
                <a:lnTo>
                  <a:pt x="895" y="285"/>
                </a:lnTo>
                <a:lnTo>
                  <a:pt x="888" y="285"/>
                </a:lnTo>
                <a:lnTo>
                  <a:pt x="888" y="292"/>
                </a:lnTo>
                <a:close/>
                <a:moveTo>
                  <a:pt x="904" y="292"/>
                </a:moveTo>
                <a:lnTo>
                  <a:pt x="911" y="292"/>
                </a:lnTo>
                <a:lnTo>
                  <a:pt x="911" y="285"/>
                </a:lnTo>
                <a:lnTo>
                  <a:pt x="904" y="285"/>
                </a:lnTo>
                <a:lnTo>
                  <a:pt x="904" y="292"/>
                </a:lnTo>
                <a:close/>
                <a:moveTo>
                  <a:pt x="921" y="292"/>
                </a:moveTo>
                <a:lnTo>
                  <a:pt x="928" y="292"/>
                </a:lnTo>
                <a:lnTo>
                  <a:pt x="928" y="285"/>
                </a:lnTo>
                <a:lnTo>
                  <a:pt x="921" y="285"/>
                </a:lnTo>
                <a:lnTo>
                  <a:pt x="921" y="292"/>
                </a:lnTo>
                <a:close/>
                <a:moveTo>
                  <a:pt x="1004" y="292"/>
                </a:moveTo>
                <a:lnTo>
                  <a:pt x="1011" y="292"/>
                </a:lnTo>
                <a:lnTo>
                  <a:pt x="1011" y="285"/>
                </a:lnTo>
                <a:lnTo>
                  <a:pt x="1004" y="285"/>
                </a:lnTo>
                <a:lnTo>
                  <a:pt x="1004" y="292"/>
                </a:lnTo>
                <a:close/>
                <a:moveTo>
                  <a:pt x="1020" y="292"/>
                </a:moveTo>
                <a:lnTo>
                  <a:pt x="1027" y="292"/>
                </a:lnTo>
                <a:lnTo>
                  <a:pt x="1027" y="285"/>
                </a:lnTo>
                <a:lnTo>
                  <a:pt x="1020" y="285"/>
                </a:lnTo>
                <a:lnTo>
                  <a:pt x="1020" y="292"/>
                </a:lnTo>
                <a:close/>
                <a:moveTo>
                  <a:pt x="1037" y="292"/>
                </a:moveTo>
                <a:lnTo>
                  <a:pt x="1044" y="292"/>
                </a:lnTo>
                <a:lnTo>
                  <a:pt x="1044" y="285"/>
                </a:lnTo>
                <a:lnTo>
                  <a:pt x="1037" y="285"/>
                </a:lnTo>
                <a:lnTo>
                  <a:pt x="1037" y="292"/>
                </a:lnTo>
                <a:close/>
                <a:moveTo>
                  <a:pt x="1053" y="292"/>
                </a:moveTo>
                <a:lnTo>
                  <a:pt x="1061" y="292"/>
                </a:lnTo>
                <a:lnTo>
                  <a:pt x="1061" y="285"/>
                </a:lnTo>
                <a:lnTo>
                  <a:pt x="1053" y="285"/>
                </a:lnTo>
                <a:lnTo>
                  <a:pt x="1053" y="292"/>
                </a:lnTo>
                <a:close/>
                <a:moveTo>
                  <a:pt x="1070" y="292"/>
                </a:moveTo>
                <a:lnTo>
                  <a:pt x="1077" y="292"/>
                </a:lnTo>
                <a:lnTo>
                  <a:pt x="1077" y="285"/>
                </a:lnTo>
                <a:lnTo>
                  <a:pt x="1070" y="285"/>
                </a:lnTo>
                <a:lnTo>
                  <a:pt x="1070" y="292"/>
                </a:lnTo>
                <a:close/>
                <a:moveTo>
                  <a:pt x="1087" y="292"/>
                </a:moveTo>
                <a:lnTo>
                  <a:pt x="1094" y="292"/>
                </a:lnTo>
                <a:lnTo>
                  <a:pt x="1094" y="285"/>
                </a:lnTo>
                <a:lnTo>
                  <a:pt x="1087" y="285"/>
                </a:lnTo>
                <a:lnTo>
                  <a:pt x="1087" y="292"/>
                </a:lnTo>
                <a:close/>
                <a:moveTo>
                  <a:pt x="1103" y="292"/>
                </a:moveTo>
                <a:lnTo>
                  <a:pt x="1110" y="292"/>
                </a:lnTo>
                <a:lnTo>
                  <a:pt x="1110" y="285"/>
                </a:lnTo>
                <a:lnTo>
                  <a:pt x="1103" y="285"/>
                </a:lnTo>
                <a:lnTo>
                  <a:pt x="1103" y="292"/>
                </a:lnTo>
                <a:close/>
                <a:moveTo>
                  <a:pt x="1120" y="292"/>
                </a:moveTo>
                <a:lnTo>
                  <a:pt x="1127" y="292"/>
                </a:lnTo>
                <a:lnTo>
                  <a:pt x="1127" y="285"/>
                </a:lnTo>
                <a:lnTo>
                  <a:pt x="1120" y="285"/>
                </a:lnTo>
                <a:lnTo>
                  <a:pt x="1120" y="292"/>
                </a:lnTo>
                <a:close/>
                <a:moveTo>
                  <a:pt x="1139" y="292"/>
                </a:moveTo>
                <a:lnTo>
                  <a:pt x="1146" y="292"/>
                </a:lnTo>
                <a:lnTo>
                  <a:pt x="1146" y="285"/>
                </a:lnTo>
                <a:lnTo>
                  <a:pt x="1139" y="285"/>
                </a:lnTo>
                <a:lnTo>
                  <a:pt x="1139" y="292"/>
                </a:lnTo>
                <a:close/>
                <a:moveTo>
                  <a:pt x="1155" y="292"/>
                </a:moveTo>
                <a:lnTo>
                  <a:pt x="1162" y="292"/>
                </a:lnTo>
                <a:lnTo>
                  <a:pt x="1162" y="285"/>
                </a:lnTo>
                <a:lnTo>
                  <a:pt x="1155" y="285"/>
                </a:lnTo>
                <a:lnTo>
                  <a:pt x="1155" y="292"/>
                </a:lnTo>
                <a:close/>
                <a:moveTo>
                  <a:pt x="1172" y="292"/>
                </a:moveTo>
                <a:lnTo>
                  <a:pt x="1179" y="292"/>
                </a:lnTo>
                <a:lnTo>
                  <a:pt x="1179" y="285"/>
                </a:lnTo>
                <a:lnTo>
                  <a:pt x="1172" y="285"/>
                </a:lnTo>
                <a:lnTo>
                  <a:pt x="1172" y="292"/>
                </a:lnTo>
                <a:close/>
                <a:moveTo>
                  <a:pt x="1188" y="292"/>
                </a:moveTo>
                <a:lnTo>
                  <a:pt x="1196" y="292"/>
                </a:lnTo>
                <a:lnTo>
                  <a:pt x="1196" y="285"/>
                </a:lnTo>
                <a:lnTo>
                  <a:pt x="1188" y="285"/>
                </a:lnTo>
                <a:lnTo>
                  <a:pt x="1188" y="292"/>
                </a:lnTo>
                <a:close/>
                <a:moveTo>
                  <a:pt x="1205" y="292"/>
                </a:moveTo>
                <a:lnTo>
                  <a:pt x="1212" y="292"/>
                </a:lnTo>
                <a:lnTo>
                  <a:pt x="1212" y="285"/>
                </a:lnTo>
                <a:lnTo>
                  <a:pt x="1205" y="285"/>
                </a:lnTo>
                <a:lnTo>
                  <a:pt x="1205" y="292"/>
                </a:lnTo>
                <a:close/>
                <a:moveTo>
                  <a:pt x="1572" y="292"/>
                </a:moveTo>
                <a:lnTo>
                  <a:pt x="1579" y="292"/>
                </a:lnTo>
                <a:lnTo>
                  <a:pt x="1579" y="285"/>
                </a:lnTo>
                <a:lnTo>
                  <a:pt x="1572" y="285"/>
                </a:lnTo>
                <a:lnTo>
                  <a:pt x="1572" y="292"/>
                </a:lnTo>
                <a:close/>
                <a:moveTo>
                  <a:pt x="1589" y="292"/>
                </a:moveTo>
                <a:lnTo>
                  <a:pt x="1596" y="292"/>
                </a:lnTo>
                <a:lnTo>
                  <a:pt x="1596" y="285"/>
                </a:lnTo>
                <a:lnTo>
                  <a:pt x="1589" y="285"/>
                </a:lnTo>
                <a:lnTo>
                  <a:pt x="1589" y="292"/>
                </a:lnTo>
                <a:close/>
                <a:moveTo>
                  <a:pt x="1605" y="292"/>
                </a:moveTo>
                <a:lnTo>
                  <a:pt x="1612" y="292"/>
                </a:lnTo>
                <a:lnTo>
                  <a:pt x="1612" y="285"/>
                </a:lnTo>
                <a:lnTo>
                  <a:pt x="1605" y="285"/>
                </a:lnTo>
                <a:lnTo>
                  <a:pt x="1605" y="292"/>
                </a:lnTo>
                <a:close/>
                <a:moveTo>
                  <a:pt x="1622" y="292"/>
                </a:moveTo>
                <a:lnTo>
                  <a:pt x="1629" y="292"/>
                </a:lnTo>
                <a:lnTo>
                  <a:pt x="1629" y="285"/>
                </a:lnTo>
                <a:lnTo>
                  <a:pt x="1622" y="285"/>
                </a:lnTo>
                <a:lnTo>
                  <a:pt x="1622" y="292"/>
                </a:lnTo>
                <a:close/>
                <a:moveTo>
                  <a:pt x="1638" y="292"/>
                </a:moveTo>
                <a:lnTo>
                  <a:pt x="1645" y="292"/>
                </a:lnTo>
                <a:lnTo>
                  <a:pt x="1645" y="285"/>
                </a:lnTo>
                <a:lnTo>
                  <a:pt x="1638" y="285"/>
                </a:lnTo>
                <a:lnTo>
                  <a:pt x="1638" y="292"/>
                </a:lnTo>
                <a:close/>
                <a:moveTo>
                  <a:pt x="1657" y="292"/>
                </a:moveTo>
                <a:lnTo>
                  <a:pt x="1664" y="292"/>
                </a:lnTo>
                <a:lnTo>
                  <a:pt x="1664" y="285"/>
                </a:lnTo>
                <a:lnTo>
                  <a:pt x="1657" y="285"/>
                </a:lnTo>
                <a:lnTo>
                  <a:pt x="1657" y="292"/>
                </a:lnTo>
                <a:close/>
                <a:moveTo>
                  <a:pt x="1674" y="292"/>
                </a:moveTo>
                <a:lnTo>
                  <a:pt x="1681" y="292"/>
                </a:lnTo>
                <a:lnTo>
                  <a:pt x="1681" y="285"/>
                </a:lnTo>
                <a:lnTo>
                  <a:pt x="1674" y="285"/>
                </a:lnTo>
                <a:lnTo>
                  <a:pt x="1674" y="292"/>
                </a:lnTo>
                <a:close/>
                <a:moveTo>
                  <a:pt x="1690" y="292"/>
                </a:moveTo>
                <a:lnTo>
                  <a:pt x="1698" y="292"/>
                </a:lnTo>
                <a:lnTo>
                  <a:pt x="1698" y="285"/>
                </a:lnTo>
                <a:lnTo>
                  <a:pt x="1690" y="285"/>
                </a:lnTo>
                <a:lnTo>
                  <a:pt x="1690" y="292"/>
                </a:lnTo>
                <a:close/>
                <a:moveTo>
                  <a:pt x="1707" y="292"/>
                </a:moveTo>
                <a:lnTo>
                  <a:pt x="1714" y="292"/>
                </a:lnTo>
                <a:lnTo>
                  <a:pt x="1714" y="285"/>
                </a:lnTo>
                <a:lnTo>
                  <a:pt x="1707" y="285"/>
                </a:lnTo>
                <a:lnTo>
                  <a:pt x="1707" y="292"/>
                </a:lnTo>
                <a:close/>
                <a:moveTo>
                  <a:pt x="1724" y="292"/>
                </a:moveTo>
                <a:lnTo>
                  <a:pt x="1731" y="292"/>
                </a:lnTo>
                <a:lnTo>
                  <a:pt x="1731" y="285"/>
                </a:lnTo>
                <a:lnTo>
                  <a:pt x="1724" y="285"/>
                </a:lnTo>
                <a:lnTo>
                  <a:pt x="1724" y="292"/>
                </a:lnTo>
                <a:close/>
                <a:moveTo>
                  <a:pt x="1740" y="292"/>
                </a:moveTo>
                <a:lnTo>
                  <a:pt x="1747" y="292"/>
                </a:lnTo>
                <a:lnTo>
                  <a:pt x="1747" y="285"/>
                </a:lnTo>
                <a:lnTo>
                  <a:pt x="1740" y="285"/>
                </a:lnTo>
                <a:lnTo>
                  <a:pt x="1740" y="292"/>
                </a:lnTo>
                <a:close/>
                <a:moveTo>
                  <a:pt x="1757" y="292"/>
                </a:moveTo>
                <a:lnTo>
                  <a:pt x="1764" y="292"/>
                </a:lnTo>
                <a:lnTo>
                  <a:pt x="1764" y="285"/>
                </a:lnTo>
                <a:lnTo>
                  <a:pt x="1757" y="285"/>
                </a:lnTo>
                <a:lnTo>
                  <a:pt x="1757" y="292"/>
                </a:lnTo>
                <a:close/>
                <a:moveTo>
                  <a:pt x="1773" y="292"/>
                </a:moveTo>
                <a:lnTo>
                  <a:pt x="1780" y="292"/>
                </a:lnTo>
                <a:lnTo>
                  <a:pt x="1780" y="285"/>
                </a:lnTo>
                <a:lnTo>
                  <a:pt x="1773" y="285"/>
                </a:lnTo>
                <a:lnTo>
                  <a:pt x="1773" y="292"/>
                </a:lnTo>
                <a:close/>
                <a:moveTo>
                  <a:pt x="1790" y="292"/>
                </a:moveTo>
                <a:lnTo>
                  <a:pt x="1797" y="292"/>
                </a:lnTo>
                <a:lnTo>
                  <a:pt x="1797" y="285"/>
                </a:lnTo>
                <a:lnTo>
                  <a:pt x="1790" y="285"/>
                </a:lnTo>
                <a:lnTo>
                  <a:pt x="1790" y="292"/>
                </a:lnTo>
                <a:close/>
                <a:moveTo>
                  <a:pt x="1806" y="292"/>
                </a:moveTo>
                <a:lnTo>
                  <a:pt x="1814" y="292"/>
                </a:lnTo>
                <a:lnTo>
                  <a:pt x="1814" y="285"/>
                </a:lnTo>
                <a:lnTo>
                  <a:pt x="1806" y="285"/>
                </a:lnTo>
                <a:lnTo>
                  <a:pt x="1806" y="292"/>
                </a:lnTo>
                <a:close/>
                <a:moveTo>
                  <a:pt x="1823" y="292"/>
                </a:moveTo>
                <a:lnTo>
                  <a:pt x="1830" y="292"/>
                </a:lnTo>
                <a:lnTo>
                  <a:pt x="1830" y="285"/>
                </a:lnTo>
                <a:lnTo>
                  <a:pt x="1823" y="285"/>
                </a:lnTo>
                <a:lnTo>
                  <a:pt x="1823" y="292"/>
                </a:lnTo>
                <a:close/>
                <a:moveTo>
                  <a:pt x="1840" y="292"/>
                </a:moveTo>
                <a:lnTo>
                  <a:pt x="1847" y="292"/>
                </a:lnTo>
                <a:lnTo>
                  <a:pt x="1847" y="285"/>
                </a:lnTo>
                <a:lnTo>
                  <a:pt x="1840" y="285"/>
                </a:lnTo>
                <a:lnTo>
                  <a:pt x="1840" y="292"/>
                </a:lnTo>
                <a:close/>
                <a:moveTo>
                  <a:pt x="1856" y="292"/>
                </a:moveTo>
                <a:lnTo>
                  <a:pt x="1863" y="292"/>
                </a:lnTo>
                <a:lnTo>
                  <a:pt x="1863" y="285"/>
                </a:lnTo>
                <a:lnTo>
                  <a:pt x="1856" y="285"/>
                </a:lnTo>
                <a:lnTo>
                  <a:pt x="1856" y="292"/>
                </a:lnTo>
                <a:close/>
                <a:moveTo>
                  <a:pt x="1873" y="292"/>
                </a:moveTo>
                <a:lnTo>
                  <a:pt x="1880" y="292"/>
                </a:lnTo>
                <a:lnTo>
                  <a:pt x="1880" y="285"/>
                </a:lnTo>
                <a:lnTo>
                  <a:pt x="1873" y="285"/>
                </a:lnTo>
                <a:lnTo>
                  <a:pt x="1873" y="292"/>
                </a:lnTo>
                <a:close/>
                <a:moveTo>
                  <a:pt x="1889" y="292"/>
                </a:moveTo>
                <a:lnTo>
                  <a:pt x="1896" y="292"/>
                </a:lnTo>
                <a:lnTo>
                  <a:pt x="1896" y="285"/>
                </a:lnTo>
                <a:lnTo>
                  <a:pt x="1889" y="285"/>
                </a:lnTo>
                <a:lnTo>
                  <a:pt x="1889" y="292"/>
                </a:lnTo>
                <a:close/>
                <a:moveTo>
                  <a:pt x="1908" y="292"/>
                </a:moveTo>
                <a:lnTo>
                  <a:pt x="1915" y="292"/>
                </a:lnTo>
                <a:lnTo>
                  <a:pt x="1915" y="285"/>
                </a:lnTo>
                <a:lnTo>
                  <a:pt x="1908" y="285"/>
                </a:lnTo>
                <a:lnTo>
                  <a:pt x="1908" y="292"/>
                </a:lnTo>
                <a:close/>
                <a:moveTo>
                  <a:pt x="1925" y="292"/>
                </a:moveTo>
                <a:lnTo>
                  <a:pt x="1932" y="292"/>
                </a:lnTo>
                <a:lnTo>
                  <a:pt x="1932" y="285"/>
                </a:lnTo>
                <a:lnTo>
                  <a:pt x="1925" y="285"/>
                </a:lnTo>
                <a:lnTo>
                  <a:pt x="1925" y="292"/>
                </a:lnTo>
                <a:close/>
                <a:moveTo>
                  <a:pt x="1941" y="292"/>
                </a:moveTo>
                <a:lnTo>
                  <a:pt x="1949" y="292"/>
                </a:lnTo>
                <a:lnTo>
                  <a:pt x="1949" y="285"/>
                </a:lnTo>
                <a:lnTo>
                  <a:pt x="1941" y="285"/>
                </a:lnTo>
                <a:lnTo>
                  <a:pt x="1941" y="292"/>
                </a:lnTo>
                <a:close/>
                <a:moveTo>
                  <a:pt x="1958" y="292"/>
                </a:moveTo>
                <a:lnTo>
                  <a:pt x="1965" y="292"/>
                </a:lnTo>
                <a:lnTo>
                  <a:pt x="1965" y="285"/>
                </a:lnTo>
                <a:lnTo>
                  <a:pt x="1958" y="285"/>
                </a:lnTo>
                <a:lnTo>
                  <a:pt x="1958" y="292"/>
                </a:lnTo>
                <a:close/>
                <a:moveTo>
                  <a:pt x="1975" y="292"/>
                </a:moveTo>
                <a:lnTo>
                  <a:pt x="1982" y="292"/>
                </a:lnTo>
                <a:lnTo>
                  <a:pt x="1982" y="285"/>
                </a:lnTo>
                <a:lnTo>
                  <a:pt x="1975" y="285"/>
                </a:lnTo>
                <a:lnTo>
                  <a:pt x="1975" y="292"/>
                </a:lnTo>
                <a:close/>
                <a:moveTo>
                  <a:pt x="1991" y="292"/>
                </a:moveTo>
                <a:lnTo>
                  <a:pt x="1998" y="292"/>
                </a:lnTo>
                <a:lnTo>
                  <a:pt x="1998" y="285"/>
                </a:lnTo>
                <a:lnTo>
                  <a:pt x="1991" y="285"/>
                </a:lnTo>
                <a:lnTo>
                  <a:pt x="1991" y="292"/>
                </a:lnTo>
                <a:close/>
                <a:moveTo>
                  <a:pt x="2008" y="292"/>
                </a:moveTo>
                <a:lnTo>
                  <a:pt x="2015" y="292"/>
                </a:lnTo>
                <a:lnTo>
                  <a:pt x="2015" y="285"/>
                </a:lnTo>
                <a:lnTo>
                  <a:pt x="2008" y="285"/>
                </a:lnTo>
                <a:lnTo>
                  <a:pt x="2008" y="292"/>
                </a:lnTo>
                <a:close/>
                <a:moveTo>
                  <a:pt x="2024" y="292"/>
                </a:moveTo>
                <a:lnTo>
                  <a:pt x="2031" y="292"/>
                </a:lnTo>
                <a:lnTo>
                  <a:pt x="2031" y="285"/>
                </a:lnTo>
                <a:lnTo>
                  <a:pt x="2024" y="285"/>
                </a:lnTo>
                <a:lnTo>
                  <a:pt x="2024" y="292"/>
                </a:lnTo>
                <a:close/>
                <a:moveTo>
                  <a:pt x="2041" y="292"/>
                </a:moveTo>
                <a:lnTo>
                  <a:pt x="2048" y="292"/>
                </a:lnTo>
                <a:lnTo>
                  <a:pt x="2048" y="285"/>
                </a:lnTo>
                <a:lnTo>
                  <a:pt x="2041" y="285"/>
                </a:lnTo>
                <a:lnTo>
                  <a:pt x="2041" y="292"/>
                </a:lnTo>
                <a:close/>
                <a:moveTo>
                  <a:pt x="2057" y="292"/>
                </a:moveTo>
                <a:lnTo>
                  <a:pt x="2065" y="292"/>
                </a:lnTo>
                <a:lnTo>
                  <a:pt x="2065" y="285"/>
                </a:lnTo>
                <a:lnTo>
                  <a:pt x="2057" y="285"/>
                </a:lnTo>
                <a:lnTo>
                  <a:pt x="2057" y="292"/>
                </a:lnTo>
                <a:close/>
                <a:moveTo>
                  <a:pt x="2074" y="292"/>
                </a:moveTo>
                <a:lnTo>
                  <a:pt x="2081" y="292"/>
                </a:lnTo>
                <a:lnTo>
                  <a:pt x="2081" y="285"/>
                </a:lnTo>
                <a:lnTo>
                  <a:pt x="2074" y="285"/>
                </a:lnTo>
                <a:lnTo>
                  <a:pt x="2074" y="292"/>
                </a:lnTo>
                <a:close/>
                <a:moveTo>
                  <a:pt x="2091" y="292"/>
                </a:moveTo>
                <a:lnTo>
                  <a:pt x="2098" y="292"/>
                </a:lnTo>
                <a:lnTo>
                  <a:pt x="2098" y="285"/>
                </a:lnTo>
                <a:lnTo>
                  <a:pt x="2091" y="285"/>
                </a:lnTo>
                <a:lnTo>
                  <a:pt x="2091" y="292"/>
                </a:lnTo>
                <a:close/>
                <a:moveTo>
                  <a:pt x="2107" y="292"/>
                </a:moveTo>
                <a:lnTo>
                  <a:pt x="2114" y="292"/>
                </a:lnTo>
                <a:lnTo>
                  <a:pt x="2114" y="285"/>
                </a:lnTo>
                <a:lnTo>
                  <a:pt x="2107" y="285"/>
                </a:lnTo>
                <a:lnTo>
                  <a:pt x="2107" y="292"/>
                </a:lnTo>
                <a:close/>
                <a:moveTo>
                  <a:pt x="2124" y="292"/>
                </a:moveTo>
                <a:lnTo>
                  <a:pt x="2131" y="292"/>
                </a:lnTo>
                <a:lnTo>
                  <a:pt x="2131" y="285"/>
                </a:lnTo>
                <a:lnTo>
                  <a:pt x="2124" y="285"/>
                </a:lnTo>
                <a:lnTo>
                  <a:pt x="2124" y="292"/>
                </a:lnTo>
                <a:close/>
                <a:moveTo>
                  <a:pt x="2140" y="292"/>
                </a:moveTo>
                <a:lnTo>
                  <a:pt x="2147" y="292"/>
                </a:lnTo>
                <a:lnTo>
                  <a:pt x="2147" y="285"/>
                </a:lnTo>
                <a:lnTo>
                  <a:pt x="2140" y="285"/>
                </a:lnTo>
                <a:lnTo>
                  <a:pt x="2140" y="292"/>
                </a:lnTo>
                <a:close/>
                <a:moveTo>
                  <a:pt x="2159" y="292"/>
                </a:moveTo>
                <a:lnTo>
                  <a:pt x="2164" y="292"/>
                </a:lnTo>
                <a:lnTo>
                  <a:pt x="2164" y="285"/>
                </a:lnTo>
                <a:lnTo>
                  <a:pt x="2159" y="285"/>
                </a:lnTo>
                <a:lnTo>
                  <a:pt x="2159" y="292"/>
                </a:lnTo>
                <a:close/>
                <a:moveTo>
                  <a:pt x="2176" y="292"/>
                </a:moveTo>
                <a:lnTo>
                  <a:pt x="2183" y="292"/>
                </a:lnTo>
                <a:lnTo>
                  <a:pt x="2183" y="285"/>
                </a:lnTo>
                <a:lnTo>
                  <a:pt x="2176" y="285"/>
                </a:lnTo>
                <a:lnTo>
                  <a:pt x="2176" y="292"/>
                </a:lnTo>
                <a:close/>
                <a:moveTo>
                  <a:pt x="2192" y="292"/>
                </a:moveTo>
                <a:lnTo>
                  <a:pt x="2200" y="292"/>
                </a:lnTo>
                <a:lnTo>
                  <a:pt x="2200" y="285"/>
                </a:lnTo>
                <a:lnTo>
                  <a:pt x="2192" y="285"/>
                </a:lnTo>
                <a:lnTo>
                  <a:pt x="2192" y="292"/>
                </a:lnTo>
                <a:close/>
                <a:moveTo>
                  <a:pt x="2209" y="292"/>
                </a:moveTo>
                <a:lnTo>
                  <a:pt x="2216" y="292"/>
                </a:lnTo>
                <a:lnTo>
                  <a:pt x="2216" y="285"/>
                </a:lnTo>
                <a:lnTo>
                  <a:pt x="2209" y="285"/>
                </a:lnTo>
                <a:lnTo>
                  <a:pt x="2209" y="292"/>
                </a:lnTo>
                <a:close/>
                <a:moveTo>
                  <a:pt x="2226" y="292"/>
                </a:moveTo>
                <a:lnTo>
                  <a:pt x="2233" y="292"/>
                </a:lnTo>
                <a:lnTo>
                  <a:pt x="2233" y="285"/>
                </a:lnTo>
                <a:lnTo>
                  <a:pt x="2226" y="285"/>
                </a:lnTo>
                <a:lnTo>
                  <a:pt x="2226" y="292"/>
                </a:lnTo>
                <a:close/>
                <a:moveTo>
                  <a:pt x="2242" y="292"/>
                </a:moveTo>
                <a:lnTo>
                  <a:pt x="2249" y="292"/>
                </a:lnTo>
                <a:lnTo>
                  <a:pt x="2249" y="285"/>
                </a:lnTo>
                <a:lnTo>
                  <a:pt x="2242" y="285"/>
                </a:lnTo>
                <a:lnTo>
                  <a:pt x="2242" y="292"/>
                </a:lnTo>
                <a:close/>
                <a:moveTo>
                  <a:pt x="2259" y="292"/>
                </a:moveTo>
                <a:lnTo>
                  <a:pt x="2266" y="292"/>
                </a:lnTo>
                <a:lnTo>
                  <a:pt x="2266" y="285"/>
                </a:lnTo>
                <a:lnTo>
                  <a:pt x="2259" y="285"/>
                </a:lnTo>
                <a:lnTo>
                  <a:pt x="2259" y="292"/>
                </a:lnTo>
                <a:close/>
                <a:moveTo>
                  <a:pt x="2275" y="292"/>
                </a:moveTo>
                <a:lnTo>
                  <a:pt x="2282" y="292"/>
                </a:lnTo>
                <a:lnTo>
                  <a:pt x="2282" y="285"/>
                </a:lnTo>
                <a:lnTo>
                  <a:pt x="2275" y="285"/>
                </a:lnTo>
                <a:lnTo>
                  <a:pt x="2275" y="292"/>
                </a:lnTo>
                <a:close/>
                <a:moveTo>
                  <a:pt x="2292" y="292"/>
                </a:moveTo>
                <a:lnTo>
                  <a:pt x="2299" y="292"/>
                </a:lnTo>
                <a:lnTo>
                  <a:pt x="2299" y="285"/>
                </a:lnTo>
                <a:lnTo>
                  <a:pt x="2292" y="285"/>
                </a:lnTo>
                <a:lnTo>
                  <a:pt x="2292" y="292"/>
                </a:lnTo>
                <a:close/>
                <a:moveTo>
                  <a:pt x="2308" y="292"/>
                </a:moveTo>
                <a:lnTo>
                  <a:pt x="2316" y="292"/>
                </a:lnTo>
                <a:lnTo>
                  <a:pt x="2316" y="285"/>
                </a:lnTo>
                <a:lnTo>
                  <a:pt x="2308" y="285"/>
                </a:lnTo>
                <a:lnTo>
                  <a:pt x="2308" y="292"/>
                </a:lnTo>
                <a:close/>
                <a:moveTo>
                  <a:pt x="2325" y="292"/>
                </a:moveTo>
                <a:lnTo>
                  <a:pt x="2332" y="292"/>
                </a:lnTo>
                <a:lnTo>
                  <a:pt x="2332" y="285"/>
                </a:lnTo>
                <a:lnTo>
                  <a:pt x="2325" y="285"/>
                </a:lnTo>
                <a:lnTo>
                  <a:pt x="2325" y="292"/>
                </a:lnTo>
                <a:close/>
                <a:moveTo>
                  <a:pt x="2342" y="292"/>
                </a:moveTo>
                <a:lnTo>
                  <a:pt x="2349" y="292"/>
                </a:lnTo>
                <a:lnTo>
                  <a:pt x="2349" y="285"/>
                </a:lnTo>
                <a:lnTo>
                  <a:pt x="2342" y="285"/>
                </a:lnTo>
                <a:lnTo>
                  <a:pt x="2342" y="292"/>
                </a:lnTo>
                <a:close/>
                <a:moveTo>
                  <a:pt x="2358" y="292"/>
                </a:moveTo>
                <a:lnTo>
                  <a:pt x="2365" y="292"/>
                </a:lnTo>
                <a:lnTo>
                  <a:pt x="2365" y="285"/>
                </a:lnTo>
                <a:lnTo>
                  <a:pt x="2358" y="285"/>
                </a:lnTo>
                <a:lnTo>
                  <a:pt x="2358" y="292"/>
                </a:lnTo>
                <a:close/>
                <a:moveTo>
                  <a:pt x="2375" y="292"/>
                </a:moveTo>
                <a:lnTo>
                  <a:pt x="2382" y="292"/>
                </a:lnTo>
                <a:lnTo>
                  <a:pt x="2382" y="285"/>
                </a:lnTo>
                <a:lnTo>
                  <a:pt x="2375" y="285"/>
                </a:lnTo>
                <a:lnTo>
                  <a:pt x="2375" y="292"/>
                </a:lnTo>
                <a:close/>
                <a:moveTo>
                  <a:pt x="2391" y="292"/>
                </a:moveTo>
                <a:lnTo>
                  <a:pt x="2398" y="292"/>
                </a:lnTo>
                <a:lnTo>
                  <a:pt x="2398" y="285"/>
                </a:lnTo>
                <a:lnTo>
                  <a:pt x="2391" y="285"/>
                </a:lnTo>
                <a:lnTo>
                  <a:pt x="2391" y="292"/>
                </a:lnTo>
                <a:close/>
                <a:moveTo>
                  <a:pt x="2408" y="292"/>
                </a:moveTo>
                <a:lnTo>
                  <a:pt x="2415" y="292"/>
                </a:lnTo>
                <a:lnTo>
                  <a:pt x="2415" y="285"/>
                </a:lnTo>
                <a:lnTo>
                  <a:pt x="2408" y="285"/>
                </a:lnTo>
                <a:lnTo>
                  <a:pt x="2408" y="292"/>
                </a:lnTo>
                <a:close/>
                <a:moveTo>
                  <a:pt x="2427" y="292"/>
                </a:moveTo>
                <a:lnTo>
                  <a:pt x="2434" y="292"/>
                </a:lnTo>
                <a:lnTo>
                  <a:pt x="2434" y="285"/>
                </a:lnTo>
                <a:lnTo>
                  <a:pt x="2427" y="285"/>
                </a:lnTo>
                <a:lnTo>
                  <a:pt x="2427" y="292"/>
                </a:lnTo>
                <a:close/>
                <a:moveTo>
                  <a:pt x="2443" y="292"/>
                </a:moveTo>
                <a:lnTo>
                  <a:pt x="2451" y="292"/>
                </a:lnTo>
                <a:lnTo>
                  <a:pt x="2451" y="285"/>
                </a:lnTo>
                <a:lnTo>
                  <a:pt x="2443" y="285"/>
                </a:lnTo>
                <a:lnTo>
                  <a:pt x="2443" y="292"/>
                </a:lnTo>
                <a:close/>
                <a:moveTo>
                  <a:pt x="2460" y="292"/>
                </a:moveTo>
                <a:lnTo>
                  <a:pt x="2467" y="292"/>
                </a:lnTo>
                <a:lnTo>
                  <a:pt x="2467" y="285"/>
                </a:lnTo>
                <a:lnTo>
                  <a:pt x="2460" y="285"/>
                </a:lnTo>
                <a:lnTo>
                  <a:pt x="2460" y="292"/>
                </a:lnTo>
                <a:close/>
                <a:moveTo>
                  <a:pt x="2477" y="292"/>
                </a:moveTo>
                <a:lnTo>
                  <a:pt x="2484" y="292"/>
                </a:lnTo>
                <a:lnTo>
                  <a:pt x="2484" y="285"/>
                </a:lnTo>
                <a:lnTo>
                  <a:pt x="2477" y="285"/>
                </a:lnTo>
                <a:lnTo>
                  <a:pt x="2477" y="292"/>
                </a:lnTo>
                <a:close/>
                <a:moveTo>
                  <a:pt x="2493" y="292"/>
                </a:moveTo>
                <a:lnTo>
                  <a:pt x="2500" y="292"/>
                </a:lnTo>
                <a:lnTo>
                  <a:pt x="2500" y="285"/>
                </a:lnTo>
                <a:lnTo>
                  <a:pt x="2493" y="285"/>
                </a:lnTo>
                <a:lnTo>
                  <a:pt x="2493" y="292"/>
                </a:lnTo>
                <a:close/>
                <a:moveTo>
                  <a:pt x="2510" y="292"/>
                </a:moveTo>
                <a:lnTo>
                  <a:pt x="2517" y="292"/>
                </a:lnTo>
                <a:lnTo>
                  <a:pt x="2517" y="285"/>
                </a:lnTo>
                <a:lnTo>
                  <a:pt x="2510" y="285"/>
                </a:lnTo>
                <a:lnTo>
                  <a:pt x="2510" y="292"/>
                </a:lnTo>
                <a:close/>
                <a:moveTo>
                  <a:pt x="2526" y="292"/>
                </a:moveTo>
                <a:lnTo>
                  <a:pt x="2533" y="292"/>
                </a:lnTo>
                <a:lnTo>
                  <a:pt x="2533" y="285"/>
                </a:lnTo>
                <a:lnTo>
                  <a:pt x="2526" y="285"/>
                </a:lnTo>
                <a:lnTo>
                  <a:pt x="2526" y="292"/>
                </a:lnTo>
                <a:close/>
                <a:moveTo>
                  <a:pt x="2543" y="292"/>
                </a:moveTo>
                <a:lnTo>
                  <a:pt x="2550" y="292"/>
                </a:lnTo>
                <a:lnTo>
                  <a:pt x="2550" y="285"/>
                </a:lnTo>
                <a:lnTo>
                  <a:pt x="2543" y="285"/>
                </a:lnTo>
                <a:lnTo>
                  <a:pt x="2543" y="292"/>
                </a:lnTo>
                <a:close/>
                <a:moveTo>
                  <a:pt x="2560" y="292"/>
                </a:moveTo>
                <a:lnTo>
                  <a:pt x="2567" y="292"/>
                </a:lnTo>
                <a:lnTo>
                  <a:pt x="2567" y="285"/>
                </a:lnTo>
                <a:lnTo>
                  <a:pt x="2560" y="285"/>
                </a:lnTo>
                <a:lnTo>
                  <a:pt x="2560" y="292"/>
                </a:lnTo>
                <a:close/>
                <a:moveTo>
                  <a:pt x="2576" y="292"/>
                </a:moveTo>
                <a:lnTo>
                  <a:pt x="2583" y="292"/>
                </a:lnTo>
                <a:lnTo>
                  <a:pt x="2583" y="285"/>
                </a:lnTo>
                <a:lnTo>
                  <a:pt x="2576" y="285"/>
                </a:lnTo>
                <a:lnTo>
                  <a:pt x="2576" y="292"/>
                </a:lnTo>
                <a:close/>
                <a:moveTo>
                  <a:pt x="2593" y="292"/>
                </a:moveTo>
                <a:lnTo>
                  <a:pt x="2600" y="292"/>
                </a:lnTo>
                <a:lnTo>
                  <a:pt x="2600" y="285"/>
                </a:lnTo>
                <a:lnTo>
                  <a:pt x="2593" y="285"/>
                </a:lnTo>
                <a:lnTo>
                  <a:pt x="2593" y="292"/>
                </a:lnTo>
                <a:close/>
                <a:moveTo>
                  <a:pt x="2609" y="292"/>
                </a:moveTo>
                <a:lnTo>
                  <a:pt x="2616" y="292"/>
                </a:lnTo>
                <a:lnTo>
                  <a:pt x="2616" y="285"/>
                </a:lnTo>
                <a:lnTo>
                  <a:pt x="2609" y="285"/>
                </a:lnTo>
                <a:lnTo>
                  <a:pt x="2609" y="292"/>
                </a:lnTo>
                <a:close/>
                <a:moveTo>
                  <a:pt x="2626" y="292"/>
                </a:moveTo>
                <a:lnTo>
                  <a:pt x="2633" y="292"/>
                </a:lnTo>
                <a:lnTo>
                  <a:pt x="2633" y="285"/>
                </a:lnTo>
                <a:lnTo>
                  <a:pt x="2626" y="285"/>
                </a:lnTo>
                <a:lnTo>
                  <a:pt x="2626" y="292"/>
                </a:lnTo>
                <a:close/>
                <a:moveTo>
                  <a:pt x="2642" y="292"/>
                </a:moveTo>
                <a:lnTo>
                  <a:pt x="2649" y="292"/>
                </a:lnTo>
                <a:lnTo>
                  <a:pt x="2649" y="285"/>
                </a:lnTo>
                <a:lnTo>
                  <a:pt x="2642" y="285"/>
                </a:lnTo>
                <a:lnTo>
                  <a:pt x="2642" y="292"/>
                </a:lnTo>
                <a:close/>
                <a:moveTo>
                  <a:pt x="2659" y="292"/>
                </a:moveTo>
                <a:lnTo>
                  <a:pt x="2666" y="292"/>
                </a:lnTo>
                <a:lnTo>
                  <a:pt x="2666" y="285"/>
                </a:lnTo>
                <a:lnTo>
                  <a:pt x="2659" y="285"/>
                </a:lnTo>
                <a:lnTo>
                  <a:pt x="2659" y="292"/>
                </a:lnTo>
                <a:close/>
                <a:moveTo>
                  <a:pt x="2678" y="292"/>
                </a:moveTo>
                <a:lnTo>
                  <a:pt x="2683" y="292"/>
                </a:lnTo>
                <a:lnTo>
                  <a:pt x="2683" y="285"/>
                </a:lnTo>
                <a:lnTo>
                  <a:pt x="2678" y="285"/>
                </a:lnTo>
                <a:lnTo>
                  <a:pt x="2678" y="292"/>
                </a:lnTo>
                <a:close/>
                <a:moveTo>
                  <a:pt x="2694" y="292"/>
                </a:moveTo>
                <a:lnTo>
                  <a:pt x="2702" y="292"/>
                </a:lnTo>
                <a:lnTo>
                  <a:pt x="2702" y="285"/>
                </a:lnTo>
                <a:lnTo>
                  <a:pt x="2694" y="285"/>
                </a:lnTo>
                <a:lnTo>
                  <a:pt x="2694" y="292"/>
                </a:lnTo>
                <a:close/>
                <a:moveTo>
                  <a:pt x="2711" y="292"/>
                </a:moveTo>
                <a:lnTo>
                  <a:pt x="2718" y="292"/>
                </a:lnTo>
                <a:lnTo>
                  <a:pt x="2718" y="285"/>
                </a:lnTo>
                <a:lnTo>
                  <a:pt x="2711" y="285"/>
                </a:lnTo>
                <a:lnTo>
                  <a:pt x="2711" y="292"/>
                </a:lnTo>
                <a:close/>
                <a:moveTo>
                  <a:pt x="2728" y="292"/>
                </a:moveTo>
                <a:lnTo>
                  <a:pt x="2735" y="292"/>
                </a:lnTo>
                <a:lnTo>
                  <a:pt x="2735" y="285"/>
                </a:lnTo>
                <a:lnTo>
                  <a:pt x="2728" y="285"/>
                </a:lnTo>
                <a:lnTo>
                  <a:pt x="2728" y="292"/>
                </a:lnTo>
                <a:close/>
                <a:moveTo>
                  <a:pt x="2744" y="292"/>
                </a:moveTo>
                <a:lnTo>
                  <a:pt x="2751" y="292"/>
                </a:lnTo>
                <a:lnTo>
                  <a:pt x="2751" y="285"/>
                </a:lnTo>
                <a:lnTo>
                  <a:pt x="2744" y="285"/>
                </a:lnTo>
                <a:lnTo>
                  <a:pt x="2744" y="292"/>
                </a:lnTo>
                <a:close/>
                <a:moveTo>
                  <a:pt x="2761" y="292"/>
                </a:moveTo>
                <a:lnTo>
                  <a:pt x="2768" y="292"/>
                </a:lnTo>
                <a:lnTo>
                  <a:pt x="2768" y="285"/>
                </a:lnTo>
                <a:lnTo>
                  <a:pt x="2761" y="285"/>
                </a:lnTo>
                <a:lnTo>
                  <a:pt x="2761" y="292"/>
                </a:lnTo>
                <a:close/>
                <a:moveTo>
                  <a:pt x="2777" y="292"/>
                </a:moveTo>
                <a:lnTo>
                  <a:pt x="2784" y="292"/>
                </a:lnTo>
                <a:lnTo>
                  <a:pt x="2784" y="285"/>
                </a:lnTo>
                <a:lnTo>
                  <a:pt x="2777" y="285"/>
                </a:lnTo>
                <a:lnTo>
                  <a:pt x="2777" y="292"/>
                </a:lnTo>
                <a:close/>
                <a:moveTo>
                  <a:pt x="2794" y="292"/>
                </a:moveTo>
                <a:lnTo>
                  <a:pt x="2801" y="292"/>
                </a:lnTo>
                <a:lnTo>
                  <a:pt x="2801" y="285"/>
                </a:lnTo>
                <a:lnTo>
                  <a:pt x="2794" y="285"/>
                </a:lnTo>
                <a:lnTo>
                  <a:pt x="2794" y="292"/>
                </a:lnTo>
                <a:close/>
                <a:moveTo>
                  <a:pt x="2811" y="292"/>
                </a:moveTo>
                <a:lnTo>
                  <a:pt x="2818" y="292"/>
                </a:lnTo>
                <a:lnTo>
                  <a:pt x="2818" y="285"/>
                </a:lnTo>
                <a:lnTo>
                  <a:pt x="2811" y="285"/>
                </a:lnTo>
                <a:lnTo>
                  <a:pt x="2811" y="292"/>
                </a:lnTo>
                <a:close/>
                <a:moveTo>
                  <a:pt x="2827" y="292"/>
                </a:moveTo>
                <a:lnTo>
                  <a:pt x="2834" y="292"/>
                </a:lnTo>
                <a:lnTo>
                  <a:pt x="2834" y="285"/>
                </a:lnTo>
                <a:lnTo>
                  <a:pt x="2827" y="285"/>
                </a:lnTo>
                <a:lnTo>
                  <a:pt x="2827" y="292"/>
                </a:lnTo>
                <a:close/>
                <a:moveTo>
                  <a:pt x="2844" y="292"/>
                </a:moveTo>
                <a:lnTo>
                  <a:pt x="2851" y="292"/>
                </a:lnTo>
                <a:lnTo>
                  <a:pt x="2851" y="285"/>
                </a:lnTo>
                <a:lnTo>
                  <a:pt x="2844" y="285"/>
                </a:lnTo>
                <a:lnTo>
                  <a:pt x="2844" y="292"/>
                </a:lnTo>
                <a:close/>
                <a:moveTo>
                  <a:pt x="2860" y="292"/>
                </a:moveTo>
                <a:lnTo>
                  <a:pt x="2867" y="292"/>
                </a:lnTo>
                <a:lnTo>
                  <a:pt x="2867" y="285"/>
                </a:lnTo>
                <a:lnTo>
                  <a:pt x="2860" y="285"/>
                </a:lnTo>
                <a:lnTo>
                  <a:pt x="2860" y="292"/>
                </a:lnTo>
                <a:close/>
                <a:moveTo>
                  <a:pt x="2877" y="292"/>
                </a:moveTo>
                <a:lnTo>
                  <a:pt x="2884" y="292"/>
                </a:lnTo>
                <a:lnTo>
                  <a:pt x="2884" y="285"/>
                </a:lnTo>
                <a:lnTo>
                  <a:pt x="2877" y="285"/>
                </a:lnTo>
                <a:lnTo>
                  <a:pt x="2877" y="292"/>
                </a:lnTo>
                <a:close/>
                <a:moveTo>
                  <a:pt x="2893" y="292"/>
                </a:moveTo>
                <a:lnTo>
                  <a:pt x="2901" y="292"/>
                </a:lnTo>
                <a:lnTo>
                  <a:pt x="2901" y="285"/>
                </a:lnTo>
                <a:lnTo>
                  <a:pt x="2893" y="285"/>
                </a:lnTo>
                <a:lnTo>
                  <a:pt x="2893" y="292"/>
                </a:lnTo>
                <a:close/>
                <a:moveTo>
                  <a:pt x="2910" y="292"/>
                </a:moveTo>
                <a:lnTo>
                  <a:pt x="2917" y="292"/>
                </a:lnTo>
                <a:lnTo>
                  <a:pt x="2917" y="285"/>
                </a:lnTo>
                <a:lnTo>
                  <a:pt x="2910" y="285"/>
                </a:lnTo>
                <a:lnTo>
                  <a:pt x="2910" y="292"/>
                </a:lnTo>
                <a:close/>
                <a:moveTo>
                  <a:pt x="2927" y="292"/>
                </a:moveTo>
                <a:lnTo>
                  <a:pt x="2934" y="292"/>
                </a:lnTo>
                <a:lnTo>
                  <a:pt x="2934" y="285"/>
                </a:lnTo>
                <a:lnTo>
                  <a:pt x="2927" y="285"/>
                </a:lnTo>
                <a:lnTo>
                  <a:pt x="2927" y="292"/>
                </a:lnTo>
                <a:close/>
                <a:moveTo>
                  <a:pt x="2946" y="292"/>
                </a:moveTo>
                <a:lnTo>
                  <a:pt x="2953" y="292"/>
                </a:lnTo>
                <a:lnTo>
                  <a:pt x="2953" y="285"/>
                </a:lnTo>
                <a:lnTo>
                  <a:pt x="2946" y="285"/>
                </a:lnTo>
                <a:lnTo>
                  <a:pt x="2946" y="292"/>
                </a:lnTo>
                <a:close/>
                <a:moveTo>
                  <a:pt x="2962" y="292"/>
                </a:moveTo>
                <a:lnTo>
                  <a:pt x="2969" y="292"/>
                </a:lnTo>
                <a:lnTo>
                  <a:pt x="2969" y="285"/>
                </a:lnTo>
                <a:lnTo>
                  <a:pt x="2962" y="285"/>
                </a:lnTo>
                <a:lnTo>
                  <a:pt x="2962" y="292"/>
                </a:lnTo>
                <a:close/>
                <a:moveTo>
                  <a:pt x="2979" y="292"/>
                </a:moveTo>
                <a:lnTo>
                  <a:pt x="2986" y="292"/>
                </a:lnTo>
                <a:lnTo>
                  <a:pt x="2986" y="285"/>
                </a:lnTo>
                <a:lnTo>
                  <a:pt x="2979" y="285"/>
                </a:lnTo>
                <a:lnTo>
                  <a:pt x="2979" y="292"/>
                </a:lnTo>
                <a:close/>
                <a:moveTo>
                  <a:pt x="2995" y="292"/>
                </a:moveTo>
                <a:lnTo>
                  <a:pt x="3002" y="292"/>
                </a:lnTo>
                <a:lnTo>
                  <a:pt x="3002" y="285"/>
                </a:lnTo>
                <a:lnTo>
                  <a:pt x="2995" y="285"/>
                </a:lnTo>
                <a:lnTo>
                  <a:pt x="2995" y="292"/>
                </a:lnTo>
                <a:close/>
                <a:moveTo>
                  <a:pt x="3012" y="292"/>
                </a:moveTo>
                <a:lnTo>
                  <a:pt x="3019" y="292"/>
                </a:lnTo>
                <a:lnTo>
                  <a:pt x="3019" y="285"/>
                </a:lnTo>
                <a:lnTo>
                  <a:pt x="3012" y="285"/>
                </a:lnTo>
                <a:lnTo>
                  <a:pt x="3012" y="292"/>
                </a:lnTo>
                <a:close/>
                <a:moveTo>
                  <a:pt x="49" y="309"/>
                </a:moveTo>
                <a:lnTo>
                  <a:pt x="56" y="309"/>
                </a:lnTo>
                <a:lnTo>
                  <a:pt x="56" y="302"/>
                </a:lnTo>
                <a:lnTo>
                  <a:pt x="49" y="302"/>
                </a:lnTo>
                <a:lnTo>
                  <a:pt x="49" y="309"/>
                </a:lnTo>
                <a:close/>
                <a:moveTo>
                  <a:pt x="66" y="309"/>
                </a:moveTo>
                <a:lnTo>
                  <a:pt x="73" y="309"/>
                </a:lnTo>
                <a:lnTo>
                  <a:pt x="73" y="302"/>
                </a:lnTo>
                <a:lnTo>
                  <a:pt x="66" y="302"/>
                </a:lnTo>
                <a:lnTo>
                  <a:pt x="66" y="309"/>
                </a:lnTo>
                <a:close/>
                <a:moveTo>
                  <a:pt x="83" y="309"/>
                </a:moveTo>
                <a:lnTo>
                  <a:pt x="90" y="309"/>
                </a:lnTo>
                <a:lnTo>
                  <a:pt x="90" y="302"/>
                </a:lnTo>
                <a:lnTo>
                  <a:pt x="83" y="302"/>
                </a:lnTo>
                <a:lnTo>
                  <a:pt x="83" y="309"/>
                </a:lnTo>
                <a:close/>
                <a:moveTo>
                  <a:pt x="101" y="309"/>
                </a:moveTo>
                <a:lnTo>
                  <a:pt x="106" y="309"/>
                </a:lnTo>
                <a:lnTo>
                  <a:pt x="106" y="302"/>
                </a:lnTo>
                <a:lnTo>
                  <a:pt x="101" y="302"/>
                </a:lnTo>
                <a:lnTo>
                  <a:pt x="101" y="309"/>
                </a:lnTo>
                <a:close/>
                <a:moveTo>
                  <a:pt x="118" y="309"/>
                </a:moveTo>
                <a:lnTo>
                  <a:pt x="125" y="309"/>
                </a:lnTo>
                <a:lnTo>
                  <a:pt x="125" y="302"/>
                </a:lnTo>
                <a:lnTo>
                  <a:pt x="118" y="302"/>
                </a:lnTo>
                <a:lnTo>
                  <a:pt x="118" y="309"/>
                </a:lnTo>
                <a:close/>
                <a:moveTo>
                  <a:pt x="135" y="309"/>
                </a:moveTo>
                <a:lnTo>
                  <a:pt x="142" y="309"/>
                </a:lnTo>
                <a:lnTo>
                  <a:pt x="142" y="302"/>
                </a:lnTo>
                <a:lnTo>
                  <a:pt x="135" y="302"/>
                </a:lnTo>
                <a:lnTo>
                  <a:pt x="135" y="309"/>
                </a:lnTo>
                <a:close/>
                <a:moveTo>
                  <a:pt x="151" y="309"/>
                </a:moveTo>
                <a:lnTo>
                  <a:pt x="158" y="309"/>
                </a:lnTo>
                <a:lnTo>
                  <a:pt x="158" y="302"/>
                </a:lnTo>
                <a:lnTo>
                  <a:pt x="151" y="302"/>
                </a:lnTo>
                <a:lnTo>
                  <a:pt x="151" y="309"/>
                </a:lnTo>
                <a:close/>
                <a:moveTo>
                  <a:pt x="168" y="309"/>
                </a:moveTo>
                <a:lnTo>
                  <a:pt x="175" y="309"/>
                </a:lnTo>
                <a:lnTo>
                  <a:pt x="175" y="302"/>
                </a:lnTo>
                <a:lnTo>
                  <a:pt x="168" y="302"/>
                </a:lnTo>
                <a:lnTo>
                  <a:pt x="168" y="309"/>
                </a:lnTo>
                <a:close/>
                <a:moveTo>
                  <a:pt x="184" y="309"/>
                </a:moveTo>
                <a:lnTo>
                  <a:pt x="191" y="309"/>
                </a:lnTo>
                <a:lnTo>
                  <a:pt x="191" y="302"/>
                </a:lnTo>
                <a:lnTo>
                  <a:pt x="184" y="302"/>
                </a:lnTo>
                <a:lnTo>
                  <a:pt x="184" y="309"/>
                </a:lnTo>
                <a:close/>
                <a:moveTo>
                  <a:pt x="201" y="309"/>
                </a:moveTo>
                <a:lnTo>
                  <a:pt x="208" y="309"/>
                </a:lnTo>
                <a:lnTo>
                  <a:pt x="208" y="302"/>
                </a:lnTo>
                <a:lnTo>
                  <a:pt x="201" y="302"/>
                </a:lnTo>
                <a:lnTo>
                  <a:pt x="201" y="309"/>
                </a:lnTo>
                <a:close/>
                <a:moveTo>
                  <a:pt x="218" y="309"/>
                </a:moveTo>
                <a:lnTo>
                  <a:pt x="225" y="309"/>
                </a:lnTo>
                <a:lnTo>
                  <a:pt x="225" y="302"/>
                </a:lnTo>
                <a:lnTo>
                  <a:pt x="218" y="302"/>
                </a:lnTo>
                <a:lnTo>
                  <a:pt x="218" y="309"/>
                </a:lnTo>
                <a:close/>
                <a:moveTo>
                  <a:pt x="234" y="309"/>
                </a:moveTo>
                <a:lnTo>
                  <a:pt x="241" y="309"/>
                </a:lnTo>
                <a:lnTo>
                  <a:pt x="241" y="302"/>
                </a:lnTo>
                <a:lnTo>
                  <a:pt x="234" y="302"/>
                </a:lnTo>
                <a:lnTo>
                  <a:pt x="234" y="309"/>
                </a:lnTo>
                <a:close/>
                <a:moveTo>
                  <a:pt x="251" y="309"/>
                </a:moveTo>
                <a:lnTo>
                  <a:pt x="258" y="309"/>
                </a:lnTo>
                <a:lnTo>
                  <a:pt x="258" y="302"/>
                </a:lnTo>
                <a:lnTo>
                  <a:pt x="251" y="302"/>
                </a:lnTo>
                <a:lnTo>
                  <a:pt x="251" y="309"/>
                </a:lnTo>
                <a:close/>
                <a:moveTo>
                  <a:pt x="267" y="309"/>
                </a:moveTo>
                <a:lnTo>
                  <a:pt x="274" y="309"/>
                </a:lnTo>
                <a:lnTo>
                  <a:pt x="274" y="302"/>
                </a:lnTo>
                <a:lnTo>
                  <a:pt x="267" y="302"/>
                </a:lnTo>
                <a:lnTo>
                  <a:pt x="267" y="309"/>
                </a:lnTo>
                <a:close/>
                <a:moveTo>
                  <a:pt x="284" y="309"/>
                </a:moveTo>
                <a:lnTo>
                  <a:pt x="291" y="309"/>
                </a:lnTo>
                <a:lnTo>
                  <a:pt x="291" y="302"/>
                </a:lnTo>
                <a:lnTo>
                  <a:pt x="284" y="302"/>
                </a:lnTo>
                <a:lnTo>
                  <a:pt x="284" y="309"/>
                </a:lnTo>
                <a:close/>
                <a:moveTo>
                  <a:pt x="300" y="309"/>
                </a:moveTo>
                <a:lnTo>
                  <a:pt x="307" y="309"/>
                </a:lnTo>
                <a:lnTo>
                  <a:pt x="307" y="302"/>
                </a:lnTo>
                <a:lnTo>
                  <a:pt x="300" y="302"/>
                </a:lnTo>
                <a:lnTo>
                  <a:pt x="300" y="309"/>
                </a:lnTo>
                <a:close/>
                <a:moveTo>
                  <a:pt x="317" y="309"/>
                </a:moveTo>
                <a:lnTo>
                  <a:pt x="324" y="309"/>
                </a:lnTo>
                <a:lnTo>
                  <a:pt x="324" y="302"/>
                </a:lnTo>
                <a:lnTo>
                  <a:pt x="317" y="302"/>
                </a:lnTo>
                <a:lnTo>
                  <a:pt x="317" y="309"/>
                </a:lnTo>
                <a:close/>
                <a:moveTo>
                  <a:pt x="334" y="309"/>
                </a:moveTo>
                <a:lnTo>
                  <a:pt x="341" y="309"/>
                </a:lnTo>
                <a:lnTo>
                  <a:pt x="341" y="302"/>
                </a:lnTo>
                <a:lnTo>
                  <a:pt x="334" y="302"/>
                </a:lnTo>
                <a:lnTo>
                  <a:pt x="334" y="309"/>
                </a:lnTo>
                <a:close/>
                <a:moveTo>
                  <a:pt x="350" y="309"/>
                </a:moveTo>
                <a:lnTo>
                  <a:pt x="357" y="309"/>
                </a:lnTo>
                <a:lnTo>
                  <a:pt x="357" y="302"/>
                </a:lnTo>
                <a:lnTo>
                  <a:pt x="350" y="302"/>
                </a:lnTo>
                <a:lnTo>
                  <a:pt x="350" y="309"/>
                </a:lnTo>
                <a:close/>
                <a:moveTo>
                  <a:pt x="369" y="309"/>
                </a:moveTo>
                <a:lnTo>
                  <a:pt x="376" y="309"/>
                </a:lnTo>
                <a:lnTo>
                  <a:pt x="376" y="302"/>
                </a:lnTo>
                <a:lnTo>
                  <a:pt x="369" y="302"/>
                </a:lnTo>
                <a:lnTo>
                  <a:pt x="369" y="309"/>
                </a:lnTo>
                <a:close/>
                <a:moveTo>
                  <a:pt x="386" y="309"/>
                </a:moveTo>
                <a:lnTo>
                  <a:pt x="393" y="309"/>
                </a:lnTo>
                <a:lnTo>
                  <a:pt x="393" y="302"/>
                </a:lnTo>
                <a:lnTo>
                  <a:pt x="386" y="302"/>
                </a:lnTo>
                <a:lnTo>
                  <a:pt x="386" y="309"/>
                </a:lnTo>
                <a:close/>
                <a:moveTo>
                  <a:pt x="402" y="309"/>
                </a:moveTo>
                <a:lnTo>
                  <a:pt x="409" y="309"/>
                </a:lnTo>
                <a:lnTo>
                  <a:pt x="409" y="302"/>
                </a:lnTo>
                <a:lnTo>
                  <a:pt x="402" y="302"/>
                </a:lnTo>
                <a:lnTo>
                  <a:pt x="402" y="309"/>
                </a:lnTo>
                <a:close/>
                <a:moveTo>
                  <a:pt x="419" y="309"/>
                </a:moveTo>
                <a:lnTo>
                  <a:pt x="426" y="309"/>
                </a:lnTo>
                <a:lnTo>
                  <a:pt x="426" y="302"/>
                </a:lnTo>
                <a:lnTo>
                  <a:pt x="419" y="302"/>
                </a:lnTo>
                <a:lnTo>
                  <a:pt x="419" y="309"/>
                </a:lnTo>
                <a:close/>
                <a:moveTo>
                  <a:pt x="435" y="309"/>
                </a:moveTo>
                <a:lnTo>
                  <a:pt x="442" y="309"/>
                </a:lnTo>
                <a:lnTo>
                  <a:pt x="442" y="302"/>
                </a:lnTo>
                <a:lnTo>
                  <a:pt x="435" y="302"/>
                </a:lnTo>
                <a:lnTo>
                  <a:pt x="435" y="309"/>
                </a:lnTo>
                <a:close/>
                <a:moveTo>
                  <a:pt x="452" y="309"/>
                </a:moveTo>
                <a:lnTo>
                  <a:pt x="459" y="309"/>
                </a:lnTo>
                <a:lnTo>
                  <a:pt x="459" y="302"/>
                </a:lnTo>
                <a:lnTo>
                  <a:pt x="452" y="302"/>
                </a:lnTo>
                <a:lnTo>
                  <a:pt x="452" y="309"/>
                </a:lnTo>
                <a:close/>
                <a:moveTo>
                  <a:pt x="469" y="309"/>
                </a:moveTo>
                <a:lnTo>
                  <a:pt x="476" y="309"/>
                </a:lnTo>
                <a:lnTo>
                  <a:pt x="476" y="302"/>
                </a:lnTo>
                <a:lnTo>
                  <a:pt x="469" y="302"/>
                </a:lnTo>
                <a:lnTo>
                  <a:pt x="469" y="309"/>
                </a:lnTo>
                <a:close/>
                <a:moveTo>
                  <a:pt x="485" y="309"/>
                </a:moveTo>
                <a:lnTo>
                  <a:pt x="492" y="309"/>
                </a:lnTo>
                <a:lnTo>
                  <a:pt x="492" y="302"/>
                </a:lnTo>
                <a:lnTo>
                  <a:pt x="485" y="302"/>
                </a:lnTo>
                <a:lnTo>
                  <a:pt x="485" y="309"/>
                </a:lnTo>
                <a:close/>
                <a:moveTo>
                  <a:pt x="502" y="309"/>
                </a:moveTo>
                <a:lnTo>
                  <a:pt x="509" y="309"/>
                </a:lnTo>
                <a:lnTo>
                  <a:pt x="509" y="302"/>
                </a:lnTo>
                <a:lnTo>
                  <a:pt x="502" y="302"/>
                </a:lnTo>
                <a:lnTo>
                  <a:pt x="502" y="309"/>
                </a:lnTo>
                <a:close/>
                <a:moveTo>
                  <a:pt x="518" y="309"/>
                </a:moveTo>
                <a:lnTo>
                  <a:pt x="525" y="309"/>
                </a:lnTo>
                <a:lnTo>
                  <a:pt x="525" y="302"/>
                </a:lnTo>
                <a:lnTo>
                  <a:pt x="518" y="302"/>
                </a:lnTo>
                <a:lnTo>
                  <a:pt x="518" y="309"/>
                </a:lnTo>
                <a:close/>
                <a:moveTo>
                  <a:pt x="535" y="309"/>
                </a:moveTo>
                <a:lnTo>
                  <a:pt x="542" y="309"/>
                </a:lnTo>
                <a:lnTo>
                  <a:pt x="542" y="302"/>
                </a:lnTo>
                <a:lnTo>
                  <a:pt x="535" y="302"/>
                </a:lnTo>
                <a:lnTo>
                  <a:pt x="535" y="309"/>
                </a:lnTo>
                <a:close/>
                <a:moveTo>
                  <a:pt x="551" y="309"/>
                </a:moveTo>
                <a:lnTo>
                  <a:pt x="559" y="309"/>
                </a:lnTo>
                <a:lnTo>
                  <a:pt x="559" y="302"/>
                </a:lnTo>
                <a:lnTo>
                  <a:pt x="551" y="302"/>
                </a:lnTo>
                <a:lnTo>
                  <a:pt x="551" y="309"/>
                </a:lnTo>
                <a:close/>
                <a:moveTo>
                  <a:pt x="568" y="309"/>
                </a:moveTo>
                <a:lnTo>
                  <a:pt x="575" y="309"/>
                </a:lnTo>
                <a:lnTo>
                  <a:pt x="575" y="302"/>
                </a:lnTo>
                <a:lnTo>
                  <a:pt x="568" y="302"/>
                </a:lnTo>
                <a:lnTo>
                  <a:pt x="568" y="309"/>
                </a:lnTo>
                <a:close/>
                <a:moveTo>
                  <a:pt x="585" y="309"/>
                </a:moveTo>
                <a:lnTo>
                  <a:pt x="592" y="309"/>
                </a:lnTo>
                <a:lnTo>
                  <a:pt x="592" y="302"/>
                </a:lnTo>
                <a:lnTo>
                  <a:pt x="585" y="302"/>
                </a:lnTo>
                <a:lnTo>
                  <a:pt x="585" y="309"/>
                </a:lnTo>
                <a:close/>
                <a:moveTo>
                  <a:pt x="601" y="309"/>
                </a:moveTo>
                <a:lnTo>
                  <a:pt x="608" y="309"/>
                </a:lnTo>
                <a:lnTo>
                  <a:pt x="608" y="302"/>
                </a:lnTo>
                <a:lnTo>
                  <a:pt x="601" y="302"/>
                </a:lnTo>
                <a:lnTo>
                  <a:pt x="601" y="309"/>
                </a:lnTo>
                <a:close/>
                <a:moveTo>
                  <a:pt x="620" y="309"/>
                </a:moveTo>
                <a:lnTo>
                  <a:pt x="625" y="309"/>
                </a:lnTo>
                <a:lnTo>
                  <a:pt x="625" y="302"/>
                </a:lnTo>
                <a:lnTo>
                  <a:pt x="620" y="302"/>
                </a:lnTo>
                <a:lnTo>
                  <a:pt x="620" y="309"/>
                </a:lnTo>
                <a:close/>
                <a:moveTo>
                  <a:pt x="637" y="309"/>
                </a:moveTo>
                <a:lnTo>
                  <a:pt x="644" y="309"/>
                </a:lnTo>
                <a:lnTo>
                  <a:pt x="644" y="302"/>
                </a:lnTo>
                <a:lnTo>
                  <a:pt x="637" y="302"/>
                </a:lnTo>
                <a:lnTo>
                  <a:pt x="637" y="309"/>
                </a:lnTo>
                <a:close/>
                <a:moveTo>
                  <a:pt x="653" y="309"/>
                </a:moveTo>
                <a:lnTo>
                  <a:pt x="660" y="309"/>
                </a:lnTo>
                <a:lnTo>
                  <a:pt x="660" y="302"/>
                </a:lnTo>
                <a:lnTo>
                  <a:pt x="653" y="302"/>
                </a:lnTo>
                <a:lnTo>
                  <a:pt x="653" y="309"/>
                </a:lnTo>
                <a:close/>
                <a:moveTo>
                  <a:pt x="670" y="309"/>
                </a:moveTo>
                <a:lnTo>
                  <a:pt x="677" y="309"/>
                </a:lnTo>
                <a:lnTo>
                  <a:pt x="677" y="302"/>
                </a:lnTo>
                <a:lnTo>
                  <a:pt x="670" y="302"/>
                </a:lnTo>
                <a:lnTo>
                  <a:pt x="670" y="309"/>
                </a:lnTo>
                <a:close/>
                <a:moveTo>
                  <a:pt x="686" y="309"/>
                </a:moveTo>
                <a:lnTo>
                  <a:pt x="693" y="309"/>
                </a:lnTo>
                <a:lnTo>
                  <a:pt x="693" y="302"/>
                </a:lnTo>
                <a:lnTo>
                  <a:pt x="686" y="302"/>
                </a:lnTo>
                <a:lnTo>
                  <a:pt x="686" y="309"/>
                </a:lnTo>
                <a:close/>
                <a:moveTo>
                  <a:pt x="703" y="309"/>
                </a:moveTo>
                <a:lnTo>
                  <a:pt x="710" y="309"/>
                </a:lnTo>
                <a:lnTo>
                  <a:pt x="710" y="302"/>
                </a:lnTo>
                <a:lnTo>
                  <a:pt x="703" y="302"/>
                </a:lnTo>
                <a:lnTo>
                  <a:pt x="703" y="309"/>
                </a:lnTo>
                <a:close/>
                <a:moveTo>
                  <a:pt x="720" y="309"/>
                </a:moveTo>
                <a:lnTo>
                  <a:pt x="727" y="309"/>
                </a:lnTo>
                <a:lnTo>
                  <a:pt x="727" y="302"/>
                </a:lnTo>
                <a:lnTo>
                  <a:pt x="720" y="302"/>
                </a:lnTo>
                <a:lnTo>
                  <a:pt x="720" y="309"/>
                </a:lnTo>
                <a:close/>
                <a:moveTo>
                  <a:pt x="736" y="309"/>
                </a:moveTo>
                <a:lnTo>
                  <a:pt x="743" y="309"/>
                </a:lnTo>
                <a:lnTo>
                  <a:pt x="743" y="302"/>
                </a:lnTo>
                <a:lnTo>
                  <a:pt x="736" y="302"/>
                </a:lnTo>
                <a:lnTo>
                  <a:pt x="736" y="309"/>
                </a:lnTo>
                <a:close/>
                <a:moveTo>
                  <a:pt x="753" y="309"/>
                </a:moveTo>
                <a:lnTo>
                  <a:pt x="760" y="309"/>
                </a:lnTo>
                <a:lnTo>
                  <a:pt x="760" y="302"/>
                </a:lnTo>
                <a:lnTo>
                  <a:pt x="753" y="302"/>
                </a:lnTo>
                <a:lnTo>
                  <a:pt x="753" y="309"/>
                </a:lnTo>
                <a:close/>
                <a:moveTo>
                  <a:pt x="769" y="309"/>
                </a:moveTo>
                <a:lnTo>
                  <a:pt x="776" y="309"/>
                </a:lnTo>
                <a:lnTo>
                  <a:pt x="776" y="302"/>
                </a:lnTo>
                <a:lnTo>
                  <a:pt x="769" y="302"/>
                </a:lnTo>
                <a:lnTo>
                  <a:pt x="769" y="309"/>
                </a:lnTo>
                <a:close/>
                <a:moveTo>
                  <a:pt x="836" y="309"/>
                </a:moveTo>
                <a:lnTo>
                  <a:pt x="843" y="309"/>
                </a:lnTo>
                <a:lnTo>
                  <a:pt x="843" y="302"/>
                </a:lnTo>
                <a:lnTo>
                  <a:pt x="836" y="302"/>
                </a:lnTo>
                <a:lnTo>
                  <a:pt x="836" y="309"/>
                </a:lnTo>
                <a:close/>
                <a:moveTo>
                  <a:pt x="852" y="309"/>
                </a:moveTo>
                <a:lnTo>
                  <a:pt x="859" y="309"/>
                </a:lnTo>
                <a:lnTo>
                  <a:pt x="859" y="302"/>
                </a:lnTo>
                <a:lnTo>
                  <a:pt x="852" y="302"/>
                </a:lnTo>
                <a:lnTo>
                  <a:pt x="852" y="309"/>
                </a:lnTo>
                <a:close/>
                <a:moveTo>
                  <a:pt x="871" y="309"/>
                </a:moveTo>
                <a:lnTo>
                  <a:pt x="876" y="309"/>
                </a:lnTo>
                <a:lnTo>
                  <a:pt x="876" y="302"/>
                </a:lnTo>
                <a:lnTo>
                  <a:pt x="871" y="302"/>
                </a:lnTo>
                <a:lnTo>
                  <a:pt x="871" y="309"/>
                </a:lnTo>
                <a:close/>
                <a:moveTo>
                  <a:pt x="888" y="309"/>
                </a:moveTo>
                <a:lnTo>
                  <a:pt x="895" y="309"/>
                </a:lnTo>
                <a:lnTo>
                  <a:pt x="895" y="302"/>
                </a:lnTo>
                <a:lnTo>
                  <a:pt x="888" y="302"/>
                </a:lnTo>
                <a:lnTo>
                  <a:pt x="888" y="309"/>
                </a:lnTo>
                <a:close/>
                <a:moveTo>
                  <a:pt x="904" y="309"/>
                </a:moveTo>
                <a:lnTo>
                  <a:pt x="911" y="309"/>
                </a:lnTo>
                <a:lnTo>
                  <a:pt x="911" y="302"/>
                </a:lnTo>
                <a:lnTo>
                  <a:pt x="904" y="302"/>
                </a:lnTo>
                <a:lnTo>
                  <a:pt x="904" y="309"/>
                </a:lnTo>
                <a:close/>
                <a:moveTo>
                  <a:pt x="921" y="309"/>
                </a:moveTo>
                <a:lnTo>
                  <a:pt x="928" y="309"/>
                </a:lnTo>
                <a:lnTo>
                  <a:pt x="928" y="302"/>
                </a:lnTo>
                <a:lnTo>
                  <a:pt x="921" y="302"/>
                </a:lnTo>
                <a:lnTo>
                  <a:pt x="921" y="309"/>
                </a:lnTo>
                <a:close/>
                <a:moveTo>
                  <a:pt x="937" y="309"/>
                </a:moveTo>
                <a:lnTo>
                  <a:pt x="944" y="309"/>
                </a:lnTo>
                <a:lnTo>
                  <a:pt x="944" y="302"/>
                </a:lnTo>
                <a:lnTo>
                  <a:pt x="937" y="302"/>
                </a:lnTo>
                <a:lnTo>
                  <a:pt x="937" y="309"/>
                </a:lnTo>
                <a:close/>
                <a:moveTo>
                  <a:pt x="1004" y="309"/>
                </a:moveTo>
                <a:lnTo>
                  <a:pt x="1011" y="309"/>
                </a:lnTo>
                <a:lnTo>
                  <a:pt x="1011" y="302"/>
                </a:lnTo>
                <a:lnTo>
                  <a:pt x="1004" y="302"/>
                </a:lnTo>
                <a:lnTo>
                  <a:pt x="1004" y="309"/>
                </a:lnTo>
                <a:close/>
                <a:moveTo>
                  <a:pt x="1020" y="309"/>
                </a:moveTo>
                <a:lnTo>
                  <a:pt x="1027" y="309"/>
                </a:lnTo>
                <a:lnTo>
                  <a:pt x="1027" y="302"/>
                </a:lnTo>
                <a:lnTo>
                  <a:pt x="1020" y="302"/>
                </a:lnTo>
                <a:lnTo>
                  <a:pt x="1020" y="309"/>
                </a:lnTo>
                <a:close/>
                <a:moveTo>
                  <a:pt x="1037" y="309"/>
                </a:moveTo>
                <a:lnTo>
                  <a:pt x="1044" y="309"/>
                </a:lnTo>
                <a:lnTo>
                  <a:pt x="1044" y="302"/>
                </a:lnTo>
                <a:lnTo>
                  <a:pt x="1037" y="302"/>
                </a:lnTo>
                <a:lnTo>
                  <a:pt x="1037" y="309"/>
                </a:lnTo>
                <a:close/>
                <a:moveTo>
                  <a:pt x="1053" y="309"/>
                </a:moveTo>
                <a:lnTo>
                  <a:pt x="1061" y="309"/>
                </a:lnTo>
                <a:lnTo>
                  <a:pt x="1061" y="302"/>
                </a:lnTo>
                <a:lnTo>
                  <a:pt x="1053" y="302"/>
                </a:lnTo>
                <a:lnTo>
                  <a:pt x="1053" y="309"/>
                </a:lnTo>
                <a:close/>
                <a:moveTo>
                  <a:pt x="1070" y="309"/>
                </a:moveTo>
                <a:lnTo>
                  <a:pt x="1077" y="309"/>
                </a:lnTo>
                <a:lnTo>
                  <a:pt x="1077" y="302"/>
                </a:lnTo>
                <a:lnTo>
                  <a:pt x="1070" y="302"/>
                </a:lnTo>
                <a:lnTo>
                  <a:pt x="1070" y="309"/>
                </a:lnTo>
                <a:close/>
                <a:moveTo>
                  <a:pt x="1087" y="309"/>
                </a:moveTo>
                <a:lnTo>
                  <a:pt x="1094" y="309"/>
                </a:lnTo>
                <a:lnTo>
                  <a:pt x="1094" y="302"/>
                </a:lnTo>
                <a:lnTo>
                  <a:pt x="1087" y="302"/>
                </a:lnTo>
                <a:lnTo>
                  <a:pt x="1087" y="309"/>
                </a:lnTo>
                <a:close/>
                <a:moveTo>
                  <a:pt x="1103" y="309"/>
                </a:moveTo>
                <a:lnTo>
                  <a:pt x="1110" y="309"/>
                </a:lnTo>
                <a:lnTo>
                  <a:pt x="1110" y="302"/>
                </a:lnTo>
                <a:lnTo>
                  <a:pt x="1103" y="302"/>
                </a:lnTo>
                <a:lnTo>
                  <a:pt x="1103" y="309"/>
                </a:lnTo>
                <a:close/>
                <a:moveTo>
                  <a:pt x="1120" y="309"/>
                </a:moveTo>
                <a:lnTo>
                  <a:pt x="1127" y="309"/>
                </a:lnTo>
                <a:lnTo>
                  <a:pt x="1127" y="302"/>
                </a:lnTo>
                <a:lnTo>
                  <a:pt x="1120" y="302"/>
                </a:lnTo>
                <a:lnTo>
                  <a:pt x="1120" y="309"/>
                </a:lnTo>
                <a:close/>
                <a:moveTo>
                  <a:pt x="1139" y="309"/>
                </a:moveTo>
                <a:lnTo>
                  <a:pt x="1146" y="309"/>
                </a:lnTo>
                <a:lnTo>
                  <a:pt x="1146" y="302"/>
                </a:lnTo>
                <a:lnTo>
                  <a:pt x="1139" y="302"/>
                </a:lnTo>
                <a:lnTo>
                  <a:pt x="1139" y="309"/>
                </a:lnTo>
                <a:close/>
                <a:moveTo>
                  <a:pt x="1155" y="309"/>
                </a:moveTo>
                <a:lnTo>
                  <a:pt x="1162" y="309"/>
                </a:lnTo>
                <a:lnTo>
                  <a:pt x="1162" y="302"/>
                </a:lnTo>
                <a:lnTo>
                  <a:pt x="1155" y="302"/>
                </a:lnTo>
                <a:lnTo>
                  <a:pt x="1155" y="309"/>
                </a:lnTo>
                <a:close/>
                <a:moveTo>
                  <a:pt x="1172" y="309"/>
                </a:moveTo>
                <a:lnTo>
                  <a:pt x="1179" y="309"/>
                </a:lnTo>
                <a:lnTo>
                  <a:pt x="1179" y="302"/>
                </a:lnTo>
                <a:lnTo>
                  <a:pt x="1172" y="302"/>
                </a:lnTo>
                <a:lnTo>
                  <a:pt x="1172" y="309"/>
                </a:lnTo>
                <a:close/>
                <a:moveTo>
                  <a:pt x="1255" y="309"/>
                </a:moveTo>
                <a:lnTo>
                  <a:pt x="1262" y="309"/>
                </a:lnTo>
                <a:lnTo>
                  <a:pt x="1262" y="302"/>
                </a:lnTo>
                <a:lnTo>
                  <a:pt x="1255" y="302"/>
                </a:lnTo>
                <a:lnTo>
                  <a:pt x="1255" y="309"/>
                </a:lnTo>
                <a:close/>
                <a:moveTo>
                  <a:pt x="1271" y="309"/>
                </a:moveTo>
                <a:lnTo>
                  <a:pt x="1278" y="309"/>
                </a:lnTo>
                <a:lnTo>
                  <a:pt x="1278" y="302"/>
                </a:lnTo>
                <a:lnTo>
                  <a:pt x="1271" y="302"/>
                </a:lnTo>
                <a:lnTo>
                  <a:pt x="1271" y="309"/>
                </a:lnTo>
                <a:close/>
                <a:moveTo>
                  <a:pt x="1288" y="309"/>
                </a:moveTo>
                <a:lnTo>
                  <a:pt x="1295" y="309"/>
                </a:lnTo>
                <a:lnTo>
                  <a:pt x="1295" y="302"/>
                </a:lnTo>
                <a:lnTo>
                  <a:pt x="1288" y="302"/>
                </a:lnTo>
                <a:lnTo>
                  <a:pt x="1288" y="309"/>
                </a:lnTo>
                <a:close/>
                <a:moveTo>
                  <a:pt x="1304" y="309"/>
                </a:moveTo>
                <a:lnTo>
                  <a:pt x="1312" y="309"/>
                </a:lnTo>
                <a:lnTo>
                  <a:pt x="1312" y="302"/>
                </a:lnTo>
                <a:lnTo>
                  <a:pt x="1304" y="302"/>
                </a:lnTo>
                <a:lnTo>
                  <a:pt x="1304" y="309"/>
                </a:lnTo>
                <a:close/>
                <a:moveTo>
                  <a:pt x="1321" y="309"/>
                </a:moveTo>
                <a:lnTo>
                  <a:pt x="1328" y="309"/>
                </a:lnTo>
                <a:lnTo>
                  <a:pt x="1328" y="302"/>
                </a:lnTo>
                <a:lnTo>
                  <a:pt x="1321" y="302"/>
                </a:lnTo>
                <a:lnTo>
                  <a:pt x="1321" y="309"/>
                </a:lnTo>
                <a:close/>
                <a:moveTo>
                  <a:pt x="1555" y="309"/>
                </a:moveTo>
                <a:lnTo>
                  <a:pt x="1563" y="309"/>
                </a:lnTo>
                <a:lnTo>
                  <a:pt x="1563" y="302"/>
                </a:lnTo>
                <a:lnTo>
                  <a:pt x="1555" y="302"/>
                </a:lnTo>
                <a:lnTo>
                  <a:pt x="1555" y="309"/>
                </a:lnTo>
                <a:close/>
                <a:moveTo>
                  <a:pt x="1572" y="309"/>
                </a:moveTo>
                <a:lnTo>
                  <a:pt x="1579" y="309"/>
                </a:lnTo>
                <a:lnTo>
                  <a:pt x="1579" y="302"/>
                </a:lnTo>
                <a:lnTo>
                  <a:pt x="1572" y="302"/>
                </a:lnTo>
                <a:lnTo>
                  <a:pt x="1572" y="309"/>
                </a:lnTo>
                <a:close/>
                <a:moveTo>
                  <a:pt x="1589" y="309"/>
                </a:moveTo>
                <a:lnTo>
                  <a:pt x="1596" y="309"/>
                </a:lnTo>
                <a:lnTo>
                  <a:pt x="1596" y="302"/>
                </a:lnTo>
                <a:lnTo>
                  <a:pt x="1589" y="302"/>
                </a:lnTo>
                <a:lnTo>
                  <a:pt x="1589" y="309"/>
                </a:lnTo>
                <a:close/>
                <a:moveTo>
                  <a:pt x="1605" y="309"/>
                </a:moveTo>
                <a:lnTo>
                  <a:pt x="1612" y="309"/>
                </a:lnTo>
                <a:lnTo>
                  <a:pt x="1612" y="302"/>
                </a:lnTo>
                <a:lnTo>
                  <a:pt x="1605" y="302"/>
                </a:lnTo>
                <a:lnTo>
                  <a:pt x="1605" y="309"/>
                </a:lnTo>
                <a:close/>
                <a:moveTo>
                  <a:pt x="1622" y="309"/>
                </a:moveTo>
                <a:lnTo>
                  <a:pt x="1629" y="309"/>
                </a:lnTo>
                <a:lnTo>
                  <a:pt x="1629" y="302"/>
                </a:lnTo>
                <a:lnTo>
                  <a:pt x="1622" y="302"/>
                </a:lnTo>
                <a:lnTo>
                  <a:pt x="1622" y="309"/>
                </a:lnTo>
                <a:close/>
                <a:moveTo>
                  <a:pt x="1638" y="309"/>
                </a:moveTo>
                <a:lnTo>
                  <a:pt x="1645" y="309"/>
                </a:lnTo>
                <a:lnTo>
                  <a:pt x="1645" y="302"/>
                </a:lnTo>
                <a:lnTo>
                  <a:pt x="1638" y="302"/>
                </a:lnTo>
                <a:lnTo>
                  <a:pt x="1638" y="309"/>
                </a:lnTo>
                <a:close/>
                <a:moveTo>
                  <a:pt x="1657" y="309"/>
                </a:moveTo>
                <a:lnTo>
                  <a:pt x="1664" y="309"/>
                </a:lnTo>
                <a:lnTo>
                  <a:pt x="1664" y="302"/>
                </a:lnTo>
                <a:lnTo>
                  <a:pt x="1657" y="302"/>
                </a:lnTo>
                <a:lnTo>
                  <a:pt x="1657" y="309"/>
                </a:lnTo>
                <a:close/>
                <a:moveTo>
                  <a:pt x="1674" y="309"/>
                </a:moveTo>
                <a:lnTo>
                  <a:pt x="1681" y="309"/>
                </a:lnTo>
                <a:lnTo>
                  <a:pt x="1681" y="302"/>
                </a:lnTo>
                <a:lnTo>
                  <a:pt x="1674" y="302"/>
                </a:lnTo>
                <a:lnTo>
                  <a:pt x="1674" y="309"/>
                </a:lnTo>
                <a:close/>
                <a:moveTo>
                  <a:pt x="1690" y="309"/>
                </a:moveTo>
                <a:lnTo>
                  <a:pt x="1698" y="309"/>
                </a:lnTo>
                <a:lnTo>
                  <a:pt x="1698" y="302"/>
                </a:lnTo>
                <a:lnTo>
                  <a:pt x="1690" y="302"/>
                </a:lnTo>
                <a:lnTo>
                  <a:pt x="1690" y="309"/>
                </a:lnTo>
                <a:close/>
                <a:moveTo>
                  <a:pt x="1707" y="309"/>
                </a:moveTo>
                <a:lnTo>
                  <a:pt x="1714" y="309"/>
                </a:lnTo>
                <a:lnTo>
                  <a:pt x="1714" y="302"/>
                </a:lnTo>
                <a:lnTo>
                  <a:pt x="1707" y="302"/>
                </a:lnTo>
                <a:lnTo>
                  <a:pt x="1707" y="309"/>
                </a:lnTo>
                <a:close/>
                <a:moveTo>
                  <a:pt x="1724" y="309"/>
                </a:moveTo>
                <a:lnTo>
                  <a:pt x="1731" y="309"/>
                </a:lnTo>
                <a:lnTo>
                  <a:pt x="1731" y="302"/>
                </a:lnTo>
                <a:lnTo>
                  <a:pt x="1724" y="302"/>
                </a:lnTo>
                <a:lnTo>
                  <a:pt x="1724" y="309"/>
                </a:lnTo>
                <a:close/>
                <a:moveTo>
                  <a:pt x="1740" y="309"/>
                </a:moveTo>
                <a:lnTo>
                  <a:pt x="1747" y="309"/>
                </a:lnTo>
                <a:lnTo>
                  <a:pt x="1747" y="302"/>
                </a:lnTo>
                <a:lnTo>
                  <a:pt x="1740" y="302"/>
                </a:lnTo>
                <a:lnTo>
                  <a:pt x="1740" y="309"/>
                </a:lnTo>
                <a:close/>
                <a:moveTo>
                  <a:pt x="1757" y="309"/>
                </a:moveTo>
                <a:lnTo>
                  <a:pt x="1764" y="309"/>
                </a:lnTo>
                <a:lnTo>
                  <a:pt x="1764" y="302"/>
                </a:lnTo>
                <a:lnTo>
                  <a:pt x="1757" y="302"/>
                </a:lnTo>
                <a:lnTo>
                  <a:pt x="1757" y="309"/>
                </a:lnTo>
                <a:close/>
                <a:moveTo>
                  <a:pt x="1773" y="309"/>
                </a:moveTo>
                <a:lnTo>
                  <a:pt x="1780" y="309"/>
                </a:lnTo>
                <a:lnTo>
                  <a:pt x="1780" y="302"/>
                </a:lnTo>
                <a:lnTo>
                  <a:pt x="1773" y="302"/>
                </a:lnTo>
                <a:lnTo>
                  <a:pt x="1773" y="309"/>
                </a:lnTo>
                <a:close/>
                <a:moveTo>
                  <a:pt x="1790" y="309"/>
                </a:moveTo>
                <a:lnTo>
                  <a:pt x="1797" y="309"/>
                </a:lnTo>
                <a:lnTo>
                  <a:pt x="1797" y="302"/>
                </a:lnTo>
                <a:lnTo>
                  <a:pt x="1790" y="302"/>
                </a:lnTo>
                <a:lnTo>
                  <a:pt x="1790" y="309"/>
                </a:lnTo>
                <a:close/>
                <a:moveTo>
                  <a:pt x="1806" y="309"/>
                </a:moveTo>
                <a:lnTo>
                  <a:pt x="1814" y="309"/>
                </a:lnTo>
                <a:lnTo>
                  <a:pt x="1814" y="302"/>
                </a:lnTo>
                <a:lnTo>
                  <a:pt x="1806" y="302"/>
                </a:lnTo>
                <a:lnTo>
                  <a:pt x="1806" y="309"/>
                </a:lnTo>
                <a:close/>
                <a:moveTo>
                  <a:pt x="1823" y="309"/>
                </a:moveTo>
                <a:lnTo>
                  <a:pt x="1830" y="309"/>
                </a:lnTo>
                <a:lnTo>
                  <a:pt x="1830" y="302"/>
                </a:lnTo>
                <a:lnTo>
                  <a:pt x="1823" y="302"/>
                </a:lnTo>
                <a:lnTo>
                  <a:pt x="1823" y="309"/>
                </a:lnTo>
                <a:close/>
                <a:moveTo>
                  <a:pt x="1840" y="309"/>
                </a:moveTo>
                <a:lnTo>
                  <a:pt x="1847" y="309"/>
                </a:lnTo>
                <a:lnTo>
                  <a:pt x="1847" y="302"/>
                </a:lnTo>
                <a:lnTo>
                  <a:pt x="1840" y="302"/>
                </a:lnTo>
                <a:lnTo>
                  <a:pt x="1840" y="309"/>
                </a:lnTo>
                <a:close/>
                <a:moveTo>
                  <a:pt x="1856" y="309"/>
                </a:moveTo>
                <a:lnTo>
                  <a:pt x="1863" y="309"/>
                </a:lnTo>
                <a:lnTo>
                  <a:pt x="1863" y="302"/>
                </a:lnTo>
                <a:lnTo>
                  <a:pt x="1856" y="302"/>
                </a:lnTo>
                <a:lnTo>
                  <a:pt x="1856" y="309"/>
                </a:lnTo>
                <a:close/>
                <a:moveTo>
                  <a:pt x="1873" y="309"/>
                </a:moveTo>
                <a:lnTo>
                  <a:pt x="1880" y="309"/>
                </a:lnTo>
                <a:lnTo>
                  <a:pt x="1880" y="302"/>
                </a:lnTo>
                <a:lnTo>
                  <a:pt x="1873" y="302"/>
                </a:lnTo>
                <a:lnTo>
                  <a:pt x="1873" y="309"/>
                </a:lnTo>
                <a:close/>
                <a:moveTo>
                  <a:pt x="1889" y="309"/>
                </a:moveTo>
                <a:lnTo>
                  <a:pt x="1896" y="309"/>
                </a:lnTo>
                <a:lnTo>
                  <a:pt x="1896" y="302"/>
                </a:lnTo>
                <a:lnTo>
                  <a:pt x="1889" y="302"/>
                </a:lnTo>
                <a:lnTo>
                  <a:pt x="1889" y="309"/>
                </a:lnTo>
                <a:close/>
                <a:moveTo>
                  <a:pt x="1908" y="309"/>
                </a:moveTo>
                <a:lnTo>
                  <a:pt x="1915" y="309"/>
                </a:lnTo>
                <a:lnTo>
                  <a:pt x="1915" y="302"/>
                </a:lnTo>
                <a:lnTo>
                  <a:pt x="1908" y="302"/>
                </a:lnTo>
                <a:lnTo>
                  <a:pt x="1908" y="309"/>
                </a:lnTo>
                <a:close/>
                <a:moveTo>
                  <a:pt x="1925" y="309"/>
                </a:moveTo>
                <a:lnTo>
                  <a:pt x="1932" y="309"/>
                </a:lnTo>
                <a:lnTo>
                  <a:pt x="1932" y="302"/>
                </a:lnTo>
                <a:lnTo>
                  <a:pt x="1925" y="302"/>
                </a:lnTo>
                <a:lnTo>
                  <a:pt x="1925" y="309"/>
                </a:lnTo>
                <a:close/>
                <a:moveTo>
                  <a:pt x="1941" y="309"/>
                </a:moveTo>
                <a:lnTo>
                  <a:pt x="1949" y="309"/>
                </a:lnTo>
                <a:lnTo>
                  <a:pt x="1949" y="302"/>
                </a:lnTo>
                <a:lnTo>
                  <a:pt x="1941" y="302"/>
                </a:lnTo>
                <a:lnTo>
                  <a:pt x="1941" y="309"/>
                </a:lnTo>
                <a:close/>
                <a:moveTo>
                  <a:pt x="1958" y="309"/>
                </a:moveTo>
                <a:lnTo>
                  <a:pt x="1965" y="309"/>
                </a:lnTo>
                <a:lnTo>
                  <a:pt x="1965" y="302"/>
                </a:lnTo>
                <a:lnTo>
                  <a:pt x="1958" y="302"/>
                </a:lnTo>
                <a:lnTo>
                  <a:pt x="1958" y="309"/>
                </a:lnTo>
                <a:close/>
                <a:moveTo>
                  <a:pt x="1975" y="309"/>
                </a:moveTo>
                <a:lnTo>
                  <a:pt x="1982" y="309"/>
                </a:lnTo>
                <a:lnTo>
                  <a:pt x="1982" y="302"/>
                </a:lnTo>
                <a:lnTo>
                  <a:pt x="1975" y="302"/>
                </a:lnTo>
                <a:lnTo>
                  <a:pt x="1975" y="309"/>
                </a:lnTo>
                <a:close/>
                <a:moveTo>
                  <a:pt x="1991" y="309"/>
                </a:moveTo>
                <a:lnTo>
                  <a:pt x="1998" y="309"/>
                </a:lnTo>
                <a:lnTo>
                  <a:pt x="1998" y="302"/>
                </a:lnTo>
                <a:lnTo>
                  <a:pt x="1991" y="302"/>
                </a:lnTo>
                <a:lnTo>
                  <a:pt x="1991" y="309"/>
                </a:lnTo>
                <a:close/>
                <a:moveTo>
                  <a:pt x="2008" y="309"/>
                </a:moveTo>
                <a:lnTo>
                  <a:pt x="2015" y="309"/>
                </a:lnTo>
                <a:lnTo>
                  <a:pt x="2015" y="302"/>
                </a:lnTo>
                <a:lnTo>
                  <a:pt x="2008" y="302"/>
                </a:lnTo>
                <a:lnTo>
                  <a:pt x="2008" y="309"/>
                </a:lnTo>
                <a:close/>
                <a:moveTo>
                  <a:pt x="2024" y="309"/>
                </a:moveTo>
                <a:lnTo>
                  <a:pt x="2031" y="309"/>
                </a:lnTo>
                <a:lnTo>
                  <a:pt x="2031" y="302"/>
                </a:lnTo>
                <a:lnTo>
                  <a:pt x="2024" y="302"/>
                </a:lnTo>
                <a:lnTo>
                  <a:pt x="2024" y="309"/>
                </a:lnTo>
                <a:close/>
                <a:moveTo>
                  <a:pt x="2041" y="309"/>
                </a:moveTo>
                <a:lnTo>
                  <a:pt x="2048" y="309"/>
                </a:lnTo>
                <a:lnTo>
                  <a:pt x="2048" y="302"/>
                </a:lnTo>
                <a:lnTo>
                  <a:pt x="2041" y="302"/>
                </a:lnTo>
                <a:lnTo>
                  <a:pt x="2041" y="309"/>
                </a:lnTo>
                <a:close/>
                <a:moveTo>
                  <a:pt x="2057" y="309"/>
                </a:moveTo>
                <a:lnTo>
                  <a:pt x="2065" y="309"/>
                </a:lnTo>
                <a:lnTo>
                  <a:pt x="2065" y="302"/>
                </a:lnTo>
                <a:lnTo>
                  <a:pt x="2057" y="302"/>
                </a:lnTo>
                <a:lnTo>
                  <a:pt x="2057" y="309"/>
                </a:lnTo>
                <a:close/>
                <a:moveTo>
                  <a:pt x="2074" y="309"/>
                </a:moveTo>
                <a:lnTo>
                  <a:pt x="2081" y="309"/>
                </a:lnTo>
                <a:lnTo>
                  <a:pt x="2081" y="302"/>
                </a:lnTo>
                <a:lnTo>
                  <a:pt x="2074" y="302"/>
                </a:lnTo>
                <a:lnTo>
                  <a:pt x="2074" y="309"/>
                </a:lnTo>
                <a:close/>
                <a:moveTo>
                  <a:pt x="2091" y="309"/>
                </a:moveTo>
                <a:lnTo>
                  <a:pt x="2098" y="309"/>
                </a:lnTo>
                <a:lnTo>
                  <a:pt x="2098" y="302"/>
                </a:lnTo>
                <a:lnTo>
                  <a:pt x="2091" y="302"/>
                </a:lnTo>
                <a:lnTo>
                  <a:pt x="2091" y="309"/>
                </a:lnTo>
                <a:close/>
                <a:moveTo>
                  <a:pt x="2107" y="309"/>
                </a:moveTo>
                <a:lnTo>
                  <a:pt x="2114" y="309"/>
                </a:lnTo>
                <a:lnTo>
                  <a:pt x="2114" y="302"/>
                </a:lnTo>
                <a:lnTo>
                  <a:pt x="2107" y="302"/>
                </a:lnTo>
                <a:lnTo>
                  <a:pt x="2107" y="309"/>
                </a:lnTo>
                <a:close/>
                <a:moveTo>
                  <a:pt x="2124" y="309"/>
                </a:moveTo>
                <a:lnTo>
                  <a:pt x="2131" y="309"/>
                </a:lnTo>
                <a:lnTo>
                  <a:pt x="2131" y="302"/>
                </a:lnTo>
                <a:lnTo>
                  <a:pt x="2124" y="302"/>
                </a:lnTo>
                <a:lnTo>
                  <a:pt x="2124" y="309"/>
                </a:lnTo>
                <a:close/>
                <a:moveTo>
                  <a:pt x="2140" y="309"/>
                </a:moveTo>
                <a:lnTo>
                  <a:pt x="2147" y="309"/>
                </a:lnTo>
                <a:lnTo>
                  <a:pt x="2147" y="302"/>
                </a:lnTo>
                <a:lnTo>
                  <a:pt x="2140" y="302"/>
                </a:lnTo>
                <a:lnTo>
                  <a:pt x="2140" y="309"/>
                </a:lnTo>
                <a:close/>
                <a:moveTo>
                  <a:pt x="2159" y="309"/>
                </a:moveTo>
                <a:lnTo>
                  <a:pt x="2164" y="309"/>
                </a:lnTo>
                <a:lnTo>
                  <a:pt x="2164" y="302"/>
                </a:lnTo>
                <a:lnTo>
                  <a:pt x="2159" y="302"/>
                </a:lnTo>
                <a:lnTo>
                  <a:pt x="2159" y="309"/>
                </a:lnTo>
                <a:close/>
                <a:moveTo>
                  <a:pt x="2176" y="309"/>
                </a:moveTo>
                <a:lnTo>
                  <a:pt x="2183" y="309"/>
                </a:lnTo>
                <a:lnTo>
                  <a:pt x="2183" y="302"/>
                </a:lnTo>
                <a:lnTo>
                  <a:pt x="2176" y="302"/>
                </a:lnTo>
                <a:lnTo>
                  <a:pt x="2176" y="309"/>
                </a:lnTo>
                <a:close/>
                <a:moveTo>
                  <a:pt x="2192" y="309"/>
                </a:moveTo>
                <a:lnTo>
                  <a:pt x="2200" y="309"/>
                </a:lnTo>
                <a:lnTo>
                  <a:pt x="2200" y="302"/>
                </a:lnTo>
                <a:lnTo>
                  <a:pt x="2192" y="302"/>
                </a:lnTo>
                <a:lnTo>
                  <a:pt x="2192" y="309"/>
                </a:lnTo>
                <a:close/>
                <a:moveTo>
                  <a:pt x="2209" y="309"/>
                </a:moveTo>
                <a:lnTo>
                  <a:pt x="2216" y="309"/>
                </a:lnTo>
                <a:lnTo>
                  <a:pt x="2216" y="302"/>
                </a:lnTo>
                <a:lnTo>
                  <a:pt x="2209" y="302"/>
                </a:lnTo>
                <a:lnTo>
                  <a:pt x="2209" y="309"/>
                </a:lnTo>
                <a:close/>
                <a:moveTo>
                  <a:pt x="2226" y="309"/>
                </a:moveTo>
                <a:lnTo>
                  <a:pt x="2233" y="309"/>
                </a:lnTo>
                <a:lnTo>
                  <a:pt x="2233" y="302"/>
                </a:lnTo>
                <a:lnTo>
                  <a:pt x="2226" y="302"/>
                </a:lnTo>
                <a:lnTo>
                  <a:pt x="2226" y="309"/>
                </a:lnTo>
                <a:close/>
                <a:moveTo>
                  <a:pt x="2242" y="309"/>
                </a:moveTo>
                <a:lnTo>
                  <a:pt x="2249" y="309"/>
                </a:lnTo>
                <a:lnTo>
                  <a:pt x="2249" y="302"/>
                </a:lnTo>
                <a:lnTo>
                  <a:pt x="2242" y="302"/>
                </a:lnTo>
                <a:lnTo>
                  <a:pt x="2242" y="309"/>
                </a:lnTo>
                <a:close/>
                <a:moveTo>
                  <a:pt x="2259" y="309"/>
                </a:moveTo>
                <a:lnTo>
                  <a:pt x="2266" y="309"/>
                </a:lnTo>
                <a:lnTo>
                  <a:pt x="2266" y="302"/>
                </a:lnTo>
                <a:lnTo>
                  <a:pt x="2259" y="302"/>
                </a:lnTo>
                <a:lnTo>
                  <a:pt x="2259" y="309"/>
                </a:lnTo>
                <a:close/>
                <a:moveTo>
                  <a:pt x="2275" y="309"/>
                </a:moveTo>
                <a:lnTo>
                  <a:pt x="2282" y="309"/>
                </a:lnTo>
                <a:lnTo>
                  <a:pt x="2282" y="302"/>
                </a:lnTo>
                <a:lnTo>
                  <a:pt x="2275" y="302"/>
                </a:lnTo>
                <a:lnTo>
                  <a:pt x="2275" y="309"/>
                </a:lnTo>
                <a:close/>
                <a:moveTo>
                  <a:pt x="2292" y="309"/>
                </a:moveTo>
                <a:lnTo>
                  <a:pt x="2299" y="309"/>
                </a:lnTo>
                <a:lnTo>
                  <a:pt x="2299" y="302"/>
                </a:lnTo>
                <a:lnTo>
                  <a:pt x="2292" y="302"/>
                </a:lnTo>
                <a:lnTo>
                  <a:pt x="2292" y="309"/>
                </a:lnTo>
                <a:close/>
                <a:moveTo>
                  <a:pt x="2308" y="309"/>
                </a:moveTo>
                <a:lnTo>
                  <a:pt x="2316" y="309"/>
                </a:lnTo>
                <a:lnTo>
                  <a:pt x="2316" y="302"/>
                </a:lnTo>
                <a:lnTo>
                  <a:pt x="2308" y="302"/>
                </a:lnTo>
                <a:lnTo>
                  <a:pt x="2308" y="309"/>
                </a:lnTo>
                <a:close/>
                <a:moveTo>
                  <a:pt x="2325" y="309"/>
                </a:moveTo>
                <a:lnTo>
                  <a:pt x="2332" y="309"/>
                </a:lnTo>
                <a:lnTo>
                  <a:pt x="2332" y="302"/>
                </a:lnTo>
                <a:lnTo>
                  <a:pt x="2325" y="302"/>
                </a:lnTo>
                <a:lnTo>
                  <a:pt x="2325" y="309"/>
                </a:lnTo>
                <a:close/>
                <a:moveTo>
                  <a:pt x="2342" y="309"/>
                </a:moveTo>
                <a:lnTo>
                  <a:pt x="2349" y="309"/>
                </a:lnTo>
                <a:lnTo>
                  <a:pt x="2349" y="302"/>
                </a:lnTo>
                <a:lnTo>
                  <a:pt x="2342" y="302"/>
                </a:lnTo>
                <a:lnTo>
                  <a:pt x="2342" y="309"/>
                </a:lnTo>
                <a:close/>
                <a:moveTo>
                  <a:pt x="2358" y="309"/>
                </a:moveTo>
                <a:lnTo>
                  <a:pt x="2365" y="309"/>
                </a:lnTo>
                <a:lnTo>
                  <a:pt x="2365" y="302"/>
                </a:lnTo>
                <a:lnTo>
                  <a:pt x="2358" y="302"/>
                </a:lnTo>
                <a:lnTo>
                  <a:pt x="2358" y="309"/>
                </a:lnTo>
                <a:close/>
                <a:moveTo>
                  <a:pt x="2375" y="309"/>
                </a:moveTo>
                <a:lnTo>
                  <a:pt x="2382" y="309"/>
                </a:lnTo>
                <a:lnTo>
                  <a:pt x="2382" y="302"/>
                </a:lnTo>
                <a:lnTo>
                  <a:pt x="2375" y="302"/>
                </a:lnTo>
                <a:lnTo>
                  <a:pt x="2375" y="309"/>
                </a:lnTo>
                <a:close/>
                <a:moveTo>
                  <a:pt x="2391" y="309"/>
                </a:moveTo>
                <a:lnTo>
                  <a:pt x="2398" y="309"/>
                </a:lnTo>
                <a:lnTo>
                  <a:pt x="2398" y="302"/>
                </a:lnTo>
                <a:lnTo>
                  <a:pt x="2391" y="302"/>
                </a:lnTo>
                <a:lnTo>
                  <a:pt x="2391" y="309"/>
                </a:lnTo>
                <a:close/>
                <a:moveTo>
                  <a:pt x="2408" y="309"/>
                </a:moveTo>
                <a:lnTo>
                  <a:pt x="2415" y="309"/>
                </a:lnTo>
                <a:lnTo>
                  <a:pt x="2415" y="302"/>
                </a:lnTo>
                <a:lnTo>
                  <a:pt x="2408" y="302"/>
                </a:lnTo>
                <a:lnTo>
                  <a:pt x="2408" y="309"/>
                </a:lnTo>
                <a:close/>
                <a:moveTo>
                  <a:pt x="2427" y="309"/>
                </a:moveTo>
                <a:lnTo>
                  <a:pt x="2434" y="309"/>
                </a:lnTo>
                <a:lnTo>
                  <a:pt x="2434" y="302"/>
                </a:lnTo>
                <a:lnTo>
                  <a:pt x="2427" y="302"/>
                </a:lnTo>
                <a:lnTo>
                  <a:pt x="2427" y="309"/>
                </a:lnTo>
                <a:close/>
                <a:moveTo>
                  <a:pt x="2443" y="309"/>
                </a:moveTo>
                <a:lnTo>
                  <a:pt x="2451" y="309"/>
                </a:lnTo>
                <a:lnTo>
                  <a:pt x="2451" y="302"/>
                </a:lnTo>
                <a:lnTo>
                  <a:pt x="2443" y="302"/>
                </a:lnTo>
                <a:lnTo>
                  <a:pt x="2443" y="309"/>
                </a:lnTo>
                <a:close/>
                <a:moveTo>
                  <a:pt x="2460" y="309"/>
                </a:moveTo>
                <a:lnTo>
                  <a:pt x="2467" y="309"/>
                </a:lnTo>
                <a:lnTo>
                  <a:pt x="2467" y="302"/>
                </a:lnTo>
                <a:lnTo>
                  <a:pt x="2460" y="302"/>
                </a:lnTo>
                <a:lnTo>
                  <a:pt x="2460" y="309"/>
                </a:lnTo>
                <a:close/>
                <a:moveTo>
                  <a:pt x="2477" y="309"/>
                </a:moveTo>
                <a:lnTo>
                  <a:pt x="2484" y="309"/>
                </a:lnTo>
                <a:lnTo>
                  <a:pt x="2484" y="302"/>
                </a:lnTo>
                <a:lnTo>
                  <a:pt x="2477" y="302"/>
                </a:lnTo>
                <a:lnTo>
                  <a:pt x="2477" y="309"/>
                </a:lnTo>
                <a:close/>
                <a:moveTo>
                  <a:pt x="2493" y="309"/>
                </a:moveTo>
                <a:lnTo>
                  <a:pt x="2500" y="309"/>
                </a:lnTo>
                <a:lnTo>
                  <a:pt x="2500" y="302"/>
                </a:lnTo>
                <a:lnTo>
                  <a:pt x="2493" y="302"/>
                </a:lnTo>
                <a:lnTo>
                  <a:pt x="2493" y="309"/>
                </a:lnTo>
                <a:close/>
                <a:moveTo>
                  <a:pt x="2510" y="309"/>
                </a:moveTo>
                <a:lnTo>
                  <a:pt x="2517" y="309"/>
                </a:lnTo>
                <a:lnTo>
                  <a:pt x="2517" y="302"/>
                </a:lnTo>
                <a:lnTo>
                  <a:pt x="2510" y="302"/>
                </a:lnTo>
                <a:lnTo>
                  <a:pt x="2510" y="309"/>
                </a:lnTo>
                <a:close/>
                <a:moveTo>
                  <a:pt x="2526" y="309"/>
                </a:moveTo>
                <a:lnTo>
                  <a:pt x="2533" y="309"/>
                </a:lnTo>
                <a:lnTo>
                  <a:pt x="2533" y="302"/>
                </a:lnTo>
                <a:lnTo>
                  <a:pt x="2526" y="302"/>
                </a:lnTo>
                <a:lnTo>
                  <a:pt x="2526" y="309"/>
                </a:lnTo>
                <a:close/>
                <a:moveTo>
                  <a:pt x="2543" y="309"/>
                </a:moveTo>
                <a:lnTo>
                  <a:pt x="2550" y="309"/>
                </a:lnTo>
                <a:lnTo>
                  <a:pt x="2550" y="302"/>
                </a:lnTo>
                <a:lnTo>
                  <a:pt x="2543" y="302"/>
                </a:lnTo>
                <a:lnTo>
                  <a:pt x="2543" y="309"/>
                </a:lnTo>
                <a:close/>
                <a:moveTo>
                  <a:pt x="2560" y="309"/>
                </a:moveTo>
                <a:lnTo>
                  <a:pt x="2567" y="309"/>
                </a:lnTo>
                <a:lnTo>
                  <a:pt x="2567" y="302"/>
                </a:lnTo>
                <a:lnTo>
                  <a:pt x="2560" y="302"/>
                </a:lnTo>
                <a:lnTo>
                  <a:pt x="2560" y="309"/>
                </a:lnTo>
                <a:close/>
                <a:moveTo>
                  <a:pt x="2576" y="309"/>
                </a:moveTo>
                <a:lnTo>
                  <a:pt x="2583" y="309"/>
                </a:lnTo>
                <a:lnTo>
                  <a:pt x="2583" y="302"/>
                </a:lnTo>
                <a:lnTo>
                  <a:pt x="2576" y="302"/>
                </a:lnTo>
                <a:lnTo>
                  <a:pt x="2576" y="309"/>
                </a:lnTo>
                <a:close/>
                <a:moveTo>
                  <a:pt x="2593" y="309"/>
                </a:moveTo>
                <a:lnTo>
                  <a:pt x="2600" y="309"/>
                </a:lnTo>
                <a:lnTo>
                  <a:pt x="2600" y="302"/>
                </a:lnTo>
                <a:lnTo>
                  <a:pt x="2593" y="302"/>
                </a:lnTo>
                <a:lnTo>
                  <a:pt x="2593" y="309"/>
                </a:lnTo>
                <a:close/>
                <a:moveTo>
                  <a:pt x="2609" y="309"/>
                </a:moveTo>
                <a:lnTo>
                  <a:pt x="2616" y="309"/>
                </a:lnTo>
                <a:lnTo>
                  <a:pt x="2616" y="302"/>
                </a:lnTo>
                <a:lnTo>
                  <a:pt x="2609" y="302"/>
                </a:lnTo>
                <a:lnTo>
                  <a:pt x="2609" y="309"/>
                </a:lnTo>
                <a:close/>
                <a:moveTo>
                  <a:pt x="2626" y="309"/>
                </a:moveTo>
                <a:lnTo>
                  <a:pt x="2633" y="309"/>
                </a:lnTo>
                <a:lnTo>
                  <a:pt x="2633" y="302"/>
                </a:lnTo>
                <a:lnTo>
                  <a:pt x="2626" y="302"/>
                </a:lnTo>
                <a:lnTo>
                  <a:pt x="2626" y="309"/>
                </a:lnTo>
                <a:close/>
                <a:moveTo>
                  <a:pt x="2642" y="309"/>
                </a:moveTo>
                <a:lnTo>
                  <a:pt x="2649" y="309"/>
                </a:lnTo>
                <a:lnTo>
                  <a:pt x="2649" y="302"/>
                </a:lnTo>
                <a:lnTo>
                  <a:pt x="2642" y="302"/>
                </a:lnTo>
                <a:lnTo>
                  <a:pt x="2642" y="309"/>
                </a:lnTo>
                <a:close/>
                <a:moveTo>
                  <a:pt x="2659" y="309"/>
                </a:moveTo>
                <a:lnTo>
                  <a:pt x="2666" y="309"/>
                </a:lnTo>
                <a:lnTo>
                  <a:pt x="2666" y="302"/>
                </a:lnTo>
                <a:lnTo>
                  <a:pt x="2659" y="302"/>
                </a:lnTo>
                <a:lnTo>
                  <a:pt x="2659" y="309"/>
                </a:lnTo>
                <a:close/>
                <a:moveTo>
                  <a:pt x="2678" y="309"/>
                </a:moveTo>
                <a:lnTo>
                  <a:pt x="2683" y="309"/>
                </a:lnTo>
                <a:lnTo>
                  <a:pt x="2683" y="302"/>
                </a:lnTo>
                <a:lnTo>
                  <a:pt x="2678" y="302"/>
                </a:lnTo>
                <a:lnTo>
                  <a:pt x="2678" y="309"/>
                </a:lnTo>
                <a:close/>
                <a:moveTo>
                  <a:pt x="2694" y="309"/>
                </a:moveTo>
                <a:lnTo>
                  <a:pt x="2702" y="309"/>
                </a:lnTo>
                <a:lnTo>
                  <a:pt x="2702" y="302"/>
                </a:lnTo>
                <a:lnTo>
                  <a:pt x="2694" y="302"/>
                </a:lnTo>
                <a:lnTo>
                  <a:pt x="2694" y="309"/>
                </a:lnTo>
                <a:close/>
                <a:moveTo>
                  <a:pt x="2711" y="309"/>
                </a:moveTo>
                <a:lnTo>
                  <a:pt x="2718" y="309"/>
                </a:lnTo>
                <a:lnTo>
                  <a:pt x="2718" y="302"/>
                </a:lnTo>
                <a:lnTo>
                  <a:pt x="2711" y="302"/>
                </a:lnTo>
                <a:lnTo>
                  <a:pt x="2711" y="309"/>
                </a:lnTo>
                <a:close/>
                <a:moveTo>
                  <a:pt x="2728" y="309"/>
                </a:moveTo>
                <a:lnTo>
                  <a:pt x="2735" y="309"/>
                </a:lnTo>
                <a:lnTo>
                  <a:pt x="2735" y="302"/>
                </a:lnTo>
                <a:lnTo>
                  <a:pt x="2728" y="302"/>
                </a:lnTo>
                <a:lnTo>
                  <a:pt x="2728" y="309"/>
                </a:lnTo>
                <a:close/>
                <a:moveTo>
                  <a:pt x="2744" y="309"/>
                </a:moveTo>
                <a:lnTo>
                  <a:pt x="2751" y="309"/>
                </a:lnTo>
                <a:lnTo>
                  <a:pt x="2751" y="302"/>
                </a:lnTo>
                <a:lnTo>
                  <a:pt x="2744" y="302"/>
                </a:lnTo>
                <a:lnTo>
                  <a:pt x="2744" y="309"/>
                </a:lnTo>
                <a:close/>
                <a:moveTo>
                  <a:pt x="2761" y="309"/>
                </a:moveTo>
                <a:lnTo>
                  <a:pt x="2768" y="309"/>
                </a:lnTo>
                <a:lnTo>
                  <a:pt x="2768" y="302"/>
                </a:lnTo>
                <a:lnTo>
                  <a:pt x="2761" y="302"/>
                </a:lnTo>
                <a:lnTo>
                  <a:pt x="2761" y="309"/>
                </a:lnTo>
                <a:close/>
                <a:moveTo>
                  <a:pt x="2777" y="309"/>
                </a:moveTo>
                <a:lnTo>
                  <a:pt x="2784" y="309"/>
                </a:lnTo>
                <a:lnTo>
                  <a:pt x="2784" y="302"/>
                </a:lnTo>
                <a:lnTo>
                  <a:pt x="2777" y="302"/>
                </a:lnTo>
                <a:lnTo>
                  <a:pt x="2777" y="309"/>
                </a:lnTo>
                <a:close/>
                <a:moveTo>
                  <a:pt x="2794" y="309"/>
                </a:moveTo>
                <a:lnTo>
                  <a:pt x="2801" y="309"/>
                </a:lnTo>
                <a:lnTo>
                  <a:pt x="2801" y="302"/>
                </a:lnTo>
                <a:lnTo>
                  <a:pt x="2794" y="302"/>
                </a:lnTo>
                <a:lnTo>
                  <a:pt x="2794" y="309"/>
                </a:lnTo>
                <a:close/>
                <a:moveTo>
                  <a:pt x="2811" y="309"/>
                </a:moveTo>
                <a:lnTo>
                  <a:pt x="2818" y="309"/>
                </a:lnTo>
                <a:lnTo>
                  <a:pt x="2818" y="302"/>
                </a:lnTo>
                <a:lnTo>
                  <a:pt x="2811" y="302"/>
                </a:lnTo>
                <a:lnTo>
                  <a:pt x="2811" y="309"/>
                </a:lnTo>
                <a:close/>
                <a:moveTo>
                  <a:pt x="2827" y="309"/>
                </a:moveTo>
                <a:lnTo>
                  <a:pt x="2834" y="309"/>
                </a:lnTo>
                <a:lnTo>
                  <a:pt x="2834" y="302"/>
                </a:lnTo>
                <a:lnTo>
                  <a:pt x="2827" y="302"/>
                </a:lnTo>
                <a:lnTo>
                  <a:pt x="2827" y="309"/>
                </a:lnTo>
                <a:close/>
                <a:moveTo>
                  <a:pt x="2844" y="309"/>
                </a:moveTo>
                <a:lnTo>
                  <a:pt x="2851" y="309"/>
                </a:lnTo>
                <a:lnTo>
                  <a:pt x="2851" y="302"/>
                </a:lnTo>
                <a:lnTo>
                  <a:pt x="2844" y="302"/>
                </a:lnTo>
                <a:lnTo>
                  <a:pt x="2844" y="309"/>
                </a:lnTo>
                <a:close/>
                <a:moveTo>
                  <a:pt x="2860" y="309"/>
                </a:moveTo>
                <a:lnTo>
                  <a:pt x="2867" y="309"/>
                </a:lnTo>
                <a:lnTo>
                  <a:pt x="2867" y="302"/>
                </a:lnTo>
                <a:lnTo>
                  <a:pt x="2860" y="302"/>
                </a:lnTo>
                <a:lnTo>
                  <a:pt x="2860" y="309"/>
                </a:lnTo>
                <a:close/>
                <a:moveTo>
                  <a:pt x="2877" y="309"/>
                </a:moveTo>
                <a:lnTo>
                  <a:pt x="2884" y="309"/>
                </a:lnTo>
                <a:lnTo>
                  <a:pt x="2884" y="302"/>
                </a:lnTo>
                <a:lnTo>
                  <a:pt x="2877" y="302"/>
                </a:lnTo>
                <a:lnTo>
                  <a:pt x="2877" y="309"/>
                </a:lnTo>
                <a:close/>
                <a:moveTo>
                  <a:pt x="2893" y="309"/>
                </a:moveTo>
                <a:lnTo>
                  <a:pt x="2901" y="309"/>
                </a:lnTo>
                <a:lnTo>
                  <a:pt x="2901" y="302"/>
                </a:lnTo>
                <a:lnTo>
                  <a:pt x="2893" y="302"/>
                </a:lnTo>
                <a:lnTo>
                  <a:pt x="2893" y="309"/>
                </a:lnTo>
                <a:close/>
                <a:moveTo>
                  <a:pt x="2910" y="309"/>
                </a:moveTo>
                <a:lnTo>
                  <a:pt x="2917" y="309"/>
                </a:lnTo>
                <a:lnTo>
                  <a:pt x="2917" y="302"/>
                </a:lnTo>
                <a:lnTo>
                  <a:pt x="2910" y="302"/>
                </a:lnTo>
                <a:lnTo>
                  <a:pt x="2910" y="309"/>
                </a:lnTo>
                <a:close/>
                <a:moveTo>
                  <a:pt x="2927" y="309"/>
                </a:moveTo>
                <a:lnTo>
                  <a:pt x="2934" y="309"/>
                </a:lnTo>
                <a:lnTo>
                  <a:pt x="2934" y="302"/>
                </a:lnTo>
                <a:lnTo>
                  <a:pt x="2927" y="302"/>
                </a:lnTo>
                <a:lnTo>
                  <a:pt x="2927" y="309"/>
                </a:lnTo>
                <a:close/>
                <a:moveTo>
                  <a:pt x="2946" y="309"/>
                </a:moveTo>
                <a:lnTo>
                  <a:pt x="2953" y="309"/>
                </a:lnTo>
                <a:lnTo>
                  <a:pt x="2953" y="302"/>
                </a:lnTo>
                <a:lnTo>
                  <a:pt x="2946" y="302"/>
                </a:lnTo>
                <a:lnTo>
                  <a:pt x="2946" y="309"/>
                </a:lnTo>
                <a:close/>
                <a:moveTo>
                  <a:pt x="2962" y="309"/>
                </a:moveTo>
                <a:lnTo>
                  <a:pt x="2969" y="309"/>
                </a:lnTo>
                <a:lnTo>
                  <a:pt x="2969" y="302"/>
                </a:lnTo>
                <a:lnTo>
                  <a:pt x="2962" y="302"/>
                </a:lnTo>
                <a:lnTo>
                  <a:pt x="2962" y="309"/>
                </a:lnTo>
                <a:close/>
                <a:moveTo>
                  <a:pt x="2979" y="309"/>
                </a:moveTo>
                <a:lnTo>
                  <a:pt x="2986" y="309"/>
                </a:lnTo>
                <a:lnTo>
                  <a:pt x="2986" y="302"/>
                </a:lnTo>
                <a:lnTo>
                  <a:pt x="2979" y="302"/>
                </a:lnTo>
                <a:lnTo>
                  <a:pt x="2979" y="309"/>
                </a:lnTo>
                <a:close/>
                <a:moveTo>
                  <a:pt x="2995" y="309"/>
                </a:moveTo>
                <a:lnTo>
                  <a:pt x="3002" y="309"/>
                </a:lnTo>
                <a:lnTo>
                  <a:pt x="3002" y="302"/>
                </a:lnTo>
                <a:lnTo>
                  <a:pt x="2995" y="302"/>
                </a:lnTo>
                <a:lnTo>
                  <a:pt x="2995" y="309"/>
                </a:lnTo>
                <a:close/>
                <a:moveTo>
                  <a:pt x="3012" y="309"/>
                </a:moveTo>
                <a:lnTo>
                  <a:pt x="3019" y="309"/>
                </a:lnTo>
                <a:lnTo>
                  <a:pt x="3019" y="302"/>
                </a:lnTo>
                <a:lnTo>
                  <a:pt x="3012" y="302"/>
                </a:lnTo>
                <a:lnTo>
                  <a:pt x="3012" y="309"/>
                </a:lnTo>
                <a:close/>
                <a:moveTo>
                  <a:pt x="3028" y="309"/>
                </a:moveTo>
                <a:lnTo>
                  <a:pt x="3035" y="309"/>
                </a:lnTo>
                <a:lnTo>
                  <a:pt x="3035" y="302"/>
                </a:lnTo>
                <a:lnTo>
                  <a:pt x="3028" y="302"/>
                </a:lnTo>
                <a:lnTo>
                  <a:pt x="3028" y="309"/>
                </a:lnTo>
                <a:close/>
                <a:moveTo>
                  <a:pt x="3045" y="309"/>
                </a:moveTo>
                <a:lnTo>
                  <a:pt x="3052" y="309"/>
                </a:lnTo>
                <a:lnTo>
                  <a:pt x="3052" y="302"/>
                </a:lnTo>
                <a:lnTo>
                  <a:pt x="3045" y="302"/>
                </a:lnTo>
                <a:lnTo>
                  <a:pt x="3045" y="309"/>
                </a:lnTo>
                <a:close/>
                <a:moveTo>
                  <a:pt x="3062" y="309"/>
                </a:moveTo>
                <a:lnTo>
                  <a:pt x="3069" y="309"/>
                </a:lnTo>
                <a:lnTo>
                  <a:pt x="3069" y="302"/>
                </a:lnTo>
                <a:lnTo>
                  <a:pt x="3062" y="302"/>
                </a:lnTo>
                <a:lnTo>
                  <a:pt x="3062" y="309"/>
                </a:lnTo>
                <a:close/>
                <a:moveTo>
                  <a:pt x="33" y="325"/>
                </a:moveTo>
                <a:lnTo>
                  <a:pt x="40" y="325"/>
                </a:lnTo>
                <a:lnTo>
                  <a:pt x="40" y="318"/>
                </a:lnTo>
                <a:lnTo>
                  <a:pt x="33" y="318"/>
                </a:lnTo>
                <a:lnTo>
                  <a:pt x="33" y="325"/>
                </a:lnTo>
                <a:close/>
                <a:moveTo>
                  <a:pt x="49" y="325"/>
                </a:moveTo>
                <a:lnTo>
                  <a:pt x="56" y="325"/>
                </a:lnTo>
                <a:lnTo>
                  <a:pt x="56" y="318"/>
                </a:lnTo>
                <a:lnTo>
                  <a:pt x="49" y="318"/>
                </a:lnTo>
                <a:lnTo>
                  <a:pt x="49" y="325"/>
                </a:lnTo>
                <a:close/>
                <a:moveTo>
                  <a:pt x="66" y="325"/>
                </a:moveTo>
                <a:lnTo>
                  <a:pt x="73" y="325"/>
                </a:lnTo>
                <a:lnTo>
                  <a:pt x="73" y="318"/>
                </a:lnTo>
                <a:lnTo>
                  <a:pt x="66" y="318"/>
                </a:lnTo>
                <a:lnTo>
                  <a:pt x="66" y="325"/>
                </a:lnTo>
                <a:close/>
                <a:moveTo>
                  <a:pt x="83" y="325"/>
                </a:moveTo>
                <a:lnTo>
                  <a:pt x="90" y="325"/>
                </a:lnTo>
                <a:lnTo>
                  <a:pt x="90" y="318"/>
                </a:lnTo>
                <a:lnTo>
                  <a:pt x="83" y="318"/>
                </a:lnTo>
                <a:lnTo>
                  <a:pt x="83" y="325"/>
                </a:lnTo>
                <a:close/>
                <a:moveTo>
                  <a:pt x="101" y="325"/>
                </a:moveTo>
                <a:lnTo>
                  <a:pt x="106" y="325"/>
                </a:lnTo>
                <a:lnTo>
                  <a:pt x="106" y="318"/>
                </a:lnTo>
                <a:lnTo>
                  <a:pt x="101" y="318"/>
                </a:lnTo>
                <a:lnTo>
                  <a:pt x="101" y="325"/>
                </a:lnTo>
                <a:close/>
                <a:moveTo>
                  <a:pt x="118" y="325"/>
                </a:moveTo>
                <a:lnTo>
                  <a:pt x="125" y="325"/>
                </a:lnTo>
                <a:lnTo>
                  <a:pt x="125" y="318"/>
                </a:lnTo>
                <a:lnTo>
                  <a:pt x="118" y="318"/>
                </a:lnTo>
                <a:lnTo>
                  <a:pt x="118" y="325"/>
                </a:lnTo>
                <a:close/>
                <a:moveTo>
                  <a:pt x="135" y="325"/>
                </a:moveTo>
                <a:lnTo>
                  <a:pt x="142" y="325"/>
                </a:lnTo>
                <a:lnTo>
                  <a:pt x="142" y="318"/>
                </a:lnTo>
                <a:lnTo>
                  <a:pt x="135" y="318"/>
                </a:lnTo>
                <a:lnTo>
                  <a:pt x="135" y="325"/>
                </a:lnTo>
                <a:close/>
                <a:moveTo>
                  <a:pt x="151" y="325"/>
                </a:moveTo>
                <a:lnTo>
                  <a:pt x="158" y="325"/>
                </a:lnTo>
                <a:lnTo>
                  <a:pt x="158" y="318"/>
                </a:lnTo>
                <a:lnTo>
                  <a:pt x="151" y="318"/>
                </a:lnTo>
                <a:lnTo>
                  <a:pt x="151" y="325"/>
                </a:lnTo>
                <a:close/>
                <a:moveTo>
                  <a:pt x="168" y="325"/>
                </a:moveTo>
                <a:lnTo>
                  <a:pt x="175" y="325"/>
                </a:lnTo>
                <a:lnTo>
                  <a:pt x="175" y="318"/>
                </a:lnTo>
                <a:lnTo>
                  <a:pt x="168" y="318"/>
                </a:lnTo>
                <a:lnTo>
                  <a:pt x="168" y="325"/>
                </a:lnTo>
                <a:close/>
                <a:moveTo>
                  <a:pt x="184" y="325"/>
                </a:moveTo>
                <a:lnTo>
                  <a:pt x="191" y="325"/>
                </a:lnTo>
                <a:lnTo>
                  <a:pt x="191" y="318"/>
                </a:lnTo>
                <a:lnTo>
                  <a:pt x="184" y="318"/>
                </a:lnTo>
                <a:lnTo>
                  <a:pt x="184" y="325"/>
                </a:lnTo>
                <a:close/>
                <a:moveTo>
                  <a:pt x="201" y="325"/>
                </a:moveTo>
                <a:lnTo>
                  <a:pt x="208" y="325"/>
                </a:lnTo>
                <a:lnTo>
                  <a:pt x="208" y="318"/>
                </a:lnTo>
                <a:lnTo>
                  <a:pt x="201" y="318"/>
                </a:lnTo>
                <a:lnTo>
                  <a:pt x="201" y="325"/>
                </a:lnTo>
                <a:close/>
                <a:moveTo>
                  <a:pt x="218" y="325"/>
                </a:moveTo>
                <a:lnTo>
                  <a:pt x="225" y="325"/>
                </a:lnTo>
                <a:lnTo>
                  <a:pt x="225" y="318"/>
                </a:lnTo>
                <a:lnTo>
                  <a:pt x="218" y="318"/>
                </a:lnTo>
                <a:lnTo>
                  <a:pt x="218" y="325"/>
                </a:lnTo>
                <a:close/>
                <a:moveTo>
                  <a:pt x="234" y="325"/>
                </a:moveTo>
                <a:lnTo>
                  <a:pt x="241" y="325"/>
                </a:lnTo>
                <a:lnTo>
                  <a:pt x="241" y="318"/>
                </a:lnTo>
                <a:lnTo>
                  <a:pt x="234" y="318"/>
                </a:lnTo>
                <a:lnTo>
                  <a:pt x="234" y="325"/>
                </a:lnTo>
                <a:close/>
                <a:moveTo>
                  <a:pt x="251" y="325"/>
                </a:moveTo>
                <a:lnTo>
                  <a:pt x="258" y="325"/>
                </a:lnTo>
                <a:lnTo>
                  <a:pt x="258" y="318"/>
                </a:lnTo>
                <a:lnTo>
                  <a:pt x="251" y="318"/>
                </a:lnTo>
                <a:lnTo>
                  <a:pt x="251" y="325"/>
                </a:lnTo>
                <a:close/>
                <a:moveTo>
                  <a:pt x="267" y="325"/>
                </a:moveTo>
                <a:lnTo>
                  <a:pt x="274" y="325"/>
                </a:lnTo>
                <a:lnTo>
                  <a:pt x="274" y="318"/>
                </a:lnTo>
                <a:lnTo>
                  <a:pt x="267" y="318"/>
                </a:lnTo>
                <a:lnTo>
                  <a:pt x="267" y="325"/>
                </a:lnTo>
                <a:close/>
                <a:moveTo>
                  <a:pt x="284" y="325"/>
                </a:moveTo>
                <a:lnTo>
                  <a:pt x="291" y="325"/>
                </a:lnTo>
                <a:lnTo>
                  <a:pt x="291" y="318"/>
                </a:lnTo>
                <a:lnTo>
                  <a:pt x="284" y="318"/>
                </a:lnTo>
                <a:lnTo>
                  <a:pt x="284" y="325"/>
                </a:lnTo>
                <a:close/>
                <a:moveTo>
                  <a:pt x="300" y="325"/>
                </a:moveTo>
                <a:lnTo>
                  <a:pt x="307" y="325"/>
                </a:lnTo>
                <a:lnTo>
                  <a:pt x="307" y="318"/>
                </a:lnTo>
                <a:lnTo>
                  <a:pt x="300" y="318"/>
                </a:lnTo>
                <a:lnTo>
                  <a:pt x="300" y="325"/>
                </a:lnTo>
                <a:close/>
                <a:moveTo>
                  <a:pt x="317" y="325"/>
                </a:moveTo>
                <a:lnTo>
                  <a:pt x="324" y="325"/>
                </a:lnTo>
                <a:lnTo>
                  <a:pt x="324" y="318"/>
                </a:lnTo>
                <a:lnTo>
                  <a:pt x="317" y="318"/>
                </a:lnTo>
                <a:lnTo>
                  <a:pt x="317" y="325"/>
                </a:lnTo>
                <a:close/>
                <a:moveTo>
                  <a:pt x="334" y="325"/>
                </a:moveTo>
                <a:lnTo>
                  <a:pt x="341" y="325"/>
                </a:lnTo>
                <a:lnTo>
                  <a:pt x="341" y="318"/>
                </a:lnTo>
                <a:lnTo>
                  <a:pt x="334" y="318"/>
                </a:lnTo>
                <a:lnTo>
                  <a:pt x="334" y="325"/>
                </a:lnTo>
                <a:close/>
                <a:moveTo>
                  <a:pt x="350" y="325"/>
                </a:moveTo>
                <a:lnTo>
                  <a:pt x="357" y="325"/>
                </a:lnTo>
                <a:lnTo>
                  <a:pt x="357" y="318"/>
                </a:lnTo>
                <a:lnTo>
                  <a:pt x="350" y="318"/>
                </a:lnTo>
                <a:lnTo>
                  <a:pt x="350" y="325"/>
                </a:lnTo>
                <a:close/>
                <a:moveTo>
                  <a:pt x="369" y="325"/>
                </a:moveTo>
                <a:lnTo>
                  <a:pt x="376" y="325"/>
                </a:lnTo>
                <a:lnTo>
                  <a:pt x="376" y="318"/>
                </a:lnTo>
                <a:lnTo>
                  <a:pt x="369" y="318"/>
                </a:lnTo>
                <a:lnTo>
                  <a:pt x="369" y="325"/>
                </a:lnTo>
                <a:close/>
                <a:moveTo>
                  <a:pt x="386" y="325"/>
                </a:moveTo>
                <a:lnTo>
                  <a:pt x="393" y="325"/>
                </a:lnTo>
                <a:lnTo>
                  <a:pt x="393" y="318"/>
                </a:lnTo>
                <a:lnTo>
                  <a:pt x="386" y="318"/>
                </a:lnTo>
                <a:lnTo>
                  <a:pt x="386" y="325"/>
                </a:lnTo>
                <a:close/>
                <a:moveTo>
                  <a:pt x="402" y="325"/>
                </a:moveTo>
                <a:lnTo>
                  <a:pt x="409" y="325"/>
                </a:lnTo>
                <a:lnTo>
                  <a:pt x="409" y="318"/>
                </a:lnTo>
                <a:lnTo>
                  <a:pt x="402" y="318"/>
                </a:lnTo>
                <a:lnTo>
                  <a:pt x="402" y="325"/>
                </a:lnTo>
                <a:close/>
                <a:moveTo>
                  <a:pt x="419" y="325"/>
                </a:moveTo>
                <a:lnTo>
                  <a:pt x="426" y="325"/>
                </a:lnTo>
                <a:lnTo>
                  <a:pt x="426" y="318"/>
                </a:lnTo>
                <a:lnTo>
                  <a:pt x="419" y="318"/>
                </a:lnTo>
                <a:lnTo>
                  <a:pt x="419" y="325"/>
                </a:lnTo>
                <a:close/>
                <a:moveTo>
                  <a:pt x="435" y="325"/>
                </a:moveTo>
                <a:lnTo>
                  <a:pt x="442" y="325"/>
                </a:lnTo>
                <a:lnTo>
                  <a:pt x="442" y="318"/>
                </a:lnTo>
                <a:lnTo>
                  <a:pt x="435" y="318"/>
                </a:lnTo>
                <a:lnTo>
                  <a:pt x="435" y="325"/>
                </a:lnTo>
                <a:close/>
                <a:moveTo>
                  <a:pt x="452" y="325"/>
                </a:moveTo>
                <a:lnTo>
                  <a:pt x="459" y="325"/>
                </a:lnTo>
                <a:lnTo>
                  <a:pt x="459" y="318"/>
                </a:lnTo>
                <a:lnTo>
                  <a:pt x="452" y="318"/>
                </a:lnTo>
                <a:lnTo>
                  <a:pt x="452" y="325"/>
                </a:lnTo>
                <a:close/>
                <a:moveTo>
                  <a:pt x="469" y="325"/>
                </a:moveTo>
                <a:lnTo>
                  <a:pt x="476" y="325"/>
                </a:lnTo>
                <a:lnTo>
                  <a:pt x="476" y="318"/>
                </a:lnTo>
                <a:lnTo>
                  <a:pt x="469" y="318"/>
                </a:lnTo>
                <a:lnTo>
                  <a:pt x="469" y="325"/>
                </a:lnTo>
                <a:close/>
                <a:moveTo>
                  <a:pt x="485" y="325"/>
                </a:moveTo>
                <a:lnTo>
                  <a:pt x="492" y="325"/>
                </a:lnTo>
                <a:lnTo>
                  <a:pt x="492" y="318"/>
                </a:lnTo>
                <a:lnTo>
                  <a:pt x="485" y="318"/>
                </a:lnTo>
                <a:lnTo>
                  <a:pt x="485" y="325"/>
                </a:lnTo>
                <a:close/>
                <a:moveTo>
                  <a:pt x="502" y="325"/>
                </a:moveTo>
                <a:lnTo>
                  <a:pt x="509" y="325"/>
                </a:lnTo>
                <a:lnTo>
                  <a:pt x="509" y="318"/>
                </a:lnTo>
                <a:lnTo>
                  <a:pt x="502" y="318"/>
                </a:lnTo>
                <a:lnTo>
                  <a:pt x="502" y="325"/>
                </a:lnTo>
                <a:close/>
                <a:moveTo>
                  <a:pt x="518" y="325"/>
                </a:moveTo>
                <a:lnTo>
                  <a:pt x="525" y="325"/>
                </a:lnTo>
                <a:lnTo>
                  <a:pt x="525" y="318"/>
                </a:lnTo>
                <a:lnTo>
                  <a:pt x="518" y="318"/>
                </a:lnTo>
                <a:lnTo>
                  <a:pt x="518" y="325"/>
                </a:lnTo>
                <a:close/>
                <a:moveTo>
                  <a:pt x="535" y="325"/>
                </a:moveTo>
                <a:lnTo>
                  <a:pt x="542" y="325"/>
                </a:lnTo>
                <a:lnTo>
                  <a:pt x="542" y="318"/>
                </a:lnTo>
                <a:lnTo>
                  <a:pt x="535" y="318"/>
                </a:lnTo>
                <a:lnTo>
                  <a:pt x="535" y="325"/>
                </a:lnTo>
                <a:close/>
                <a:moveTo>
                  <a:pt x="551" y="325"/>
                </a:moveTo>
                <a:lnTo>
                  <a:pt x="559" y="325"/>
                </a:lnTo>
                <a:lnTo>
                  <a:pt x="559" y="318"/>
                </a:lnTo>
                <a:lnTo>
                  <a:pt x="551" y="318"/>
                </a:lnTo>
                <a:lnTo>
                  <a:pt x="551" y="325"/>
                </a:lnTo>
                <a:close/>
                <a:moveTo>
                  <a:pt x="568" y="325"/>
                </a:moveTo>
                <a:lnTo>
                  <a:pt x="575" y="325"/>
                </a:lnTo>
                <a:lnTo>
                  <a:pt x="575" y="318"/>
                </a:lnTo>
                <a:lnTo>
                  <a:pt x="568" y="318"/>
                </a:lnTo>
                <a:lnTo>
                  <a:pt x="568" y="325"/>
                </a:lnTo>
                <a:close/>
                <a:moveTo>
                  <a:pt x="585" y="325"/>
                </a:moveTo>
                <a:lnTo>
                  <a:pt x="592" y="325"/>
                </a:lnTo>
                <a:lnTo>
                  <a:pt x="592" y="318"/>
                </a:lnTo>
                <a:lnTo>
                  <a:pt x="585" y="318"/>
                </a:lnTo>
                <a:lnTo>
                  <a:pt x="585" y="325"/>
                </a:lnTo>
                <a:close/>
                <a:moveTo>
                  <a:pt x="601" y="325"/>
                </a:moveTo>
                <a:lnTo>
                  <a:pt x="608" y="325"/>
                </a:lnTo>
                <a:lnTo>
                  <a:pt x="608" y="318"/>
                </a:lnTo>
                <a:lnTo>
                  <a:pt x="601" y="318"/>
                </a:lnTo>
                <a:lnTo>
                  <a:pt x="601" y="325"/>
                </a:lnTo>
                <a:close/>
                <a:moveTo>
                  <a:pt x="620" y="325"/>
                </a:moveTo>
                <a:lnTo>
                  <a:pt x="625" y="325"/>
                </a:lnTo>
                <a:lnTo>
                  <a:pt x="625" y="318"/>
                </a:lnTo>
                <a:lnTo>
                  <a:pt x="620" y="318"/>
                </a:lnTo>
                <a:lnTo>
                  <a:pt x="620" y="325"/>
                </a:lnTo>
                <a:close/>
                <a:moveTo>
                  <a:pt x="637" y="325"/>
                </a:moveTo>
                <a:lnTo>
                  <a:pt x="644" y="325"/>
                </a:lnTo>
                <a:lnTo>
                  <a:pt x="644" y="318"/>
                </a:lnTo>
                <a:lnTo>
                  <a:pt x="637" y="318"/>
                </a:lnTo>
                <a:lnTo>
                  <a:pt x="637" y="325"/>
                </a:lnTo>
                <a:close/>
                <a:moveTo>
                  <a:pt x="653" y="325"/>
                </a:moveTo>
                <a:lnTo>
                  <a:pt x="660" y="325"/>
                </a:lnTo>
                <a:lnTo>
                  <a:pt x="660" y="318"/>
                </a:lnTo>
                <a:lnTo>
                  <a:pt x="653" y="318"/>
                </a:lnTo>
                <a:lnTo>
                  <a:pt x="653" y="325"/>
                </a:lnTo>
                <a:close/>
                <a:moveTo>
                  <a:pt x="670" y="325"/>
                </a:moveTo>
                <a:lnTo>
                  <a:pt x="677" y="325"/>
                </a:lnTo>
                <a:lnTo>
                  <a:pt x="677" y="318"/>
                </a:lnTo>
                <a:lnTo>
                  <a:pt x="670" y="318"/>
                </a:lnTo>
                <a:lnTo>
                  <a:pt x="670" y="325"/>
                </a:lnTo>
                <a:close/>
                <a:moveTo>
                  <a:pt x="686" y="325"/>
                </a:moveTo>
                <a:lnTo>
                  <a:pt x="693" y="325"/>
                </a:lnTo>
                <a:lnTo>
                  <a:pt x="693" y="318"/>
                </a:lnTo>
                <a:lnTo>
                  <a:pt x="686" y="318"/>
                </a:lnTo>
                <a:lnTo>
                  <a:pt x="686" y="325"/>
                </a:lnTo>
                <a:close/>
                <a:moveTo>
                  <a:pt x="703" y="325"/>
                </a:moveTo>
                <a:lnTo>
                  <a:pt x="710" y="325"/>
                </a:lnTo>
                <a:lnTo>
                  <a:pt x="710" y="318"/>
                </a:lnTo>
                <a:lnTo>
                  <a:pt x="703" y="318"/>
                </a:lnTo>
                <a:lnTo>
                  <a:pt x="703" y="325"/>
                </a:lnTo>
                <a:close/>
                <a:moveTo>
                  <a:pt x="720" y="325"/>
                </a:moveTo>
                <a:lnTo>
                  <a:pt x="727" y="325"/>
                </a:lnTo>
                <a:lnTo>
                  <a:pt x="727" y="318"/>
                </a:lnTo>
                <a:lnTo>
                  <a:pt x="720" y="318"/>
                </a:lnTo>
                <a:lnTo>
                  <a:pt x="720" y="325"/>
                </a:lnTo>
                <a:close/>
                <a:moveTo>
                  <a:pt x="736" y="325"/>
                </a:moveTo>
                <a:lnTo>
                  <a:pt x="743" y="325"/>
                </a:lnTo>
                <a:lnTo>
                  <a:pt x="743" y="318"/>
                </a:lnTo>
                <a:lnTo>
                  <a:pt x="736" y="318"/>
                </a:lnTo>
                <a:lnTo>
                  <a:pt x="736" y="325"/>
                </a:lnTo>
                <a:close/>
                <a:moveTo>
                  <a:pt x="753" y="325"/>
                </a:moveTo>
                <a:lnTo>
                  <a:pt x="760" y="325"/>
                </a:lnTo>
                <a:lnTo>
                  <a:pt x="760" y="318"/>
                </a:lnTo>
                <a:lnTo>
                  <a:pt x="753" y="318"/>
                </a:lnTo>
                <a:lnTo>
                  <a:pt x="753" y="325"/>
                </a:lnTo>
                <a:close/>
                <a:moveTo>
                  <a:pt x="802" y="325"/>
                </a:moveTo>
                <a:lnTo>
                  <a:pt x="810" y="325"/>
                </a:lnTo>
                <a:lnTo>
                  <a:pt x="810" y="318"/>
                </a:lnTo>
                <a:lnTo>
                  <a:pt x="802" y="318"/>
                </a:lnTo>
                <a:lnTo>
                  <a:pt x="802" y="325"/>
                </a:lnTo>
                <a:close/>
                <a:moveTo>
                  <a:pt x="819" y="325"/>
                </a:moveTo>
                <a:lnTo>
                  <a:pt x="826" y="325"/>
                </a:lnTo>
                <a:lnTo>
                  <a:pt x="826" y="318"/>
                </a:lnTo>
                <a:lnTo>
                  <a:pt x="819" y="318"/>
                </a:lnTo>
                <a:lnTo>
                  <a:pt x="819" y="325"/>
                </a:lnTo>
                <a:close/>
                <a:moveTo>
                  <a:pt x="836" y="325"/>
                </a:moveTo>
                <a:lnTo>
                  <a:pt x="843" y="325"/>
                </a:lnTo>
                <a:lnTo>
                  <a:pt x="843" y="318"/>
                </a:lnTo>
                <a:lnTo>
                  <a:pt x="836" y="318"/>
                </a:lnTo>
                <a:lnTo>
                  <a:pt x="836" y="325"/>
                </a:lnTo>
                <a:close/>
                <a:moveTo>
                  <a:pt x="852" y="325"/>
                </a:moveTo>
                <a:lnTo>
                  <a:pt x="859" y="325"/>
                </a:lnTo>
                <a:lnTo>
                  <a:pt x="859" y="318"/>
                </a:lnTo>
                <a:lnTo>
                  <a:pt x="852" y="318"/>
                </a:lnTo>
                <a:lnTo>
                  <a:pt x="852" y="325"/>
                </a:lnTo>
                <a:close/>
                <a:moveTo>
                  <a:pt x="871" y="325"/>
                </a:moveTo>
                <a:lnTo>
                  <a:pt x="876" y="325"/>
                </a:lnTo>
                <a:lnTo>
                  <a:pt x="876" y="318"/>
                </a:lnTo>
                <a:lnTo>
                  <a:pt x="871" y="318"/>
                </a:lnTo>
                <a:lnTo>
                  <a:pt x="871" y="325"/>
                </a:lnTo>
                <a:close/>
                <a:moveTo>
                  <a:pt x="888" y="325"/>
                </a:moveTo>
                <a:lnTo>
                  <a:pt x="895" y="325"/>
                </a:lnTo>
                <a:lnTo>
                  <a:pt x="895" y="318"/>
                </a:lnTo>
                <a:lnTo>
                  <a:pt x="888" y="318"/>
                </a:lnTo>
                <a:lnTo>
                  <a:pt x="888" y="325"/>
                </a:lnTo>
                <a:close/>
                <a:moveTo>
                  <a:pt x="904" y="325"/>
                </a:moveTo>
                <a:lnTo>
                  <a:pt x="911" y="325"/>
                </a:lnTo>
                <a:lnTo>
                  <a:pt x="911" y="318"/>
                </a:lnTo>
                <a:lnTo>
                  <a:pt x="904" y="318"/>
                </a:lnTo>
                <a:lnTo>
                  <a:pt x="904" y="325"/>
                </a:lnTo>
                <a:close/>
                <a:moveTo>
                  <a:pt x="921" y="325"/>
                </a:moveTo>
                <a:lnTo>
                  <a:pt x="928" y="325"/>
                </a:lnTo>
                <a:lnTo>
                  <a:pt x="928" y="318"/>
                </a:lnTo>
                <a:lnTo>
                  <a:pt x="921" y="318"/>
                </a:lnTo>
                <a:lnTo>
                  <a:pt x="921" y="325"/>
                </a:lnTo>
                <a:close/>
                <a:moveTo>
                  <a:pt x="1004" y="325"/>
                </a:moveTo>
                <a:lnTo>
                  <a:pt x="1011" y="325"/>
                </a:lnTo>
                <a:lnTo>
                  <a:pt x="1011" y="318"/>
                </a:lnTo>
                <a:lnTo>
                  <a:pt x="1004" y="318"/>
                </a:lnTo>
                <a:lnTo>
                  <a:pt x="1004" y="325"/>
                </a:lnTo>
                <a:close/>
                <a:moveTo>
                  <a:pt x="1020" y="325"/>
                </a:moveTo>
                <a:lnTo>
                  <a:pt x="1027" y="325"/>
                </a:lnTo>
                <a:lnTo>
                  <a:pt x="1027" y="318"/>
                </a:lnTo>
                <a:lnTo>
                  <a:pt x="1020" y="318"/>
                </a:lnTo>
                <a:lnTo>
                  <a:pt x="1020" y="325"/>
                </a:lnTo>
                <a:close/>
                <a:moveTo>
                  <a:pt x="1037" y="325"/>
                </a:moveTo>
                <a:lnTo>
                  <a:pt x="1044" y="325"/>
                </a:lnTo>
                <a:lnTo>
                  <a:pt x="1044" y="318"/>
                </a:lnTo>
                <a:lnTo>
                  <a:pt x="1037" y="318"/>
                </a:lnTo>
                <a:lnTo>
                  <a:pt x="1037" y="325"/>
                </a:lnTo>
                <a:close/>
                <a:moveTo>
                  <a:pt x="1053" y="325"/>
                </a:moveTo>
                <a:lnTo>
                  <a:pt x="1061" y="325"/>
                </a:lnTo>
                <a:lnTo>
                  <a:pt x="1061" y="318"/>
                </a:lnTo>
                <a:lnTo>
                  <a:pt x="1053" y="318"/>
                </a:lnTo>
                <a:lnTo>
                  <a:pt x="1053" y="325"/>
                </a:lnTo>
                <a:close/>
                <a:moveTo>
                  <a:pt x="1070" y="325"/>
                </a:moveTo>
                <a:lnTo>
                  <a:pt x="1077" y="325"/>
                </a:lnTo>
                <a:lnTo>
                  <a:pt x="1077" y="318"/>
                </a:lnTo>
                <a:lnTo>
                  <a:pt x="1070" y="318"/>
                </a:lnTo>
                <a:lnTo>
                  <a:pt x="1070" y="325"/>
                </a:lnTo>
                <a:close/>
                <a:moveTo>
                  <a:pt x="1087" y="325"/>
                </a:moveTo>
                <a:lnTo>
                  <a:pt x="1094" y="325"/>
                </a:lnTo>
                <a:lnTo>
                  <a:pt x="1094" y="318"/>
                </a:lnTo>
                <a:lnTo>
                  <a:pt x="1087" y="318"/>
                </a:lnTo>
                <a:lnTo>
                  <a:pt x="1087" y="325"/>
                </a:lnTo>
                <a:close/>
                <a:moveTo>
                  <a:pt x="1103" y="325"/>
                </a:moveTo>
                <a:lnTo>
                  <a:pt x="1110" y="325"/>
                </a:lnTo>
                <a:lnTo>
                  <a:pt x="1110" y="318"/>
                </a:lnTo>
                <a:lnTo>
                  <a:pt x="1103" y="318"/>
                </a:lnTo>
                <a:lnTo>
                  <a:pt x="1103" y="325"/>
                </a:lnTo>
                <a:close/>
                <a:moveTo>
                  <a:pt x="1120" y="325"/>
                </a:moveTo>
                <a:lnTo>
                  <a:pt x="1127" y="325"/>
                </a:lnTo>
                <a:lnTo>
                  <a:pt x="1127" y="318"/>
                </a:lnTo>
                <a:lnTo>
                  <a:pt x="1120" y="318"/>
                </a:lnTo>
                <a:lnTo>
                  <a:pt x="1120" y="325"/>
                </a:lnTo>
                <a:close/>
                <a:moveTo>
                  <a:pt x="1139" y="325"/>
                </a:moveTo>
                <a:lnTo>
                  <a:pt x="1146" y="325"/>
                </a:lnTo>
                <a:lnTo>
                  <a:pt x="1146" y="318"/>
                </a:lnTo>
                <a:lnTo>
                  <a:pt x="1139" y="318"/>
                </a:lnTo>
                <a:lnTo>
                  <a:pt x="1139" y="325"/>
                </a:lnTo>
                <a:close/>
                <a:moveTo>
                  <a:pt x="1155" y="325"/>
                </a:moveTo>
                <a:lnTo>
                  <a:pt x="1162" y="325"/>
                </a:lnTo>
                <a:lnTo>
                  <a:pt x="1162" y="318"/>
                </a:lnTo>
                <a:lnTo>
                  <a:pt x="1155" y="318"/>
                </a:lnTo>
                <a:lnTo>
                  <a:pt x="1155" y="325"/>
                </a:lnTo>
                <a:close/>
                <a:moveTo>
                  <a:pt x="1255" y="325"/>
                </a:moveTo>
                <a:lnTo>
                  <a:pt x="1262" y="325"/>
                </a:lnTo>
                <a:lnTo>
                  <a:pt x="1262" y="318"/>
                </a:lnTo>
                <a:lnTo>
                  <a:pt x="1255" y="318"/>
                </a:lnTo>
                <a:lnTo>
                  <a:pt x="1255" y="325"/>
                </a:lnTo>
                <a:close/>
                <a:moveTo>
                  <a:pt x="1271" y="325"/>
                </a:moveTo>
                <a:lnTo>
                  <a:pt x="1278" y="325"/>
                </a:lnTo>
                <a:lnTo>
                  <a:pt x="1278" y="318"/>
                </a:lnTo>
                <a:lnTo>
                  <a:pt x="1271" y="318"/>
                </a:lnTo>
                <a:lnTo>
                  <a:pt x="1271" y="325"/>
                </a:lnTo>
                <a:close/>
                <a:moveTo>
                  <a:pt x="1288" y="325"/>
                </a:moveTo>
                <a:lnTo>
                  <a:pt x="1295" y="325"/>
                </a:lnTo>
                <a:lnTo>
                  <a:pt x="1295" y="318"/>
                </a:lnTo>
                <a:lnTo>
                  <a:pt x="1288" y="318"/>
                </a:lnTo>
                <a:lnTo>
                  <a:pt x="1288" y="325"/>
                </a:lnTo>
                <a:close/>
                <a:moveTo>
                  <a:pt x="1304" y="325"/>
                </a:moveTo>
                <a:lnTo>
                  <a:pt x="1312" y="325"/>
                </a:lnTo>
                <a:lnTo>
                  <a:pt x="1312" y="318"/>
                </a:lnTo>
                <a:lnTo>
                  <a:pt x="1304" y="318"/>
                </a:lnTo>
                <a:lnTo>
                  <a:pt x="1304" y="325"/>
                </a:lnTo>
                <a:close/>
                <a:moveTo>
                  <a:pt x="1321" y="325"/>
                </a:moveTo>
                <a:lnTo>
                  <a:pt x="1328" y="325"/>
                </a:lnTo>
                <a:lnTo>
                  <a:pt x="1328" y="318"/>
                </a:lnTo>
                <a:lnTo>
                  <a:pt x="1321" y="318"/>
                </a:lnTo>
                <a:lnTo>
                  <a:pt x="1321" y="325"/>
                </a:lnTo>
                <a:close/>
                <a:moveTo>
                  <a:pt x="1338" y="325"/>
                </a:moveTo>
                <a:lnTo>
                  <a:pt x="1345" y="325"/>
                </a:lnTo>
                <a:lnTo>
                  <a:pt x="1345" y="318"/>
                </a:lnTo>
                <a:lnTo>
                  <a:pt x="1338" y="318"/>
                </a:lnTo>
                <a:lnTo>
                  <a:pt x="1338" y="325"/>
                </a:lnTo>
                <a:close/>
                <a:moveTo>
                  <a:pt x="1555" y="325"/>
                </a:moveTo>
                <a:lnTo>
                  <a:pt x="1563" y="325"/>
                </a:lnTo>
                <a:lnTo>
                  <a:pt x="1563" y="318"/>
                </a:lnTo>
                <a:lnTo>
                  <a:pt x="1555" y="318"/>
                </a:lnTo>
                <a:lnTo>
                  <a:pt x="1555" y="325"/>
                </a:lnTo>
                <a:close/>
                <a:moveTo>
                  <a:pt x="1572" y="325"/>
                </a:moveTo>
                <a:lnTo>
                  <a:pt x="1579" y="325"/>
                </a:lnTo>
                <a:lnTo>
                  <a:pt x="1579" y="318"/>
                </a:lnTo>
                <a:lnTo>
                  <a:pt x="1572" y="318"/>
                </a:lnTo>
                <a:lnTo>
                  <a:pt x="1572" y="325"/>
                </a:lnTo>
                <a:close/>
                <a:moveTo>
                  <a:pt x="1589" y="325"/>
                </a:moveTo>
                <a:lnTo>
                  <a:pt x="1596" y="325"/>
                </a:lnTo>
                <a:lnTo>
                  <a:pt x="1596" y="318"/>
                </a:lnTo>
                <a:lnTo>
                  <a:pt x="1589" y="318"/>
                </a:lnTo>
                <a:lnTo>
                  <a:pt x="1589" y="325"/>
                </a:lnTo>
                <a:close/>
                <a:moveTo>
                  <a:pt x="1605" y="325"/>
                </a:moveTo>
                <a:lnTo>
                  <a:pt x="1612" y="325"/>
                </a:lnTo>
                <a:lnTo>
                  <a:pt x="1612" y="318"/>
                </a:lnTo>
                <a:lnTo>
                  <a:pt x="1605" y="318"/>
                </a:lnTo>
                <a:lnTo>
                  <a:pt x="1605" y="325"/>
                </a:lnTo>
                <a:close/>
                <a:moveTo>
                  <a:pt x="1622" y="325"/>
                </a:moveTo>
                <a:lnTo>
                  <a:pt x="1629" y="325"/>
                </a:lnTo>
                <a:lnTo>
                  <a:pt x="1629" y="318"/>
                </a:lnTo>
                <a:lnTo>
                  <a:pt x="1622" y="318"/>
                </a:lnTo>
                <a:lnTo>
                  <a:pt x="1622" y="325"/>
                </a:lnTo>
                <a:close/>
                <a:moveTo>
                  <a:pt x="1638" y="325"/>
                </a:moveTo>
                <a:lnTo>
                  <a:pt x="1645" y="325"/>
                </a:lnTo>
                <a:lnTo>
                  <a:pt x="1645" y="318"/>
                </a:lnTo>
                <a:lnTo>
                  <a:pt x="1638" y="318"/>
                </a:lnTo>
                <a:lnTo>
                  <a:pt x="1638" y="325"/>
                </a:lnTo>
                <a:close/>
                <a:moveTo>
                  <a:pt x="1657" y="325"/>
                </a:moveTo>
                <a:lnTo>
                  <a:pt x="1664" y="325"/>
                </a:lnTo>
                <a:lnTo>
                  <a:pt x="1664" y="318"/>
                </a:lnTo>
                <a:lnTo>
                  <a:pt x="1657" y="318"/>
                </a:lnTo>
                <a:lnTo>
                  <a:pt x="1657" y="325"/>
                </a:lnTo>
                <a:close/>
                <a:moveTo>
                  <a:pt x="1674" y="325"/>
                </a:moveTo>
                <a:lnTo>
                  <a:pt x="1681" y="325"/>
                </a:lnTo>
                <a:lnTo>
                  <a:pt x="1681" y="318"/>
                </a:lnTo>
                <a:lnTo>
                  <a:pt x="1674" y="318"/>
                </a:lnTo>
                <a:lnTo>
                  <a:pt x="1674" y="325"/>
                </a:lnTo>
                <a:close/>
                <a:moveTo>
                  <a:pt x="1690" y="325"/>
                </a:moveTo>
                <a:lnTo>
                  <a:pt x="1698" y="325"/>
                </a:lnTo>
                <a:lnTo>
                  <a:pt x="1698" y="318"/>
                </a:lnTo>
                <a:lnTo>
                  <a:pt x="1690" y="318"/>
                </a:lnTo>
                <a:lnTo>
                  <a:pt x="1690" y="325"/>
                </a:lnTo>
                <a:close/>
                <a:moveTo>
                  <a:pt x="1707" y="325"/>
                </a:moveTo>
                <a:lnTo>
                  <a:pt x="1714" y="325"/>
                </a:lnTo>
                <a:lnTo>
                  <a:pt x="1714" y="318"/>
                </a:lnTo>
                <a:lnTo>
                  <a:pt x="1707" y="318"/>
                </a:lnTo>
                <a:lnTo>
                  <a:pt x="1707" y="325"/>
                </a:lnTo>
                <a:close/>
                <a:moveTo>
                  <a:pt x="1724" y="325"/>
                </a:moveTo>
                <a:lnTo>
                  <a:pt x="1731" y="325"/>
                </a:lnTo>
                <a:lnTo>
                  <a:pt x="1731" y="318"/>
                </a:lnTo>
                <a:lnTo>
                  <a:pt x="1724" y="318"/>
                </a:lnTo>
                <a:lnTo>
                  <a:pt x="1724" y="325"/>
                </a:lnTo>
                <a:close/>
                <a:moveTo>
                  <a:pt x="1740" y="325"/>
                </a:moveTo>
                <a:lnTo>
                  <a:pt x="1747" y="325"/>
                </a:lnTo>
                <a:lnTo>
                  <a:pt x="1747" y="318"/>
                </a:lnTo>
                <a:lnTo>
                  <a:pt x="1740" y="318"/>
                </a:lnTo>
                <a:lnTo>
                  <a:pt x="1740" y="325"/>
                </a:lnTo>
                <a:close/>
                <a:moveTo>
                  <a:pt x="1757" y="325"/>
                </a:moveTo>
                <a:lnTo>
                  <a:pt x="1764" y="325"/>
                </a:lnTo>
                <a:lnTo>
                  <a:pt x="1764" y="318"/>
                </a:lnTo>
                <a:lnTo>
                  <a:pt x="1757" y="318"/>
                </a:lnTo>
                <a:lnTo>
                  <a:pt x="1757" y="325"/>
                </a:lnTo>
                <a:close/>
                <a:moveTo>
                  <a:pt x="1773" y="325"/>
                </a:moveTo>
                <a:lnTo>
                  <a:pt x="1780" y="325"/>
                </a:lnTo>
                <a:lnTo>
                  <a:pt x="1780" y="318"/>
                </a:lnTo>
                <a:lnTo>
                  <a:pt x="1773" y="318"/>
                </a:lnTo>
                <a:lnTo>
                  <a:pt x="1773" y="325"/>
                </a:lnTo>
                <a:close/>
                <a:moveTo>
                  <a:pt x="1790" y="325"/>
                </a:moveTo>
                <a:lnTo>
                  <a:pt x="1797" y="325"/>
                </a:lnTo>
                <a:lnTo>
                  <a:pt x="1797" y="318"/>
                </a:lnTo>
                <a:lnTo>
                  <a:pt x="1790" y="318"/>
                </a:lnTo>
                <a:lnTo>
                  <a:pt x="1790" y="325"/>
                </a:lnTo>
                <a:close/>
                <a:moveTo>
                  <a:pt x="1806" y="325"/>
                </a:moveTo>
                <a:lnTo>
                  <a:pt x="1814" y="325"/>
                </a:lnTo>
                <a:lnTo>
                  <a:pt x="1814" y="318"/>
                </a:lnTo>
                <a:lnTo>
                  <a:pt x="1806" y="318"/>
                </a:lnTo>
                <a:lnTo>
                  <a:pt x="1806" y="325"/>
                </a:lnTo>
                <a:close/>
                <a:moveTo>
                  <a:pt x="1823" y="325"/>
                </a:moveTo>
                <a:lnTo>
                  <a:pt x="1830" y="325"/>
                </a:lnTo>
                <a:lnTo>
                  <a:pt x="1830" y="318"/>
                </a:lnTo>
                <a:lnTo>
                  <a:pt x="1823" y="318"/>
                </a:lnTo>
                <a:lnTo>
                  <a:pt x="1823" y="325"/>
                </a:lnTo>
                <a:close/>
                <a:moveTo>
                  <a:pt x="1840" y="325"/>
                </a:moveTo>
                <a:lnTo>
                  <a:pt x="1847" y="325"/>
                </a:lnTo>
                <a:lnTo>
                  <a:pt x="1847" y="318"/>
                </a:lnTo>
                <a:lnTo>
                  <a:pt x="1840" y="318"/>
                </a:lnTo>
                <a:lnTo>
                  <a:pt x="1840" y="325"/>
                </a:lnTo>
                <a:close/>
                <a:moveTo>
                  <a:pt x="1856" y="325"/>
                </a:moveTo>
                <a:lnTo>
                  <a:pt x="1863" y="325"/>
                </a:lnTo>
                <a:lnTo>
                  <a:pt x="1863" y="318"/>
                </a:lnTo>
                <a:lnTo>
                  <a:pt x="1856" y="318"/>
                </a:lnTo>
                <a:lnTo>
                  <a:pt x="1856" y="325"/>
                </a:lnTo>
                <a:close/>
                <a:moveTo>
                  <a:pt x="1873" y="325"/>
                </a:moveTo>
                <a:lnTo>
                  <a:pt x="1880" y="325"/>
                </a:lnTo>
                <a:lnTo>
                  <a:pt x="1880" y="318"/>
                </a:lnTo>
                <a:lnTo>
                  <a:pt x="1873" y="318"/>
                </a:lnTo>
                <a:lnTo>
                  <a:pt x="1873" y="325"/>
                </a:lnTo>
                <a:close/>
                <a:moveTo>
                  <a:pt x="1889" y="325"/>
                </a:moveTo>
                <a:lnTo>
                  <a:pt x="1896" y="325"/>
                </a:lnTo>
                <a:lnTo>
                  <a:pt x="1896" y="318"/>
                </a:lnTo>
                <a:lnTo>
                  <a:pt x="1889" y="318"/>
                </a:lnTo>
                <a:lnTo>
                  <a:pt x="1889" y="325"/>
                </a:lnTo>
                <a:close/>
                <a:moveTo>
                  <a:pt x="1908" y="325"/>
                </a:moveTo>
                <a:lnTo>
                  <a:pt x="1915" y="325"/>
                </a:lnTo>
                <a:lnTo>
                  <a:pt x="1915" y="318"/>
                </a:lnTo>
                <a:lnTo>
                  <a:pt x="1908" y="318"/>
                </a:lnTo>
                <a:lnTo>
                  <a:pt x="1908" y="325"/>
                </a:lnTo>
                <a:close/>
                <a:moveTo>
                  <a:pt x="1925" y="325"/>
                </a:moveTo>
                <a:lnTo>
                  <a:pt x="1932" y="325"/>
                </a:lnTo>
                <a:lnTo>
                  <a:pt x="1932" y="318"/>
                </a:lnTo>
                <a:lnTo>
                  <a:pt x="1925" y="318"/>
                </a:lnTo>
                <a:lnTo>
                  <a:pt x="1925" y="325"/>
                </a:lnTo>
                <a:close/>
                <a:moveTo>
                  <a:pt x="1941" y="325"/>
                </a:moveTo>
                <a:lnTo>
                  <a:pt x="1949" y="325"/>
                </a:lnTo>
                <a:lnTo>
                  <a:pt x="1949" y="318"/>
                </a:lnTo>
                <a:lnTo>
                  <a:pt x="1941" y="318"/>
                </a:lnTo>
                <a:lnTo>
                  <a:pt x="1941" y="325"/>
                </a:lnTo>
                <a:close/>
                <a:moveTo>
                  <a:pt x="1958" y="325"/>
                </a:moveTo>
                <a:lnTo>
                  <a:pt x="1965" y="325"/>
                </a:lnTo>
                <a:lnTo>
                  <a:pt x="1965" y="318"/>
                </a:lnTo>
                <a:lnTo>
                  <a:pt x="1958" y="318"/>
                </a:lnTo>
                <a:lnTo>
                  <a:pt x="1958" y="325"/>
                </a:lnTo>
                <a:close/>
                <a:moveTo>
                  <a:pt x="1975" y="325"/>
                </a:moveTo>
                <a:lnTo>
                  <a:pt x="1982" y="325"/>
                </a:lnTo>
                <a:lnTo>
                  <a:pt x="1982" y="318"/>
                </a:lnTo>
                <a:lnTo>
                  <a:pt x="1975" y="318"/>
                </a:lnTo>
                <a:lnTo>
                  <a:pt x="1975" y="325"/>
                </a:lnTo>
                <a:close/>
                <a:moveTo>
                  <a:pt x="1991" y="325"/>
                </a:moveTo>
                <a:lnTo>
                  <a:pt x="1998" y="325"/>
                </a:lnTo>
                <a:lnTo>
                  <a:pt x="1998" y="318"/>
                </a:lnTo>
                <a:lnTo>
                  <a:pt x="1991" y="318"/>
                </a:lnTo>
                <a:lnTo>
                  <a:pt x="1991" y="325"/>
                </a:lnTo>
                <a:close/>
                <a:moveTo>
                  <a:pt x="2008" y="325"/>
                </a:moveTo>
                <a:lnTo>
                  <a:pt x="2015" y="325"/>
                </a:lnTo>
                <a:lnTo>
                  <a:pt x="2015" y="318"/>
                </a:lnTo>
                <a:lnTo>
                  <a:pt x="2008" y="318"/>
                </a:lnTo>
                <a:lnTo>
                  <a:pt x="2008" y="325"/>
                </a:lnTo>
                <a:close/>
                <a:moveTo>
                  <a:pt x="2024" y="325"/>
                </a:moveTo>
                <a:lnTo>
                  <a:pt x="2031" y="325"/>
                </a:lnTo>
                <a:lnTo>
                  <a:pt x="2031" y="318"/>
                </a:lnTo>
                <a:lnTo>
                  <a:pt x="2024" y="318"/>
                </a:lnTo>
                <a:lnTo>
                  <a:pt x="2024" y="325"/>
                </a:lnTo>
                <a:close/>
                <a:moveTo>
                  <a:pt x="2041" y="325"/>
                </a:moveTo>
                <a:lnTo>
                  <a:pt x="2048" y="325"/>
                </a:lnTo>
                <a:lnTo>
                  <a:pt x="2048" y="318"/>
                </a:lnTo>
                <a:lnTo>
                  <a:pt x="2041" y="318"/>
                </a:lnTo>
                <a:lnTo>
                  <a:pt x="2041" y="325"/>
                </a:lnTo>
                <a:close/>
                <a:moveTo>
                  <a:pt x="2057" y="325"/>
                </a:moveTo>
                <a:lnTo>
                  <a:pt x="2065" y="325"/>
                </a:lnTo>
                <a:lnTo>
                  <a:pt x="2065" y="318"/>
                </a:lnTo>
                <a:lnTo>
                  <a:pt x="2057" y="318"/>
                </a:lnTo>
                <a:lnTo>
                  <a:pt x="2057" y="325"/>
                </a:lnTo>
                <a:close/>
                <a:moveTo>
                  <a:pt x="2074" y="325"/>
                </a:moveTo>
                <a:lnTo>
                  <a:pt x="2081" y="325"/>
                </a:lnTo>
                <a:lnTo>
                  <a:pt x="2081" y="318"/>
                </a:lnTo>
                <a:lnTo>
                  <a:pt x="2074" y="318"/>
                </a:lnTo>
                <a:lnTo>
                  <a:pt x="2074" y="325"/>
                </a:lnTo>
                <a:close/>
                <a:moveTo>
                  <a:pt x="2091" y="325"/>
                </a:moveTo>
                <a:lnTo>
                  <a:pt x="2098" y="325"/>
                </a:lnTo>
                <a:lnTo>
                  <a:pt x="2098" y="318"/>
                </a:lnTo>
                <a:lnTo>
                  <a:pt x="2091" y="318"/>
                </a:lnTo>
                <a:lnTo>
                  <a:pt x="2091" y="325"/>
                </a:lnTo>
                <a:close/>
                <a:moveTo>
                  <a:pt x="2107" y="325"/>
                </a:moveTo>
                <a:lnTo>
                  <a:pt x="2114" y="325"/>
                </a:lnTo>
                <a:lnTo>
                  <a:pt x="2114" y="318"/>
                </a:lnTo>
                <a:lnTo>
                  <a:pt x="2107" y="318"/>
                </a:lnTo>
                <a:lnTo>
                  <a:pt x="2107" y="325"/>
                </a:lnTo>
                <a:close/>
                <a:moveTo>
                  <a:pt x="2124" y="325"/>
                </a:moveTo>
                <a:lnTo>
                  <a:pt x="2131" y="325"/>
                </a:lnTo>
                <a:lnTo>
                  <a:pt x="2131" y="318"/>
                </a:lnTo>
                <a:lnTo>
                  <a:pt x="2124" y="318"/>
                </a:lnTo>
                <a:lnTo>
                  <a:pt x="2124" y="325"/>
                </a:lnTo>
                <a:close/>
                <a:moveTo>
                  <a:pt x="2140" y="325"/>
                </a:moveTo>
                <a:lnTo>
                  <a:pt x="2147" y="325"/>
                </a:lnTo>
                <a:lnTo>
                  <a:pt x="2147" y="318"/>
                </a:lnTo>
                <a:lnTo>
                  <a:pt x="2140" y="318"/>
                </a:lnTo>
                <a:lnTo>
                  <a:pt x="2140" y="325"/>
                </a:lnTo>
                <a:close/>
                <a:moveTo>
                  <a:pt x="2159" y="325"/>
                </a:moveTo>
                <a:lnTo>
                  <a:pt x="2164" y="325"/>
                </a:lnTo>
                <a:lnTo>
                  <a:pt x="2164" y="318"/>
                </a:lnTo>
                <a:lnTo>
                  <a:pt x="2159" y="318"/>
                </a:lnTo>
                <a:lnTo>
                  <a:pt x="2159" y="325"/>
                </a:lnTo>
                <a:close/>
                <a:moveTo>
                  <a:pt x="2176" y="325"/>
                </a:moveTo>
                <a:lnTo>
                  <a:pt x="2183" y="325"/>
                </a:lnTo>
                <a:lnTo>
                  <a:pt x="2183" y="318"/>
                </a:lnTo>
                <a:lnTo>
                  <a:pt x="2176" y="318"/>
                </a:lnTo>
                <a:lnTo>
                  <a:pt x="2176" y="325"/>
                </a:lnTo>
                <a:close/>
                <a:moveTo>
                  <a:pt x="2192" y="325"/>
                </a:moveTo>
                <a:lnTo>
                  <a:pt x="2200" y="325"/>
                </a:lnTo>
                <a:lnTo>
                  <a:pt x="2200" y="318"/>
                </a:lnTo>
                <a:lnTo>
                  <a:pt x="2192" y="318"/>
                </a:lnTo>
                <a:lnTo>
                  <a:pt x="2192" y="325"/>
                </a:lnTo>
                <a:close/>
                <a:moveTo>
                  <a:pt x="2209" y="325"/>
                </a:moveTo>
                <a:lnTo>
                  <a:pt x="2216" y="325"/>
                </a:lnTo>
                <a:lnTo>
                  <a:pt x="2216" y="318"/>
                </a:lnTo>
                <a:lnTo>
                  <a:pt x="2209" y="318"/>
                </a:lnTo>
                <a:lnTo>
                  <a:pt x="2209" y="325"/>
                </a:lnTo>
                <a:close/>
                <a:moveTo>
                  <a:pt x="2226" y="325"/>
                </a:moveTo>
                <a:lnTo>
                  <a:pt x="2233" y="325"/>
                </a:lnTo>
                <a:lnTo>
                  <a:pt x="2233" y="318"/>
                </a:lnTo>
                <a:lnTo>
                  <a:pt x="2226" y="318"/>
                </a:lnTo>
                <a:lnTo>
                  <a:pt x="2226" y="325"/>
                </a:lnTo>
                <a:close/>
                <a:moveTo>
                  <a:pt x="2242" y="325"/>
                </a:moveTo>
                <a:lnTo>
                  <a:pt x="2249" y="325"/>
                </a:lnTo>
                <a:lnTo>
                  <a:pt x="2249" y="318"/>
                </a:lnTo>
                <a:lnTo>
                  <a:pt x="2242" y="318"/>
                </a:lnTo>
                <a:lnTo>
                  <a:pt x="2242" y="325"/>
                </a:lnTo>
                <a:close/>
                <a:moveTo>
                  <a:pt x="2259" y="325"/>
                </a:moveTo>
                <a:lnTo>
                  <a:pt x="2266" y="325"/>
                </a:lnTo>
                <a:lnTo>
                  <a:pt x="2266" y="318"/>
                </a:lnTo>
                <a:lnTo>
                  <a:pt x="2259" y="318"/>
                </a:lnTo>
                <a:lnTo>
                  <a:pt x="2259" y="325"/>
                </a:lnTo>
                <a:close/>
                <a:moveTo>
                  <a:pt x="2275" y="325"/>
                </a:moveTo>
                <a:lnTo>
                  <a:pt x="2282" y="325"/>
                </a:lnTo>
                <a:lnTo>
                  <a:pt x="2282" y="318"/>
                </a:lnTo>
                <a:lnTo>
                  <a:pt x="2275" y="318"/>
                </a:lnTo>
                <a:lnTo>
                  <a:pt x="2275" y="325"/>
                </a:lnTo>
                <a:close/>
                <a:moveTo>
                  <a:pt x="2292" y="325"/>
                </a:moveTo>
                <a:lnTo>
                  <a:pt x="2299" y="325"/>
                </a:lnTo>
                <a:lnTo>
                  <a:pt x="2299" y="318"/>
                </a:lnTo>
                <a:lnTo>
                  <a:pt x="2292" y="318"/>
                </a:lnTo>
                <a:lnTo>
                  <a:pt x="2292" y="325"/>
                </a:lnTo>
                <a:close/>
                <a:moveTo>
                  <a:pt x="2308" y="325"/>
                </a:moveTo>
                <a:lnTo>
                  <a:pt x="2316" y="325"/>
                </a:lnTo>
                <a:lnTo>
                  <a:pt x="2316" y="318"/>
                </a:lnTo>
                <a:lnTo>
                  <a:pt x="2308" y="318"/>
                </a:lnTo>
                <a:lnTo>
                  <a:pt x="2308" y="325"/>
                </a:lnTo>
                <a:close/>
                <a:moveTo>
                  <a:pt x="2325" y="325"/>
                </a:moveTo>
                <a:lnTo>
                  <a:pt x="2332" y="325"/>
                </a:lnTo>
                <a:lnTo>
                  <a:pt x="2332" y="318"/>
                </a:lnTo>
                <a:lnTo>
                  <a:pt x="2325" y="318"/>
                </a:lnTo>
                <a:lnTo>
                  <a:pt x="2325" y="325"/>
                </a:lnTo>
                <a:close/>
                <a:moveTo>
                  <a:pt x="2342" y="325"/>
                </a:moveTo>
                <a:lnTo>
                  <a:pt x="2349" y="325"/>
                </a:lnTo>
                <a:lnTo>
                  <a:pt x="2349" y="318"/>
                </a:lnTo>
                <a:lnTo>
                  <a:pt x="2342" y="318"/>
                </a:lnTo>
                <a:lnTo>
                  <a:pt x="2342" y="325"/>
                </a:lnTo>
                <a:close/>
                <a:moveTo>
                  <a:pt x="2358" y="325"/>
                </a:moveTo>
                <a:lnTo>
                  <a:pt x="2365" y="325"/>
                </a:lnTo>
                <a:lnTo>
                  <a:pt x="2365" y="318"/>
                </a:lnTo>
                <a:lnTo>
                  <a:pt x="2358" y="318"/>
                </a:lnTo>
                <a:lnTo>
                  <a:pt x="2358" y="325"/>
                </a:lnTo>
                <a:close/>
                <a:moveTo>
                  <a:pt x="2375" y="325"/>
                </a:moveTo>
                <a:lnTo>
                  <a:pt x="2382" y="325"/>
                </a:lnTo>
                <a:lnTo>
                  <a:pt x="2382" y="318"/>
                </a:lnTo>
                <a:lnTo>
                  <a:pt x="2375" y="318"/>
                </a:lnTo>
                <a:lnTo>
                  <a:pt x="2375" y="325"/>
                </a:lnTo>
                <a:close/>
                <a:moveTo>
                  <a:pt x="2391" y="325"/>
                </a:moveTo>
                <a:lnTo>
                  <a:pt x="2398" y="325"/>
                </a:lnTo>
                <a:lnTo>
                  <a:pt x="2398" y="318"/>
                </a:lnTo>
                <a:lnTo>
                  <a:pt x="2391" y="318"/>
                </a:lnTo>
                <a:lnTo>
                  <a:pt x="2391" y="325"/>
                </a:lnTo>
                <a:close/>
                <a:moveTo>
                  <a:pt x="2408" y="325"/>
                </a:moveTo>
                <a:lnTo>
                  <a:pt x="2415" y="325"/>
                </a:lnTo>
                <a:lnTo>
                  <a:pt x="2415" y="318"/>
                </a:lnTo>
                <a:lnTo>
                  <a:pt x="2408" y="318"/>
                </a:lnTo>
                <a:lnTo>
                  <a:pt x="2408" y="325"/>
                </a:lnTo>
                <a:close/>
                <a:moveTo>
                  <a:pt x="2427" y="325"/>
                </a:moveTo>
                <a:lnTo>
                  <a:pt x="2434" y="325"/>
                </a:lnTo>
                <a:lnTo>
                  <a:pt x="2434" y="318"/>
                </a:lnTo>
                <a:lnTo>
                  <a:pt x="2427" y="318"/>
                </a:lnTo>
                <a:lnTo>
                  <a:pt x="2427" y="325"/>
                </a:lnTo>
                <a:close/>
                <a:moveTo>
                  <a:pt x="2443" y="325"/>
                </a:moveTo>
                <a:lnTo>
                  <a:pt x="2451" y="325"/>
                </a:lnTo>
                <a:lnTo>
                  <a:pt x="2451" y="318"/>
                </a:lnTo>
                <a:lnTo>
                  <a:pt x="2443" y="318"/>
                </a:lnTo>
                <a:lnTo>
                  <a:pt x="2443" y="325"/>
                </a:lnTo>
                <a:close/>
                <a:moveTo>
                  <a:pt x="2460" y="325"/>
                </a:moveTo>
                <a:lnTo>
                  <a:pt x="2467" y="325"/>
                </a:lnTo>
                <a:lnTo>
                  <a:pt x="2467" y="318"/>
                </a:lnTo>
                <a:lnTo>
                  <a:pt x="2460" y="318"/>
                </a:lnTo>
                <a:lnTo>
                  <a:pt x="2460" y="325"/>
                </a:lnTo>
                <a:close/>
                <a:moveTo>
                  <a:pt x="2477" y="325"/>
                </a:moveTo>
                <a:lnTo>
                  <a:pt x="2484" y="325"/>
                </a:lnTo>
                <a:lnTo>
                  <a:pt x="2484" y="318"/>
                </a:lnTo>
                <a:lnTo>
                  <a:pt x="2477" y="318"/>
                </a:lnTo>
                <a:lnTo>
                  <a:pt x="2477" y="325"/>
                </a:lnTo>
                <a:close/>
                <a:moveTo>
                  <a:pt x="2493" y="325"/>
                </a:moveTo>
                <a:lnTo>
                  <a:pt x="2500" y="325"/>
                </a:lnTo>
                <a:lnTo>
                  <a:pt x="2500" y="318"/>
                </a:lnTo>
                <a:lnTo>
                  <a:pt x="2493" y="318"/>
                </a:lnTo>
                <a:lnTo>
                  <a:pt x="2493" y="325"/>
                </a:lnTo>
                <a:close/>
                <a:moveTo>
                  <a:pt x="2510" y="325"/>
                </a:moveTo>
                <a:lnTo>
                  <a:pt x="2517" y="325"/>
                </a:lnTo>
                <a:lnTo>
                  <a:pt x="2517" y="318"/>
                </a:lnTo>
                <a:lnTo>
                  <a:pt x="2510" y="318"/>
                </a:lnTo>
                <a:lnTo>
                  <a:pt x="2510" y="325"/>
                </a:lnTo>
                <a:close/>
                <a:moveTo>
                  <a:pt x="2526" y="325"/>
                </a:moveTo>
                <a:lnTo>
                  <a:pt x="2533" y="325"/>
                </a:lnTo>
                <a:lnTo>
                  <a:pt x="2533" y="318"/>
                </a:lnTo>
                <a:lnTo>
                  <a:pt x="2526" y="318"/>
                </a:lnTo>
                <a:lnTo>
                  <a:pt x="2526" y="325"/>
                </a:lnTo>
                <a:close/>
                <a:moveTo>
                  <a:pt x="2543" y="325"/>
                </a:moveTo>
                <a:lnTo>
                  <a:pt x="2550" y="325"/>
                </a:lnTo>
                <a:lnTo>
                  <a:pt x="2550" y="318"/>
                </a:lnTo>
                <a:lnTo>
                  <a:pt x="2543" y="318"/>
                </a:lnTo>
                <a:lnTo>
                  <a:pt x="2543" y="325"/>
                </a:lnTo>
                <a:close/>
                <a:moveTo>
                  <a:pt x="2560" y="325"/>
                </a:moveTo>
                <a:lnTo>
                  <a:pt x="2567" y="325"/>
                </a:lnTo>
                <a:lnTo>
                  <a:pt x="2567" y="318"/>
                </a:lnTo>
                <a:lnTo>
                  <a:pt x="2560" y="318"/>
                </a:lnTo>
                <a:lnTo>
                  <a:pt x="2560" y="325"/>
                </a:lnTo>
                <a:close/>
                <a:moveTo>
                  <a:pt x="2576" y="325"/>
                </a:moveTo>
                <a:lnTo>
                  <a:pt x="2583" y="325"/>
                </a:lnTo>
                <a:lnTo>
                  <a:pt x="2583" y="318"/>
                </a:lnTo>
                <a:lnTo>
                  <a:pt x="2576" y="318"/>
                </a:lnTo>
                <a:lnTo>
                  <a:pt x="2576" y="325"/>
                </a:lnTo>
                <a:close/>
                <a:moveTo>
                  <a:pt x="2593" y="325"/>
                </a:moveTo>
                <a:lnTo>
                  <a:pt x="2600" y="325"/>
                </a:lnTo>
                <a:lnTo>
                  <a:pt x="2600" y="318"/>
                </a:lnTo>
                <a:lnTo>
                  <a:pt x="2593" y="318"/>
                </a:lnTo>
                <a:lnTo>
                  <a:pt x="2593" y="325"/>
                </a:lnTo>
                <a:close/>
                <a:moveTo>
                  <a:pt x="2609" y="325"/>
                </a:moveTo>
                <a:lnTo>
                  <a:pt x="2616" y="325"/>
                </a:lnTo>
                <a:lnTo>
                  <a:pt x="2616" y="318"/>
                </a:lnTo>
                <a:lnTo>
                  <a:pt x="2609" y="318"/>
                </a:lnTo>
                <a:lnTo>
                  <a:pt x="2609" y="325"/>
                </a:lnTo>
                <a:close/>
                <a:moveTo>
                  <a:pt x="2626" y="325"/>
                </a:moveTo>
                <a:lnTo>
                  <a:pt x="2633" y="325"/>
                </a:lnTo>
                <a:lnTo>
                  <a:pt x="2633" y="318"/>
                </a:lnTo>
                <a:lnTo>
                  <a:pt x="2626" y="318"/>
                </a:lnTo>
                <a:lnTo>
                  <a:pt x="2626" y="325"/>
                </a:lnTo>
                <a:close/>
                <a:moveTo>
                  <a:pt x="2642" y="325"/>
                </a:moveTo>
                <a:lnTo>
                  <a:pt x="2649" y="325"/>
                </a:lnTo>
                <a:lnTo>
                  <a:pt x="2649" y="318"/>
                </a:lnTo>
                <a:lnTo>
                  <a:pt x="2642" y="318"/>
                </a:lnTo>
                <a:lnTo>
                  <a:pt x="2642" y="325"/>
                </a:lnTo>
                <a:close/>
                <a:moveTo>
                  <a:pt x="2659" y="325"/>
                </a:moveTo>
                <a:lnTo>
                  <a:pt x="2666" y="325"/>
                </a:lnTo>
                <a:lnTo>
                  <a:pt x="2666" y="318"/>
                </a:lnTo>
                <a:lnTo>
                  <a:pt x="2659" y="318"/>
                </a:lnTo>
                <a:lnTo>
                  <a:pt x="2659" y="325"/>
                </a:lnTo>
                <a:close/>
                <a:moveTo>
                  <a:pt x="2678" y="325"/>
                </a:moveTo>
                <a:lnTo>
                  <a:pt x="2683" y="325"/>
                </a:lnTo>
                <a:lnTo>
                  <a:pt x="2683" y="318"/>
                </a:lnTo>
                <a:lnTo>
                  <a:pt x="2678" y="318"/>
                </a:lnTo>
                <a:lnTo>
                  <a:pt x="2678" y="325"/>
                </a:lnTo>
                <a:close/>
                <a:moveTo>
                  <a:pt x="2694" y="325"/>
                </a:moveTo>
                <a:lnTo>
                  <a:pt x="2702" y="325"/>
                </a:lnTo>
                <a:lnTo>
                  <a:pt x="2702" y="318"/>
                </a:lnTo>
                <a:lnTo>
                  <a:pt x="2694" y="318"/>
                </a:lnTo>
                <a:lnTo>
                  <a:pt x="2694" y="325"/>
                </a:lnTo>
                <a:close/>
                <a:moveTo>
                  <a:pt x="2711" y="325"/>
                </a:moveTo>
                <a:lnTo>
                  <a:pt x="2718" y="325"/>
                </a:lnTo>
                <a:lnTo>
                  <a:pt x="2718" y="318"/>
                </a:lnTo>
                <a:lnTo>
                  <a:pt x="2711" y="318"/>
                </a:lnTo>
                <a:lnTo>
                  <a:pt x="2711" y="325"/>
                </a:lnTo>
                <a:close/>
                <a:moveTo>
                  <a:pt x="2728" y="325"/>
                </a:moveTo>
                <a:lnTo>
                  <a:pt x="2735" y="325"/>
                </a:lnTo>
                <a:lnTo>
                  <a:pt x="2735" y="318"/>
                </a:lnTo>
                <a:lnTo>
                  <a:pt x="2728" y="318"/>
                </a:lnTo>
                <a:lnTo>
                  <a:pt x="2728" y="325"/>
                </a:lnTo>
                <a:close/>
                <a:moveTo>
                  <a:pt x="2744" y="325"/>
                </a:moveTo>
                <a:lnTo>
                  <a:pt x="2751" y="325"/>
                </a:lnTo>
                <a:lnTo>
                  <a:pt x="2751" y="318"/>
                </a:lnTo>
                <a:lnTo>
                  <a:pt x="2744" y="318"/>
                </a:lnTo>
                <a:lnTo>
                  <a:pt x="2744" y="325"/>
                </a:lnTo>
                <a:close/>
                <a:moveTo>
                  <a:pt x="2761" y="325"/>
                </a:moveTo>
                <a:lnTo>
                  <a:pt x="2768" y="325"/>
                </a:lnTo>
                <a:lnTo>
                  <a:pt x="2768" y="318"/>
                </a:lnTo>
                <a:lnTo>
                  <a:pt x="2761" y="318"/>
                </a:lnTo>
                <a:lnTo>
                  <a:pt x="2761" y="325"/>
                </a:lnTo>
                <a:close/>
                <a:moveTo>
                  <a:pt x="2777" y="325"/>
                </a:moveTo>
                <a:lnTo>
                  <a:pt x="2784" y="325"/>
                </a:lnTo>
                <a:lnTo>
                  <a:pt x="2784" y="318"/>
                </a:lnTo>
                <a:lnTo>
                  <a:pt x="2777" y="318"/>
                </a:lnTo>
                <a:lnTo>
                  <a:pt x="2777" y="325"/>
                </a:lnTo>
                <a:close/>
                <a:moveTo>
                  <a:pt x="2794" y="325"/>
                </a:moveTo>
                <a:lnTo>
                  <a:pt x="2801" y="325"/>
                </a:lnTo>
                <a:lnTo>
                  <a:pt x="2801" y="318"/>
                </a:lnTo>
                <a:lnTo>
                  <a:pt x="2794" y="318"/>
                </a:lnTo>
                <a:lnTo>
                  <a:pt x="2794" y="325"/>
                </a:lnTo>
                <a:close/>
                <a:moveTo>
                  <a:pt x="2811" y="325"/>
                </a:moveTo>
                <a:lnTo>
                  <a:pt x="2818" y="325"/>
                </a:lnTo>
                <a:lnTo>
                  <a:pt x="2818" y="318"/>
                </a:lnTo>
                <a:lnTo>
                  <a:pt x="2811" y="318"/>
                </a:lnTo>
                <a:lnTo>
                  <a:pt x="2811" y="325"/>
                </a:lnTo>
                <a:close/>
                <a:moveTo>
                  <a:pt x="2827" y="325"/>
                </a:moveTo>
                <a:lnTo>
                  <a:pt x="2834" y="325"/>
                </a:lnTo>
                <a:lnTo>
                  <a:pt x="2834" y="318"/>
                </a:lnTo>
                <a:lnTo>
                  <a:pt x="2827" y="318"/>
                </a:lnTo>
                <a:lnTo>
                  <a:pt x="2827" y="325"/>
                </a:lnTo>
                <a:close/>
                <a:moveTo>
                  <a:pt x="2844" y="325"/>
                </a:moveTo>
                <a:lnTo>
                  <a:pt x="2851" y="325"/>
                </a:lnTo>
                <a:lnTo>
                  <a:pt x="2851" y="318"/>
                </a:lnTo>
                <a:lnTo>
                  <a:pt x="2844" y="318"/>
                </a:lnTo>
                <a:lnTo>
                  <a:pt x="2844" y="325"/>
                </a:lnTo>
                <a:close/>
                <a:moveTo>
                  <a:pt x="2860" y="325"/>
                </a:moveTo>
                <a:lnTo>
                  <a:pt x="2867" y="325"/>
                </a:lnTo>
                <a:lnTo>
                  <a:pt x="2867" y="318"/>
                </a:lnTo>
                <a:lnTo>
                  <a:pt x="2860" y="318"/>
                </a:lnTo>
                <a:lnTo>
                  <a:pt x="2860" y="325"/>
                </a:lnTo>
                <a:close/>
                <a:moveTo>
                  <a:pt x="2877" y="325"/>
                </a:moveTo>
                <a:lnTo>
                  <a:pt x="2884" y="325"/>
                </a:lnTo>
                <a:lnTo>
                  <a:pt x="2884" y="318"/>
                </a:lnTo>
                <a:lnTo>
                  <a:pt x="2877" y="318"/>
                </a:lnTo>
                <a:lnTo>
                  <a:pt x="2877" y="325"/>
                </a:lnTo>
                <a:close/>
                <a:moveTo>
                  <a:pt x="2893" y="325"/>
                </a:moveTo>
                <a:lnTo>
                  <a:pt x="2901" y="325"/>
                </a:lnTo>
                <a:lnTo>
                  <a:pt x="2901" y="318"/>
                </a:lnTo>
                <a:lnTo>
                  <a:pt x="2893" y="318"/>
                </a:lnTo>
                <a:lnTo>
                  <a:pt x="2893" y="325"/>
                </a:lnTo>
                <a:close/>
                <a:moveTo>
                  <a:pt x="2910" y="325"/>
                </a:moveTo>
                <a:lnTo>
                  <a:pt x="2917" y="325"/>
                </a:lnTo>
                <a:lnTo>
                  <a:pt x="2917" y="318"/>
                </a:lnTo>
                <a:lnTo>
                  <a:pt x="2910" y="318"/>
                </a:lnTo>
                <a:lnTo>
                  <a:pt x="2910" y="325"/>
                </a:lnTo>
                <a:close/>
                <a:moveTo>
                  <a:pt x="2927" y="325"/>
                </a:moveTo>
                <a:lnTo>
                  <a:pt x="2934" y="325"/>
                </a:lnTo>
                <a:lnTo>
                  <a:pt x="2934" y="318"/>
                </a:lnTo>
                <a:lnTo>
                  <a:pt x="2927" y="318"/>
                </a:lnTo>
                <a:lnTo>
                  <a:pt x="2927" y="325"/>
                </a:lnTo>
                <a:close/>
                <a:moveTo>
                  <a:pt x="2946" y="325"/>
                </a:moveTo>
                <a:lnTo>
                  <a:pt x="2953" y="325"/>
                </a:lnTo>
                <a:lnTo>
                  <a:pt x="2953" y="318"/>
                </a:lnTo>
                <a:lnTo>
                  <a:pt x="2946" y="318"/>
                </a:lnTo>
                <a:lnTo>
                  <a:pt x="2946" y="325"/>
                </a:lnTo>
                <a:close/>
                <a:moveTo>
                  <a:pt x="2962" y="325"/>
                </a:moveTo>
                <a:lnTo>
                  <a:pt x="2969" y="325"/>
                </a:lnTo>
                <a:lnTo>
                  <a:pt x="2969" y="318"/>
                </a:lnTo>
                <a:lnTo>
                  <a:pt x="2962" y="318"/>
                </a:lnTo>
                <a:lnTo>
                  <a:pt x="2962" y="325"/>
                </a:lnTo>
                <a:close/>
                <a:moveTo>
                  <a:pt x="2979" y="325"/>
                </a:moveTo>
                <a:lnTo>
                  <a:pt x="2986" y="325"/>
                </a:lnTo>
                <a:lnTo>
                  <a:pt x="2986" y="318"/>
                </a:lnTo>
                <a:lnTo>
                  <a:pt x="2979" y="318"/>
                </a:lnTo>
                <a:lnTo>
                  <a:pt x="2979" y="325"/>
                </a:lnTo>
                <a:close/>
                <a:moveTo>
                  <a:pt x="2995" y="325"/>
                </a:moveTo>
                <a:lnTo>
                  <a:pt x="3002" y="325"/>
                </a:lnTo>
                <a:lnTo>
                  <a:pt x="3002" y="318"/>
                </a:lnTo>
                <a:lnTo>
                  <a:pt x="2995" y="318"/>
                </a:lnTo>
                <a:lnTo>
                  <a:pt x="2995" y="325"/>
                </a:lnTo>
                <a:close/>
                <a:moveTo>
                  <a:pt x="3012" y="325"/>
                </a:moveTo>
                <a:lnTo>
                  <a:pt x="3019" y="325"/>
                </a:lnTo>
                <a:lnTo>
                  <a:pt x="3019" y="318"/>
                </a:lnTo>
                <a:lnTo>
                  <a:pt x="3012" y="318"/>
                </a:lnTo>
                <a:lnTo>
                  <a:pt x="3012" y="325"/>
                </a:lnTo>
                <a:close/>
                <a:moveTo>
                  <a:pt x="3028" y="325"/>
                </a:moveTo>
                <a:lnTo>
                  <a:pt x="3035" y="325"/>
                </a:lnTo>
                <a:lnTo>
                  <a:pt x="3035" y="318"/>
                </a:lnTo>
                <a:lnTo>
                  <a:pt x="3028" y="318"/>
                </a:lnTo>
                <a:lnTo>
                  <a:pt x="3028" y="325"/>
                </a:lnTo>
                <a:close/>
                <a:moveTo>
                  <a:pt x="3045" y="325"/>
                </a:moveTo>
                <a:lnTo>
                  <a:pt x="3052" y="325"/>
                </a:lnTo>
                <a:lnTo>
                  <a:pt x="3052" y="318"/>
                </a:lnTo>
                <a:lnTo>
                  <a:pt x="3045" y="318"/>
                </a:lnTo>
                <a:lnTo>
                  <a:pt x="3045" y="325"/>
                </a:lnTo>
                <a:close/>
                <a:moveTo>
                  <a:pt x="3062" y="325"/>
                </a:moveTo>
                <a:lnTo>
                  <a:pt x="3069" y="325"/>
                </a:lnTo>
                <a:lnTo>
                  <a:pt x="3069" y="318"/>
                </a:lnTo>
                <a:lnTo>
                  <a:pt x="3062" y="318"/>
                </a:lnTo>
                <a:lnTo>
                  <a:pt x="3062" y="325"/>
                </a:lnTo>
                <a:close/>
                <a:moveTo>
                  <a:pt x="0" y="342"/>
                </a:moveTo>
                <a:lnTo>
                  <a:pt x="7" y="342"/>
                </a:lnTo>
                <a:lnTo>
                  <a:pt x="7" y="335"/>
                </a:lnTo>
                <a:lnTo>
                  <a:pt x="0" y="335"/>
                </a:lnTo>
                <a:lnTo>
                  <a:pt x="0" y="342"/>
                </a:lnTo>
                <a:close/>
                <a:moveTo>
                  <a:pt x="16" y="342"/>
                </a:moveTo>
                <a:lnTo>
                  <a:pt x="23" y="342"/>
                </a:lnTo>
                <a:lnTo>
                  <a:pt x="23" y="335"/>
                </a:lnTo>
                <a:lnTo>
                  <a:pt x="16" y="335"/>
                </a:lnTo>
                <a:lnTo>
                  <a:pt x="16" y="342"/>
                </a:lnTo>
                <a:close/>
                <a:moveTo>
                  <a:pt x="33" y="342"/>
                </a:moveTo>
                <a:lnTo>
                  <a:pt x="40" y="342"/>
                </a:lnTo>
                <a:lnTo>
                  <a:pt x="40" y="335"/>
                </a:lnTo>
                <a:lnTo>
                  <a:pt x="33" y="335"/>
                </a:lnTo>
                <a:lnTo>
                  <a:pt x="33" y="342"/>
                </a:lnTo>
                <a:close/>
                <a:moveTo>
                  <a:pt x="49" y="342"/>
                </a:moveTo>
                <a:lnTo>
                  <a:pt x="56" y="342"/>
                </a:lnTo>
                <a:lnTo>
                  <a:pt x="56" y="335"/>
                </a:lnTo>
                <a:lnTo>
                  <a:pt x="49" y="335"/>
                </a:lnTo>
                <a:lnTo>
                  <a:pt x="49" y="342"/>
                </a:lnTo>
                <a:close/>
                <a:moveTo>
                  <a:pt x="66" y="342"/>
                </a:moveTo>
                <a:lnTo>
                  <a:pt x="73" y="342"/>
                </a:lnTo>
                <a:lnTo>
                  <a:pt x="73" y="335"/>
                </a:lnTo>
                <a:lnTo>
                  <a:pt x="66" y="335"/>
                </a:lnTo>
                <a:lnTo>
                  <a:pt x="66" y="342"/>
                </a:lnTo>
                <a:close/>
                <a:moveTo>
                  <a:pt x="83" y="342"/>
                </a:moveTo>
                <a:lnTo>
                  <a:pt x="90" y="342"/>
                </a:lnTo>
                <a:lnTo>
                  <a:pt x="90" y="335"/>
                </a:lnTo>
                <a:lnTo>
                  <a:pt x="83" y="335"/>
                </a:lnTo>
                <a:lnTo>
                  <a:pt x="83" y="342"/>
                </a:lnTo>
                <a:close/>
                <a:moveTo>
                  <a:pt x="101" y="342"/>
                </a:moveTo>
                <a:lnTo>
                  <a:pt x="106" y="342"/>
                </a:lnTo>
                <a:lnTo>
                  <a:pt x="106" y="335"/>
                </a:lnTo>
                <a:lnTo>
                  <a:pt x="101" y="335"/>
                </a:lnTo>
                <a:lnTo>
                  <a:pt x="101" y="342"/>
                </a:lnTo>
                <a:close/>
                <a:moveTo>
                  <a:pt x="118" y="342"/>
                </a:moveTo>
                <a:lnTo>
                  <a:pt x="125" y="342"/>
                </a:lnTo>
                <a:lnTo>
                  <a:pt x="125" y="335"/>
                </a:lnTo>
                <a:lnTo>
                  <a:pt x="118" y="335"/>
                </a:lnTo>
                <a:lnTo>
                  <a:pt x="118" y="342"/>
                </a:lnTo>
                <a:close/>
                <a:moveTo>
                  <a:pt x="135" y="342"/>
                </a:moveTo>
                <a:lnTo>
                  <a:pt x="142" y="342"/>
                </a:lnTo>
                <a:lnTo>
                  <a:pt x="142" y="335"/>
                </a:lnTo>
                <a:lnTo>
                  <a:pt x="135" y="335"/>
                </a:lnTo>
                <a:lnTo>
                  <a:pt x="135" y="342"/>
                </a:lnTo>
                <a:close/>
                <a:moveTo>
                  <a:pt x="151" y="342"/>
                </a:moveTo>
                <a:lnTo>
                  <a:pt x="158" y="342"/>
                </a:lnTo>
                <a:lnTo>
                  <a:pt x="158" y="335"/>
                </a:lnTo>
                <a:lnTo>
                  <a:pt x="151" y="335"/>
                </a:lnTo>
                <a:lnTo>
                  <a:pt x="151" y="342"/>
                </a:lnTo>
                <a:close/>
                <a:moveTo>
                  <a:pt x="168" y="342"/>
                </a:moveTo>
                <a:lnTo>
                  <a:pt x="175" y="342"/>
                </a:lnTo>
                <a:lnTo>
                  <a:pt x="175" y="335"/>
                </a:lnTo>
                <a:lnTo>
                  <a:pt x="168" y="335"/>
                </a:lnTo>
                <a:lnTo>
                  <a:pt x="168" y="342"/>
                </a:lnTo>
                <a:close/>
                <a:moveTo>
                  <a:pt x="184" y="342"/>
                </a:moveTo>
                <a:lnTo>
                  <a:pt x="191" y="342"/>
                </a:lnTo>
                <a:lnTo>
                  <a:pt x="191" y="335"/>
                </a:lnTo>
                <a:lnTo>
                  <a:pt x="184" y="335"/>
                </a:lnTo>
                <a:lnTo>
                  <a:pt x="184" y="342"/>
                </a:lnTo>
                <a:close/>
                <a:moveTo>
                  <a:pt x="201" y="342"/>
                </a:moveTo>
                <a:lnTo>
                  <a:pt x="208" y="342"/>
                </a:lnTo>
                <a:lnTo>
                  <a:pt x="208" y="335"/>
                </a:lnTo>
                <a:lnTo>
                  <a:pt x="201" y="335"/>
                </a:lnTo>
                <a:lnTo>
                  <a:pt x="201" y="342"/>
                </a:lnTo>
                <a:close/>
                <a:moveTo>
                  <a:pt x="218" y="342"/>
                </a:moveTo>
                <a:lnTo>
                  <a:pt x="225" y="342"/>
                </a:lnTo>
                <a:lnTo>
                  <a:pt x="225" y="335"/>
                </a:lnTo>
                <a:lnTo>
                  <a:pt x="218" y="335"/>
                </a:lnTo>
                <a:lnTo>
                  <a:pt x="218" y="342"/>
                </a:lnTo>
                <a:close/>
                <a:moveTo>
                  <a:pt x="234" y="342"/>
                </a:moveTo>
                <a:lnTo>
                  <a:pt x="241" y="342"/>
                </a:lnTo>
                <a:lnTo>
                  <a:pt x="241" y="335"/>
                </a:lnTo>
                <a:lnTo>
                  <a:pt x="234" y="335"/>
                </a:lnTo>
                <a:lnTo>
                  <a:pt x="234" y="342"/>
                </a:lnTo>
                <a:close/>
                <a:moveTo>
                  <a:pt x="251" y="342"/>
                </a:moveTo>
                <a:lnTo>
                  <a:pt x="258" y="342"/>
                </a:lnTo>
                <a:lnTo>
                  <a:pt x="258" y="335"/>
                </a:lnTo>
                <a:lnTo>
                  <a:pt x="251" y="335"/>
                </a:lnTo>
                <a:lnTo>
                  <a:pt x="251" y="342"/>
                </a:lnTo>
                <a:close/>
                <a:moveTo>
                  <a:pt x="267" y="342"/>
                </a:moveTo>
                <a:lnTo>
                  <a:pt x="274" y="342"/>
                </a:lnTo>
                <a:lnTo>
                  <a:pt x="274" y="335"/>
                </a:lnTo>
                <a:lnTo>
                  <a:pt x="267" y="335"/>
                </a:lnTo>
                <a:lnTo>
                  <a:pt x="267" y="342"/>
                </a:lnTo>
                <a:close/>
                <a:moveTo>
                  <a:pt x="284" y="342"/>
                </a:moveTo>
                <a:lnTo>
                  <a:pt x="291" y="342"/>
                </a:lnTo>
                <a:lnTo>
                  <a:pt x="291" y="335"/>
                </a:lnTo>
                <a:lnTo>
                  <a:pt x="284" y="335"/>
                </a:lnTo>
                <a:lnTo>
                  <a:pt x="284" y="342"/>
                </a:lnTo>
                <a:close/>
                <a:moveTo>
                  <a:pt x="300" y="342"/>
                </a:moveTo>
                <a:lnTo>
                  <a:pt x="307" y="342"/>
                </a:lnTo>
                <a:lnTo>
                  <a:pt x="307" y="335"/>
                </a:lnTo>
                <a:lnTo>
                  <a:pt x="300" y="335"/>
                </a:lnTo>
                <a:lnTo>
                  <a:pt x="300" y="342"/>
                </a:lnTo>
                <a:close/>
                <a:moveTo>
                  <a:pt x="317" y="342"/>
                </a:moveTo>
                <a:lnTo>
                  <a:pt x="324" y="342"/>
                </a:lnTo>
                <a:lnTo>
                  <a:pt x="324" y="335"/>
                </a:lnTo>
                <a:lnTo>
                  <a:pt x="317" y="335"/>
                </a:lnTo>
                <a:lnTo>
                  <a:pt x="317" y="342"/>
                </a:lnTo>
                <a:close/>
                <a:moveTo>
                  <a:pt x="334" y="342"/>
                </a:moveTo>
                <a:lnTo>
                  <a:pt x="341" y="342"/>
                </a:lnTo>
                <a:lnTo>
                  <a:pt x="341" y="335"/>
                </a:lnTo>
                <a:lnTo>
                  <a:pt x="334" y="335"/>
                </a:lnTo>
                <a:lnTo>
                  <a:pt x="334" y="342"/>
                </a:lnTo>
                <a:close/>
                <a:moveTo>
                  <a:pt x="350" y="342"/>
                </a:moveTo>
                <a:lnTo>
                  <a:pt x="357" y="342"/>
                </a:lnTo>
                <a:lnTo>
                  <a:pt x="357" y="335"/>
                </a:lnTo>
                <a:lnTo>
                  <a:pt x="350" y="335"/>
                </a:lnTo>
                <a:lnTo>
                  <a:pt x="350" y="342"/>
                </a:lnTo>
                <a:close/>
                <a:moveTo>
                  <a:pt x="369" y="342"/>
                </a:moveTo>
                <a:lnTo>
                  <a:pt x="376" y="342"/>
                </a:lnTo>
                <a:lnTo>
                  <a:pt x="376" y="335"/>
                </a:lnTo>
                <a:lnTo>
                  <a:pt x="369" y="335"/>
                </a:lnTo>
                <a:lnTo>
                  <a:pt x="369" y="342"/>
                </a:lnTo>
                <a:close/>
                <a:moveTo>
                  <a:pt x="386" y="342"/>
                </a:moveTo>
                <a:lnTo>
                  <a:pt x="393" y="342"/>
                </a:lnTo>
                <a:lnTo>
                  <a:pt x="393" y="335"/>
                </a:lnTo>
                <a:lnTo>
                  <a:pt x="386" y="335"/>
                </a:lnTo>
                <a:lnTo>
                  <a:pt x="386" y="342"/>
                </a:lnTo>
                <a:close/>
                <a:moveTo>
                  <a:pt x="402" y="342"/>
                </a:moveTo>
                <a:lnTo>
                  <a:pt x="409" y="342"/>
                </a:lnTo>
                <a:lnTo>
                  <a:pt x="409" y="335"/>
                </a:lnTo>
                <a:lnTo>
                  <a:pt x="402" y="335"/>
                </a:lnTo>
                <a:lnTo>
                  <a:pt x="402" y="342"/>
                </a:lnTo>
                <a:close/>
                <a:moveTo>
                  <a:pt x="419" y="342"/>
                </a:moveTo>
                <a:lnTo>
                  <a:pt x="426" y="342"/>
                </a:lnTo>
                <a:lnTo>
                  <a:pt x="426" y="335"/>
                </a:lnTo>
                <a:lnTo>
                  <a:pt x="419" y="335"/>
                </a:lnTo>
                <a:lnTo>
                  <a:pt x="419" y="342"/>
                </a:lnTo>
                <a:close/>
                <a:moveTo>
                  <a:pt x="435" y="342"/>
                </a:moveTo>
                <a:lnTo>
                  <a:pt x="442" y="342"/>
                </a:lnTo>
                <a:lnTo>
                  <a:pt x="442" y="335"/>
                </a:lnTo>
                <a:lnTo>
                  <a:pt x="435" y="335"/>
                </a:lnTo>
                <a:lnTo>
                  <a:pt x="435" y="342"/>
                </a:lnTo>
                <a:close/>
                <a:moveTo>
                  <a:pt x="452" y="342"/>
                </a:moveTo>
                <a:lnTo>
                  <a:pt x="459" y="342"/>
                </a:lnTo>
                <a:lnTo>
                  <a:pt x="459" y="335"/>
                </a:lnTo>
                <a:lnTo>
                  <a:pt x="452" y="335"/>
                </a:lnTo>
                <a:lnTo>
                  <a:pt x="452" y="342"/>
                </a:lnTo>
                <a:close/>
                <a:moveTo>
                  <a:pt x="469" y="342"/>
                </a:moveTo>
                <a:lnTo>
                  <a:pt x="476" y="342"/>
                </a:lnTo>
                <a:lnTo>
                  <a:pt x="476" y="335"/>
                </a:lnTo>
                <a:lnTo>
                  <a:pt x="469" y="335"/>
                </a:lnTo>
                <a:lnTo>
                  <a:pt x="469" y="342"/>
                </a:lnTo>
                <a:close/>
                <a:moveTo>
                  <a:pt x="485" y="342"/>
                </a:moveTo>
                <a:lnTo>
                  <a:pt x="492" y="342"/>
                </a:lnTo>
                <a:lnTo>
                  <a:pt x="492" y="335"/>
                </a:lnTo>
                <a:lnTo>
                  <a:pt x="485" y="335"/>
                </a:lnTo>
                <a:lnTo>
                  <a:pt x="485" y="342"/>
                </a:lnTo>
                <a:close/>
                <a:moveTo>
                  <a:pt x="502" y="342"/>
                </a:moveTo>
                <a:lnTo>
                  <a:pt x="509" y="342"/>
                </a:lnTo>
                <a:lnTo>
                  <a:pt x="509" y="335"/>
                </a:lnTo>
                <a:lnTo>
                  <a:pt x="502" y="335"/>
                </a:lnTo>
                <a:lnTo>
                  <a:pt x="502" y="342"/>
                </a:lnTo>
                <a:close/>
                <a:moveTo>
                  <a:pt x="518" y="342"/>
                </a:moveTo>
                <a:lnTo>
                  <a:pt x="525" y="342"/>
                </a:lnTo>
                <a:lnTo>
                  <a:pt x="525" y="335"/>
                </a:lnTo>
                <a:lnTo>
                  <a:pt x="518" y="335"/>
                </a:lnTo>
                <a:lnTo>
                  <a:pt x="518" y="342"/>
                </a:lnTo>
                <a:close/>
                <a:moveTo>
                  <a:pt x="535" y="342"/>
                </a:moveTo>
                <a:lnTo>
                  <a:pt x="542" y="342"/>
                </a:lnTo>
                <a:lnTo>
                  <a:pt x="542" y="335"/>
                </a:lnTo>
                <a:lnTo>
                  <a:pt x="535" y="335"/>
                </a:lnTo>
                <a:lnTo>
                  <a:pt x="535" y="342"/>
                </a:lnTo>
                <a:close/>
                <a:moveTo>
                  <a:pt x="551" y="342"/>
                </a:moveTo>
                <a:lnTo>
                  <a:pt x="559" y="342"/>
                </a:lnTo>
                <a:lnTo>
                  <a:pt x="559" y="335"/>
                </a:lnTo>
                <a:lnTo>
                  <a:pt x="551" y="335"/>
                </a:lnTo>
                <a:lnTo>
                  <a:pt x="551" y="342"/>
                </a:lnTo>
                <a:close/>
                <a:moveTo>
                  <a:pt x="568" y="342"/>
                </a:moveTo>
                <a:lnTo>
                  <a:pt x="575" y="342"/>
                </a:lnTo>
                <a:lnTo>
                  <a:pt x="575" y="335"/>
                </a:lnTo>
                <a:lnTo>
                  <a:pt x="568" y="335"/>
                </a:lnTo>
                <a:lnTo>
                  <a:pt x="568" y="342"/>
                </a:lnTo>
                <a:close/>
                <a:moveTo>
                  <a:pt x="585" y="342"/>
                </a:moveTo>
                <a:lnTo>
                  <a:pt x="592" y="342"/>
                </a:lnTo>
                <a:lnTo>
                  <a:pt x="592" y="335"/>
                </a:lnTo>
                <a:lnTo>
                  <a:pt x="585" y="335"/>
                </a:lnTo>
                <a:lnTo>
                  <a:pt x="585" y="342"/>
                </a:lnTo>
                <a:close/>
                <a:moveTo>
                  <a:pt x="601" y="342"/>
                </a:moveTo>
                <a:lnTo>
                  <a:pt x="608" y="342"/>
                </a:lnTo>
                <a:lnTo>
                  <a:pt x="608" y="335"/>
                </a:lnTo>
                <a:lnTo>
                  <a:pt x="601" y="335"/>
                </a:lnTo>
                <a:lnTo>
                  <a:pt x="601" y="342"/>
                </a:lnTo>
                <a:close/>
                <a:moveTo>
                  <a:pt x="620" y="342"/>
                </a:moveTo>
                <a:lnTo>
                  <a:pt x="625" y="342"/>
                </a:lnTo>
                <a:lnTo>
                  <a:pt x="625" y="335"/>
                </a:lnTo>
                <a:lnTo>
                  <a:pt x="620" y="335"/>
                </a:lnTo>
                <a:lnTo>
                  <a:pt x="620" y="342"/>
                </a:lnTo>
                <a:close/>
                <a:moveTo>
                  <a:pt x="637" y="342"/>
                </a:moveTo>
                <a:lnTo>
                  <a:pt x="644" y="342"/>
                </a:lnTo>
                <a:lnTo>
                  <a:pt x="644" y="335"/>
                </a:lnTo>
                <a:lnTo>
                  <a:pt x="637" y="335"/>
                </a:lnTo>
                <a:lnTo>
                  <a:pt x="637" y="342"/>
                </a:lnTo>
                <a:close/>
                <a:moveTo>
                  <a:pt x="653" y="342"/>
                </a:moveTo>
                <a:lnTo>
                  <a:pt x="660" y="342"/>
                </a:lnTo>
                <a:lnTo>
                  <a:pt x="660" y="335"/>
                </a:lnTo>
                <a:lnTo>
                  <a:pt x="653" y="335"/>
                </a:lnTo>
                <a:lnTo>
                  <a:pt x="653" y="342"/>
                </a:lnTo>
                <a:close/>
                <a:moveTo>
                  <a:pt x="670" y="342"/>
                </a:moveTo>
                <a:lnTo>
                  <a:pt x="677" y="342"/>
                </a:lnTo>
                <a:lnTo>
                  <a:pt x="677" y="335"/>
                </a:lnTo>
                <a:lnTo>
                  <a:pt x="670" y="335"/>
                </a:lnTo>
                <a:lnTo>
                  <a:pt x="670" y="342"/>
                </a:lnTo>
                <a:close/>
                <a:moveTo>
                  <a:pt x="686" y="342"/>
                </a:moveTo>
                <a:lnTo>
                  <a:pt x="693" y="342"/>
                </a:lnTo>
                <a:lnTo>
                  <a:pt x="693" y="335"/>
                </a:lnTo>
                <a:lnTo>
                  <a:pt x="686" y="335"/>
                </a:lnTo>
                <a:lnTo>
                  <a:pt x="686" y="342"/>
                </a:lnTo>
                <a:close/>
                <a:moveTo>
                  <a:pt x="703" y="342"/>
                </a:moveTo>
                <a:lnTo>
                  <a:pt x="710" y="342"/>
                </a:lnTo>
                <a:lnTo>
                  <a:pt x="710" y="335"/>
                </a:lnTo>
                <a:lnTo>
                  <a:pt x="703" y="335"/>
                </a:lnTo>
                <a:lnTo>
                  <a:pt x="703" y="342"/>
                </a:lnTo>
                <a:close/>
                <a:moveTo>
                  <a:pt x="720" y="342"/>
                </a:moveTo>
                <a:lnTo>
                  <a:pt x="727" y="342"/>
                </a:lnTo>
                <a:lnTo>
                  <a:pt x="727" y="335"/>
                </a:lnTo>
                <a:lnTo>
                  <a:pt x="720" y="335"/>
                </a:lnTo>
                <a:lnTo>
                  <a:pt x="720" y="342"/>
                </a:lnTo>
                <a:close/>
                <a:moveTo>
                  <a:pt x="736" y="342"/>
                </a:moveTo>
                <a:lnTo>
                  <a:pt x="743" y="342"/>
                </a:lnTo>
                <a:lnTo>
                  <a:pt x="743" y="335"/>
                </a:lnTo>
                <a:lnTo>
                  <a:pt x="736" y="335"/>
                </a:lnTo>
                <a:lnTo>
                  <a:pt x="736" y="342"/>
                </a:lnTo>
                <a:close/>
                <a:moveTo>
                  <a:pt x="753" y="342"/>
                </a:moveTo>
                <a:lnTo>
                  <a:pt x="760" y="342"/>
                </a:lnTo>
                <a:lnTo>
                  <a:pt x="760" y="335"/>
                </a:lnTo>
                <a:lnTo>
                  <a:pt x="753" y="335"/>
                </a:lnTo>
                <a:lnTo>
                  <a:pt x="753" y="342"/>
                </a:lnTo>
                <a:close/>
                <a:moveTo>
                  <a:pt x="769" y="342"/>
                </a:moveTo>
                <a:lnTo>
                  <a:pt x="776" y="342"/>
                </a:lnTo>
                <a:lnTo>
                  <a:pt x="776" y="335"/>
                </a:lnTo>
                <a:lnTo>
                  <a:pt x="769" y="335"/>
                </a:lnTo>
                <a:lnTo>
                  <a:pt x="769" y="342"/>
                </a:lnTo>
                <a:close/>
                <a:moveTo>
                  <a:pt x="802" y="342"/>
                </a:moveTo>
                <a:lnTo>
                  <a:pt x="810" y="342"/>
                </a:lnTo>
                <a:lnTo>
                  <a:pt x="810" y="335"/>
                </a:lnTo>
                <a:lnTo>
                  <a:pt x="802" y="335"/>
                </a:lnTo>
                <a:lnTo>
                  <a:pt x="802" y="342"/>
                </a:lnTo>
                <a:close/>
                <a:moveTo>
                  <a:pt x="819" y="342"/>
                </a:moveTo>
                <a:lnTo>
                  <a:pt x="826" y="342"/>
                </a:lnTo>
                <a:lnTo>
                  <a:pt x="826" y="335"/>
                </a:lnTo>
                <a:lnTo>
                  <a:pt x="819" y="335"/>
                </a:lnTo>
                <a:lnTo>
                  <a:pt x="819" y="342"/>
                </a:lnTo>
                <a:close/>
                <a:moveTo>
                  <a:pt x="836" y="342"/>
                </a:moveTo>
                <a:lnTo>
                  <a:pt x="843" y="342"/>
                </a:lnTo>
                <a:lnTo>
                  <a:pt x="843" y="335"/>
                </a:lnTo>
                <a:lnTo>
                  <a:pt x="836" y="335"/>
                </a:lnTo>
                <a:lnTo>
                  <a:pt x="836" y="342"/>
                </a:lnTo>
                <a:close/>
                <a:moveTo>
                  <a:pt x="852" y="342"/>
                </a:moveTo>
                <a:lnTo>
                  <a:pt x="859" y="342"/>
                </a:lnTo>
                <a:lnTo>
                  <a:pt x="859" y="335"/>
                </a:lnTo>
                <a:lnTo>
                  <a:pt x="852" y="335"/>
                </a:lnTo>
                <a:lnTo>
                  <a:pt x="852" y="342"/>
                </a:lnTo>
                <a:close/>
                <a:moveTo>
                  <a:pt x="871" y="342"/>
                </a:moveTo>
                <a:lnTo>
                  <a:pt x="876" y="342"/>
                </a:lnTo>
                <a:lnTo>
                  <a:pt x="876" y="335"/>
                </a:lnTo>
                <a:lnTo>
                  <a:pt x="871" y="335"/>
                </a:lnTo>
                <a:lnTo>
                  <a:pt x="871" y="342"/>
                </a:lnTo>
                <a:close/>
                <a:moveTo>
                  <a:pt x="888" y="342"/>
                </a:moveTo>
                <a:lnTo>
                  <a:pt x="895" y="342"/>
                </a:lnTo>
                <a:lnTo>
                  <a:pt x="895" y="335"/>
                </a:lnTo>
                <a:lnTo>
                  <a:pt x="888" y="335"/>
                </a:lnTo>
                <a:lnTo>
                  <a:pt x="888" y="342"/>
                </a:lnTo>
                <a:close/>
                <a:moveTo>
                  <a:pt x="904" y="342"/>
                </a:moveTo>
                <a:lnTo>
                  <a:pt x="911" y="342"/>
                </a:lnTo>
                <a:lnTo>
                  <a:pt x="911" y="335"/>
                </a:lnTo>
                <a:lnTo>
                  <a:pt x="904" y="335"/>
                </a:lnTo>
                <a:lnTo>
                  <a:pt x="904" y="342"/>
                </a:lnTo>
                <a:close/>
                <a:moveTo>
                  <a:pt x="1020" y="342"/>
                </a:moveTo>
                <a:lnTo>
                  <a:pt x="1027" y="342"/>
                </a:lnTo>
                <a:lnTo>
                  <a:pt x="1027" y="335"/>
                </a:lnTo>
                <a:lnTo>
                  <a:pt x="1020" y="335"/>
                </a:lnTo>
                <a:lnTo>
                  <a:pt x="1020" y="342"/>
                </a:lnTo>
                <a:close/>
                <a:moveTo>
                  <a:pt x="1037" y="342"/>
                </a:moveTo>
                <a:lnTo>
                  <a:pt x="1044" y="342"/>
                </a:lnTo>
                <a:lnTo>
                  <a:pt x="1044" y="335"/>
                </a:lnTo>
                <a:lnTo>
                  <a:pt x="1037" y="335"/>
                </a:lnTo>
                <a:lnTo>
                  <a:pt x="1037" y="342"/>
                </a:lnTo>
                <a:close/>
                <a:moveTo>
                  <a:pt x="1053" y="342"/>
                </a:moveTo>
                <a:lnTo>
                  <a:pt x="1061" y="342"/>
                </a:lnTo>
                <a:lnTo>
                  <a:pt x="1061" y="335"/>
                </a:lnTo>
                <a:lnTo>
                  <a:pt x="1053" y="335"/>
                </a:lnTo>
                <a:lnTo>
                  <a:pt x="1053" y="342"/>
                </a:lnTo>
                <a:close/>
                <a:moveTo>
                  <a:pt x="1070" y="342"/>
                </a:moveTo>
                <a:lnTo>
                  <a:pt x="1077" y="342"/>
                </a:lnTo>
                <a:lnTo>
                  <a:pt x="1077" y="335"/>
                </a:lnTo>
                <a:lnTo>
                  <a:pt x="1070" y="335"/>
                </a:lnTo>
                <a:lnTo>
                  <a:pt x="1070" y="342"/>
                </a:lnTo>
                <a:close/>
                <a:moveTo>
                  <a:pt x="1087" y="342"/>
                </a:moveTo>
                <a:lnTo>
                  <a:pt x="1094" y="342"/>
                </a:lnTo>
                <a:lnTo>
                  <a:pt x="1094" y="335"/>
                </a:lnTo>
                <a:lnTo>
                  <a:pt x="1087" y="335"/>
                </a:lnTo>
                <a:lnTo>
                  <a:pt x="1087" y="342"/>
                </a:lnTo>
                <a:close/>
                <a:moveTo>
                  <a:pt x="1103" y="342"/>
                </a:moveTo>
                <a:lnTo>
                  <a:pt x="1110" y="342"/>
                </a:lnTo>
                <a:lnTo>
                  <a:pt x="1110" y="335"/>
                </a:lnTo>
                <a:lnTo>
                  <a:pt x="1103" y="335"/>
                </a:lnTo>
                <a:lnTo>
                  <a:pt x="1103" y="342"/>
                </a:lnTo>
                <a:close/>
                <a:moveTo>
                  <a:pt x="1120" y="342"/>
                </a:moveTo>
                <a:lnTo>
                  <a:pt x="1127" y="342"/>
                </a:lnTo>
                <a:lnTo>
                  <a:pt x="1127" y="335"/>
                </a:lnTo>
                <a:lnTo>
                  <a:pt x="1120" y="335"/>
                </a:lnTo>
                <a:lnTo>
                  <a:pt x="1120" y="342"/>
                </a:lnTo>
                <a:close/>
                <a:moveTo>
                  <a:pt x="1271" y="342"/>
                </a:moveTo>
                <a:lnTo>
                  <a:pt x="1278" y="342"/>
                </a:lnTo>
                <a:lnTo>
                  <a:pt x="1278" y="335"/>
                </a:lnTo>
                <a:lnTo>
                  <a:pt x="1271" y="335"/>
                </a:lnTo>
                <a:lnTo>
                  <a:pt x="1271" y="342"/>
                </a:lnTo>
                <a:close/>
                <a:moveTo>
                  <a:pt x="1288" y="342"/>
                </a:moveTo>
                <a:lnTo>
                  <a:pt x="1295" y="342"/>
                </a:lnTo>
                <a:lnTo>
                  <a:pt x="1295" y="335"/>
                </a:lnTo>
                <a:lnTo>
                  <a:pt x="1288" y="335"/>
                </a:lnTo>
                <a:lnTo>
                  <a:pt x="1288" y="342"/>
                </a:lnTo>
                <a:close/>
                <a:moveTo>
                  <a:pt x="1304" y="342"/>
                </a:moveTo>
                <a:lnTo>
                  <a:pt x="1312" y="342"/>
                </a:lnTo>
                <a:lnTo>
                  <a:pt x="1312" y="335"/>
                </a:lnTo>
                <a:lnTo>
                  <a:pt x="1304" y="335"/>
                </a:lnTo>
                <a:lnTo>
                  <a:pt x="1304" y="342"/>
                </a:lnTo>
                <a:close/>
                <a:moveTo>
                  <a:pt x="1321" y="342"/>
                </a:moveTo>
                <a:lnTo>
                  <a:pt x="1328" y="342"/>
                </a:lnTo>
                <a:lnTo>
                  <a:pt x="1328" y="335"/>
                </a:lnTo>
                <a:lnTo>
                  <a:pt x="1321" y="335"/>
                </a:lnTo>
                <a:lnTo>
                  <a:pt x="1321" y="342"/>
                </a:lnTo>
                <a:close/>
                <a:moveTo>
                  <a:pt x="1338" y="342"/>
                </a:moveTo>
                <a:lnTo>
                  <a:pt x="1345" y="342"/>
                </a:lnTo>
                <a:lnTo>
                  <a:pt x="1345" y="335"/>
                </a:lnTo>
                <a:lnTo>
                  <a:pt x="1338" y="335"/>
                </a:lnTo>
                <a:lnTo>
                  <a:pt x="1338" y="342"/>
                </a:lnTo>
                <a:close/>
                <a:moveTo>
                  <a:pt x="1522" y="342"/>
                </a:moveTo>
                <a:lnTo>
                  <a:pt x="1529" y="342"/>
                </a:lnTo>
                <a:lnTo>
                  <a:pt x="1529" y="335"/>
                </a:lnTo>
                <a:lnTo>
                  <a:pt x="1522" y="335"/>
                </a:lnTo>
                <a:lnTo>
                  <a:pt x="1522" y="342"/>
                </a:lnTo>
                <a:close/>
                <a:moveTo>
                  <a:pt x="1539" y="342"/>
                </a:moveTo>
                <a:lnTo>
                  <a:pt x="1546" y="342"/>
                </a:lnTo>
                <a:lnTo>
                  <a:pt x="1546" y="335"/>
                </a:lnTo>
                <a:lnTo>
                  <a:pt x="1539" y="335"/>
                </a:lnTo>
                <a:lnTo>
                  <a:pt x="1539" y="342"/>
                </a:lnTo>
                <a:close/>
                <a:moveTo>
                  <a:pt x="1555" y="342"/>
                </a:moveTo>
                <a:lnTo>
                  <a:pt x="1563" y="342"/>
                </a:lnTo>
                <a:lnTo>
                  <a:pt x="1563" y="335"/>
                </a:lnTo>
                <a:lnTo>
                  <a:pt x="1555" y="335"/>
                </a:lnTo>
                <a:lnTo>
                  <a:pt x="1555" y="342"/>
                </a:lnTo>
                <a:close/>
                <a:moveTo>
                  <a:pt x="1572" y="342"/>
                </a:moveTo>
                <a:lnTo>
                  <a:pt x="1579" y="342"/>
                </a:lnTo>
                <a:lnTo>
                  <a:pt x="1579" y="335"/>
                </a:lnTo>
                <a:lnTo>
                  <a:pt x="1572" y="335"/>
                </a:lnTo>
                <a:lnTo>
                  <a:pt x="1572" y="342"/>
                </a:lnTo>
                <a:close/>
                <a:moveTo>
                  <a:pt x="1589" y="342"/>
                </a:moveTo>
                <a:lnTo>
                  <a:pt x="1596" y="342"/>
                </a:lnTo>
                <a:lnTo>
                  <a:pt x="1596" y="335"/>
                </a:lnTo>
                <a:lnTo>
                  <a:pt x="1589" y="335"/>
                </a:lnTo>
                <a:lnTo>
                  <a:pt x="1589" y="342"/>
                </a:lnTo>
                <a:close/>
                <a:moveTo>
                  <a:pt x="1605" y="342"/>
                </a:moveTo>
                <a:lnTo>
                  <a:pt x="1612" y="342"/>
                </a:lnTo>
                <a:lnTo>
                  <a:pt x="1612" y="335"/>
                </a:lnTo>
                <a:lnTo>
                  <a:pt x="1605" y="335"/>
                </a:lnTo>
                <a:lnTo>
                  <a:pt x="1605" y="342"/>
                </a:lnTo>
                <a:close/>
                <a:moveTo>
                  <a:pt x="1622" y="342"/>
                </a:moveTo>
                <a:lnTo>
                  <a:pt x="1629" y="342"/>
                </a:lnTo>
                <a:lnTo>
                  <a:pt x="1629" y="335"/>
                </a:lnTo>
                <a:lnTo>
                  <a:pt x="1622" y="335"/>
                </a:lnTo>
                <a:lnTo>
                  <a:pt x="1622" y="342"/>
                </a:lnTo>
                <a:close/>
                <a:moveTo>
                  <a:pt x="1638" y="342"/>
                </a:moveTo>
                <a:lnTo>
                  <a:pt x="1645" y="342"/>
                </a:lnTo>
                <a:lnTo>
                  <a:pt x="1645" y="335"/>
                </a:lnTo>
                <a:lnTo>
                  <a:pt x="1638" y="335"/>
                </a:lnTo>
                <a:lnTo>
                  <a:pt x="1638" y="342"/>
                </a:lnTo>
                <a:close/>
                <a:moveTo>
                  <a:pt x="1657" y="342"/>
                </a:moveTo>
                <a:lnTo>
                  <a:pt x="1664" y="342"/>
                </a:lnTo>
                <a:lnTo>
                  <a:pt x="1664" y="335"/>
                </a:lnTo>
                <a:lnTo>
                  <a:pt x="1657" y="335"/>
                </a:lnTo>
                <a:lnTo>
                  <a:pt x="1657" y="342"/>
                </a:lnTo>
                <a:close/>
                <a:moveTo>
                  <a:pt x="1674" y="342"/>
                </a:moveTo>
                <a:lnTo>
                  <a:pt x="1681" y="342"/>
                </a:lnTo>
                <a:lnTo>
                  <a:pt x="1681" y="335"/>
                </a:lnTo>
                <a:lnTo>
                  <a:pt x="1674" y="335"/>
                </a:lnTo>
                <a:lnTo>
                  <a:pt x="1674" y="342"/>
                </a:lnTo>
                <a:close/>
                <a:moveTo>
                  <a:pt x="1690" y="342"/>
                </a:moveTo>
                <a:lnTo>
                  <a:pt x="1698" y="342"/>
                </a:lnTo>
                <a:lnTo>
                  <a:pt x="1698" y="335"/>
                </a:lnTo>
                <a:lnTo>
                  <a:pt x="1690" y="335"/>
                </a:lnTo>
                <a:lnTo>
                  <a:pt x="1690" y="342"/>
                </a:lnTo>
                <a:close/>
                <a:moveTo>
                  <a:pt x="1707" y="342"/>
                </a:moveTo>
                <a:lnTo>
                  <a:pt x="1714" y="342"/>
                </a:lnTo>
                <a:lnTo>
                  <a:pt x="1714" y="335"/>
                </a:lnTo>
                <a:lnTo>
                  <a:pt x="1707" y="335"/>
                </a:lnTo>
                <a:lnTo>
                  <a:pt x="1707" y="342"/>
                </a:lnTo>
                <a:close/>
                <a:moveTo>
                  <a:pt x="1724" y="342"/>
                </a:moveTo>
                <a:lnTo>
                  <a:pt x="1731" y="342"/>
                </a:lnTo>
                <a:lnTo>
                  <a:pt x="1731" y="335"/>
                </a:lnTo>
                <a:lnTo>
                  <a:pt x="1724" y="335"/>
                </a:lnTo>
                <a:lnTo>
                  <a:pt x="1724" y="342"/>
                </a:lnTo>
                <a:close/>
                <a:moveTo>
                  <a:pt x="1740" y="342"/>
                </a:moveTo>
                <a:lnTo>
                  <a:pt x="1747" y="342"/>
                </a:lnTo>
                <a:lnTo>
                  <a:pt x="1747" y="335"/>
                </a:lnTo>
                <a:lnTo>
                  <a:pt x="1740" y="335"/>
                </a:lnTo>
                <a:lnTo>
                  <a:pt x="1740" y="342"/>
                </a:lnTo>
                <a:close/>
                <a:moveTo>
                  <a:pt x="1757" y="342"/>
                </a:moveTo>
                <a:lnTo>
                  <a:pt x="1764" y="342"/>
                </a:lnTo>
                <a:lnTo>
                  <a:pt x="1764" y="335"/>
                </a:lnTo>
                <a:lnTo>
                  <a:pt x="1757" y="335"/>
                </a:lnTo>
                <a:lnTo>
                  <a:pt x="1757" y="342"/>
                </a:lnTo>
                <a:close/>
                <a:moveTo>
                  <a:pt x="1773" y="342"/>
                </a:moveTo>
                <a:lnTo>
                  <a:pt x="1780" y="342"/>
                </a:lnTo>
                <a:lnTo>
                  <a:pt x="1780" y="335"/>
                </a:lnTo>
                <a:lnTo>
                  <a:pt x="1773" y="335"/>
                </a:lnTo>
                <a:lnTo>
                  <a:pt x="1773" y="342"/>
                </a:lnTo>
                <a:close/>
                <a:moveTo>
                  <a:pt x="1790" y="342"/>
                </a:moveTo>
                <a:lnTo>
                  <a:pt x="1797" y="342"/>
                </a:lnTo>
                <a:lnTo>
                  <a:pt x="1797" y="335"/>
                </a:lnTo>
                <a:lnTo>
                  <a:pt x="1790" y="335"/>
                </a:lnTo>
                <a:lnTo>
                  <a:pt x="1790" y="342"/>
                </a:lnTo>
                <a:close/>
                <a:moveTo>
                  <a:pt x="1806" y="342"/>
                </a:moveTo>
                <a:lnTo>
                  <a:pt x="1814" y="342"/>
                </a:lnTo>
                <a:lnTo>
                  <a:pt x="1814" y="335"/>
                </a:lnTo>
                <a:lnTo>
                  <a:pt x="1806" y="335"/>
                </a:lnTo>
                <a:lnTo>
                  <a:pt x="1806" y="342"/>
                </a:lnTo>
                <a:close/>
                <a:moveTo>
                  <a:pt x="1823" y="342"/>
                </a:moveTo>
                <a:lnTo>
                  <a:pt x="1830" y="342"/>
                </a:lnTo>
                <a:lnTo>
                  <a:pt x="1830" y="335"/>
                </a:lnTo>
                <a:lnTo>
                  <a:pt x="1823" y="335"/>
                </a:lnTo>
                <a:lnTo>
                  <a:pt x="1823" y="342"/>
                </a:lnTo>
                <a:close/>
                <a:moveTo>
                  <a:pt x="1840" y="342"/>
                </a:moveTo>
                <a:lnTo>
                  <a:pt x="1847" y="342"/>
                </a:lnTo>
                <a:lnTo>
                  <a:pt x="1847" y="335"/>
                </a:lnTo>
                <a:lnTo>
                  <a:pt x="1840" y="335"/>
                </a:lnTo>
                <a:lnTo>
                  <a:pt x="1840" y="342"/>
                </a:lnTo>
                <a:close/>
                <a:moveTo>
                  <a:pt x="1856" y="342"/>
                </a:moveTo>
                <a:lnTo>
                  <a:pt x="1863" y="342"/>
                </a:lnTo>
                <a:lnTo>
                  <a:pt x="1863" y="335"/>
                </a:lnTo>
                <a:lnTo>
                  <a:pt x="1856" y="335"/>
                </a:lnTo>
                <a:lnTo>
                  <a:pt x="1856" y="342"/>
                </a:lnTo>
                <a:close/>
                <a:moveTo>
                  <a:pt x="1873" y="342"/>
                </a:moveTo>
                <a:lnTo>
                  <a:pt x="1880" y="342"/>
                </a:lnTo>
                <a:lnTo>
                  <a:pt x="1880" y="335"/>
                </a:lnTo>
                <a:lnTo>
                  <a:pt x="1873" y="335"/>
                </a:lnTo>
                <a:lnTo>
                  <a:pt x="1873" y="342"/>
                </a:lnTo>
                <a:close/>
                <a:moveTo>
                  <a:pt x="1889" y="342"/>
                </a:moveTo>
                <a:lnTo>
                  <a:pt x="1896" y="342"/>
                </a:lnTo>
                <a:lnTo>
                  <a:pt x="1896" y="335"/>
                </a:lnTo>
                <a:lnTo>
                  <a:pt x="1889" y="335"/>
                </a:lnTo>
                <a:lnTo>
                  <a:pt x="1889" y="342"/>
                </a:lnTo>
                <a:close/>
                <a:moveTo>
                  <a:pt x="1908" y="342"/>
                </a:moveTo>
                <a:lnTo>
                  <a:pt x="1915" y="342"/>
                </a:lnTo>
                <a:lnTo>
                  <a:pt x="1915" y="335"/>
                </a:lnTo>
                <a:lnTo>
                  <a:pt x="1908" y="335"/>
                </a:lnTo>
                <a:lnTo>
                  <a:pt x="1908" y="342"/>
                </a:lnTo>
                <a:close/>
                <a:moveTo>
                  <a:pt x="1925" y="342"/>
                </a:moveTo>
                <a:lnTo>
                  <a:pt x="1932" y="342"/>
                </a:lnTo>
                <a:lnTo>
                  <a:pt x="1932" y="335"/>
                </a:lnTo>
                <a:lnTo>
                  <a:pt x="1925" y="335"/>
                </a:lnTo>
                <a:lnTo>
                  <a:pt x="1925" y="342"/>
                </a:lnTo>
                <a:close/>
                <a:moveTo>
                  <a:pt x="1941" y="342"/>
                </a:moveTo>
                <a:lnTo>
                  <a:pt x="1949" y="342"/>
                </a:lnTo>
                <a:lnTo>
                  <a:pt x="1949" y="335"/>
                </a:lnTo>
                <a:lnTo>
                  <a:pt x="1941" y="335"/>
                </a:lnTo>
                <a:lnTo>
                  <a:pt x="1941" y="342"/>
                </a:lnTo>
                <a:close/>
                <a:moveTo>
                  <a:pt x="1958" y="342"/>
                </a:moveTo>
                <a:lnTo>
                  <a:pt x="1965" y="342"/>
                </a:lnTo>
                <a:lnTo>
                  <a:pt x="1965" y="335"/>
                </a:lnTo>
                <a:lnTo>
                  <a:pt x="1958" y="335"/>
                </a:lnTo>
                <a:lnTo>
                  <a:pt x="1958" y="342"/>
                </a:lnTo>
                <a:close/>
                <a:moveTo>
                  <a:pt x="1975" y="342"/>
                </a:moveTo>
                <a:lnTo>
                  <a:pt x="1982" y="342"/>
                </a:lnTo>
                <a:lnTo>
                  <a:pt x="1982" y="335"/>
                </a:lnTo>
                <a:lnTo>
                  <a:pt x="1975" y="335"/>
                </a:lnTo>
                <a:lnTo>
                  <a:pt x="1975" y="342"/>
                </a:lnTo>
                <a:close/>
                <a:moveTo>
                  <a:pt x="1991" y="342"/>
                </a:moveTo>
                <a:lnTo>
                  <a:pt x="1998" y="342"/>
                </a:lnTo>
                <a:lnTo>
                  <a:pt x="1998" y="335"/>
                </a:lnTo>
                <a:lnTo>
                  <a:pt x="1991" y="335"/>
                </a:lnTo>
                <a:lnTo>
                  <a:pt x="1991" y="342"/>
                </a:lnTo>
                <a:close/>
                <a:moveTo>
                  <a:pt x="2008" y="342"/>
                </a:moveTo>
                <a:lnTo>
                  <a:pt x="2015" y="342"/>
                </a:lnTo>
                <a:lnTo>
                  <a:pt x="2015" y="335"/>
                </a:lnTo>
                <a:lnTo>
                  <a:pt x="2008" y="335"/>
                </a:lnTo>
                <a:lnTo>
                  <a:pt x="2008" y="342"/>
                </a:lnTo>
                <a:close/>
                <a:moveTo>
                  <a:pt x="2024" y="342"/>
                </a:moveTo>
                <a:lnTo>
                  <a:pt x="2031" y="342"/>
                </a:lnTo>
                <a:lnTo>
                  <a:pt x="2031" y="335"/>
                </a:lnTo>
                <a:lnTo>
                  <a:pt x="2024" y="335"/>
                </a:lnTo>
                <a:lnTo>
                  <a:pt x="2024" y="342"/>
                </a:lnTo>
                <a:close/>
                <a:moveTo>
                  <a:pt x="2041" y="342"/>
                </a:moveTo>
                <a:lnTo>
                  <a:pt x="2048" y="342"/>
                </a:lnTo>
                <a:lnTo>
                  <a:pt x="2048" y="335"/>
                </a:lnTo>
                <a:lnTo>
                  <a:pt x="2041" y="335"/>
                </a:lnTo>
                <a:lnTo>
                  <a:pt x="2041" y="342"/>
                </a:lnTo>
                <a:close/>
                <a:moveTo>
                  <a:pt x="2057" y="342"/>
                </a:moveTo>
                <a:lnTo>
                  <a:pt x="2065" y="342"/>
                </a:lnTo>
                <a:lnTo>
                  <a:pt x="2065" y="335"/>
                </a:lnTo>
                <a:lnTo>
                  <a:pt x="2057" y="335"/>
                </a:lnTo>
                <a:lnTo>
                  <a:pt x="2057" y="342"/>
                </a:lnTo>
                <a:close/>
                <a:moveTo>
                  <a:pt x="2074" y="342"/>
                </a:moveTo>
                <a:lnTo>
                  <a:pt x="2081" y="342"/>
                </a:lnTo>
                <a:lnTo>
                  <a:pt x="2081" y="335"/>
                </a:lnTo>
                <a:lnTo>
                  <a:pt x="2074" y="335"/>
                </a:lnTo>
                <a:lnTo>
                  <a:pt x="2074" y="342"/>
                </a:lnTo>
                <a:close/>
                <a:moveTo>
                  <a:pt x="2091" y="342"/>
                </a:moveTo>
                <a:lnTo>
                  <a:pt x="2098" y="342"/>
                </a:lnTo>
                <a:lnTo>
                  <a:pt x="2098" y="335"/>
                </a:lnTo>
                <a:lnTo>
                  <a:pt x="2091" y="335"/>
                </a:lnTo>
                <a:lnTo>
                  <a:pt x="2091" y="342"/>
                </a:lnTo>
                <a:close/>
                <a:moveTo>
                  <a:pt x="2107" y="342"/>
                </a:moveTo>
                <a:lnTo>
                  <a:pt x="2114" y="342"/>
                </a:lnTo>
                <a:lnTo>
                  <a:pt x="2114" y="335"/>
                </a:lnTo>
                <a:lnTo>
                  <a:pt x="2107" y="335"/>
                </a:lnTo>
                <a:lnTo>
                  <a:pt x="2107" y="342"/>
                </a:lnTo>
                <a:close/>
                <a:moveTo>
                  <a:pt x="2124" y="342"/>
                </a:moveTo>
                <a:lnTo>
                  <a:pt x="2131" y="342"/>
                </a:lnTo>
                <a:lnTo>
                  <a:pt x="2131" y="335"/>
                </a:lnTo>
                <a:lnTo>
                  <a:pt x="2124" y="335"/>
                </a:lnTo>
                <a:lnTo>
                  <a:pt x="2124" y="342"/>
                </a:lnTo>
                <a:close/>
                <a:moveTo>
                  <a:pt x="2140" y="342"/>
                </a:moveTo>
                <a:lnTo>
                  <a:pt x="2147" y="342"/>
                </a:lnTo>
                <a:lnTo>
                  <a:pt x="2147" y="335"/>
                </a:lnTo>
                <a:lnTo>
                  <a:pt x="2140" y="335"/>
                </a:lnTo>
                <a:lnTo>
                  <a:pt x="2140" y="342"/>
                </a:lnTo>
                <a:close/>
                <a:moveTo>
                  <a:pt x="2159" y="342"/>
                </a:moveTo>
                <a:lnTo>
                  <a:pt x="2164" y="342"/>
                </a:lnTo>
                <a:lnTo>
                  <a:pt x="2164" y="335"/>
                </a:lnTo>
                <a:lnTo>
                  <a:pt x="2159" y="335"/>
                </a:lnTo>
                <a:lnTo>
                  <a:pt x="2159" y="342"/>
                </a:lnTo>
                <a:close/>
                <a:moveTo>
                  <a:pt x="2176" y="342"/>
                </a:moveTo>
                <a:lnTo>
                  <a:pt x="2183" y="342"/>
                </a:lnTo>
                <a:lnTo>
                  <a:pt x="2183" y="335"/>
                </a:lnTo>
                <a:lnTo>
                  <a:pt x="2176" y="335"/>
                </a:lnTo>
                <a:lnTo>
                  <a:pt x="2176" y="342"/>
                </a:lnTo>
                <a:close/>
                <a:moveTo>
                  <a:pt x="2192" y="342"/>
                </a:moveTo>
                <a:lnTo>
                  <a:pt x="2200" y="342"/>
                </a:lnTo>
                <a:lnTo>
                  <a:pt x="2200" y="335"/>
                </a:lnTo>
                <a:lnTo>
                  <a:pt x="2192" y="335"/>
                </a:lnTo>
                <a:lnTo>
                  <a:pt x="2192" y="342"/>
                </a:lnTo>
                <a:close/>
                <a:moveTo>
                  <a:pt x="2209" y="342"/>
                </a:moveTo>
                <a:lnTo>
                  <a:pt x="2216" y="342"/>
                </a:lnTo>
                <a:lnTo>
                  <a:pt x="2216" y="335"/>
                </a:lnTo>
                <a:lnTo>
                  <a:pt x="2209" y="335"/>
                </a:lnTo>
                <a:lnTo>
                  <a:pt x="2209" y="342"/>
                </a:lnTo>
                <a:close/>
                <a:moveTo>
                  <a:pt x="2226" y="342"/>
                </a:moveTo>
                <a:lnTo>
                  <a:pt x="2233" y="342"/>
                </a:lnTo>
                <a:lnTo>
                  <a:pt x="2233" y="335"/>
                </a:lnTo>
                <a:lnTo>
                  <a:pt x="2226" y="335"/>
                </a:lnTo>
                <a:lnTo>
                  <a:pt x="2226" y="342"/>
                </a:lnTo>
                <a:close/>
                <a:moveTo>
                  <a:pt x="2242" y="342"/>
                </a:moveTo>
                <a:lnTo>
                  <a:pt x="2249" y="342"/>
                </a:lnTo>
                <a:lnTo>
                  <a:pt x="2249" y="335"/>
                </a:lnTo>
                <a:lnTo>
                  <a:pt x="2242" y="335"/>
                </a:lnTo>
                <a:lnTo>
                  <a:pt x="2242" y="342"/>
                </a:lnTo>
                <a:close/>
                <a:moveTo>
                  <a:pt x="2259" y="342"/>
                </a:moveTo>
                <a:lnTo>
                  <a:pt x="2266" y="342"/>
                </a:lnTo>
                <a:lnTo>
                  <a:pt x="2266" y="335"/>
                </a:lnTo>
                <a:lnTo>
                  <a:pt x="2259" y="335"/>
                </a:lnTo>
                <a:lnTo>
                  <a:pt x="2259" y="342"/>
                </a:lnTo>
                <a:close/>
                <a:moveTo>
                  <a:pt x="2275" y="342"/>
                </a:moveTo>
                <a:lnTo>
                  <a:pt x="2282" y="342"/>
                </a:lnTo>
                <a:lnTo>
                  <a:pt x="2282" y="335"/>
                </a:lnTo>
                <a:lnTo>
                  <a:pt x="2275" y="335"/>
                </a:lnTo>
                <a:lnTo>
                  <a:pt x="2275" y="342"/>
                </a:lnTo>
                <a:close/>
                <a:moveTo>
                  <a:pt x="2292" y="342"/>
                </a:moveTo>
                <a:lnTo>
                  <a:pt x="2299" y="342"/>
                </a:lnTo>
                <a:lnTo>
                  <a:pt x="2299" y="335"/>
                </a:lnTo>
                <a:lnTo>
                  <a:pt x="2292" y="335"/>
                </a:lnTo>
                <a:lnTo>
                  <a:pt x="2292" y="342"/>
                </a:lnTo>
                <a:close/>
                <a:moveTo>
                  <a:pt x="2308" y="342"/>
                </a:moveTo>
                <a:lnTo>
                  <a:pt x="2316" y="342"/>
                </a:lnTo>
                <a:lnTo>
                  <a:pt x="2316" y="335"/>
                </a:lnTo>
                <a:lnTo>
                  <a:pt x="2308" y="335"/>
                </a:lnTo>
                <a:lnTo>
                  <a:pt x="2308" y="342"/>
                </a:lnTo>
                <a:close/>
                <a:moveTo>
                  <a:pt x="2325" y="342"/>
                </a:moveTo>
                <a:lnTo>
                  <a:pt x="2332" y="342"/>
                </a:lnTo>
                <a:lnTo>
                  <a:pt x="2332" y="335"/>
                </a:lnTo>
                <a:lnTo>
                  <a:pt x="2325" y="335"/>
                </a:lnTo>
                <a:lnTo>
                  <a:pt x="2325" y="342"/>
                </a:lnTo>
                <a:close/>
                <a:moveTo>
                  <a:pt x="2342" y="342"/>
                </a:moveTo>
                <a:lnTo>
                  <a:pt x="2349" y="342"/>
                </a:lnTo>
                <a:lnTo>
                  <a:pt x="2349" y="335"/>
                </a:lnTo>
                <a:lnTo>
                  <a:pt x="2342" y="335"/>
                </a:lnTo>
                <a:lnTo>
                  <a:pt x="2342" y="342"/>
                </a:lnTo>
                <a:close/>
                <a:moveTo>
                  <a:pt x="2358" y="342"/>
                </a:moveTo>
                <a:lnTo>
                  <a:pt x="2365" y="342"/>
                </a:lnTo>
                <a:lnTo>
                  <a:pt x="2365" y="335"/>
                </a:lnTo>
                <a:lnTo>
                  <a:pt x="2358" y="335"/>
                </a:lnTo>
                <a:lnTo>
                  <a:pt x="2358" y="342"/>
                </a:lnTo>
                <a:close/>
                <a:moveTo>
                  <a:pt x="2375" y="342"/>
                </a:moveTo>
                <a:lnTo>
                  <a:pt x="2382" y="342"/>
                </a:lnTo>
                <a:lnTo>
                  <a:pt x="2382" y="335"/>
                </a:lnTo>
                <a:lnTo>
                  <a:pt x="2375" y="335"/>
                </a:lnTo>
                <a:lnTo>
                  <a:pt x="2375" y="342"/>
                </a:lnTo>
                <a:close/>
                <a:moveTo>
                  <a:pt x="2391" y="342"/>
                </a:moveTo>
                <a:lnTo>
                  <a:pt x="2398" y="342"/>
                </a:lnTo>
                <a:lnTo>
                  <a:pt x="2398" y="335"/>
                </a:lnTo>
                <a:lnTo>
                  <a:pt x="2391" y="335"/>
                </a:lnTo>
                <a:lnTo>
                  <a:pt x="2391" y="342"/>
                </a:lnTo>
                <a:close/>
                <a:moveTo>
                  <a:pt x="2408" y="342"/>
                </a:moveTo>
                <a:lnTo>
                  <a:pt x="2415" y="342"/>
                </a:lnTo>
                <a:lnTo>
                  <a:pt x="2415" y="335"/>
                </a:lnTo>
                <a:lnTo>
                  <a:pt x="2408" y="335"/>
                </a:lnTo>
                <a:lnTo>
                  <a:pt x="2408" y="342"/>
                </a:lnTo>
                <a:close/>
                <a:moveTo>
                  <a:pt x="2427" y="342"/>
                </a:moveTo>
                <a:lnTo>
                  <a:pt x="2434" y="342"/>
                </a:lnTo>
                <a:lnTo>
                  <a:pt x="2434" y="335"/>
                </a:lnTo>
                <a:lnTo>
                  <a:pt x="2427" y="335"/>
                </a:lnTo>
                <a:lnTo>
                  <a:pt x="2427" y="342"/>
                </a:lnTo>
                <a:close/>
                <a:moveTo>
                  <a:pt x="2443" y="342"/>
                </a:moveTo>
                <a:lnTo>
                  <a:pt x="2451" y="342"/>
                </a:lnTo>
                <a:lnTo>
                  <a:pt x="2451" y="335"/>
                </a:lnTo>
                <a:lnTo>
                  <a:pt x="2443" y="335"/>
                </a:lnTo>
                <a:lnTo>
                  <a:pt x="2443" y="342"/>
                </a:lnTo>
                <a:close/>
                <a:moveTo>
                  <a:pt x="2460" y="342"/>
                </a:moveTo>
                <a:lnTo>
                  <a:pt x="2467" y="342"/>
                </a:lnTo>
                <a:lnTo>
                  <a:pt x="2467" y="335"/>
                </a:lnTo>
                <a:lnTo>
                  <a:pt x="2460" y="335"/>
                </a:lnTo>
                <a:lnTo>
                  <a:pt x="2460" y="342"/>
                </a:lnTo>
                <a:close/>
                <a:moveTo>
                  <a:pt x="2477" y="342"/>
                </a:moveTo>
                <a:lnTo>
                  <a:pt x="2484" y="342"/>
                </a:lnTo>
                <a:lnTo>
                  <a:pt x="2484" y="335"/>
                </a:lnTo>
                <a:lnTo>
                  <a:pt x="2477" y="335"/>
                </a:lnTo>
                <a:lnTo>
                  <a:pt x="2477" y="342"/>
                </a:lnTo>
                <a:close/>
                <a:moveTo>
                  <a:pt x="2493" y="342"/>
                </a:moveTo>
                <a:lnTo>
                  <a:pt x="2500" y="342"/>
                </a:lnTo>
                <a:lnTo>
                  <a:pt x="2500" y="335"/>
                </a:lnTo>
                <a:lnTo>
                  <a:pt x="2493" y="335"/>
                </a:lnTo>
                <a:lnTo>
                  <a:pt x="2493" y="342"/>
                </a:lnTo>
                <a:close/>
                <a:moveTo>
                  <a:pt x="2510" y="342"/>
                </a:moveTo>
                <a:lnTo>
                  <a:pt x="2517" y="342"/>
                </a:lnTo>
                <a:lnTo>
                  <a:pt x="2517" y="335"/>
                </a:lnTo>
                <a:lnTo>
                  <a:pt x="2510" y="335"/>
                </a:lnTo>
                <a:lnTo>
                  <a:pt x="2510" y="342"/>
                </a:lnTo>
                <a:close/>
                <a:moveTo>
                  <a:pt x="2526" y="342"/>
                </a:moveTo>
                <a:lnTo>
                  <a:pt x="2533" y="342"/>
                </a:lnTo>
                <a:lnTo>
                  <a:pt x="2533" y="335"/>
                </a:lnTo>
                <a:lnTo>
                  <a:pt x="2526" y="335"/>
                </a:lnTo>
                <a:lnTo>
                  <a:pt x="2526" y="342"/>
                </a:lnTo>
                <a:close/>
                <a:moveTo>
                  <a:pt x="2543" y="342"/>
                </a:moveTo>
                <a:lnTo>
                  <a:pt x="2550" y="342"/>
                </a:lnTo>
                <a:lnTo>
                  <a:pt x="2550" y="335"/>
                </a:lnTo>
                <a:lnTo>
                  <a:pt x="2543" y="335"/>
                </a:lnTo>
                <a:lnTo>
                  <a:pt x="2543" y="342"/>
                </a:lnTo>
                <a:close/>
                <a:moveTo>
                  <a:pt x="2560" y="342"/>
                </a:moveTo>
                <a:lnTo>
                  <a:pt x="2567" y="342"/>
                </a:lnTo>
                <a:lnTo>
                  <a:pt x="2567" y="335"/>
                </a:lnTo>
                <a:lnTo>
                  <a:pt x="2560" y="335"/>
                </a:lnTo>
                <a:lnTo>
                  <a:pt x="2560" y="342"/>
                </a:lnTo>
                <a:close/>
                <a:moveTo>
                  <a:pt x="2576" y="342"/>
                </a:moveTo>
                <a:lnTo>
                  <a:pt x="2583" y="342"/>
                </a:lnTo>
                <a:lnTo>
                  <a:pt x="2583" y="335"/>
                </a:lnTo>
                <a:lnTo>
                  <a:pt x="2576" y="335"/>
                </a:lnTo>
                <a:lnTo>
                  <a:pt x="2576" y="342"/>
                </a:lnTo>
                <a:close/>
                <a:moveTo>
                  <a:pt x="2593" y="342"/>
                </a:moveTo>
                <a:lnTo>
                  <a:pt x="2600" y="342"/>
                </a:lnTo>
                <a:lnTo>
                  <a:pt x="2600" y="335"/>
                </a:lnTo>
                <a:lnTo>
                  <a:pt x="2593" y="335"/>
                </a:lnTo>
                <a:lnTo>
                  <a:pt x="2593" y="342"/>
                </a:lnTo>
                <a:close/>
                <a:moveTo>
                  <a:pt x="2609" y="342"/>
                </a:moveTo>
                <a:lnTo>
                  <a:pt x="2616" y="342"/>
                </a:lnTo>
                <a:lnTo>
                  <a:pt x="2616" y="335"/>
                </a:lnTo>
                <a:lnTo>
                  <a:pt x="2609" y="335"/>
                </a:lnTo>
                <a:lnTo>
                  <a:pt x="2609" y="342"/>
                </a:lnTo>
                <a:close/>
                <a:moveTo>
                  <a:pt x="2626" y="342"/>
                </a:moveTo>
                <a:lnTo>
                  <a:pt x="2633" y="342"/>
                </a:lnTo>
                <a:lnTo>
                  <a:pt x="2633" y="335"/>
                </a:lnTo>
                <a:lnTo>
                  <a:pt x="2626" y="335"/>
                </a:lnTo>
                <a:lnTo>
                  <a:pt x="2626" y="342"/>
                </a:lnTo>
                <a:close/>
                <a:moveTo>
                  <a:pt x="2642" y="342"/>
                </a:moveTo>
                <a:lnTo>
                  <a:pt x="2649" y="342"/>
                </a:lnTo>
                <a:lnTo>
                  <a:pt x="2649" y="335"/>
                </a:lnTo>
                <a:lnTo>
                  <a:pt x="2642" y="335"/>
                </a:lnTo>
                <a:lnTo>
                  <a:pt x="2642" y="342"/>
                </a:lnTo>
                <a:close/>
                <a:moveTo>
                  <a:pt x="2659" y="342"/>
                </a:moveTo>
                <a:lnTo>
                  <a:pt x="2666" y="342"/>
                </a:lnTo>
                <a:lnTo>
                  <a:pt x="2666" y="335"/>
                </a:lnTo>
                <a:lnTo>
                  <a:pt x="2659" y="335"/>
                </a:lnTo>
                <a:lnTo>
                  <a:pt x="2659" y="342"/>
                </a:lnTo>
                <a:close/>
                <a:moveTo>
                  <a:pt x="2678" y="342"/>
                </a:moveTo>
                <a:lnTo>
                  <a:pt x="2683" y="342"/>
                </a:lnTo>
                <a:lnTo>
                  <a:pt x="2683" y="335"/>
                </a:lnTo>
                <a:lnTo>
                  <a:pt x="2678" y="335"/>
                </a:lnTo>
                <a:lnTo>
                  <a:pt x="2678" y="342"/>
                </a:lnTo>
                <a:close/>
                <a:moveTo>
                  <a:pt x="2694" y="342"/>
                </a:moveTo>
                <a:lnTo>
                  <a:pt x="2702" y="342"/>
                </a:lnTo>
                <a:lnTo>
                  <a:pt x="2702" y="335"/>
                </a:lnTo>
                <a:lnTo>
                  <a:pt x="2694" y="335"/>
                </a:lnTo>
                <a:lnTo>
                  <a:pt x="2694" y="342"/>
                </a:lnTo>
                <a:close/>
                <a:moveTo>
                  <a:pt x="2711" y="342"/>
                </a:moveTo>
                <a:lnTo>
                  <a:pt x="2718" y="342"/>
                </a:lnTo>
                <a:lnTo>
                  <a:pt x="2718" y="335"/>
                </a:lnTo>
                <a:lnTo>
                  <a:pt x="2711" y="335"/>
                </a:lnTo>
                <a:lnTo>
                  <a:pt x="2711" y="342"/>
                </a:lnTo>
                <a:close/>
                <a:moveTo>
                  <a:pt x="2728" y="342"/>
                </a:moveTo>
                <a:lnTo>
                  <a:pt x="2735" y="342"/>
                </a:lnTo>
                <a:lnTo>
                  <a:pt x="2735" y="335"/>
                </a:lnTo>
                <a:lnTo>
                  <a:pt x="2728" y="335"/>
                </a:lnTo>
                <a:lnTo>
                  <a:pt x="2728" y="342"/>
                </a:lnTo>
                <a:close/>
                <a:moveTo>
                  <a:pt x="2744" y="342"/>
                </a:moveTo>
                <a:lnTo>
                  <a:pt x="2751" y="342"/>
                </a:lnTo>
                <a:lnTo>
                  <a:pt x="2751" y="335"/>
                </a:lnTo>
                <a:lnTo>
                  <a:pt x="2744" y="335"/>
                </a:lnTo>
                <a:lnTo>
                  <a:pt x="2744" y="342"/>
                </a:lnTo>
                <a:close/>
                <a:moveTo>
                  <a:pt x="2761" y="342"/>
                </a:moveTo>
                <a:lnTo>
                  <a:pt x="2768" y="342"/>
                </a:lnTo>
                <a:lnTo>
                  <a:pt x="2768" y="335"/>
                </a:lnTo>
                <a:lnTo>
                  <a:pt x="2761" y="335"/>
                </a:lnTo>
                <a:lnTo>
                  <a:pt x="2761" y="342"/>
                </a:lnTo>
                <a:close/>
                <a:moveTo>
                  <a:pt x="2777" y="342"/>
                </a:moveTo>
                <a:lnTo>
                  <a:pt x="2784" y="342"/>
                </a:lnTo>
                <a:lnTo>
                  <a:pt x="2784" y="335"/>
                </a:lnTo>
                <a:lnTo>
                  <a:pt x="2777" y="335"/>
                </a:lnTo>
                <a:lnTo>
                  <a:pt x="2777" y="342"/>
                </a:lnTo>
                <a:close/>
                <a:moveTo>
                  <a:pt x="2794" y="342"/>
                </a:moveTo>
                <a:lnTo>
                  <a:pt x="2801" y="342"/>
                </a:lnTo>
                <a:lnTo>
                  <a:pt x="2801" y="335"/>
                </a:lnTo>
                <a:lnTo>
                  <a:pt x="2794" y="335"/>
                </a:lnTo>
                <a:lnTo>
                  <a:pt x="2794" y="342"/>
                </a:lnTo>
                <a:close/>
                <a:moveTo>
                  <a:pt x="2811" y="342"/>
                </a:moveTo>
                <a:lnTo>
                  <a:pt x="2818" y="342"/>
                </a:lnTo>
                <a:lnTo>
                  <a:pt x="2818" y="335"/>
                </a:lnTo>
                <a:lnTo>
                  <a:pt x="2811" y="335"/>
                </a:lnTo>
                <a:lnTo>
                  <a:pt x="2811" y="342"/>
                </a:lnTo>
                <a:close/>
                <a:moveTo>
                  <a:pt x="2827" y="342"/>
                </a:moveTo>
                <a:lnTo>
                  <a:pt x="2834" y="342"/>
                </a:lnTo>
                <a:lnTo>
                  <a:pt x="2834" y="335"/>
                </a:lnTo>
                <a:lnTo>
                  <a:pt x="2827" y="335"/>
                </a:lnTo>
                <a:lnTo>
                  <a:pt x="2827" y="342"/>
                </a:lnTo>
                <a:close/>
                <a:moveTo>
                  <a:pt x="2844" y="342"/>
                </a:moveTo>
                <a:lnTo>
                  <a:pt x="2851" y="342"/>
                </a:lnTo>
                <a:lnTo>
                  <a:pt x="2851" y="335"/>
                </a:lnTo>
                <a:lnTo>
                  <a:pt x="2844" y="335"/>
                </a:lnTo>
                <a:lnTo>
                  <a:pt x="2844" y="342"/>
                </a:lnTo>
                <a:close/>
                <a:moveTo>
                  <a:pt x="2860" y="342"/>
                </a:moveTo>
                <a:lnTo>
                  <a:pt x="2867" y="342"/>
                </a:lnTo>
                <a:lnTo>
                  <a:pt x="2867" y="335"/>
                </a:lnTo>
                <a:lnTo>
                  <a:pt x="2860" y="335"/>
                </a:lnTo>
                <a:lnTo>
                  <a:pt x="2860" y="342"/>
                </a:lnTo>
                <a:close/>
                <a:moveTo>
                  <a:pt x="2877" y="342"/>
                </a:moveTo>
                <a:lnTo>
                  <a:pt x="2884" y="342"/>
                </a:lnTo>
                <a:lnTo>
                  <a:pt x="2884" y="335"/>
                </a:lnTo>
                <a:lnTo>
                  <a:pt x="2877" y="335"/>
                </a:lnTo>
                <a:lnTo>
                  <a:pt x="2877" y="342"/>
                </a:lnTo>
                <a:close/>
                <a:moveTo>
                  <a:pt x="2893" y="342"/>
                </a:moveTo>
                <a:lnTo>
                  <a:pt x="2901" y="342"/>
                </a:lnTo>
                <a:lnTo>
                  <a:pt x="2901" y="335"/>
                </a:lnTo>
                <a:lnTo>
                  <a:pt x="2893" y="335"/>
                </a:lnTo>
                <a:lnTo>
                  <a:pt x="2893" y="342"/>
                </a:lnTo>
                <a:close/>
                <a:moveTo>
                  <a:pt x="2910" y="342"/>
                </a:moveTo>
                <a:lnTo>
                  <a:pt x="2917" y="342"/>
                </a:lnTo>
                <a:lnTo>
                  <a:pt x="2917" y="335"/>
                </a:lnTo>
                <a:lnTo>
                  <a:pt x="2910" y="335"/>
                </a:lnTo>
                <a:lnTo>
                  <a:pt x="2910" y="342"/>
                </a:lnTo>
                <a:close/>
                <a:moveTo>
                  <a:pt x="2927" y="342"/>
                </a:moveTo>
                <a:lnTo>
                  <a:pt x="2934" y="342"/>
                </a:lnTo>
                <a:lnTo>
                  <a:pt x="2934" y="335"/>
                </a:lnTo>
                <a:lnTo>
                  <a:pt x="2927" y="335"/>
                </a:lnTo>
                <a:lnTo>
                  <a:pt x="2927" y="342"/>
                </a:lnTo>
                <a:close/>
                <a:moveTo>
                  <a:pt x="2946" y="342"/>
                </a:moveTo>
                <a:lnTo>
                  <a:pt x="2953" y="342"/>
                </a:lnTo>
                <a:lnTo>
                  <a:pt x="2953" y="335"/>
                </a:lnTo>
                <a:lnTo>
                  <a:pt x="2946" y="335"/>
                </a:lnTo>
                <a:lnTo>
                  <a:pt x="2946" y="342"/>
                </a:lnTo>
                <a:close/>
                <a:moveTo>
                  <a:pt x="2962" y="342"/>
                </a:moveTo>
                <a:lnTo>
                  <a:pt x="2969" y="342"/>
                </a:lnTo>
                <a:lnTo>
                  <a:pt x="2969" y="335"/>
                </a:lnTo>
                <a:lnTo>
                  <a:pt x="2962" y="335"/>
                </a:lnTo>
                <a:lnTo>
                  <a:pt x="2962" y="342"/>
                </a:lnTo>
                <a:close/>
                <a:moveTo>
                  <a:pt x="3012" y="342"/>
                </a:moveTo>
                <a:lnTo>
                  <a:pt x="3019" y="342"/>
                </a:lnTo>
                <a:lnTo>
                  <a:pt x="3019" y="335"/>
                </a:lnTo>
                <a:lnTo>
                  <a:pt x="3012" y="335"/>
                </a:lnTo>
                <a:lnTo>
                  <a:pt x="3012" y="342"/>
                </a:lnTo>
                <a:close/>
                <a:moveTo>
                  <a:pt x="3028" y="342"/>
                </a:moveTo>
                <a:lnTo>
                  <a:pt x="3035" y="342"/>
                </a:lnTo>
                <a:lnTo>
                  <a:pt x="3035" y="335"/>
                </a:lnTo>
                <a:lnTo>
                  <a:pt x="3028" y="335"/>
                </a:lnTo>
                <a:lnTo>
                  <a:pt x="3028" y="342"/>
                </a:lnTo>
                <a:close/>
                <a:moveTo>
                  <a:pt x="3045" y="342"/>
                </a:moveTo>
                <a:lnTo>
                  <a:pt x="3052" y="342"/>
                </a:lnTo>
                <a:lnTo>
                  <a:pt x="3052" y="335"/>
                </a:lnTo>
                <a:lnTo>
                  <a:pt x="3045" y="335"/>
                </a:lnTo>
                <a:lnTo>
                  <a:pt x="3045" y="342"/>
                </a:lnTo>
                <a:close/>
                <a:moveTo>
                  <a:pt x="3062" y="342"/>
                </a:moveTo>
                <a:lnTo>
                  <a:pt x="3069" y="342"/>
                </a:lnTo>
                <a:lnTo>
                  <a:pt x="3069" y="335"/>
                </a:lnTo>
                <a:lnTo>
                  <a:pt x="3062" y="335"/>
                </a:lnTo>
                <a:lnTo>
                  <a:pt x="3062" y="342"/>
                </a:lnTo>
                <a:close/>
                <a:moveTo>
                  <a:pt x="0" y="361"/>
                </a:moveTo>
                <a:lnTo>
                  <a:pt x="7" y="361"/>
                </a:lnTo>
                <a:lnTo>
                  <a:pt x="7" y="354"/>
                </a:lnTo>
                <a:lnTo>
                  <a:pt x="0" y="354"/>
                </a:lnTo>
                <a:lnTo>
                  <a:pt x="0" y="361"/>
                </a:lnTo>
                <a:close/>
                <a:moveTo>
                  <a:pt x="16" y="361"/>
                </a:moveTo>
                <a:lnTo>
                  <a:pt x="23" y="361"/>
                </a:lnTo>
                <a:lnTo>
                  <a:pt x="23" y="354"/>
                </a:lnTo>
                <a:lnTo>
                  <a:pt x="16" y="354"/>
                </a:lnTo>
                <a:lnTo>
                  <a:pt x="16" y="361"/>
                </a:lnTo>
                <a:close/>
                <a:moveTo>
                  <a:pt x="33" y="361"/>
                </a:moveTo>
                <a:lnTo>
                  <a:pt x="40" y="361"/>
                </a:lnTo>
                <a:lnTo>
                  <a:pt x="40" y="354"/>
                </a:lnTo>
                <a:lnTo>
                  <a:pt x="33" y="354"/>
                </a:lnTo>
                <a:lnTo>
                  <a:pt x="33" y="361"/>
                </a:lnTo>
                <a:close/>
                <a:moveTo>
                  <a:pt x="66" y="361"/>
                </a:moveTo>
                <a:lnTo>
                  <a:pt x="73" y="361"/>
                </a:lnTo>
                <a:lnTo>
                  <a:pt x="73" y="354"/>
                </a:lnTo>
                <a:lnTo>
                  <a:pt x="66" y="354"/>
                </a:lnTo>
                <a:lnTo>
                  <a:pt x="66" y="361"/>
                </a:lnTo>
                <a:close/>
                <a:moveTo>
                  <a:pt x="83" y="361"/>
                </a:moveTo>
                <a:lnTo>
                  <a:pt x="90" y="361"/>
                </a:lnTo>
                <a:lnTo>
                  <a:pt x="90" y="354"/>
                </a:lnTo>
                <a:lnTo>
                  <a:pt x="83" y="354"/>
                </a:lnTo>
                <a:lnTo>
                  <a:pt x="83" y="361"/>
                </a:lnTo>
                <a:close/>
                <a:moveTo>
                  <a:pt x="101" y="361"/>
                </a:moveTo>
                <a:lnTo>
                  <a:pt x="106" y="361"/>
                </a:lnTo>
                <a:lnTo>
                  <a:pt x="106" y="354"/>
                </a:lnTo>
                <a:lnTo>
                  <a:pt x="101" y="354"/>
                </a:lnTo>
                <a:lnTo>
                  <a:pt x="101" y="361"/>
                </a:lnTo>
                <a:close/>
                <a:moveTo>
                  <a:pt x="118" y="361"/>
                </a:moveTo>
                <a:lnTo>
                  <a:pt x="125" y="361"/>
                </a:lnTo>
                <a:lnTo>
                  <a:pt x="125" y="354"/>
                </a:lnTo>
                <a:lnTo>
                  <a:pt x="118" y="354"/>
                </a:lnTo>
                <a:lnTo>
                  <a:pt x="118" y="361"/>
                </a:lnTo>
                <a:close/>
                <a:moveTo>
                  <a:pt x="135" y="361"/>
                </a:moveTo>
                <a:lnTo>
                  <a:pt x="142" y="361"/>
                </a:lnTo>
                <a:lnTo>
                  <a:pt x="142" y="354"/>
                </a:lnTo>
                <a:lnTo>
                  <a:pt x="135" y="354"/>
                </a:lnTo>
                <a:lnTo>
                  <a:pt x="135" y="361"/>
                </a:lnTo>
                <a:close/>
                <a:moveTo>
                  <a:pt x="151" y="361"/>
                </a:moveTo>
                <a:lnTo>
                  <a:pt x="158" y="361"/>
                </a:lnTo>
                <a:lnTo>
                  <a:pt x="158" y="354"/>
                </a:lnTo>
                <a:lnTo>
                  <a:pt x="151" y="354"/>
                </a:lnTo>
                <a:lnTo>
                  <a:pt x="151" y="361"/>
                </a:lnTo>
                <a:close/>
                <a:moveTo>
                  <a:pt x="168" y="361"/>
                </a:moveTo>
                <a:lnTo>
                  <a:pt x="175" y="361"/>
                </a:lnTo>
                <a:lnTo>
                  <a:pt x="175" y="354"/>
                </a:lnTo>
                <a:lnTo>
                  <a:pt x="168" y="354"/>
                </a:lnTo>
                <a:lnTo>
                  <a:pt x="168" y="361"/>
                </a:lnTo>
                <a:close/>
                <a:moveTo>
                  <a:pt x="184" y="361"/>
                </a:moveTo>
                <a:lnTo>
                  <a:pt x="191" y="361"/>
                </a:lnTo>
                <a:lnTo>
                  <a:pt x="191" y="354"/>
                </a:lnTo>
                <a:lnTo>
                  <a:pt x="184" y="354"/>
                </a:lnTo>
                <a:lnTo>
                  <a:pt x="184" y="361"/>
                </a:lnTo>
                <a:close/>
                <a:moveTo>
                  <a:pt x="201" y="361"/>
                </a:moveTo>
                <a:lnTo>
                  <a:pt x="208" y="361"/>
                </a:lnTo>
                <a:lnTo>
                  <a:pt x="208" y="354"/>
                </a:lnTo>
                <a:lnTo>
                  <a:pt x="201" y="354"/>
                </a:lnTo>
                <a:lnTo>
                  <a:pt x="201" y="361"/>
                </a:lnTo>
                <a:close/>
                <a:moveTo>
                  <a:pt x="218" y="361"/>
                </a:moveTo>
                <a:lnTo>
                  <a:pt x="225" y="361"/>
                </a:lnTo>
                <a:lnTo>
                  <a:pt x="225" y="354"/>
                </a:lnTo>
                <a:lnTo>
                  <a:pt x="218" y="354"/>
                </a:lnTo>
                <a:lnTo>
                  <a:pt x="218" y="361"/>
                </a:lnTo>
                <a:close/>
                <a:moveTo>
                  <a:pt x="234" y="361"/>
                </a:moveTo>
                <a:lnTo>
                  <a:pt x="241" y="361"/>
                </a:lnTo>
                <a:lnTo>
                  <a:pt x="241" y="354"/>
                </a:lnTo>
                <a:lnTo>
                  <a:pt x="234" y="354"/>
                </a:lnTo>
                <a:lnTo>
                  <a:pt x="234" y="361"/>
                </a:lnTo>
                <a:close/>
                <a:moveTo>
                  <a:pt x="251" y="361"/>
                </a:moveTo>
                <a:lnTo>
                  <a:pt x="258" y="361"/>
                </a:lnTo>
                <a:lnTo>
                  <a:pt x="258" y="354"/>
                </a:lnTo>
                <a:lnTo>
                  <a:pt x="251" y="354"/>
                </a:lnTo>
                <a:lnTo>
                  <a:pt x="251" y="361"/>
                </a:lnTo>
                <a:close/>
                <a:moveTo>
                  <a:pt x="267" y="361"/>
                </a:moveTo>
                <a:lnTo>
                  <a:pt x="274" y="361"/>
                </a:lnTo>
                <a:lnTo>
                  <a:pt x="274" y="354"/>
                </a:lnTo>
                <a:lnTo>
                  <a:pt x="267" y="354"/>
                </a:lnTo>
                <a:lnTo>
                  <a:pt x="267" y="361"/>
                </a:lnTo>
                <a:close/>
                <a:moveTo>
                  <a:pt x="284" y="361"/>
                </a:moveTo>
                <a:lnTo>
                  <a:pt x="291" y="361"/>
                </a:lnTo>
                <a:lnTo>
                  <a:pt x="291" y="354"/>
                </a:lnTo>
                <a:lnTo>
                  <a:pt x="284" y="354"/>
                </a:lnTo>
                <a:lnTo>
                  <a:pt x="284" y="361"/>
                </a:lnTo>
                <a:close/>
                <a:moveTo>
                  <a:pt x="300" y="361"/>
                </a:moveTo>
                <a:lnTo>
                  <a:pt x="307" y="361"/>
                </a:lnTo>
                <a:lnTo>
                  <a:pt x="307" y="354"/>
                </a:lnTo>
                <a:lnTo>
                  <a:pt x="300" y="354"/>
                </a:lnTo>
                <a:lnTo>
                  <a:pt x="300" y="361"/>
                </a:lnTo>
                <a:close/>
                <a:moveTo>
                  <a:pt x="317" y="361"/>
                </a:moveTo>
                <a:lnTo>
                  <a:pt x="324" y="361"/>
                </a:lnTo>
                <a:lnTo>
                  <a:pt x="324" y="354"/>
                </a:lnTo>
                <a:lnTo>
                  <a:pt x="317" y="354"/>
                </a:lnTo>
                <a:lnTo>
                  <a:pt x="317" y="361"/>
                </a:lnTo>
                <a:close/>
                <a:moveTo>
                  <a:pt x="334" y="361"/>
                </a:moveTo>
                <a:lnTo>
                  <a:pt x="341" y="361"/>
                </a:lnTo>
                <a:lnTo>
                  <a:pt x="341" y="354"/>
                </a:lnTo>
                <a:lnTo>
                  <a:pt x="334" y="354"/>
                </a:lnTo>
                <a:lnTo>
                  <a:pt x="334" y="361"/>
                </a:lnTo>
                <a:close/>
                <a:moveTo>
                  <a:pt x="350" y="361"/>
                </a:moveTo>
                <a:lnTo>
                  <a:pt x="357" y="361"/>
                </a:lnTo>
                <a:lnTo>
                  <a:pt x="357" y="354"/>
                </a:lnTo>
                <a:lnTo>
                  <a:pt x="350" y="354"/>
                </a:lnTo>
                <a:lnTo>
                  <a:pt x="350" y="361"/>
                </a:lnTo>
                <a:close/>
                <a:moveTo>
                  <a:pt x="369" y="361"/>
                </a:moveTo>
                <a:lnTo>
                  <a:pt x="376" y="361"/>
                </a:lnTo>
                <a:lnTo>
                  <a:pt x="376" y="354"/>
                </a:lnTo>
                <a:lnTo>
                  <a:pt x="369" y="354"/>
                </a:lnTo>
                <a:lnTo>
                  <a:pt x="369" y="361"/>
                </a:lnTo>
                <a:close/>
                <a:moveTo>
                  <a:pt x="386" y="361"/>
                </a:moveTo>
                <a:lnTo>
                  <a:pt x="393" y="361"/>
                </a:lnTo>
                <a:lnTo>
                  <a:pt x="393" y="354"/>
                </a:lnTo>
                <a:lnTo>
                  <a:pt x="386" y="354"/>
                </a:lnTo>
                <a:lnTo>
                  <a:pt x="386" y="361"/>
                </a:lnTo>
                <a:close/>
                <a:moveTo>
                  <a:pt x="402" y="361"/>
                </a:moveTo>
                <a:lnTo>
                  <a:pt x="409" y="361"/>
                </a:lnTo>
                <a:lnTo>
                  <a:pt x="409" y="354"/>
                </a:lnTo>
                <a:lnTo>
                  <a:pt x="402" y="354"/>
                </a:lnTo>
                <a:lnTo>
                  <a:pt x="402" y="361"/>
                </a:lnTo>
                <a:close/>
                <a:moveTo>
                  <a:pt x="419" y="361"/>
                </a:moveTo>
                <a:lnTo>
                  <a:pt x="426" y="361"/>
                </a:lnTo>
                <a:lnTo>
                  <a:pt x="426" y="354"/>
                </a:lnTo>
                <a:lnTo>
                  <a:pt x="419" y="354"/>
                </a:lnTo>
                <a:lnTo>
                  <a:pt x="419" y="361"/>
                </a:lnTo>
                <a:close/>
                <a:moveTo>
                  <a:pt x="435" y="361"/>
                </a:moveTo>
                <a:lnTo>
                  <a:pt x="442" y="361"/>
                </a:lnTo>
                <a:lnTo>
                  <a:pt x="442" y="354"/>
                </a:lnTo>
                <a:lnTo>
                  <a:pt x="435" y="354"/>
                </a:lnTo>
                <a:lnTo>
                  <a:pt x="435" y="361"/>
                </a:lnTo>
                <a:close/>
                <a:moveTo>
                  <a:pt x="452" y="361"/>
                </a:moveTo>
                <a:lnTo>
                  <a:pt x="459" y="361"/>
                </a:lnTo>
                <a:lnTo>
                  <a:pt x="459" y="354"/>
                </a:lnTo>
                <a:lnTo>
                  <a:pt x="452" y="354"/>
                </a:lnTo>
                <a:lnTo>
                  <a:pt x="452" y="361"/>
                </a:lnTo>
                <a:close/>
                <a:moveTo>
                  <a:pt x="469" y="361"/>
                </a:moveTo>
                <a:lnTo>
                  <a:pt x="476" y="361"/>
                </a:lnTo>
                <a:lnTo>
                  <a:pt x="476" y="354"/>
                </a:lnTo>
                <a:lnTo>
                  <a:pt x="469" y="354"/>
                </a:lnTo>
                <a:lnTo>
                  <a:pt x="469" y="361"/>
                </a:lnTo>
                <a:close/>
                <a:moveTo>
                  <a:pt x="485" y="361"/>
                </a:moveTo>
                <a:lnTo>
                  <a:pt x="492" y="361"/>
                </a:lnTo>
                <a:lnTo>
                  <a:pt x="492" y="354"/>
                </a:lnTo>
                <a:lnTo>
                  <a:pt x="485" y="354"/>
                </a:lnTo>
                <a:lnTo>
                  <a:pt x="485" y="361"/>
                </a:lnTo>
                <a:close/>
                <a:moveTo>
                  <a:pt x="502" y="361"/>
                </a:moveTo>
                <a:lnTo>
                  <a:pt x="509" y="361"/>
                </a:lnTo>
                <a:lnTo>
                  <a:pt x="509" y="354"/>
                </a:lnTo>
                <a:lnTo>
                  <a:pt x="502" y="354"/>
                </a:lnTo>
                <a:lnTo>
                  <a:pt x="502" y="361"/>
                </a:lnTo>
                <a:close/>
                <a:moveTo>
                  <a:pt x="518" y="361"/>
                </a:moveTo>
                <a:lnTo>
                  <a:pt x="525" y="361"/>
                </a:lnTo>
                <a:lnTo>
                  <a:pt x="525" y="354"/>
                </a:lnTo>
                <a:lnTo>
                  <a:pt x="518" y="354"/>
                </a:lnTo>
                <a:lnTo>
                  <a:pt x="518" y="361"/>
                </a:lnTo>
                <a:close/>
                <a:moveTo>
                  <a:pt x="535" y="361"/>
                </a:moveTo>
                <a:lnTo>
                  <a:pt x="542" y="361"/>
                </a:lnTo>
                <a:lnTo>
                  <a:pt x="542" y="354"/>
                </a:lnTo>
                <a:lnTo>
                  <a:pt x="535" y="354"/>
                </a:lnTo>
                <a:lnTo>
                  <a:pt x="535" y="361"/>
                </a:lnTo>
                <a:close/>
                <a:moveTo>
                  <a:pt x="551" y="361"/>
                </a:moveTo>
                <a:lnTo>
                  <a:pt x="559" y="361"/>
                </a:lnTo>
                <a:lnTo>
                  <a:pt x="559" y="354"/>
                </a:lnTo>
                <a:lnTo>
                  <a:pt x="551" y="354"/>
                </a:lnTo>
                <a:lnTo>
                  <a:pt x="551" y="361"/>
                </a:lnTo>
                <a:close/>
                <a:moveTo>
                  <a:pt x="568" y="361"/>
                </a:moveTo>
                <a:lnTo>
                  <a:pt x="575" y="361"/>
                </a:lnTo>
                <a:lnTo>
                  <a:pt x="575" y="354"/>
                </a:lnTo>
                <a:lnTo>
                  <a:pt x="568" y="354"/>
                </a:lnTo>
                <a:lnTo>
                  <a:pt x="568" y="361"/>
                </a:lnTo>
                <a:close/>
                <a:moveTo>
                  <a:pt x="585" y="361"/>
                </a:moveTo>
                <a:lnTo>
                  <a:pt x="592" y="361"/>
                </a:lnTo>
                <a:lnTo>
                  <a:pt x="592" y="354"/>
                </a:lnTo>
                <a:lnTo>
                  <a:pt x="585" y="354"/>
                </a:lnTo>
                <a:lnTo>
                  <a:pt x="585" y="361"/>
                </a:lnTo>
                <a:close/>
                <a:moveTo>
                  <a:pt x="601" y="361"/>
                </a:moveTo>
                <a:lnTo>
                  <a:pt x="608" y="361"/>
                </a:lnTo>
                <a:lnTo>
                  <a:pt x="608" y="354"/>
                </a:lnTo>
                <a:lnTo>
                  <a:pt x="601" y="354"/>
                </a:lnTo>
                <a:lnTo>
                  <a:pt x="601" y="361"/>
                </a:lnTo>
                <a:close/>
                <a:moveTo>
                  <a:pt x="620" y="361"/>
                </a:moveTo>
                <a:lnTo>
                  <a:pt x="625" y="361"/>
                </a:lnTo>
                <a:lnTo>
                  <a:pt x="625" y="354"/>
                </a:lnTo>
                <a:lnTo>
                  <a:pt x="620" y="354"/>
                </a:lnTo>
                <a:lnTo>
                  <a:pt x="620" y="361"/>
                </a:lnTo>
                <a:close/>
                <a:moveTo>
                  <a:pt x="637" y="361"/>
                </a:moveTo>
                <a:lnTo>
                  <a:pt x="644" y="361"/>
                </a:lnTo>
                <a:lnTo>
                  <a:pt x="644" y="354"/>
                </a:lnTo>
                <a:lnTo>
                  <a:pt x="637" y="354"/>
                </a:lnTo>
                <a:lnTo>
                  <a:pt x="637" y="361"/>
                </a:lnTo>
                <a:close/>
                <a:moveTo>
                  <a:pt x="653" y="361"/>
                </a:moveTo>
                <a:lnTo>
                  <a:pt x="660" y="361"/>
                </a:lnTo>
                <a:lnTo>
                  <a:pt x="660" y="354"/>
                </a:lnTo>
                <a:lnTo>
                  <a:pt x="653" y="354"/>
                </a:lnTo>
                <a:lnTo>
                  <a:pt x="653" y="361"/>
                </a:lnTo>
                <a:close/>
                <a:moveTo>
                  <a:pt x="670" y="361"/>
                </a:moveTo>
                <a:lnTo>
                  <a:pt x="677" y="361"/>
                </a:lnTo>
                <a:lnTo>
                  <a:pt x="677" y="354"/>
                </a:lnTo>
                <a:lnTo>
                  <a:pt x="670" y="354"/>
                </a:lnTo>
                <a:lnTo>
                  <a:pt x="670" y="361"/>
                </a:lnTo>
                <a:close/>
                <a:moveTo>
                  <a:pt x="686" y="361"/>
                </a:moveTo>
                <a:lnTo>
                  <a:pt x="693" y="361"/>
                </a:lnTo>
                <a:lnTo>
                  <a:pt x="693" y="354"/>
                </a:lnTo>
                <a:lnTo>
                  <a:pt x="686" y="354"/>
                </a:lnTo>
                <a:lnTo>
                  <a:pt x="686" y="361"/>
                </a:lnTo>
                <a:close/>
                <a:moveTo>
                  <a:pt x="736" y="361"/>
                </a:moveTo>
                <a:lnTo>
                  <a:pt x="743" y="361"/>
                </a:lnTo>
                <a:lnTo>
                  <a:pt x="743" y="354"/>
                </a:lnTo>
                <a:lnTo>
                  <a:pt x="736" y="354"/>
                </a:lnTo>
                <a:lnTo>
                  <a:pt x="736" y="361"/>
                </a:lnTo>
                <a:close/>
                <a:moveTo>
                  <a:pt x="753" y="361"/>
                </a:moveTo>
                <a:lnTo>
                  <a:pt x="760" y="361"/>
                </a:lnTo>
                <a:lnTo>
                  <a:pt x="760" y="354"/>
                </a:lnTo>
                <a:lnTo>
                  <a:pt x="753" y="354"/>
                </a:lnTo>
                <a:lnTo>
                  <a:pt x="753" y="361"/>
                </a:lnTo>
                <a:close/>
                <a:moveTo>
                  <a:pt x="769" y="361"/>
                </a:moveTo>
                <a:lnTo>
                  <a:pt x="776" y="361"/>
                </a:lnTo>
                <a:lnTo>
                  <a:pt x="776" y="354"/>
                </a:lnTo>
                <a:lnTo>
                  <a:pt x="769" y="354"/>
                </a:lnTo>
                <a:lnTo>
                  <a:pt x="769" y="361"/>
                </a:lnTo>
                <a:close/>
                <a:moveTo>
                  <a:pt x="786" y="361"/>
                </a:moveTo>
                <a:lnTo>
                  <a:pt x="793" y="361"/>
                </a:lnTo>
                <a:lnTo>
                  <a:pt x="793" y="354"/>
                </a:lnTo>
                <a:lnTo>
                  <a:pt x="786" y="354"/>
                </a:lnTo>
                <a:lnTo>
                  <a:pt x="786" y="361"/>
                </a:lnTo>
                <a:close/>
                <a:moveTo>
                  <a:pt x="802" y="361"/>
                </a:moveTo>
                <a:lnTo>
                  <a:pt x="810" y="361"/>
                </a:lnTo>
                <a:lnTo>
                  <a:pt x="810" y="354"/>
                </a:lnTo>
                <a:lnTo>
                  <a:pt x="802" y="354"/>
                </a:lnTo>
                <a:lnTo>
                  <a:pt x="802" y="361"/>
                </a:lnTo>
                <a:close/>
                <a:moveTo>
                  <a:pt x="819" y="361"/>
                </a:moveTo>
                <a:lnTo>
                  <a:pt x="826" y="361"/>
                </a:lnTo>
                <a:lnTo>
                  <a:pt x="826" y="354"/>
                </a:lnTo>
                <a:lnTo>
                  <a:pt x="819" y="354"/>
                </a:lnTo>
                <a:lnTo>
                  <a:pt x="819" y="361"/>
                </a:lnTo>
                <a:close/>
                <a:moveTo>
                  <a:pt x="836" y="361"/>
                </a:moveTo>
                <a:lnTo>
                  <a:pt x="843" y="361"/>
                </a:lnTo>
                <a:lnTo>
                  <a:pt x="843" y="354"/>
                </a:lnTo>
                <a:lnTo>
                  <a:pt x="836" y="354"/>
                </a:lnTo>
                <a:lnTo>
                  <a:pt x="836" y="361"/>
                </a:lnTo>
                <a:close/>
                <a:moveTo>
                  <a:pt x="852" y="361"/>
                </a:moveTo>
                <a:lnTo>
                  <a:pt x="859" y="361"/>
                </a:lnTo>
                <a:lnTo>
                  <a:pt x="859" y="354"/>
                </a:lnTo>
                <a:lnTo>
                  <a:pt x="852" y="354"/>
                </a:lnTo>
                <a:lnTo>
                  <a:pt x="852" y="361"/>
                </a:lnTo>
                <a:close/>
                <a:moveTo>
                  <a:pt x="871" y="361"/>
                </a:moveTo>
                <a:lnTo>
                  <a:pt x="876" y="361"/>
                </a:lnTo>
                <a:lnTo>
                  <a:pt x="876" y="354"/>
                </a:lnTo>
                <a:lnTo>
                  <a:pt x="871" y="354"/>
                </a:lnTo>
                <a:lnTo>
                  <a:pt x="871" y="361"/>
                </a:lnTo>
                <a:close/>
                <a:moveTo>
                  <a:pt x="888" y="361"/>
                </a:moveTo>
                <a:lnTo>
                  <a:pt x="895" y="361"/>
                </a:lnTo>
                <a:lnTo>
                  <a:pt x="895" y="354"/>
                </a:lnTo>
                <a:lnTo>
                  <a:pt x="888" y="354"/>
                </a:lnTo>
                <a:lnTo>
                  <a:pt x="888" y="361"/>
                </a:lnTo>
                <a:close/>
                <a:moveTo>
                  <a:pt x="904" y="361"/>
                </a:moveTo>
                <a:lnTo>
                  <a:pt x="911" y="361"/>
                </a:lnTo>
                <a:lnTo>
                  <a:pt x="911" y="354"/>
                </a:lnTo>
                <a:lnTo>
                  <a:pt x="904" y="354"/>
                </a:lnTo>
                <a:lnTo>
                  <a:pt x="904" y="361"/>
                </a:lnTo>
                <a:close/>
                <a:moveTo>
                  <a:pt x="921" y="361"/>
                </a:moveTo>
                <a:lnTo>
                  <a:pt x="928" y="361"/>
                </a:lnTo>
                <a:lnTo>
                  <a:pt x="928" y="354"/>
                </a:lnTo>
                <a:lnTo>
                  <a:pt x="921" y="354"/>
                </a:lnTo>
                <a:lnTo>
                  <a:pt x="921" y="361"/>
                </a:lnTo>
                <a:close/>
                <a:moveTo>
                  <a:pt x="1020" y="361"/>
                </a:moveTo>
                <a:lnTo>
                  <a:pt x="1027" y="361"/>
                </a:lnTo>
                <a:lnTo>
                  <a:pt x="1027" y="354"/>
                </a:lnTo>
                <a:lnTo>
                  <a:pt x="1020" y="354"/>
                </a:lnTo>
                <a:lnTo>
                  <a:pt x="1020" y="361"/>
                </a:lnTo>
                <a:close/>
                <a:moveTo>
                  <a:pt x="1037" y="361"/>
                </a:moveTo>
                <a:lnTo>
                  <a:pt x="1044" y="361"/>
                </a:lnTo>
                <a:lnTo>
                  <a:pt x="1044" y="354"/>
                </a:lnTo>
                <a:lnTo>
                  <a:pt x="1037" y="354"/>
                </a:lnTo>
                <a:lnTo>
                  <a:pt x="1037" y="361"/>
                </a:lnTo>
                <a:close/>
                <a:moveTo>
                  <a:pt x="1053" y="361"/>
                </a:moveTo>
                <a:lnTo>
                  <a:pt x="1061" y="361"/>
                </a:lnTo>
                <a:lnTo>
                  <a:pt x="1061" y="354"/>
                </a:lnTo>
                <a:lnTo>
                  <a:pt x="1053" y="354"/>
                </a:lnTo>
                <a:lnTo>
                  <a:pt x="1053" y="361"/>
                </a:lnTo>
                <a:close/>
                <a:moveTo>
                  <a:pt x="1070" y="361"/>
                </a:moveTo>
                <a:lnTo>
                  <a:pt x="1077" y="361"/>
                </a:lnTo>
                <a:lnTo>
                  <a:pt x="1077" y="354"/>
                </a:lnTo>
                <a:lnTo>
                  <a:pt x="1070" y="354"/>
                </a:lnTo>
                <a:lnTo>
                  <a:pt x="1070" y="361"/>
                </a:lnTo>
                <a:close/>
                <a:moveTo>
                  <a:pt x="1087" y="361"/>
                </a:moveTo>
                <a:lnTo>
                  <a:pt x="1094" y="361"/>
                </a:lnTo>
                <a:lnTo>
                  <a:pt x="1094" y="354"/>
                </a:lnTo>
                <a:lnTo>
                  <a:pt x="1087" y="354"/>
                </a:lnTo>
                <a:lnTo>
                  <a:pt x="1087" y="361"/>
                </a:lnTo>
                <a:close/>
                <a:moveTo>
                  <a:pt x="1103" y="361"/>
                </a:moveTo>
                <a:lnTo>
                  <a:pt x="1110" y="361"/>
                </a:lnTo>
                <a:lnTo>
                  <a:pt x="1110" y="354"/>
                </a:lnTo>
                <a:lnTo>
                  <a:pt x="1103" y="354"/>
                </a:lnTo>
                <a:lnTo>
                  <a:pt x="1103" y="361"/>
                </a:lnTo>
                <a:close/>
                <a:moveTo>
                  <a:pt x="1288" y="361"/>
                </a:moveTo>
                <a:lnTo>
                  <a:pt x="1295" y="361"/>
                </a:lnTo>
                <a:lnTo>
                  <a:pt x="1295" y="354"/>
                </a:lnTo>
                <a:lnTo>
                  <a:pt x="1288" y="354"/>
                </a:lnTo>
                <a:lnTo>
                  <a:pt x="1288" y="361"/>
                </a:lnTo>
                <a:close/>
                <a:moveTo>
                  <a:pt x="1304" y="361"/>
                </a:moveTo>
                <a:lnTo>
                  <a:pt x="1312" y="361"/>
                </a:lnTo>
                <a:lnTo>
                  <a:pt x="1312" y="354"/>
                </a:lnTo>
                <a:lnTo>
                  <a:pt x="1304" y="354"/>
                </a:lnTo>
                <a:lnTo>
                  <a:pt x="1304" y="361"/>
                </a:lnTo>
                <a:close/>
                <a:moveTo>
                  <a:pt x="1506" y="361"/>
                </a:moveTo>
                <a:lnTo>
                  <a:pt x="1513" y="361"/>
                </a:lnTo>
                <a:lnTo>
                  <a:pt x="1513" y="354"/>
                </a:lnTo>
                <a:lnTo>
                  <a:pt x="1506" y="354"/>
                </a:lnTo>
                <a:lnTo>
                  <a:pt x="1506" y="361"/>
                </a:lnTo>
                <a:close/>
                <a:moveTo>
                  <a:pt x="1522" y="361"/>
                </a:moveTo>
                <a:lnTo>
                  <a:pt x="1529" y="361"/>
                </a:lnTo>
                <a:lnTo>
                  <a:pt x="1529" y="354"/>
                </a:lnTo>
                <a:lnTo>
                  <a:pt x="1522" y="354"/>
                </a:lnTo>
                <a:lnTo>
                  <a:pt x="1522" y="361"/>
                </a:lnTo>
                <a:close/>
                <a:moveTo>
                  <a:pt x="1539" y="361"/>
                </a:moveTo>
                <a:lnTo>
                  <a:pt x="1546" y="361"/>
                </a:lnTo>
                <a:lnTo>
                  <a:pt x="1546" y="354"/>
                </a:lnTo>
                <a:lnTo>
                  <a:pt x="1539" y="354"/>
                </a:lnTo>
                <a:lnTo>
                  <a:pt x="1539" y="361"/>
                </a:lnTo>
                <a:close/>
                <a:moveTo>
                  <a:pt x="1555" y="361"/>
                </a:moveTo>
                <a:lnTo>
                  <a:pt x="1563" y="361"/>
                </a:lnTo>
                <a:lnTo>
                  <a:pt x="1563" y="354"/>
                </a:lnTo>
                <a:lnTo>
                  <a:pt x="1555" y="354"/>
                </a:lnTo>
                <a:lnTo>
                  <a:pt x="1555" y="361"/>
                </a:lnTo>
                <a:close/>
                <a:moveTo>
                  <a:pt x="1572" y="361"/>
                </a:moveTo>
                <a:lnTo>
                  <a:pt x="1579" y="361"/>
                </a:lnTo>
                <a:lnTo>
                  <a:pt x="1579" y="354"/>
                </a:lnTo>
                <a:lnTo>
                  <a:pt x="1572" y="354"/>
                </a:lnTo>
                <a:lnTo>
                  <a:pt x="1572" y="361"/>
                </a:lnTo>
                <a:close/>
                <a:moveTo>
                  <a:pt x="1589" y="361"/>
                </a:moveTo>
                <a:lnTo>
                  <a:pt x="1596" y="361"/>
                </a:lnTo>
                <a:lnTo>
                  <a:pt x="1596" y="354"/>
                </a:lnTo>
                <a:lnTo>
                  <a:pt x="1589" y="354"/>
                </a:lnTo>
                <a:lnTo>
                  <a:pt x="1589" y="361"/>
                </a:lnTo>
                <a:close/>
                <a:moveTo>
                  <a:pt x="1605" y="361"/>
                </a:moveTo>
                <a:lnTo>
                  <a:pt x="1612" y="361"/>
                </a:lnTo>
                <a:lnTo>
                  <a:pt x="1612" y="354"/>
                </a:lnTo>
                <a:lnTo>
                  <a:pt x="1605" y="354"/>
                </a:lnTo>
                <a:lnTo>
                  <a:pt x="1605" y="361"/>
                </a:lnTo>
                <a:close/>
                <a:moveTo>
                  <a:pt x="1622" y="361"/>
                </a:moveTo>
                <a:lnTo>
                  <a:pt x="1629" y="361"/>
                </a:lnTo>
                <a:lnTo>
                  <a:pt x="1629" y="354"/>
                </a:lnTo>
                <a:lnTo>
                  <a:pt x="1622" y="354"/>
                </a:lnTo>
                <a:lnTo>
                  <a:pt x="1622" y="361"/>
                </a:lnTo>
                <a:close/>
                <a:moveTo>
                  <a:pt x="1638" y="361"/>
                </a:moveTo>
                <a:lnTo>
                  <a:pt x="1645" y="361"/>
                </a:lnTo>
                <a:lnTo>
                  <a:pt x="1645" y="354"/>
                </a:lnTo>
                <a:lnTo>
                  <a:pt x="1638" y="354"/>
                </a:lnTo>
                <a:lnTo>
                  <a:pt x="1638" y="361"/>
                </a:lnTo>
                <a:close/>
                <a:moveTo>
                  <a:pt x="1657" y="361"/>
                </a:moveTo>
                <a:lnTo>
                  <a:pt x="1664" y="361"/>
                </a:lnTo>
                <a:lnTo>
                  <a:pt x="1664" y="354"/>
                </a:lnTo>
                <a:lnTo>
                  <a:pt x="1657" y="354"/>
                </a:lnTo>
                <a:lnTo>
                  <a:pt x="1657" y="361"/>
                </a:lnTo>
                <a:close/>
                <a:moveTo>
                  <a:pt x="1674" y="361"/>
                </a:moveTo>
                <a:lnTo>
                  <a:pt x="1681" y="361"/>
                </a:lnTo>
                <a:lnTo>
                  <a:pt x="1681" y="354"/>
                </a:lnTo>
                <a:lnTo>
                  <a:pt x="1674" y="354"/>
                </a:lnTo>
                <a:lnTo>
                  <a:pt x="1674" y="361"/>
                </a:lnTo>
                <a:close/>
                <a:moveTo>
                  <a:pt x="1690" y="361"/>
                </a:moveTo>
                <a:lnTo>
                  <a:pt x="1698" y="361"/>
                </a:lnTo>
                <a:lnTo>
                  <a:pt x="1698" y="354"/>
                </a:lnTo>
                <a:lnTo>
                  <a:pt x="1690" y="354"/>
                </a:lnTo>
                <a:lnTo>
                  <a:pt x="1690" y="361"/>
                </a:lnTo>
                <a:close/>
                <a:moveTo>
                  <a:pt x="1707" y="361"/>
                </a:moveTo>
                <a:lnTo>
                  <a:pt x="1714" y="361"/>
                </a:lnTo>
                <a:lnTo>
                  <a:pt x="1714" y="354"/>
                </a:lnTo>
                <a:lnTo>
                  <a:pt x="1707" y="354"/>
                </a:lnTo>
                <a:lnTo>
                  <a:pt x="1707" y="361"/>
                </a:lnTo>
                <a:close/>
                <a:moveTo>
                  <a:pt x="1724" y="361"/>
                </a:moveTo>
                <a:lnTo>
                  <a:pt x="1731" y="361"/>
                </a:lnTo>
                <a:lnTo>
                  <a:pt x="1731" y="354"/>
                </a:lnTo>
                <a:lnTo>
                  <a:pt x="1724" y="354"/>
                </a:lnTo>
                <a:lnTo>
                  <a:pt x="1724" y="361"/>
                </a:lnTo>
                <a:close/>
                <a:moveTo>
                  <a:pt x="1740" y="361"/>
                </a:moveTo>
                <a:lnTo>
                  <a:pt x="1747" y="361"/>
                </a:lnTo>
                <a:lnTo>
                  <a:pt x="1747" y="354"/>
                </a:lnTo>
                <a:lnTo>
                  <a:pt x="1740" y="354"/>
                </a:lnTo>
                <a:lnTo>
                  <a:pt x="1740" y="361"/>
                </a:lnTo>
                <a:close/>
                <a:moveTo>
                  <a:pt x="1757" y="361"/>
                </a:moveTo>
                <a:lnTo>
                  <a:pt x="1764" y="361"/>
                </a:lnTo>
                <a:lnTo>
                  <a:pt x="1764" y="354"/>
                </a:lnTo>
                <a:lnTo>
                  <a:pt x="1757" y="354"/>
                </a:lnTo>
                <a:lnTo>
                  <a:pt x="1757" y="361"/>
                </a:lnTo>
                <a:close/>
                <a:moveTo>
                  <a:pt x="1773" y="361"/>
                </a:moveTo>
                <a:lnTo>
                  <a:pt x="1780" y="361"/>
                </a:lnTo>
                <a:lnTo>
                  <a:pt x="1780" y="354"/>
                </a:lnTo>
                <a:lnTo>
                  <a:pt x="1773" y="354"/>
                </a:lnTo>
                <a:lnTo>
                  <a:pt x="1773" y="361"/>
                </a:lnTo>
                <a:close/>
                <a:moveTo>
                  <a:pt x="1790" y="361"/>
                </a:moveTo>
                <a:lnTo>
                  <a:pt x="1797" y="361"/>
                </a:lnTo>
                <a:lnTo>
                  <a:pt x="1797" y="354"/>
                </a:lnTo>
                <a:lnTo>
                  <a:pt x="1790" y="354"/>
                </a:lnTo>
                <a:lnTo>
                  <a:pt x="1790" y="361"/>
                </a:lnTo>
                <a:close/>
                <a:moveTo>
                  <a:pt x="1806" y="361"/>
                </a:moveTo>
                <a:lnTo>
                  <a:pt x="1814" y="361"/>
                </a:lnTo>
                <a:lnTo>
                  <a:pt x="1814" y="354"/>
                </a:lnTo>
                <a:lnTo>
                  <a:pt x="1806" y="354"/>
                </a:lnTo>
                <a:lnTo>
                  <a:pt x="1806" y="361"/>
                </a:lnTo>
                <a:close/>
                <a:moveTo>
                  <a:pt x="1823" y="361"/>
                </a:moveTo>
                <a:lnTo>
                  <a:pt x="1830" y="361"/>
                </a:lnTo>
                <a:lnTo>
                  <a:pt x="1830" y="354"/>
                </a:lnTo>
                <a:lnTo>
                  <a:pt x="1823" y="354"/>
                </a:lnTo>
                <a:lnTo>
                  <a:pt x="1823" y="361"/>
                </a:lnTo>
                <a:close/>
                <a:moveTo>
                  <a:pt x="1840" y="361"/>
                </a:moveTo>
                <a:lnTo>
                  <a:pt x="1847" y="361"/>
                </a:lnTo>
                <a:lnTo>
                  <a:pt x="1847" y="354"/>
                </a:lnTo>
                <a:lnTo>
                  <a:pt x="1840" y="354"/>
                </a:lnTo>
                <a:lnTo>
                  <a:pt x="1840" y="361"/>
                </a:lnTo>
                <a:close/>
                <a:moveTo>
                  <a:pt x="1856" y="361"/>
                </a:moveTo>
                <a:lnTo>
                  <a:pt x="1863" y="361"/>
                </a:lnTo>
                <a:lnTo>
                  <a:pt x="1863" y="354"/>
                </a:lnTo>
                <a:lnTo>
                  <a:pt x="1856" y="354"/>
                </a:lnTo>
                <a:lnTo>
                  <a:pt x="1856" y="361"/>
                </a:lnTo>
                <a:close/>
                <a:moveTo>
                  <a:pt x="1873" y="361"/>
                </a:moveTo>
                <a:lnTo>
                  <a:pt x="1880" y="361"/>
                </a:lnTo>
                <a:lnTo>
                  <a:pt x="1880" y="354"/>
                </a:lnTo>
                <a:lnTo>
                  <a:pt x="1873" y="354"/>
                </a:lnTo>
                <a:lnTo>
                  <a:pt x="1873" y="361"/>
                </a:lnTo>
                <a:close/>
                <a:moveTo>
                  <a:pt x="1889" y="361"/>
                </a:moveTo>
                <a:lnTo>
                  <a:pt x="1896" y="361"/>
                </a:lnTo>
                <a:lnTo>
                  <a:pt x="1896" y="354"/>
                </a:lnTo>
                <a:lnTo>
                  <a:pt x="1889" y="354"/>
                </a:lnTo>
                <a:lnTo>
                  <a:pt x="1889" y="361"/>
                </a:lnTo>
                <a:close/>
                <a:moveTo>
                  <a:pt x="1908" y="361"/>
                </a:moveTo>
                <a:lnTo>
                  <a:pt x="1915" y="361"/>
                </a:lnTo>
                <a:lnTo>
                  <a:pt x="1915" y="354"/>
                </a:lnTo>
                <a:lnTo>
                  <a:pt x="1908" y="354"/>
                </a:lnTo>
                <a:lnTo>
                  <a:pt x="1908" y="361"/>
                </a:lnTo>
                <a:close/>
                <a:moveTo>
                  <a:pt x="1925" y="361"/>
                </a:moveTo>
                <a:lnTo>
                  <a:pt x="1932" y="361"/>
                </a:lnTo>
                <a:lnTo>
                  <a:pt x="1932" y="354"/>
                </a:lnTo>
                <a:lnTo>
                  <a:pt x="1925" y="354"/>
                </a:lnTo>
                <a:lnTo>
                  <a:pt x="1925" y="361"/>
                </a:lnTo>
                <a:close/>
                <a:moveTo>
                  <a:pt x="1941" y="361"/>
                </a:moveTo>
                <a:lnTo>
                  <a:pt x="1949" y="361"/>
                </a:lnTo>
                <a:lnTo>
                  <a:pt x="1949" y="354"/>
                </a:lnTo>
                <a:lnTo>
                  <a:pt x="1941" y="354"/>
                </a:lnTo>
                <a:lnTo>
                  <a:pt x="1941" y="361"/>
                </a:lnTo>
                <a:close/>
                <a:moveTo>
                  <a:pt x="1958" y="361"/>
                </a:moveTo>
                <a:lnTo>
                  <a:pt x="1965" y="361"/>
                </a:lnTo>
                <a:lnTo>
                  <a:pt x="1965" y="354"/>
                </a:lnTo>
                <a:lnTo>
                  <a:pt x="1958" y="354"/>
                </a:lnTo>
                <a:lnTo>
                  <a:pt x="1958" y="361"/>
                </a:lnTo>
                <a:close/>
                <a:moveTo>
                  <a:pt x="1975" y="361"/>
                </a:moveTo>
                <a:lnTo>
                  <a:pt x="1982" y="361"/>
                </a:lnTo>
                <a:lnTo>
                  <a:pt x="1982" y="354"/>
                </a:lnTo>
                <a:lnTo>
                  <a:pt x="1975" y="354"/>
                </a:lnTo>
                <a:lnTo>
                  <a:pt x="1975" y="361"/>
                </a:lnTo>
                <a:close/>
                <a:moveTo>
                  <a:pt x="1991" y="361"/>
                </a:moveTo>
                <a:lnTo>
                  <a:pt x="1998" y="361"/>
                </a:lnTo>
                <a:lnTo>
                  <a:pt x="1998" y="354"/>
                </a:lnTo>
                <a:lnTo>
                  <a:pt x="1991" y="354"/>
                </a:lnTo>
                <a:lnTo>
                  <a:pt x="1991" y="361"/>
                </a:lnTo>
                <a:close/>
                <a:moveTo>
                  <a:pt x="2008" y="361"/>
                </a:moveTo>
                <a:lnTo>
                  <a:pt x="2015" y="361"/>
                </a:lnTo>
                <a:lnTo>
                  <a:pt x="2015" y="354"/>
                </a:lnTo>
                <a:lnTo>
                  <a:pt x="2008" y="354"/>
                </a:lnTo>
                <a:lnTo>
                  <a:pt x="2008" y="361"/>
                </a:lnTo>
                <a:close/>
                <a:moveTo>
                  <a:pt x="2024" y="361"/>
                </a:moveTo>
                <a:lnTo>
                  <a:pt x="2031" y="361"/>
                </a:lnTo>
                <a:lnTo>
                  <a:pt x="2031" y="354"/>
                </a:lnTo>
                <a:lnTo>
                  <a:pt x="2024" y="354"/>
                </a:lnTo>
                <a:lnTo>
                  <a:pt x="2024" y="361"/>
                </a:lnTo>
                <a:close/>
                <a:moveTo>
                  <a:pt x="2041" y="361"/>
                </a:moveTo>
                <a:lnTo>
                  <a:pt x="2048" y="361"/>
                </a:lnTo>
                <a:lnTo>
                  <a:pt x="2048" y="354"/>
                </a:lnTo>
                <a:lnTo>
                  <a:pt x="2041" y="354"/>
                </a:lnTo>
                <a:lnTo>
                  <a:pt x="2041" y="361"/>
                </a:lnTo>
                <a:close/>
                <a:moveTo>
                  <a:pt x="2057" y="361"/>
                </a:moveTo>
                <a:lnTo>
                  <a:pt x="2065" y="361"/>
                </a:lnTo>
                <a:lnTo>
                  <a:pt x="2065" y="354"/>
                </a:lnTo>
                <a:lnTo>
                  <a:pt x="2057" y="354"/>
                </a:lnTo>
                <a:lnTo>
                  <a:pt x="2057" y="361"/>
                </a:lnTo>
                <a:close/>
                <a:moveTo>
                  <a:pt x="2074" y="361"/>
                </a:moveTo>
                <a:lnTo>
                  <a:pt x="2081" y="361"/>
                </a:lnTo>
                <a:lnTo>
                  <a:pt x="2081" y="354"/>
                </a:lnTo>
                <a:lnTo>
                  <a:pt x="2074" y="354"/>
                </a:lnTo>
                <a:lnTo>
                  <a:pt x="2074" y="361"/>
                </a:lnTo>
                <a:close/>
                <a:moveTo>
                  <a:pt x="2091" y="361"/>
                </a:moveTo>
                <a:lnTo>
                  <a:pt x="2098" y="361"/>
                </a:lnTo>
                <a:lnTo>
                  <a:pt x="2098" y="354"/>
                </a:lnTo>
                <a:lnTo>
                  <a:pt x="2091" y="354"/>
                </a:lnTo>
                <a:lnTo>
                  <a:pt x="2091" y="361"/>
                </a:lnTo>
                <a:close/>
                <a:moveTo>
                  <a:pt x="2107" y="361"/>
                </a:moveTo>
                <a:lnTo>
                  <a:pt x="2114" y="361"/>
                </a:lnTo>
                <a:lnTo>
                  <a:pt x="2114" y="354"/>
                </a:lnTo>
                <a:lnTo>
                  <a:pt x="2107" y="354"/>
                </a:lnTo>
                <a:lnTo>
                  <a:pt x="2107" y="361"/>
                </a:lnTo>
                <a:close/>
                <a:moveTo>
                  <a:pt x="2124" y="361"/>
                </a:moveTo>
                <a:lnTo>
                  <a:pt x="2131" y="361"/>
                </a:lnTo>
                <a:lnTo>
                  <a:pt x="2131" y="354"/>
                </a:lnTo>
                <a:lnTo>
                  <a:pt x="2124" y="354"/>
                </a:lnTo>
                <a:lnTo>
                  <a:pt x="2124" y="361"/>
                </a:lnTo>
                <a:close/>
                <a:moveTo>
                  <a:pt x="2140" y="361"/>
                </a:moveTo>
                <a:lnTo>
                  <a:pt x="2147" y="361"/>
                </a:lnTo>
                <a:lnTo>
                  <a:pt x="2147" y="354"/>
                </a:lnTo>
                <a:lnTo>
                  <a:pt x="2140" y="354"/>
                </a:lnTo>
                <a:lnTo>
                  <a:pt x="2140" y="361"/>
                </a:lnTo>
                <a:close/>
                <a:moveTo>
                  <a:pt x="2159" y="361"/>
                </a:moveTo>
                <a:lnTo>
                  <a:pt x="2164" y="361"/>
                </a:lnTo>
                <a:lnTo>
                  <a:pt x="2164" y="354"/>
                </a:lnTo>
                <a:lnTo>
                  <a:pt x="2159" y="354"/>
                </a:lnTo>
                <a:lnTo>
                  <a:pt x="2159" y="361"/>
                </a:lnTo>
                <a:close/>
                <a:moveTo>
                  <a:pt x="2176" y="361"/>
                </a:moveTo>
                <a:lnTo>
                  <a:pt x="2183" y="361"/>
                </a:lnTo>
                <a:lnTo>
                  <a:pt x="2183" y="354"/>
                </a:lnTo>
                <a:lnTo>
                  <a:pt x="2176" y="354"/>
                </a:lnTo>
                <a:lnTo>
                  <a:pt x="2176" y="361"/>
                </a:lnTo>
                <a:close/>
                <a:moveTo>
                  <a:pt x="2192" y="361"/>
                </a:moveTo>
                <a:lnTo>
                  <a:pt x="2200" y="361"/>
                </a:lnTo>
                <a:lnTo>
                  <a:pt x="2200" y="354"/>
                </a:lnTo>
                <a:lnTo>
                  <a:pt x="2192" y="354"/>
                </a:lnTo>
                <a:lnTo>
                  <a:pt x="2192" y="361"/>
                </a:lnTo>
                <a:close/>
                <a:moveTo>
                  <a:pt x="2209" y="361"/>
                </a:moveTo>
                <a:lnTo>
                  <a:pt x="2216" y="361"/>
                </a:lnTo>
                <a:lnTo>
                  <a:pt x="2216" y="354"/>
                </a:lnTo>
                <a:lnTo>
                  <a:pt x="2209" y="354"/>
                </a:lnTo>
                <a:lnTo>
                  <a:pt x="2209" y="361"/>
                </a:lnTo>
                <a:close/>
                <a:moveTo>
                  <a:pt x="2226" y="361"/>
                </a:moveTo>
                <a:lnTo>
                  <a:pt x="2233" y="361"/>
                </a:lnTo>
                <a:lnTo>
                  <a:pt x="2233" y="354"/>
                </a:lnTo>
                <a:lnTo>
                  <a:pt x="2226" y="354"/>
                </a:lnTo>
                <a:lnTo>
                  <a:pt x="2226" y="361"/>
                </a:lnTo>
                <a:close/>
                <a:moveTo>
                  <a:pt x="2242" y="361"/>
                </a:moveTo>
                <a:lnTo>
                  <a:pt x="2249" y="361"/>
                </a:lnTo>
                <a:lnTo>
                  <a:pt x="2249" y="354"/>
                </a:lnTo>
                <a:lnTo>
                  <a:pt x="2242" y="354"/>
                </a:lnTo>
                <a:lnTo>
                  <a:pt x="2242" y="361"/>
                </a:lnTo>
                <a:close/>
                <a:moveTo>
                  <a:pt x="2259" y="361"/>
                </a:moveTo>
                <a:lnTo>
                  <a:pt x="2266" y="361"/>
                </a:lnTo>
                <a:lnTo>
                  <a:pt x="2266" y="354"/>
                </a:lnTo>
                <a:lnTo>
                  <a:pt x="2259" y="354"/>
                </a:lnTo>
                <a:lnTo>
                  <a:pt x="2259" y="361"/>
                </a:lnTo>
                <a:close/>
                <a:moveTo>
                  <a:pt x="2275" y="361"/>
                </a:moveTo>
                <a:lnTo>
                  <a:pt x="2282" y="361"/>
                </a:lnTo>
                <a:lnTo>
                  <a:pt x="2282" y="354"/>
                </a:lnTo>
                <a:lnTo>
                  <a:pt x="2275" y="354"/>
                </a:lnTo>
                <a:lnTo>
                  <a:pt x="2275" y="361"/>
                </a:lnTo>
                <a:close/>
                <a:moveTo>
                  <a:pt x="2292" y="361"/>
                </a:moveTo>
                <a:lnTo>
                  <a:pt x="2299" y="361"/>
                </a:lnTo>
                <a:lnTo>
                  <a:pt x="2299" y="354"/>
                </a:lnTo>
                <a:lnTo>
                  <a:pt x="2292" y="354"/>
                </a:lnTo>
                <a:lnTo>
                  <a:pt x="2292" y="361"/>
                </a:lnTo>
                <a:close/>
                <a:moveTo>
                  <a:pt x="2308" y="361"/>
                </a:moveTo>
                <a:lnTo>
                  <a:pt x="2316" y="361"/>
                </a:lnTo>
                <a:lnTo>
                  <a:pt x="2316" y="354"/>
                </a:lnTo>
                <a:lnTo>
                  <a:pt x="2308" y="354"/>
                </a:lnTo>
                <a:lnTo>
                  <a:pt x="2308" y="361"/>
                </a:lnTo>
                <a:close/>
                <a:moveTo>
                  <a:pt x="2325" y="361"/>
                </a:moveTo>
                <a:lnTo>
                  <a:pt x="2332" y="361"/>
                </a:lnTo>
                <a:lnTo>
                  <a:pt x="2332" y="354"/>
                </a:lnTo>
                <a:lnTo>
                  <a:pt x="2325" y="354"/>
                </a:lnTo>
                <a:lnTo>
                  <a:pt x="2325" y="361"/>
                </a:lnTo>
                <a:close/>
                <a:moveTo>
                  <a:pt x="2342" y="361"/>
                </a:moveTo>
                <a:lnTo>
                  <a:pt x="2349" y="361"/>
                </a:lnTo>
                <a:lnTo>
                  <a:pt x="2349" y="354"/>
                </a:lnTo>
                <a:lnTo>
                  <a:pt x="2342" y="354"/>
                </a:lnTo>
                <a:lnTo>
                  <a:pt x="2342" y="361"/>
                </a:lnTo>
                <a:close/>
                <a:moveTo>
                  <a:pt x="2358" y="361"/>
                </a:moveTo>
                <a:lnTo>
                  <a:pt x="2365" y="361"/>
                </a:lnTo>
                <a:lnTo>
                  <a:pt x="2365" y="354"/>
                </a:lnTo>
                <a:lnTo>
                  <a:pt x="2358" y="354"/>
                </a:lnTo>
                <a:lnTo>
                  <a:pt x="2358" y="361"/>
                </a:lnTo>
                <a:close/>
                <a:moveTo>
                  <a:pt x="2375" y="361"/>
                </a:moveTo>
                <a:lnTo>
                  <a:pt x="2382" y="361"/>
                </a:lnTo>
                <a:lnTo>
                  <a:pt x="2382" y="354"/>
                </a:lnTo>
                <a:lnTo>
                  <a:pt x="2375" y="354"/>
                </a:lnTo>
                <a:lnTo>
                  <a:pt x="2375" y="361"/>
                </a:lnTo>
                <a:close/>
                <a:moveTo>
                  <a:pt x="2391" y="361"/>
                </a:moveTo>
                <a:lnTo>
                  <a:pt x="2398" y="361"/>
                </a:lnTo>
                <a:lnTo>
                  <a:pt x="2398" y="354"/>
                </a:lnTo>
                <a:lnTo>
                  <a:pt x="2391" y="354"/>
                </a:lnTo>
                <a:lnTo>
                  <a:pt x="2391" y="361"/>
                </a:lnTo>
                <a:close/>
                <a:moveTo>
                  <a:pt x="2408" y="361"/>
                </a:moveTo>
                <a:lnTo>
                  <a:pt x="2415" y="361"/>
                </a:lnTo>
                <a:lnTo>
                  <a:pt x="2415" y="354"/>
                </a:lnTo>
                <a:lnTo>
                  <a:pt x="2408" y="354"/>
                </a:lnTo>
                <a:lnTo>
                  <a:pt x="2408" y="361"/>
                </a:lnTo>
                <a:close/>
                <a:moveTo>
                  <a:pt x="2427" y="361"/>
                </a:moveTo>
                <a:lnTo>
                  <a:pt x="2434" y="361"/>
                </a:lnTo>
                <a:lnTo>
                  <a:pt x="2434" y="354"/>
                </a:lnTo>
                <a:lnTo>
                  <a:pt x="2427" y="354"/>
                </a:lnTo>
                <a:lnTo>
                  <a:pt x="2427" y="361"/>
                </a:lnTo>
                <a:close/>
                <a:moveTo>
                  <a:pt x="2443" y="361"/>
                </a:moveTo>
                <a:lnTo>
                  <a:pt x="2451" y="361"/>
                </a:lnTo>
                <a:lnTo>
                  <a:pt x="2451" y="354"/>
                </a:lnTo>
                <a:lnTo>
                  <a:pt x="2443" y="354"/>
                </a:lnTo>
                <a:lnTo>
                  <a:pt x="2443" y="361"/>
                </a:lnTo>
                <a:close/>
                <a:moveTo>
                  <a:pt x="2460" y="361"/>
                </a:moveTo>
                <a:lnTo>
                  <a:pt x="2467" y="361"/>
                </a:lnTo>
                <a:lnTo>
                  <a:pt x="2467" y="354"/>
                </a:lnTo>
                <a:lnTo>
                  <a:pt x="2460" y="354"/>
                </a:lnTo>
                <a:lnTo>
                  <a:pt x="2460" y="361"/>
                </a:lnTo>
                <a:close/>
                <a:moveTo>
                  <a:pt x="2477" y="361"/>
                </a:moveTo>
                <a:lnTo>
                  <a:pt x="2484" y="361"/>
                </a:lnTo>
                <a:lnTo>
                  <a:pt x="2484" y="354"/>
                </a:lnTo>
                <a:lnTo>
                  <a:pt x="2477" y="354"/>
                </a:lnTo>
                <a:lnTo>
                  <a:pt x="2477" y="361"/>
                </a:lnTo>
                <a:close/>
                <a:moveTo>
                  <a:pt x="2493" y="361"/>
                </a:moveTo>
                <a:lnTo>
                  <a:pt x="2500" y="361"/>
                </a:lnTo>
                <a:lnTo>
                  <a:pt x="2500" y="354"/>
                </a:lnTo>
                <a:lnTo>
                  <a:pt x="2493" y="354"/>
                </a:lnTo>
                <a:lnTo>
                  <a:pt x="2493" y="361"/>
                </a:lnTo>
                <a:close/>
                <a:moveTo>
                  <a:pt x="2510" y="361"/>
                </a:moveTo>
                <a:lnTo>
                  <a:pt x="2517" y="361"/>
                </a:lnTo>
                <a:lnTo>
                  <a:pt x="2517" y="354"/>
                </a:lnTo>
                <a:lnTo>
                  <a:pt x="2510" y="354"/>
                </a:lnTo>
                <a:lnTo>
                  <a:pt x="2510" y="361"/>
                </a:lnTo>
                <a:close/>
                <a:moveTo>
                  <a:pt x="2526" y="361"/>
                </a:moveTo>
                <a:lnTo>
                  <a:pt x="2533" y="361"/>
                </a:lnTo>
                <a:lnTo>
                  <a:pt x="2533" y="354"/>
                </a:lnTo>
                <a:lnTo>
                  <a:pt x="2526" y="354"/>
                </a:lnTo>
                <a:lnTo>
                  <a:pt x="2526" y="361"/>
                </a:lnTo>
                <a:close/>
                <a:moveTo>
                  <a:pt x="2543" y="361"/>
                </a:moveTo>
                <a:lnTo>
                  <a:pt x="2550" y="361"/>
                </a:lnTo>
                <a:lnTo>
                  <a:pt x="2550" y="354"/>
                </a:lnTo>
                <a:lnTo>
                  <a:pt x="2543" y="354"/>
                </a:lnTo>
                <a:lnTo>
                  <a:pt x="2543" y="361"/>
                </a:lnTo>
                <a:close/>
                <a:moveTo>
                  <a:pt x="2560" y="361"/>
                </a:moveTo>
                <a:lnTo>
                  <a:pt x="2567" y="361"/>
                </a:lnTo>
                <a:lnTo>
                  <a:pt x="2567" y="354"/>
                </a:lnTo>
                <a:lnTo>
                  <a:pt x="2560" y="354"/>
                </a:lnTo>
                <a:lnTo>
                  <a:pt x="2560" y="361"/>
                </a:lnTo>
                <a:close/>
                <a:moveTo>
                  <a:pt x="2576" y="361"/>
                </a:moveTo>
                <a:lnTo>
                  <a:pt x="2583" y="361"/>
                </a:lnTo>
                <a:lnTo>
                  <a:pt x="2583" y="354"/>
                </a:lnTo>
                <a:lnTo>
                  <a:pt x="2576" y="354"/>
                </a:lnTo>
                <a:lnTo>
                  <a:pt x="2576" y="361"/>
                </a:lnTo>
                <a:close/>
                <a:moveTo>
                  <a:pt x="2593" y="361"/>
                </a:moveTo>
                <a:lnTo>
                  <a:pt x="2600" y="361"/>
                </a:lnTo>
                <a:lnTo>
                  <a:pt x="2600" y="354"/>
                </a:lnTo>
                <a:lnTo>
                  <a:pt x="2593" y="354"/>
                </a:lnTo>
                <a:lnTo>
                  <a:pt x="2593" y="361"/>
                </a:lnTo>
                <a:close/>
                <a:moveTo>
                  <a:pt x="2609" y="361"/>
                </a:moveTo>
                <a:lnTo>
                  <a:pt x="2616" y="361"/>
                </a:lnTo>
                <a:lnTo>
                  <a:pt x="2616" y="354"/>
                </a:lnTo>
                <a:lnTo>
                  <a:pt x="2609" y="354"/>
                </a:lnTo>
                <a:lnTo>
                  <a:pt x="2609" y="361"/>
                </a:lnTo>
                <a:close/>
                <a:moveTo>
                  <a:pt x="2626" y="361"/>
                </a:moveTo>
                <a:lnTo>
                  <a:pt x="2633" y="361"/>
                </a:lnTo>
                <a:lnTo>
                  <a:pt x="2633" y="354"/>
                </a:lnTo>
                <a:lnTo>
                  <a:pt x="2626" y="354"/>
                </a:lnTo>
                <a:lnTo>
                  <a:pt x="2626" y="361"/>
                </a:lnTo>
                <a:close/>
                <a:moveTo>
                  <a:pt x="2642" y="361"/>
                </a:moveTo>
                <a:lnTo>
                  <a:pt x="2649" y="361"/>
                </a:lnTo>
                <a:lnTo>
                  <a:pt x="2649" y="354"/>
                </a:lnTo>
                <a:lnTo>
                  <a:pt x="2642" y="354"/>
                </a:lnTo>
                <a:lnTo>
                  <a:pt x="2642" y="361"/>
                </a:lnTo>
                <a:close/>
                <a:moveTo>
                  <a:pt x="2659" y="361"/>
                </a:moveTo>
                <a:lnTo>
                  <a:pt x="2666" y="361"/>
                </a:lnTo>
                <a:lnTo>
                  <a:pt x="2666" y="354"/>
                </a:lnTo>
                <a:lnTo>
                  <a:pt x="2659" y="354"/>
                </a:lnTo>
                <a:lnTo>
                  <a:pt x="2659" y="361"/>
                </a:lnTo>
                <a:close/>
                <a:moveTo>
                  <a:pt x="2678" y="361"/>
                </a:moveTo>
                <a:lnTo>
                  <a:pt x="2683" y="361"/>
                </a:lnTo>
                <a:lnTo>
                  <a:pt x="2683" y="354"/>
                </a:lnTo>
                <a:lnTo>
                  <a:pt x="2678" y="354"/>
                </a:lnTo>
                <a:lnTo>
                  <a:pt x="2678" y="361"/>
                </a:lnTo>
                <a:close/>
                <a:moveTo>
                  <a:pt x="2694" y="361"/>
                </a:moveTo>
                <a:lnTo>
                  <a:pt x="2702" y="361"/>
                </a:lnTo>
                <a:lnTo>
                  <a:pt x="2702" y="354"/>
                </a:lnTo>
                <a:lnTo>
                  <a:pt x="2694" y="354"/>
                </a:lnTo>
                <a:lnTo>
                  <a:pt x="2694" y="361"/>
                </a:lnTo>
                <a:close/>
                <a:moveTo>
                  <a:pt x="2711" y="361"/>
                </a:moveTo>
                <a:lnTo>
                  <a:pt x="2718" y="361"/>
                </a:lnTo>
                <a:lnTo>
                  <a:pt x="2718" y="354"/>
                </a:lnTo>
                <a:lnTo>
                  <a:pt x="2711" y="354"/>
                </a:lnTo>
                <a:lnTo>
                  <a:pt x="2711" y="361"/>
                </a:lnTo>
                <a:close/>
                <a:moveTo>
                  <a:pt x="2728" y="361"/>
                </a:moveTo>
                <a:lnTo>
                  <a:pt x="2735" y="361"/>
                </a:lnTo>
                <a:lnTo>
                  <a:pt x="2735" y="354"/>
                </a:lnTo>
                <a:lnTo>
                  <a:pt x="2728" y="354"/>
                </a:lnTo>
                <a:lnTo>
                  <a:pt x="2728" y="361"/>
                </a:lnTo>
                <a:close/>
                <a:moveTo>
                  <a:pt x="2744" y="361"/>
                </a:moveTo>
                <a:lnTo>
                  <a:pt x="2751" y="361"/>
                </a:lnTo>
                <a:lnTo>
                  <a:pt x="2751" y="354"/>
                </a:lnTo>
                <a:lnTo>
                  <a:pt x="2744" y="354"/>
                </a:lnTo>
                <a:lnTo>
                  <a:pt x="2744" y="361"/>
                </a:lnTo>
                <a:close/>
                <a:moveTo>
                  <a:pt x="2761" y="361"/>
                </a:moveTo>
                <a:lnTo>
                  <a:pt x="2768" y="361"/>
                </a:lnTo>
                <a:lnTo>
                  <a:pt x="2768" y="354"/>
                </a:lnTo>
                <a:lnTo>
                  <a:pt x="2761" y="354"/>
                </a:lnTo>
                <a:lnTo>
                  <a:pt x="2761" y="361"/>
                </a:lnTo>
                <a:close/>
                <a:moveTo>
                  <a:pt x="2777" y="361"/>
                </a:moveTo>
                <a:lnTo>
                  <a:pt x="2784" y="361"/>
                </a:lnTo>
                <a:lnTo>
                  <a:pt x="2784" y="354"/>
                </a:lnTo>
                <a:lnTo>
                  <a:pt x="2777" y="354"/>
                </a:lnTo>
                <a:lnTo>
                  <a:pt x="2777" y="361"/>
                </a:lnTo>
                <a:close/>
                <a:moveTo>
                  <a:pt x="2794" y="361"/>
                </a:moveTo>
                <a:lnTo>
                  <a:pt x="2801" y="361"/>
                </a:lnTo>
                <a:lnTo>
                  <a:pt x="2801" y="354"/>
                </a:lnTo>
                <a:lnTo>
                  <a:pt x="2794" y="354"/>
                </a:lnTo>
                <a:lnTo>
                  <a:pt x="2794" y="361"/>
                </a:lnTo>
                <a:close/>
                <a:moveTo>
                  <a:pt x="2811" y="361"/>
                </a:moveTo>
                <a:lnTo>
                  <a:pt x="2818" y="361"/>
                </a:lnTo>
                <a:lnTo>
                  <a:pt x="2818" y="354"/>
                </a:lnTo>
                <a:lnTo>
                  <a:pt x="2811" y="354"/>
                </a:lnTo>
                <a:lnTo>
                  <a:pt x="2811" y="361"/>
                </a:lnTo>
                <a:close/>
                <a:moveTo>
                  <a:pt x="2827" y="361"/>
                </a:moveTo>
                <a:lnTo>
                  <a:pt x="2834" y="361"/>
                </a:lnTo>
                <a:lnTo>
                  <a:pt x="2834" y="354"/>
                </a:lnTo>
                <a:lnTo>
                  <a:pt x="2827" y="354"/>
                </a:lnTo>
                <a:lnTo>
                  <a:pt x="2827" y="361"/>
                </a:lnTo>
                <a:close/>
                <a:moveTo>
                  <a:pt x="2844" y="361"/>
                </a:moveTo>
                <a:lnTo>
                  <a:pt x="2851" y="361"/>
                </a:lnTo>
                <a:lnTo>
                  <a:pt x="2851" y="354"/>
                </a:lnTo>
                <a:lnTo>
                  <a:pt x="2844" y="354"/>
                </a:lnTo>
                <a:lnTo>
                  <a:pt x="2844" y="361"/>
                </a:lnTo>
                <a:close/>
                <a:moveTo>
                  <a:pt x="2860" y="361"/>
                </a:moveTo>
                <a:lnTo>
                  <a:pt x="2867" y="361"/>
                </a:lnTo>
                <a:lnTo>
                  <a:pt x="2867" y="354"/>
                </a:lnTo>
                <a:lnTo>
                  <a:pt x="2860" y="354"/>
                </a:lnTo>
                <a:lnTo>
                  <a:pt x="2860" y="361"/>
                </a:lnTo>
                <a:close/>
                <a:moveTo>
                  <a:pt x="2877" y="361"/>
                </a:moveTo>
                <a:lnTo>
                  <a:pt x="2884" y="361"/>
                </a:lnTo>
                <a:lnTo>
                  <a:pt x="2884" y="354"/>
                </a:lnTo>
                <a:lnTo>
                  <a:pt x="2877" y="354"/>
                </a:lnTo>
                <a:lnTo>
                  <a:pt x="2877" y="361"/>
                </a:lnTo>
                <a:close/>
                <a:moveTo>
                  <a:pt x="2893" y="361"/>
                </a:moveTo>
                <a:lnTo>
                  <a:pt x="2901" y="361"/>
                </a:lnTo>
                <a:lnTo>
                  <a:pt x="2901" y="354"/>
                </a:lnTo>
                <a:lnTo>
                  <a:pt x="2893" y="354"/>
                </a:lnTo>
                <a:lnTo>
                  <a:pt x="2893" y="361"/>
                </a:lnTo>
                <a:close/>
                <a:moveTo>
                  <a:pt x="2910" y="361"/>
                </a:moveTo>
                <a:lnTo>
                  <a:pt x="2917" y="361"/>
                </a:lnTo>
                <a:lnTo>
                  <a:pt x="2917" y="354"/>
                </a:lnTo>
                <a:lnTo>
                  <a:pt x="2910" y="354"/>
                </a:lnTo>
                <a:lnTo>
                  <a:pt x="2910" y="361"/>
                </a:lnTo>
                <a:close/>
                <a:moveTo>
                  <a:pt x="2927" y="361"/>
                </a:moveTo>
                <a:lnTo>
                  <a:pt x="2934" y="361"/>
                </a:lnTo>
                <a:lnTo>
                  <a:pt x="2934" y="354"/>
                </a:lnTo>
                <a:lnTo>
                  <a:pt x="2927" y="354"/>
                </a:lnTo>
                <a:lnTo>
                  <a:pt x="2927" y="361"/>
                </a:lnTo>
                <a:close/>
                <a:moveTo>
                  <a:pt x="2946" y="361"/>
                </a:moveTo>
                <a:lnTo>
                  <a:pt x="2953" y="361"/>
                </a:lnTo>
                <a:lnTo>
                  <a:pt x="2953" y="354"/>
                </a:lnTo>
                <a:lnTo>
                  <a:pt x="2946" y="354"/>
                </a:lnTo>
                <a:lnTo>
                  <a:pt x="2946" y="361"/>
                </a:lnTo>
                <a:close/>
                <a:moveTo>
                  <a:pt x="2962" y="361"/>
                </a:moveTo>
                <a:lnTo>
                  <a:pt x="2969" y="361"/>
                </a:lnTo>
                <a:lnTo>
                  <a:pt x="2969" y="354"/>
                </a:lnTo>
                <a:lnTo>
                  <a:pt x="2962" y="354"/>
                </a:lnTo>
                <a:lnTo>
                  <a:pt x="2962" y="361"/>
                </a:lnTo>
                <a:close/>
                <a:moveTo>
                  <a:pt x="3045" y="361"/>
                </a:moveTo>
                <a:lnTo>
                  <a:pt x="3052" y="361"/>
                </a:lnTo>
                <a:lnTo>
                  <a:pt x="3052" y="354"/>
                </a:lnTo>
                <a:lnTo>
                  <a:pt x="3045" y="354"/>
                </a:lnTo>
                <a:lnTo>
                  <a:pt x="3045" y="361"/>
                </a:lnTo>
                <a:close/>
                <a:moveTo>
                  <a:pt x="3062" y="361"/>
                </a:moveTo>
                <a:lnTo>
                  <a:pt x="3069" y="361"/>
                </a:lnTo>
                <a:lnTo>
                  <a:pt x="3069" y="354"/>
                </a:lnTo>
                <a:lnTo>
                  <a:pt x="3062" y="354"/>
                </a:lnTo>
                <a:lnTo>
                  <a:pt x="3062" y="361"/>
                </a:lnTo>
                <a:close/>
                <a:moveTo>
                  <a:pt x="49" y="378"/>
                </a:moveTo>
                <a:lnTo>
                  <a:pt x="56" y="378"/>
                </a:lnTo>
                <a:lnTo>
                  <a:pt x="56" y="370"/>
                </a:lnTo>
                <a:lnTo>
                  <a:pt x="49" y="370"/>
                </a:lnTo>
                <a:lnTo>
                  <a:pt x="49" y="378"/>
                </a:lnTo>
                <a:close/>
                <a:moveTo>
                  <a:pt x="66" y="378"/>
                </a:moveTo>
                <a:lnTo>
                  <a:pt x="73" y="378"/>
                </a:lnTo>
                <a:lnTo>
                  <a:pt x="73" y="370"/>
                </a:lnTo>
                <a:lnTo>
                  <a:pt x="66" y="370"/>
                </a:lnTo>
                <a:lnTo>
                  <a:pt x="66" y="378"/>
                </a:lnTo>
                <a:close/>
                <a:moveTo>
                  <a:pt x="83" y="378"/>
                </a:moveTo>
                <a:lnTo>
                  <a:pt x="90" y="378"/>
                </a:lnTo>
                <a:lnTo>
                  <a:pt x="90" y="370"/>
                </a:lnTo>
                <a:lnTo>
                  <a:pt x="83" y="370"/>
                </a:lnTo>
                <a:lnTo>
                  <a:pt x="83" y="378"/>
                </a:lnTo>
                <a:close/>
                <a:moveTo>
                  <a:pt x="101" y="378"/>
                </a:moveTo>
                <a:lnTo>
                  <a:pt x="106" y="378"/>
                </a:lnTo>
                <a:lnTo>
                  <a:pt x="106" y="370"/>
                </a:lnTo>
                <a:lnTo>
                  <a:pt x="101" y="370"/>
                </a:lnTo>
                <a:lnTo>
                  <a:pt x="101" y="378"/>
                </a:lnTo>
                <a:close/>
                <a:moveTo>
                  <a:pt x="118" y="378"/>
                </a:moveTo>
                <a:lnTo>
                  <a:pt x="125" y="378"/>
                </a:lnTo>
                <a:lnTo>
                  <a:pt x="125" y="370"/>
                </a:lnTo>
                <a:lnTo>
                  <a:pt x="118" y="370"/>
                </a:lnTo>
                <a:lnTo>
                  <a:pt x="118" y="378"/>
                </a:lnTo>
                <a:close/>
                <a:moveTo>
                  <a:pt x="135" y="378"/>
                </a:moveTo>
                <a:lnTo>
                  <a:pt x="142" y="378"/>
                </a:lnTo>
                <a:lnTo>
                  <a:pt x="142" y="370"/>
                </a:lnTo>
                <a:lnTo>
                  <a:pt x="135" y="370"/>
                </a:lnTo>
                <a:lnTo>
                  <a:pt x="135" y="378"/>
                </a:lnTo>
                <a:close/>
                <a:moveTo>
                  <a:pt x="151" y="378"/>
                </a:moveTo>
                <a:lnTo>
                  <a:pt x="158" y="378"/>
                </a:lnTo>
                <a:lnTo>
                  <a:pt x="158" y="370"/>
                </a:lnTo>
                <a:lnTo>
                  <a:pt x="151" y="370"/>
                </a:lnTo>
                <a:lnTo>
                  <a:pt x="151" y="378"/>
                </a:lnTo>
                <a:close/>
                <a:moveTo>
                  <a:pt x="168" y="378"/>
                </a:moveTo>
                <a:lnTo>
                  <a:pt x="175" y="378"/>
                </a:lnTo>
                <a:lnTo>
                  <a:pt x="175" y="370"/>
                </a:lnTo>
                <a:lnTo>
                  <a:pt x="168" y="370"/>
                </a:lnTo>
                <a:lnTo>
                  <a:pt x="168" y="378"/>
                </a:lnTo>
                <a:close/>
                <a:moveTo>
                  <a:pt x="184" y="378"/>
                </a:moveTo>
                <a:lnTo>
                  <a:pt x="191" y="378"/>
                </a:lnTo>
                <a:lnTo>
                  <a:pt x="191" y="370"/>
                </a:lnTo>
                <a:lnTo>
                  <a:pt x="184" y="370"/>
                </a:lnTo>
                <a:lnTo>
                  <a:pt x="184" y="378"/>
                </a:lnTo>
                <a:close/>
                <a:moveTo>
                  <a:pt x="201" y="378"/>
                </a:moveTo>
                <a:lnTo>
                  <a:pt x="208" y="378"/>
                </a:lnTo>
                <a:lnTo>
                  <a:pt x="208" y="370"/>
                </a:lnTo>
                <a:lnTo>
                  <a:pt x="201" y="370"/>
                </a:lnTo>
                <a:lnTo>
                  <a:pt x="201" y="378"/>
                </a:lnTo>
                <a:close/>
                <a:moveTo>
                  <a:pt x="218" y="378"/>
                </a:moveTo>
                <a:lnTo>
                  <a:pt x="225" y="378"/>
                </a:lnTo>
                <a:lnTo>
                  <a:pt x="225" y="370"/>
                </a:lnTo>
                <a:lnTo>
                  <a:pt x="218" y="370"/>
                </a:lnTo>
                <a:lnTo>
                  <a:pt x="218" y="378"/>
                </a:lnTo>
                <a:close/>
                <a:moveTo>
                  <a:pt x="234" y="378"/>
                </a:moveTo>
                <a:lnTo>
                  <a:pt x="241" y="378"/>
                </a:lnTo>
                <a:lnTo>
                  <a:pt x="241" y="370"/>
                </a:lnTo>
                <a:lnTo>
                  <a:pt x="234" y="370"/>
                </a:lnTo>
                <a:lnTo>
                  <a:pt x="234" y="378"/>
                </a:lnTo>
                <a:close/>
                <a:moveTo>
                  <a:pt x="251" y="378"/>
                </a:moveTo>
                <a:lnTo>
                  <a:pt x="258" y="378"/>
                </a:lnTo>
                <a:lnTo>
                  <a:pt x="258" y="370"/>
                </a:lnTo>
                <a:lnTo>
                  <a:pt x="251" y="370"/>
                </a:lnTo>
                <a:lnTo>
                  <a:pt x="251" y="378"/>
                </a:lnTo>
                <a:close/>
                <a:moveTo>
                  <a:pt x="267" y="378"/>
                </a:moveTo>
                <a:lnTo>
                  <a:pt x="274" y="378"/>
                </a:lnTo>
                <a:lnTo>
                  <a:pt x="274" y="370"/>
                </a:lnTo>
                <a:lnTo>
                  <a:pt x="267" y="370"/>
                </a:lnTo>
                <a:lnTo>
                  <a:pt x="267" y="378"/>
                </a:lnTo>
                <a:close/>
                <a:moveTo>
                  <a:pt x="284" y="378"/>
                </a:moveTo>
                <a:lnTo>
                  <a:pt x="291" y="378"/>
                </a:lnTo>
                <a:lnTo>
                  <a:pt x="291" y="370"/>
                </a:lnTo>
                <a:lnTo>
                  <a:pt x="284" y="370"/>
                </a:lnTo>
                <a:lnTo>
                  <a:pt x="284" y="378"/>
                </a:lnTo>
                <a:close/>
                <a:moveTo>
                  <a:pt x="300" y="378"/>
                </a:moveTo>
                <a:lnTo>
                  <a:pt x="307" y="378"/>
                </a:lnTo>
                <a:lnTo>
                  <a:pt x="307" y="370"/>
                </a:lnTo>
                <a:lnTo>
                  <a:pt x="300" y="370"/>
                </a:lnTo>
                <a:lnTo>
                  <a:pt x="300" y="378"/>
                </a:lnTo>
                <a:close/>
                <a:moveTo>
                  <a:pt x="317" y="378"/>
                </a:moveTo>
                <a:lnTo>
                  <a:pt x="324" y="378"/>
                </a:lnTo>
                <a:lnTo>
                  <a:pt x="324" y="370"/>
                </a:lnTo>
                <a:lnTo>
                  <a:pt x="317" y="370"/>
                </a:lnTo>
                <a:lnTo>
                  <a:pt x="317" y="378"/>
                </a:lnTo>
                <a:close/>
                <a:moveTo>
                  <a:pt x="334" y="378"/>
                </a:moveTo>
                <a:lnTo>
                  <a:pt x="341" y="378"/>
                </a:lnTo>
                <a:lnTo>
                  <a:pt x="341" y="370"/>
                </a:lnTo>
                <a:lnTo>
                  <a:pt x="334" y="370"/>
                </a:lnTo>
                <a:lnTo>
                  <a:pt x="334" y="378"/>
                </a:lnTo>
                <a:close/>
                <a:moveTo>
                  <a:pt x="350" y="378"/>
                </a:moveTo>
                <a:lnTo>
                  <a:pt x="357" y="378"/>
                </a:lnTo>
                <a:lnTo>
                  <a:pt x="357" y="370"/>
                </a:lnTo>
                <a:lnTo>
                  <a:pt x="350" y="370"/>
                </a:lnTo>
                <a:lnTo>
                  <a:pt x="350" y="378"/>
                </a:lnTo>
                <a:close/>
                <a:moveTo>
                  <a:pt x="369" y="378"/>
                </a:moveTo>
                <a:lnTo>
                  <a:pt x="376" y="378"/>
                </a:lnTo>
                <a:lnTo>
                  <a:pt x="376" y="370"/>
                </a:lnTo>
                <a:lnTo>
                  <a:pt x="369" y="370"/>
                </a:lnTo>
                <a:lnTo>
                  <a:pt x="369" y="378"/>
                </a:lnTo>
                <a:close/>
                <a:moveTo>
                  <a:pt x="386" y="378"/>
                </a:moveTo>
                <a:lnTo>
                  <a:pt x="393" y="378"/>
                </a:lnTo>
                <a:lnTo>
                  <a:pt x="393" y="370"/>
                </a:lnTo>
                <a:lnTo>
                  <a:pt x="386" y="370"/>
                </a:lnTo>
                <a:lnTo>
                  <a:pt x="386" y="378"/>
                </a:lnTo>
                <a:close/>
                <a:moveTo>
                  <a:pt x="402" y="378"/>
                </a:moveTo>
                <a:lnTo>
                  <a:pt x="409" y="378"/>
                </a:lnTo>
                <a:lnTo>
                  <a:pt x="409" y="370"/>
                </a:lnTo>
                <a:lnTo>
                  <a:pt x="402" y="370"/>
                </a:lnTo>
                <a:lnTo>
                  <a:pt x="402" y="378"/>
                </a:lnTo>
                <a:close/>
                <a:moveTo>
                  <a:pt x="419" y="378"/>
                </a:moveTo>
                <a:lnTo>
                  <a:pt x="426" y="378"/>
                </a:lnTo>
                <a:lnTo>
                  <a:pt x="426" y="370"/>
                </a:lnTo>
                <a:lnTo>
                  <a:pt x="419" y="370"/>
                </a:lnTo>
                <a:lnTo>
                  <a:pt x="419" y="378"/>
                </a:lnTo>
                <a:close/>
                <a:moveTo>
                  <a:pt x="435" y="378"/>
                </a:moveTo>
                <a:lnTo>
                  <a:pt x="442" y="378"/>
                </a:lnTo>
                <a:lnTo>
                  <a:pt x="442" y="370"/>
                </a:lnTo>
                <a:lnTo>
                  <a:pt x="435" y="370"/>
                </a:lnTo>
                <a:lnTo>
                  <a:pt x="435" y="378"/>
                </a:lnTo>
                <a:close/>
                <a:moveTo>
                  <a:pt x="452" y="378"/>
                </a:moveTo>
                <a:lnTo>
                  <a:pt x="459" y="378"/>
                </a:lnTo>
                <a:lnTo>
                  <a:pt x="459" y="370"/>
                </a:lnTo>
                <a:lnTo>
                  <a:pt x="452" y="370"/>
                </a:lnTo>
                <a:lnTo>
                  <a:pt x="452" y="378"/>
                </a:lnTo>
                <a:close/>
                <a:moveTo>
                  <a:pt x="469" y="378"/>
                </a:moveTo>
                <a:lnTo>
                  <a:pt x="476" y="378"/>
                </a:lnTo>
                <a:lnTo>
                  <a:pt x="476" y="370"/>
                </a:lnTo>
                <a:lnTo>
                  <a:pt x="469" y="370"/>
                </a:lnTo>
                <a:lnTo>
                  <a:pt x="469" y="378"/>
                </a:lnTo>
                <a:close/>
                <a:moveTo>
                  <a:pt x="485" y="378"/>
                </a:moveTo>
                <a:lnTo>
                  <a:pt x="492" y="378"/>
                </a:lnTo>
                <a:lnTo>
                  <a:pt x="492" y="370"/>
                </a:lnTo>
                <a:lnTo>
                  <a:pt x="485" y="370"/>
                </a:lnTo>
                <a:lnTo>
                  <a:pt x="485" y="378"/>
                </a:lnTo>
                <a:close/>
                <a:moveTo>
                  <a:pt x="502" y="378"/>
                </a:moveTo>
                <a:lnTo>
                  <a:pt x="509" y="378"/>
                </a:lnTo>
                <a:lnTo>
                  <a:pt x="509" y="370"/>
                </a:lnTo>
                <a:lnTo>
                  <a:pt x="502" y="370"/>
                </a:lnTo>
                <a:lnTo>
                  <a:pt x="502" y="378"/>
                </a:lnTo>
                <a:close/>
                <a:moveTo>
                  <a:pt x="518" y="378"/>
                </a:moveTo>
                <a:lnTo>
                  <a:pt x="525" y="378"/>
                </a:lnTo>
                <a:lnTo>
                  <a:pt x="525" y="370"/>
                </a:lnTo>
                <a:lnTo>
                  <a:pt x="518" y="370"/>
                </a:lnTo>
                <a:lnTo>
                  <a:pt x="518" y="378"/>
                </a:lnTo>
                <a:close/>
                <a:moveTo>
                  <a:pt x="535" y="378"/>
                </a:moveTo>
                <a:lnTo>
                  <a:pt x="542" y="378"/>
                </a:lnTo>
                <a:lnTo>
                  <a:pt x="542" y="370"/>
                </a:lnTo>
                <a:lnTo>
                  <a:pt x="535" y="370"/>
                </a:lnTo>
                <a:lnTo>
                  <a:pt x="535" y="378"/>
                </a:lnTo>
                <a:close/>
                <a:moveTo>
                  <a:pt x="551" y="378"/>
                </a:moveTo>
                <a:lnTo>
                  <a:pt x="559" y="378"/>
                </a:lnTo>
                <a:lnTo>
                  <a:pt x="559" y="370"/>
                </a:lnTo>
                <a:lnTo>
                  <a:pt x="551" y="370"/>
                </a:lnTo>
                <a:lnTo>
                  <a:pt x="551" y="378"/>
                </a:lnTo>
                <a:close/>
                <a:moveTo>
                  <a:pt x="568" y="378"/>
                </a:moveTo>
                <a:lnTo>
                  <a:pt x="575" y="378"/>
                </a:lnTo>
                <a:lnTo>
                  <a:pt x="575" y="370"/>
                </a:lnTo>
                <a:lnTo>
                  <a:pt x="568" y="370"/>
                </a:lnTo>
                <a:lnTo>
                  <a:pt x="568" y="378"/>
                </a:lnTo>
                <a:close/>
                <a:moveTo>
                  <a:pt x="585" y="378"/>
                </a:moveTo>
                <a:lnTo>
                  <a:pt x="592" y="378"/>
                </a:lnTo>
                <a:lnTo>
                  <a:pt x="592" y="370"/>
                </a:lnTo>
                <a:lnTo>
                  <a:pt x="585" y="370"/>
                </a:lnTo>
                <a:lnTo>
                  <a:pt x="585" y="378"/>
                </a:lnTo>
                <a:close/>
                <a:moveTo>
                  <a:pt x="601" y="378"/>
                </a:moveTo>
                <a:lnTo>
                  <a:pt x="608" y="378"/>
                </a:lnTo>
                <a:lnTo>
                  <a:pt x="608" y="370"/>
                </a:lnTo>
                <a:lnTo>
                  <a:pt x="601" y="370"/>
                </a:lnTo>
                <a:lnTo>
                  <a:pt x="601" y="378"/>
                </a:lnTo>
                <a:close/>
                <a:moveTo>
                  <a:pt x="620" y="378"/>
                </a:moveTo>
                <a:lnTo>
                  <a:pt x="625" y="378"/>
                </a:lnTo>
                <a:lnTo>
                  <a:pt x="625" y="370"/>
                </a:lnTo>
                <a:lnTo>
                  <a:pt x="620" y="370"/>
                </a:lnTo>
                <a:lnTo>
                  <a:pt x="620" y="378"/>
                </a:lnTo>
                <a:close/>
                <a:moveTo>
                  <a:pt x="637" y="378"/>
                </a:moveTo>
                <a:lnTo>
                  <a:pt x="644" y="378"/>
                </a:lnTo>
                <a:lnTo>
                  <a:pt x="644" y="370"/>
                </a:lnTo>
                <a:lnTo>
                  <a:pt x="637" y="370"/>
                </a:lnTo>
                <a:lnTo>
                  <a:pt x="637" y="378"/>
                </a:lnTo>
                <a:close/>
                <a:moveTo>
                  <a:pt x="653" y="378"/>
                </a:moveTo>
                <a:lnTo>
                  <a:pt x="660" y="378"/>
                </a:lnTo>
                <a:lnTo>
                  <a:pt x="660" y="370"/>
                </a:lnTo>
                <a:lnTo>
                  <a:pt x="653" y="370"/>
                </a:lnTo>
                <a:lnTo>
                  <a:pt x="653" y="378"/>
                </a:lnTo>
                <a:close/>
                <a:moveTo>
                  <a:pt x="670" y="378"/>
                </a:moveTo>
                <a:lnTo>
                  <a:pt x="677" y="378"/>
                </a:lnTo>
                <a:lnTo>
                  <a:pt x="677" y="370"/>
                </a:lnTo>
                <a:lnTo>
                  <a:pt x="670" y="370"/>
                </a:lnTo>
                <a:lnTo>
                  <a:pt x="670" y="378"/>
                </a:lnTo>
                <a:close/>
                <a:moveTo>
                  <a:pt x="786" y="378"/>
                </a:moveTo>
                <a:lnTo>
                  <a:pt x="793" y="378"/>
                </a:lnTo>
                <a:lnTo>
                  <a:pt x="793" y="370"/>
                </a:lnTo>
                <a:lnTo>
                  <a:pt x="786" y="370"/>
                </a:lnTo>
                <a:lnTo>
                  <a:pt x="786" y="378"/>
                </a:lnTo>
                <a:close/>
                <a:moveTo>
                  <a:pt x="802" y="378"/>
                </a:moveTo>
                <a:lnTo>
                  <a:pt x="810" y="378"/>
                </a:lnTo>
                <a:lnTo>
                  <a:pt x="810" y="370"/>
                </a:lnTo>
                <a:lnTo>
                  <a:pt x="802" y="370"/>
                </a:lnTo>
                <a:lnTo>
                  <a:pt x="802" y="378"/>
                </a:lnTo>
                <a:close/>
                <a:moveTo>
                  <a:pt x="819" y="378"/>
                </a:moveTo>
                <a:lnTo>
                  <a:pt x="826" y="378"/>
                </a:lnTo>
                <a:lnTo>
                  <a:pt x="826" y="370"/>
                </a:lnTo>
                <a:lnTo>
                  <a:pt x="819" y="370"/>
                </a:lnTo>
                <a:lnTo>
                  <a:pt x="819" y="378"/>
                </a:lnTo>
                <a:close/>
                <a:moveTo>
                  <a:pt x="836" y="378"/>
                </a:moveTo>
                <a:lnTo>
                  <a:pt x="843" y="378"/>
                </a:lnTo>
                <a:lnTo>
                  <a:pt x="843" y="370"/>
                </a:lnTo>
                <a:lnTo>
                  <a:pt x="836" y="370"/>
                </a:lnTo>
                <a:lnTo>
                  <a:pt x="836" y="378"/>
                </a:lnTo>
                <a:close/>
                <a:moveTo>
                  <a:pt x="852" y="378"/>
                </a:moveTo>
                <a:lnTo>
                  <a:pt x="859" y="378"/>
                </a:lnTo>
                <a:lnTo>
                  <a:pt x="859" y="370"/>
                </a:lnTo>
                <a:lnTo>
                  <a:pt x="852" y="370"/>
                </a:lnTo>
                <a:lnTo>
                  <a:pt x="852" y="378"/>
                </a:lnTo>
                <a:close/>
                <a:moveTo>
                  <a:pt x="871" y="378"/>
                </a:moveTo>
                <a:lnTo>
                  <a:pt x="876" y="378"/>
                </a:lnTo>
                <a:lnTo>
                  <a:pt x="876" y="370"/>
                </a:lnTo>
                <a:lnTo>
                  <a:pt x="871" y="370"/>
                </a:lnTo>
                <a:lnTo>
                  <a:pt x="871" y="378"/>
                </a:lnTo>
                <a:close/>
                <a:moveTo>
                  <a:pt x="888" y="378"/>
                </a:moveTo>
                <a:lnTo>
                  <a:pt x="895" y="378"/>
                </a:lnTo>
                <a:lnTo>
                  <a:pt x="895" y="370"/>
                </a:lnTo>
                <a:lnTo>
                  <a:pt x="888" y="370"/>
                </a:lnTo>
                <a:lnTo>
                  <a:pt x="888" y="378"/>
                </a:lnTo>
                <a:close/>
                <a:moveTo>
                  <a:pt x="904" y="378"/>
                </a:moveTo>
                <a:lnTo>
                  <a:pt x="911" y="378"/>
                </a:lnTo>
                <a:lnTo>
                  <a:pt x="911" y="370"/>
                </a:lnTo>
                <a:lnTo>
                  <a:pt x="904" y="370"/>
                </a:lnTo>
                <a:lnTo>
                  <a:pt x="904" y="378"/>
                </a:lnTo>
                <a:close/>
                <a:moveTo>
                  <a:pt x="1037" y="378"/>
                </a:moveTo>
                <a:lnTo>
                  <a:pt x="1044" y="378"/>
                </a:lnTo>
                <a:lnTo>
                  <a:pt x="1044" y="370"/>
                </a:lnTo>
                <a:lnTo>
                  <a:pt x="1037" y="370"/>
                </a:lnTo>
                <a:lnTo>
                  <a:pt x="1037" y="378"/>
                </a:lnTo>
                <a:close/>
                <a:moveTo>
                  <a:pt x="1053" y="378"/>
                </a:moveTo>
                <a:lnTo>
                  <a:pt x="1061" y="378"/>
                </a:lnTo>
                <a:lnTo>
                  <a:pt x="1061" y="370"/>
                </a:lnTo>
                <a:lnTo>
                  <a:pt x="1053" y="370"/>
                </a:lnTo>
                <a:lnTo>
                  <a:pt x="1053" y="378"/>
                </a:lnTo>
                <a:close/>
                <a:moveTo>
                  <a:pt x="1070" y="378"/>
                </a:moveTo>
                <a:lnTo>
                  <a:pt x="1077" y="378"/>
                </a:lnTo>
                <a:lnTo>
                  <a:pt x="1077" y="370"/>
                </a:lnTo>
                <a:lnTo>
                  <a:pt x="1070" y="370"/>
                </a:lnTo>
                <a:lnTo>
                  <a:pt x="1070" y="378"/>
                </a:lnTo>
                <a:close/>
                <a:moveTo>
                  <a:pt x="1087" y="378"/>
                </a:moveTo>
                <a:lnTo>
                  <a:pt x="1094" y="378"/>
                </a:lnTo>
                <a:lnTo>
                  <a:pt x="1094" y="370"/>
                </a:lnTo>
                <a:lnTo>
                  <a:pt x="1087" y="370"/>
                </a:lnTo>
                <a:lnTo>
                  <a:pt x="1087" y="378"/>
                </a:lnTo>
                <a:close/>
                <a:moveTo>
                  <a:pt x="1103" y="378"/>
                </a:moveTo>
                <a:lnTo>
                  <a:pt x="1110" y="378"/>
                </a:lnTo>
                <a:lnTo>
                  <a:pt x="1110" y="370"/>
                </a:lnTo>
                <a:lnTo>
                  <a:pt x="1103" y="370"/>
                </a:lnTo>
                <a:lnTo>
                  <a:pt x="1103" y="378"/>
                </a:lnTo>
                <a:close/>
                <a:moveTo>
                  <a:pt x="1506" y="378"/>
                </a:moveTo>
                <a:lnTo>
                  <a:pt x="1513" y="378"/>
                </a:lnTo>
                <a:lnTo>
                  <a:pt x="1513" y="370"/>
                </a:lnTo>
                <a:lnTo>
                  <a:pt x="1506" y="370"/>
                </a:lnTo>
                <a:lnTo>
                  <a:pt x="1506" y="378"/>
                </a:lnTo>
                <a:close/>
                <a:moveTo>
                  <a:pt x="1522" y="378"/>
                </a:moveTo>
                <a:lnTo>
                  <a:pt x="1529" y="378"/>
                </a:lnTo>
                <a:lnTo>
                  <a:pt x="1529" y="370"/>
                </a:lnTo>
                <a:lnTo>
                  <a:pt x="1522" y="370"/>
                </a:lnTo>
                <a:lnTo>
                  <a:pt x="1522" y="378"/>
                </a:lnTo>
                <a:close/>
                <a:moveTo>
                  <a:pt x="1539" y="378"/>
                </a:moveTo>
                <a:lnTo>
                  <a:pt x="1546" y="378"/>
                </a:lnTo>
                <a:lnTo>
                  <a:pt x="1546" y="370"/>
                </a:lnTo>
                <a:lnTo>
                  <a:pt x="1539" y="370"/>
                </a:lnTo>
                <a:lnTo>
                  <a:pt x="1539" y="378"/>
                </a:lnTo>
                <a:close/>
                <a:moveTo>
                  <a:pt x="1555" y="378"/>
                </a:moveTo>
                <a:lnTo>
                  <a:pt x="1563" y="378"/>
                </a:lnTo>
                <a:lnTo>
                  <a:pt x="1563" y="370"/>
                </a:lnTo>
                <a:lnTo>
                  <a:pt x="1555" y="370"/>
                </a:lnTo>
                <a:lnTo>
                  <a:pt x="1555" y="378"/>
                </a:lnTo>
                <a:close/>
                <a:moveTo>
                  <a:pt x="1572" y="378"/>
                </a:moveTo>
                <a:lnTo>
                  <a:pt x="1579" y="378"/>
                </a:lnTo>
                <a:lnTo>
                  <a:pt x="1579" y="370"/>
                </a:lnTo>
                <a:lnTo>
                  <a:pt x="1572" y="370"/>
                </a:lnTo>
                <a:lnTo>
                  <a:pt x="1572" y="378"/>
                </a:lnTo>
                <a:close/>
                <a:moveTo>
                  <a:pt x="1589" y="378"/>
                </a:moveTo>
                <a:lnTo>
                  <a:pt x="1596" y="378"/>
                </a:lnTo>
                <a:lnTo>
                  <a:pt x="1596" y="370"/>
                </a:lnTo>
                <a:lnTo>
                  <a:pt x="1589" y="370"/>
                </a:lnTo>
                <a:lnTo>
                  <a:pt x="1589" y="378"/>
                </a:lnTo>
                <a:close/>
                <a:moveTo>
                  <a:pt x="1605" y="378"/>
                </a:moveTo>
                <a:lnTo>
                  <a:pt x="1612" y="378"/>
                </a:lnTo>
                <a:lnTo>
                  <a:pt x="1612" y="370"/>
                </a:lnTo>
                <a:lnTo>
                  <a:pt x="1605" y="370"/>
                </a:lnTo>
                <a:lnTo>
                  <a:pt x="1605" y="378"/>
                </a:lnTo>
                <a:close/>
                <a:moveTo>
                  <a:pt x="1638" y="378"/>
                </a:moveTo>
                <a:lnTo>
                  <a:pt x="1645" y="378"/>
                </a:lnTo>
                <a:lnTo>
                  <a:pt x="1645" y="370"/>
                </a:lnTo>
                <a:lnTo>
                  <a:pt x="1638" y="370"/>
                </a:lnTo>
                <a:lnTo>
                  <a:pt x="1638" y="378"/>
                </a:lnTo>
                <a:close/>
                <a:moveTo>
                  <a:pt x="1657" y="378"/>
                </a:moveTo>
                <a:lnTo>
                  <a:pt x="1664" y="378"/>
                </a:lnTo>
                <a:lnTo>
                  <a:pt x="1664" y="370"/>
                </a:lnTo>
                <a:lnTo>
                  <a:pt x="1657" y="370"/>
                </a:lnTo>
                <a:lnTo>
                  <a:pt x="1657" y="378"/>
                </a:lnTo>
                <a:close/>
                <a:moveTo>
                  <a:pt x="1674" y="378"/>
                </a:moveTo>
                <a:lnTo>
                  <a:pt x="1681" y="378"/>
                </a:lnTo>
                <a:lnTo>
                  <a:pt x="1681" y="370"/>
                </a:lnTo>
                <a:lnTo>
                  <a:pt x="1674" y="370"/>
                </a:lnTo>
                <a:lnTo>
                  <a:pt x="1674" y="378"/>
                </a:lnTo>
                <a:close/>
                <a:moveTo>
                  <a:pt x="1690" y="378"/>
                </a:moveTo>
                <a:lnTo>
                  <a:pt x="1698" y="378"/>
                </a:lnTo>
                <a:lnTo>
                  <a:pt x="1698" y="370"/>
                </a:lnTo>
                <a:lnTo>
                  <a:pt x="1690" y="370"/>
                </a:lnTo>
                <a:lnTo>
                  <a:pt x="1690" y="378"/>
                </a:lnTo>
                <a:close/>
                <a:moveTo>
                  <a:pt x="1707" y="378"/>
                </a:moveTo>
                <a:lnTo>
                  <a:pt x="1714" y="378"/>
                </a:lnTo>
                <a:lnTo>
                  <a:pt x="1714" y="370"/>
                </a:lnTo>
                <a:lnTo>
                  <a:pt x="1707" y="370"/>
                </a:lnTo>
                <a:lnTo>
                  <a:pt x="1707" y="378"/>
                </a:lnTo>
                <a:close/>
                <a:moveTo>
                  <a:pt x="1724" y="378"/>
                </a:moveTo>
                <a:lnTo>
                  <a:pt x="1731" y="378"/>
                </a:lnTo>
                <a:lnTo>
                  <a:pt x="1731" y="370"/>
                </a:lnTo>
                <a:lnTo>
                  <a:pt x="1724" y="370"/>
                </a:lnTo>
                <a:lnTo>
                  <a:pt x="1724" y="378"/>
                </a:lnTo>
                <a:close/>
                <a:moveTo>
                  <a:pt x="1740" y="378"/>
                </a:moveTo>
                <a:lnTo>
                  <a:pt x="1747" y="378"/>
                </a:lnTo>
                <a:lnTo>
                  <a:pt x="1747" y="370"/>
                </a:lnTo>
                <a:lnTo>
                  <a:pt x="1740" y="370"/>
                </a:lnTo>
                <a:lnTo>
                  <a:pt x="1740" y="378"/>
                </a:lnTo>
                <a:close/>
                <a:moveTo>
                  <a:pt x="1757" y="378"/>
                </a:moveTo>
                <a:lnTo>
                  <a:pt x="1764" y="378"/>
                </a:lnTo>
                <a:lnTo>
                  <a:pt x="1764" y="370"/>
                </a:lnTo>
                <a:lnTo>
                  <a:pt x="1757" y="370"/>
                </a:lnTo>
                <a:lnTo>
                  <a:pt x="1757" y="378"/>
                </a:lnTo>
                <a:close/>
                <a:moveTo>
                  <a:pt x="1773" y="378"/>
                </a:moveTo>
                <a:lnTo>
                  <a:pt x="1780" y="378"/>
                </a:lnTo>
                <a:lnTo>
                  <a:pt x="1780" y="370"/>
                </a:lnTo>
                <a:lnTo>
                  <a:pt x="1773" y="370"/>
                </a:lnTo>
                <a:lnTo>
                  <a:pt x="1773" y="378"/>
                </a:lnTo>
                <a:close/>
                <a:moveTo>
                  <a:pt x="1790" y="378"/>
                </a:moveTo>
                <a:lnTo>
                  <a:pt x="1797" y="378"/>
                </a:lnTo>
                <a:lnTo>
                  <a:pt x="1797" y="370"/>
                </a:lnTo>
                <a:lnTo>
                  <a:pt x="1790" y="370"/>
                </a:lnTo>
                <a:lnTo>
                  <a:pt x="1790" y="378"/>
                </a:lnTo>
                <a:close/>
                <a:moveTo>
                  <a:pt x="1806" y="378"/>
                </a:moveTo>
                <a:lnTo>
                  <a:pt x="1814" y="378"/>
                </a:lnTo>
                <a:lnTo>
                  <a:pt x="1814" y="370"/>
                </a:lnTo>
                <a:lnTo>
                  <a:pt x="1806" y="370"/>
                </a:lnTo>
                <a:lnTo>
                  <a:pt x="1806" y="378"/>
                </a:lnTo>
                <a:close/>
                <a:moveTo>
                  <a:pt x="1823" y="378"/>
                </a:moveTo>
                <a:lnTo>
                  <a:pt x="1830" y="378"/>
                </a:lnTo>
                <a:lnTo>
                  <a:pt x="1830" y="370"/>
                </a:lnTo>
                <a:lnTo>
                  <a:pt x="1823" y="370"/>
                </a:lnTo>
                <a:lnTo>
                  <a:pt x="1823" y="378"/>
                </a:lnTo>
                <a:close/>
                <a:moveTo>
                  <a:pt x="1840" y="378"/>
                </a:moveTo>
                <a:lnTo>
                  <a:pt x="1847" y="378"/>
                </a:lnTo>
                <a:lnTo>
                  <a:pt x="1847" y="370"/>
                </a:lnTo>
                <a:lnTo>
                  <a:pt x="1840" y="370"/>
                </a:lnTo>
                <a:lnTo>
                  <a:pt x="1840" y="378"/>
                </a:lnTo>
                <a:close/>
                <a:moveTo>
                  <a:pt x="1856" y="378"/>
                </a:moveTo>
                <a:lnTo>
                  <a:pt x="1863" y="378"/>
                </a:lnTo>
                <a:lnTo>
                  <a:pt x="1863" y="370"/>
                </a:lnTo>
                <a:lnTo>
                  <a:pt x="1856" y="370"/>
                </a:lnTo>
                <a:lnTo>
                  <a:pt x="1856" y="378"/>
                </a:lnTo>
                <a:close/>
                <a:moveTo>
                  <a:pt x="1873" y="378"/>
                </a:moveTo>
                <a:lnTo>
                  <a:pt x="1880" y="378"/>
                </a:lnTo>
                <a:lnTo>
                  <a:pt x="1880" y="370"/>
                </a:lnTo>
                <a:lnTo>
                  <a:pt x="1873" y="370"/>
                </a:lnTo>
                <a:lnTo>
                  <a:pt x="1873" y="378"/>
                </a:lnTo>
                <a:close/>
                <a:moveTo>
                  <a:pt x="1889" y="378"/>
                </a:moveTo>
                <a:lnTo>
                  <a:pt x="1896" y="378"/>
                </a:lnTo>
                <a:lnTo>
                  <a:pt x="1896" y="370"/>
                </a:lnTo>
                <a:lnTo>
                  <a:pt x="1889" y="370"/>
                </a:lnTo>
                <a:lnTo>
                  <a:pt x="1889" y="378"/>
                </a:lnTo>
                <a:close/>
                <a:moveTo>
                  <a:pt x="1908" y="378"/>
                </a:moveTo>
                <a:lnTo>
                  <a:pt x="1915" y="378"/>
                </a:lnTo>
                <a:lnTo>
                  <a:pt x="1915" y="370"/>
                </a:lnTo>
                <a:lnTo>
                  <a:pt x="1908" y="370"/>
                </a:lnTo>
                <a:lnTo>
                  <a:pt x="1908" y="378"/>
                </a:lnTo>
                <a:close/>
                <a:moveTo>
                  <a:pt x="1925" y="378"/>
                </a:moveTo>
                <a:lnTo>
                  <a:pt x="1932" y="378"/>
                </a:lnTo>
                <a:lnTo>
                  <a:pt x="1932" y="370"/>
                </a:lnTo>
                <a:lnTo>
                  <a:pt x="1925" y="370"/>
                </a:lnTo>
                <a:lnTo>
                  <a:pt x="1925" y="378"/>
                </a:lnTo>
                <a:close/>
                <a:moveTo>
                  <a:pt x="1941" y="378"/>
                </a:moveTo>
                <a:lnTo>
                  <a:pt x="1949" y="378"/>
                </a:lnTo>
                <a:lnTo>
                  <a:pt x="1949" y="370"/>
                </a:lnTo>
                <a:lnTo>
                  <a:pt x="1941" y="370"/>
                </a:lnTo>
                <a:lnTo>
                  <a:pt x="1941" y="378"/>
                </a:lnTo>
                <a:close/>
                <a:moveTo>
                  <a:pt x="1958" y="378"/>
                </a:moveTo>
                <a:lnTo>
                  <a:pt x="1965" y="378"/>
                </a:lnTo>
                <a:lnTo>
                  <a:pt x="1965" y="370"/>
                </a:lnTo>
                <a:lnTo>
                  <a:pt x="1958" y="370"/>
                </a:lnTo>
                <a:lnTo>
                  <a:pt x="1958" y="378"/>
                </a:lnTo>
                <a:close/>
                <a:moveTo>
                  <a:pt x="1975" y="378"/>
                </a:moveTo>
                <a:lnTo>
                  <a:pt x="1982" y="378"/>
                </a:lnTo>
                <a:lnTo>
                  <a:pt x="1982" y="370"/>
                </a:lnTo>
                <a:lnTo>
                  <a:pt x="1975" y="370"/>
                </a:lnTo>
                <a:lnTo>
                  <a:pt x="1975" y="378"/>
                </a:lnTo>
                <a:close/>
                <a:moveTo>
                  <a:pt x="1991" y="378"/>
                </a:moveTo>
                <a:lnTo>
                  <a:pt x="1998" y="378"/>
                </a:lnTo>
                <a:lnTo>
                  <a:pt x="1998" y="370"/>
                </a:lnTo>
                <a:lnTo>
                  <a:pt x="1991" y="370"/>
                </a:lnTo>
                <a:lnTo>
                  <a:pt x="1991" y="378"/>
                </a:lnTo>
                <a:close/>
                <a:moveTo>
                  <a:pt x="2008" y="378"/>
                </a:moveTo>
                <a:lnTo>
                  <a:pt x="2015" y="378"/>
                </a:lnTo>
                <a:lnTo>
                  <a:pt x="2015" y="370"/>
                </a:lnTo>
                <a:lnTo>
                  <a:pt x="2008" y="370"/>
                </a:lnTo>
                <a:lnTo>
                  <a:pt x="2008" y="378"/>
                </a:lnTo>
                <a:close/>
                <a:moveTo>
                  <a:pt x="2024" y="378"/>
                </a:moveTo>
                <a:lnTo>
                  <a:pt x="2031" y="378"/>
                </a:lnTo>
                <a:lnTo>
                  <a:pt x="2031" y="370"/>
                </a:lnTo>
                <a:lnTo>
                  <a:pt x="2024" y="370"/>
                </a:lnTo>
                <a:lnTo>
                  <a:pt x="2024" y="378"/>
                </a:lnTo>
                <a:close/>
                <a:moveTo>
                  <a:pt x="2041" y="378"/>
                </a:moveTo>
                <a:lnTo>
                  <a:pt x="2048" y="378"/>
                </a:lnTo>
                <a:lnTo>
                  <a:pt x="2048" y="370"/>
                </a:lnTo>
                <a:lnTo>
                  <a:pt x="2041" y="370"/>
                </a:lnTo>
                <a:lnTo>
                  <a:pt x="2041" y="378"/>
                </a:lnTo>
                <a:close/>
                <a:moveTo>
                  <a:pt x="2057" y="378"/>
                </a:moveTo>
                <a:lnTo>
                  <a:pt x="2065" y="378"/>
                </a:lnTo>
                <a:lnTo>
                  <a:pt x="2065" y="370"/>
                </a:lnTo>
                <a:lnTo>
                  <a:pt x="2057" y="370"/>
                </a:lnTo>
                <a:lnTo>
                  <a:pt x="2057" y="378"/>
                </a:lnTo>
                <a:close/>
                <a:moveTo>
                  <a:pt x="2074" y="378"/>
                </a:moveTo>
                <a:lnTo>
                  <a:pt x="2081" y="378"/>
                </a:lnTo>
                <a:lnTo>
                  <a:pt x="2081" y="370"/>
                </a:lnTo>
                <a:lnTo>
                  <a:pt x="2074" y="370"/>
                </a:lnTo>
                <a:lnTo>
                  <a:pt x="2074" y="378"/>
                </a:lnTo>
                <a:close/>
                <a:moveTo>
                  <a:pt x="2091" y="378"/>
                </a:moveTo>
                <a:lnTo>
                  <a:pt x="2098" y="378"/>
                </a:lnTo>
                <a:lnTo>
                  <a:pt x="2098" y="370"/>
                </a:lnTo>
                <a:lnTo>
                  <a:pt x="2091" y="370"/>
                </a:lnTo>
                <a:lnTo>
                  <a:pt x="2091" y="378"/>
                </a:lnTo>
                <a:close/>
                <a:moveTo>
                  <a:pt x="2107" y="378"/>
                </a:moveTo>
                <a:lnTo>
                  <a:pt x="2114" y="378"/>
                </a:lnTo>
                <a:lnTo>
                  <a:pt x="2114" y="370"/>
                </a:lnTo>
                <a:lnTo>
                  <a:pt x="2107" y="370"/>
                </a:lnTo>
                <a:lnTo>
                  <a:pt x="2107" y="378"/>
                </a:lnTo>
                <a:close/>
                <a:moveTo>
                  <a:pt x="2124" y="378"/>
                </a:moveTo>
                <a:lnTo>
                  <a:pt x="2131" y="378"/>
                </a:lnTo>
                <a:lnTo>
                  <a:pt x="2131" y="370"/>
                </a:lnTo>
                <a:lnTo>
                  <a:pt x="2124" y="370"/>
                </a:lnTo>
                <a:lnTo>
                  <a:pt x="2124" y="378"/>
                </a:lnTo>
                <a:close/>
                <a:moveTo>
                  <a:pt x="2140" y="378"/>
                </a:moveTo>
                <a:lnTo>
                  <a:pt x="2147" y="378"/>
                </a:lnTo>
                <a:lnTo>
                  <a:pt x="2147" y="370"/>
                </a:lnTo>
                <a:lnTo>
                  <a:pt x="2140" y="370"/>
                </a:lnTo>
                <a:lnTo>
                  <a:pt x="2140" y="378"/>
                </a:lnTo>
                <a:close/>
                <a:moveTo>
                  <a:pt x="2159" y="378"/>
                </a:moveTo>
                <a:lnTo>
                  <a:pt x="2164" y="378"/>
                </a:lnTo>
                <a:lnTo>
                  <a:pt x="2164" y="370"/>
                </a:lnTo>
                <a:lnTo>
                  <a:pt x="2159" y="370"/>
                </a:lnTo>
                <a:lnTo>
                  <a:pt x="2159" y="378"/>
                </a:lnTo>
                <a:close/>
                <a:moveTo>
                  <a:pt x="2176" y="378"/>
                </a:moveTo>
                <a:lnTo>
                  <a:pt x="2183" y="378"/>
                </a:lnTo>
                <a:lnTo>
                  <a:pt x="2183" y="370"/>
                </a:lnTo>
                <a:lnTo>
                  <a:pt x="2176" y="370"/>
                </a:lnTo>
                <a:lnTo>
                  <a:pt x="2176" y="378"/>
                </a:lnTo>
                <a:close/>
                <a:moveTo>
                  <a:pt x="2192" y="378"/>
                </a:moveTo>
                <a:lnTo>
                  <a:pt x="2200" y="378"/>
                </a:lnTo>
                <a:lnTo>
                  <a:pt x="2200" y="370"/>
                </a:lnTo>
                <a:lnTo>
                  <a:pt x="2192" y="370"/>
                </a:lnTo>
                <a:lnTo>
                  <a:pt x="2192" y="378"/>
                </a:lnTo>
                <a:close/>
                <a:moveTo>
                  <a:pt x="2209" y="378"/>
                </a:moveTo>
                <a:lnTo>
                  <a:pt x="2216" y="378"/>
                </a:lnTo>
                <a:lnTo>
                  <a:pt x="2216" y="370"/>
                </a:lnTo>
                <a:lnTo>
                  <a:pt x="2209" y="370"/>
                </a:lnTo>
                <a:lnTo>
                  <a:pt x="2209" y="378"/>
                </a:lnTo>
                <a:close/>
                <a:moveTo>
                  <a:pt x="2226" y="378"/>
                </a:moveTo>
                <a:lnTo>
                  <a:pt x="2233" y="378"/>
                </a:lnTo>
                <a:lnTo>
                  <a:pt x="2233" y="370"/>
                </a:lnTo>
                <a:lnTo>
                  <a:pt x="2226" y="370"/>
                </a:lnTo>
                <a:lnTo>
                  <a:pt x="2226" y="378"/>
                </a:lnTo>
                <a:close/>
                <a:moveTo>
                  <a:pt x="2242" y="378"/>
                </a:moveTo>
                <a:lnTo>
                  <a:pt x="2249" y="378"/>
                </a:lnTo>
                <a:lnTo>
                  <a:pt x="2249" y="370"/>
                </a:lnTo>
                <a:lnTo>
                  <a:pt x="2242" y="370"/>
                </a:lnTo>
                <a:lnTo>
                  <a:pt x="2242" y="378"/>
                </a:lnTo>
                <a:close/>
                <a:moveTo>
                  <a:pt x="2259" y="378"/>
                </a:moveTo>
                <a:lnTo>
                  <a:pt x="2266" y="378"/>
                </a:lnTo>
                <a:lnTo>
                  <a:pt x="2266" y="370"/>
                </a:lnTo>
                <a:lnTo>
                  <a:pt x="2259" y="370"/>
                </a:lnTo>
                <a:lnTo>
                  <a:pt x="2259" y="378"/>
                </a:lnTo>
                <a:close/>
                <a:moveTo>
                  <a:pt x="2275" y="378"/>
                </a:moveTo>
                <a:lnTo>
                  <a:pt x="2282" y="378"/>
                </a:lnTo>
                <a:lnTo>
                  <a:pt x="2282" y="370"/>
                </a:lnTo>
                <a:lnTo>
                  <a:pt x="2275" y="370"/>
                </a:lnTo>
                <a:lnTo>
                  <a:pt x="2275" y="378"/>
                </a:lnTo>
                <a:close/>
                <a:moveTo>
                  <a:pt x="2292" y="378"/>
                </a:moveTo>
                <a:lnTo>
                  <a:pt x="2299" y="378"/>
                </a:lnTo>
                <a:lnTo>
                  <a:pt x="2299" y="370"/>
                </a:lnTo>
                <a:lnTo>
                  <a:pt x="2292" y="370"/>
                </a:lnTo>
                <a:lnTo>
                  <a:pt x="2292" y="378"/>
                </a:lnTo>
                <a:close/>
                <a:moveTo>
                  <a:pt x="2308" y="378"/>
                </a:moveTo>
                <a:lnTo>
                  <a:pt x="2316" y="378"/>
                </a:lnTo>
                <a:lnTo>
                  <a:pt x="2316" y="370"/>
                </a:lnTo>
                <a:lnTo>
                  <a:pt x="2308" y="370"/>
                </a:lnTo>
                <a:lnTo>
                  <a:pt x="2308" y="378"/>
                </a:lnTo>
                <a:close/>
                <a:moveTo>
                  <a:pt x="2325" y="378"/>
                </a:moveTo>
                <a:lnTo>
                  <a:pt x="2332" y="378"/>
                </a:lnTo>
                <a:lnTo>
                  <a:pt x="2332" y="370"/>
                </a:lnTo>
                <a:lnTo>
                  <a:pt x="2325" y="370"/>
                </a:lnTo>
                <a:lnTo>
                  <a:pt x="2325" y="378"/>
                </a:lnTo>
                <a:close/>
                <a:moveTo>
                  <a:pt x="2342" y="378"/>
                </a:moveTo>
                <a:lnTo>
                  <a:pt x="2349" y="378"/>
                </a:lnTo>
                <a:lnTo>
                  <a:pt x="2349" y="370"/>
                </a:lnTo>
                <a:lnTo>
                  <a:pt x="2342" y="370"/>
                </a:lnTo>
                <a:lnTo>
                  <a:pt x="2342" y="378"/>
                </a:lnTo>
                <a:close/>
                <a:moveTo>
                  <a:pt x="2358" y="378"/>
                </a:moveTo>
                <a:lnTo>
                  <a:pt x="2365" y="378"/>
                </a:lnTo>
                <a:lnTo>
                  <a:pt x="2365" y="370"/>
                </a:lnTo>
                <a:lnTo>
                  <a:pt x="2358" y="370"/>
                </a:lnTo>
                <a:lnTo>
                  <a:pt x="2358" y="378"/>
                </a:lnTo>
                <a:close/>
                <a:moveTo>
                  <a:pt x="2375" y="378"/>
                </a:moveTo>
                <a:lnTo>
                  <a:pt x="2382" y="378"/>
                </a:lnTo>
                <a:lnTo>
                  <a:pt x="2382" y="370"/>
                </a:lnTo>
                <a:lnTo>
                  <a:pt x="2375" y="370"/>
                </a:lnTo>
                <a:lnTo>
                  <a:pt x="2375" y="378"/>
                </a:lnTo>
                <a:close/>
                <a:moveTo>
                  <a:pt x="2391" y="378"/>
                </a:moveTo>
                <a:lnTo>
                  <a:pt x="2398" y="378"/>
                </a:lnTo>
                <a:lnTo>
                  <a:pt x="2398" y="370"/>
                </a:lnTo>
                <a:lnTo>
                  <a:pt x="2391" y="370"/>
                </a:lnTo>
                <a:lnTo>
                  <a:pt x="2391" y="378"/>
                </a:lnTo>
                <a:close/>
                <a:moveTo>
                  <a:pt x="2408" y="378"/>
                </a:moveTo>
                <a:lnTo>
                  <a:pt x="2415" y="378"/>
                </a:lnTo>
                <a:lnTo>
                  <a:pt x="2415" y="370"/>
                </a:lnTo>
                <a:lnTo>
                  <a:pt x="2408" y="370"/>
                </a:lnTo>
                <a:lnTo>
                  <a:pt x="2408" y="378"/>
                </a:lnTo>
                <a:close/>
                <a:moveTo>
                  <a:pt x="2427" y="378"/>
                </a:moveTo>
                <a:lnTo>
                  <a:pt x="2434" y="378"/>
                </a:lnTo>
                <a:lnTo>
                  <a:pt x="2434" y="370"/>
                </a:lnTo>
                <a:lnTo>
                  <a:pt x="2427" y="370"/>
                </a:lnTo>
                <a:lnTo>
                  <a:pt x="2427" y="378"/>
                </a:lnTo>
                <a:close/>
                <a:moveTo>
                  <a:pt x="2443" y="378"/>
                </a:moveTo>
                <a:lnTo>
                  <a:pt x="2451" y="378"/>
                </a:lnTo>
                <a:lnTo>
                  <a:pt x="2451" y="370"/>
                </a:lnTo>
                <a:lnTo>
                  <a:pt x="2443" y="370"/>
                </a:lnTo>
                <a:lnTo>
                  <a:pt x="2443" y="378"/>
                </a:lnTo>
                <a:close/>
                <a:moveTo>
                  <a:pt x="2460" y="378"/>
                </a:moveTo>
                <a:lnTo>
                  <a:pt x="2467" y="378"/>
                </a:lnTo>
                <a:lnTo>
                  <a:pt x="2467" y="370"/>
                </a:lnTo>
                <a:lnTo>
                  <a:pt x="2460" y="370"/>
                </a:lnTo>
                <a:lnTo>
                  <a:pt x="2460" y="378"/>
                </a:lnTo>
                <a:close/>
                <a:moveTo>
                  <a:pt x="2477" y="378"/>
                </a:moveTo>
                <a:lnTo>
                  <a:pt x="2484" y="378"/>
                </a:lnTo>
                <a:lnTo>
                  <a:pt x="2484" y="370"/>
                </a:lnTo>
                <a:lnTo>
                  <a:pt x="2477" y="370"/>
                </a:lnTo>
                <a:lnTo>
                  <a:pt x="2477" y="378"/>
                </a:lnTo>
                <a:close/>
                <a:moveTo>
                  <a:pt x="2493" y="378"/>
                </a:moveTo>
                <a:lnTo>
                  <a:pt x="2500" y="378"/>
                </a:lnTo>
                <a:lnTo>
                  <a:pt x="2500" y="370"/>
                </a:lnTo>
                <a:lnTo>
                  <a:pt x="2493" y="370"/>
                </a:lnTo>
                <a:lnTo>
                  <a:pt x="2493" y="378"/>
                </a:lnTo>
                <a:close/>
                <a:moveTo>
                  <a:pt x="2510" y="378"/>
                </a:moveTo>
                <a:lnTo>
                  <a:pt x="2517" y="378"/>
                </a:lnTo>
                <a:lnTo>
                  <a:pt x="2517" y="370"/>
                </a:lnTo>
                <a:lnTo>
                  <a:pt x="2510" y="370"/>
                </a:lnTo>
                <a:lnTo>
                  <a:pt x="2510" y="378"/>
                </a:lnTo>
                <a:close/>
                <a:moveTo>
                  <a:pt x="2526" y="378"/>
                </a:moveTo>
                <a:lnTo>
                  <a:pt x="2533" y="378"/>
                </a:lnTo>
                <a:lnTo>
                  <a:pt x="2533" y="370"/>
                </a:lnTo>
                <a:lnTo>
                  <a:pt x="2526" y="370"/>
                </a:lnTo>
                <a:lnTo>
                  <a:pt x="2526" y="378"/>
                </a:lnTo>
                <a:close/>
                <a:moveTo>
                  <a:pt x="2543" y="378"/>
                </a:moveTo>
                <a:lnTo>
                  <a:pt x="2550" y="378"/>
                </a:lnTo>
                <a:lnTo>
                  <a:pt x="2550" y="370"/>
                </a:lnTo>
                <a:lnTo>
                  <a:pt x="2543" y="370"/>
                </a:lnTo>
                <a:lnTo>
                  <a:pt x="2543" y="378"/>
                </a:lnTo>
                <a:close/>
                <a:moveTo>
                  <a:pt x="2560" y="378"/>
                </a:moveTo>
                <a:lnTo>
                  <a:pt x="2567" y="378"/>
                </a:lnTo>
                <a:lnTo>
                  <a:pt x="2567" y="370"/>
                </a:lnTo>
                <a:lnTo>
                  <a:pt x="2560" y="370"/>
                </a:lnTo>
                <a:lnTo>
                  <a:pt x="2560" y="378"/>
                </a:lnTo>
                <a:close/>
                <a:moveTo>
                  <a:pt x="2576" y="378"/>
                </a:moveTo>
                <a:lnTo>
                  <a:pt x="2583" y="378"/>
                </a:lnTo>
                <a:lnTo>
                  <a:pt x="2583" y="370"/>
                </a:lnTo>
                <a:lnTo>
                  <a:pt x="2576" y="370"/>
                </a:lnTo>
                <a:lnTo>
                  <a:pt x="2576" y="378"/>
                </a:lnTo>
                <a:close/>
                <a:moveTo>
                  <a:pt x="2593" y="378"/>
                </a:moveTo>
                <a:lnTo>
                  <a:pt x="2600" y="378"/>
                </a:lnTo>
                <a:lnTo>
                  <a:pt x="2600" y="370"/>
                </a:lnTo>
                <a:lnTo>
                  <a:pt x="2593" y="370"/>
                </a:lnTo>
                <a:lnTo>
                  <a:pt x="2593" y="378"/>
                </a:lnTo>
                <a:close/>
                <a:moveTo>
                  <a:pt x="2609" y="378"/>
                </a:moveTo>
                <a:lnTo>
                  <a:pt x="2616" y="378"/>
                </a:lnTo>
                <a:lnTo>
                  <a:pt x="2616" y="370"/>
                </a:lnTo>
                <a:lnTo>
                  <a:pt x="2609" y="370"/>
                </a:lnTo>
                <a:lnTo>
                  <a:pt x="2609" y="378"/>
                </a:lnTo>
                <a:close/>
                <a:moveTo>
                  <a:pt x="2626" y="378"/>
                </a:moveTo>
                <a:lnTo>
                  <a:pt x="2633" y="378"/>
                </a:lnTo>
                <a:lnTo>
                  <a:pt x="2633" y="370"/>
                </a:lnTo>
                <a:lnTo>
                  <a:pt x="2626" y="370"/>
                </a:lnTo>
                <a:lnTo>
                  <a:pt x="2626" y="378"/>
                </a:lnTo>
                <a:close/>
                <a:moveTo>
                  <a:pt x="2642" y="378"/>
                </a:moveTo>
                <a:lnTo>
                  <a:pt x="2649" y="378"/>
                </a:lnTo>
                <a:lnTo>
                  <a:pt x="2649" y="370"/>
                </a:lnTo>
                <a:lnTo>
                  <a:pt x="2642" y="370"/>
                </a:lnTo>
                <a:lnTo>
                  <a:pt x="2642" y="378"/>
                </a:lnTo>
                <a:close/>
                <a:moveTo>
                  <a:pt x="2659" y="378"/>
                </a:moveTo>
                <a:lnTo>
                  <a:pt x="2666" y="378"/>
                </a:lnTo>
                <a:lnTo>
                  <a:pt x="2666" y="370"/>
                </a:lnTo>
                <a:lnTo>
                  <a:pt x="2659" y="370"/>
                </a:lnTo>
                <a:lnTo>
                  <a:pt x="2659" y="378"/>
                </a:lnTo>
                <a:close/>
                <a:moveTo>
                  <a:pt x="2678" y="378"/>
                </a:moveTo>
                <a:lnTo>
                  <a:pt x="2683" y="378"/>
                </a:lnTo>
                <a:lnTo>
                  <a:pt x="2683" y="370"/>
                </a:lnTo>
                <a:lnTo>
                  <a:pt x="2678" y="370"/>
                </a:lnTo>
                <a:lnTo>
                  <a:pt x="2678" y="378"/>
                </a:lnTo>
                <a:close/>
                <a:moveTo>
                  <a:pt x="2694" y="378"/>
                </a:moveTo>
                <a:lnTo>
                  <a:pt x="2702" y="378"/>
                </a:lnTo>
                <a:lnTo>
                  <a:pt x="2702" y="370"/>
                </a:lnTo>
                <a:lnTo>
                  <a:pt x="2694" y="370"/>
                </a:lnTo>
                <a:lnTo>
                  <a:pt x="2694" y="378"/>
                </a:lnTo>
                <a:close/>
                <a:moveTo>
                  <a:pt x="2711" y="378"/>
                </a:moveTo>
                <a:lnTo>
                  <a:pt x="2718" y="378"/>
                </a:lnTo>
                <a:lnTo>
                  <a:pt x="2718" y="370"/>
                </a:lnTo>
                <a:lnTo>
                  <a:pt x="2711" y="370"/>
                </a:lnTo>
                <a:lnTo>
                  <a:pt x="2711" y="378"/>
                </a:lnTo>
                <a:close/>
                <a:moveTo>
                  <a:pt x="2728" y="378"/>
                </a:moveTo>
                <a:lnTo>
                  <a:pt x="2735" y="378"/>
                </a:lnTo>
                <a:lnTo>
                  <a:pt x="2735" y="370"/>
                </a:lnTo>
                <a:lnTo>
                  <a:pt x="2728" y="370"/>
                </a:lnTo>
                <a:lnTo>
                  <a:pt x="2728" y="378"/>
                </a:lnTo>
                <a:close/>
                <a:moveTo>
                  <a:pt x="2744" y="378"/>
                </a:moveTo>
                <a:lnTo>
                  <a:pt x="2751" y="378"/>
                </a:lnTo>
                <a:lnTo>
                  <a:pt x="2751" y="370"/>
                </a:lnTo>
                <a:lnTo>
                  <a:pt x="2744" y="370"/>
                </a:lnTo>
                <a:lnTo>
                  <a:pt x="2744" y="378"/>
                </a:lnTo>
                <a:close/>
                <a:moveTo>
                  <a:pt x="2761" y="378"/>
                </a:moveTo>
                <a:lnTo>
                  <a:pt x="2768" y="378"/>
                </a:lnTo>
                <a:lnTo>
                  <a:pt x="2768" y="370"/>
                </a:lnTo>
                <a:lnTo>
                  <a:pt x="2761" y="370"/>
                </a:lnTo>
                <a:lnTo>
                  <a:pt x="2761" y="378"/>
                </a:lnTo>
                <a:close/>
                <a:moveTo>
                  <a:pt x="2777" y="378"/>
                </a:moveTo>
                <a:lnTo>
                  <a:pt x="2784" y="378"/>
                </a:lnTo>
                <a:lnTo>
                  <a:pt x="2784" y="370"/>
                </a:lnTo>
                <a:lnTo>
                  <a:pt x="2777" y="370"/>
                </a:lnTo>
                <a:lnTo>
                  <a:pt x="2777" y="378"/>
                </a:lnTo>
                <a:close/>
                <a:moveTo>
                  <a:pt x="2794" y="378"/>
                </a:moveTo>
                <a:lnTo>
                  <a:pt x="2801" y="378"/>
                </a:lnTo>
                <a:lnTo>
                  <a:pt x="2801" y="370"/>
                </a:lnTo>
                <a:lnTo>
                  <a:pt x="2794" y="370"/>
                </a:lnTo>
                <a:lnTo>
                  <a:pt x="2794" y="378"/>
                </a:lnTo>
                <a:close/>
                <a:moveTo>
                  <a:pt x="2811" y="378"/>
                </a:moveTo>
                <a:lnTo>
                  <a:pt x="2818" y="378"/>
                </a:lnTo>
                <a:lnTo>
                  <a:pt x="2818" y="370"/>
                </a:lnTo>
                <a:lnTo>
                  <a:pt x="2811" y="370"/>
                </a:lnTo>
                <a:lnTo>
                  <a:pt x="2811" y="378"/>
                </a:lnTo>
                <a:close/>
                <a:moveTo>
                  <a:pt x="2827" y="378"/>
                </a:moveTo>
                <a:lnTo>
                  <a:pt x="2834" y="378"/>
                </a:lnTo>
                <a:lnTo>
                  <a:pt x="2834" y="370"/>
                </a:lnTo>
                <a:lnTo>
                  <a:pt x="2827" y="370"/>
                </a:lnTo>
                <a:lnTo>
                  <a:pt x="2827" y="378"/>
                </a:lnTo>
                <a:close/>
                <a:moveTo>
                  <a:pt x="2844" y="378"/>
                </a:moveTo>
                <a:lnTo>
                  <a:pt x="2851" y="378"/>
                </a:lnTo>
                <a:lnTo>
                  <a:pt x="2851" y="370"/>
                </a:lnTo>
                <a:lnTo>
                  <a:pt x="2844" y="370"/>
                </a:lnTo>
                <a:lnTo>
                  <a:pt x="2844" y="378"/>
                </a:lnTo>
                <a:close/>
                <a:moveTo>
                  <a:pt x="2860" y="378"/>
                </a:moveTo>
                <a:lnTo>
                  <a:pt x="2867" y="378"/>
                </a:lnTo>
                <a:lnTo>
                  <a:pt x="2867" y="370"/>
                </a:lnTo>
                <a:lnTo>
                  <a:pt x="2860" y="370"/>
                </a:lnTo>
                <a:lnTo>
                  <a:pt x="2860" y="378"/>
                </a:lnTo>
                <a:close/>
                <a:moveTo>
                  <a:pt x="2877" y="378"/>
                </a:moveTo>
                <a:lnTo>
                  <a:pt x="2884" y="378"/>
                </a:lnTo>
                <a:lnTo>
                  <a:pt x="2884" y="370"/>
                </a:lnTo>
                <a:lnTo>
                  <a:pt x="2877" y="370"/>
                </a:lnTo>
                <a:lnTo>
                  <a:pt x="2877" y="378"/>
                </a:lnTo>
                <a:close/>
                <a:moveTo>
                  <a:pt x="2893" y="378"/>
                </a:moveTo>
                <a:lnTo>
                  <a:pt x="2901" y="378"/>
                </a:lnTo>
                <a:lnTo>
                  <a:pt x="2901" y="370"/>
                </a:lnTo>
                <a:lnTo>
                  <a:pt x="2893" y="370"/>
                </a:lnTo>
                <a:lnTo>
                  <a:pt x="2893" y="378"/>
                </a:lnTo>
                <a:close/>
                <a:moveTo>
                  <a:pt x="2910" y="378"/>
                </a:moveTo>
                <a:lnTo>
                  <a:pt x="2917" y="378"/>
                </a:lnTo>
                <a:lnTo>
                  <a:pt x="2917" y="370"/>
                </a:lnTo>
                <a:lnTo>
                  <a:pt x="2910" y="370"/>
                </a:lnTo>
                <a:lnTo>
                  <a:pt x="2910" y="378"/>
                </a:lnTo>
                <a:close/>
                <a:moveTo>
                  <a:pt x="2927" y="378"/>
                </a:moveTo>
                <a:lnTo>
                  <a:pt x="2934" y="378"/>
                </a:lnTo>
                <a:lnTo>
                  <a:pt x="2934" y="370"/>
                </a:lnTo>
                <a:lnTo>
                  <a:pt x="2927" y="370"/>
                </a:lnTo>
                <a:lnTo>
                  <a:pt x="2927" y="378"/>
                </a:lnTo>
                <a:close/>
                <a:moveTo>
                  <a:pt x="49" y="394"/>
                </a:moveTo>
                <a:lnTo>
                  <a:pt x="56" y="394"/>
                </a:lnTo>
                <a:lnTo>
                  <a:pt x="56" y="387"/>
                </a:lnTo>
                <a:lnTo>
                  <a:pt x="49" y="387"/>
                </a:lnTo>
                <a:lnTo>
                  <a:pt x="49" y="394"/>
                </a:lnTo>
                <a:close/>
                <a:moveTo>
                  <a:pt x="66" y="394"/>
                </a:moveTo>
                <a:lnTo>
                  <a:pt x="73" y="394"/>
                </a:lnTo>
                <a:lnTo>
                  <a:pt x="73" y="387"/>
                </a:lnTo>
                <a:lnTo>
                  <a:pt x="66" y="387"/>
                </a:lnTo>
                <a:lnTo>
                  <a:pt x="66" y="394"/>
                </a:lnTo>
                <a:close/>
                <a:moveTo>
                  <a:pt x="83" y="394"/>
                </a:moveTo>
                <a:lnTo>
                  <a:pt x="90" y="394"/>
                </a:lnTo>
                <a:lnTo>
                  <a:pt x="90" y="387"/>
                </a:lnTo>
                <a:lnTo>
                  <a:pt x="83" y="387"/>
                </a:lnTo>
                <a:lnTo>
                  <a:pt x="83" y="394"/>
                </a:lnTo>
                <a:close/>
                <a:moveTo>
                  <a:pt x="101" y="394"/>
                </a:moveTo>
                <a:lnTo>
                  <a:pt x="106" y="394"/>
                </a:lnTo>
                <a:lnTo>
                  <a:pt x="106" y="387"/>
                </a:lnTo>
                <a:lnTo>
                  <a:pt x="101" y="387"/>
                </a:lnTo>
                <a:lnTo>
                  <a:pt x="101" y="394"/>
                </a:lnTo>
                <a:close/>
                <a:moveTo>
                  <a:pt x="118" y="394"/>
                </a:moveTo>
                <a:lnTo>
                  <a:pt x="125" y="394"/>
                </a:lnTo>
                <a:lnTo>
                  <a:pt x="125" y="387"/>
                </a:lnTo>
                <a:lnTo>
                  <a:pt x="118" y="387"/>
                </a:lnTo>
                <a:lnTo>
                  <a:pt x="118" y="394"/>
                </a:lnTo>
                <a:close/>
                <a:moveTo>
                  <a:pt x="135" y="394"/>
                </a:moveTo>
                <a:lnTo>
                  <a:pt x="142" y="394"/>
                </a:lnTo>
                <a:lnTo>
                  <a:pt x="142" y="387"/>
                </a:lnTo>
                <a:lnTo>
                  <a:pt x="135" y="387"/>
                </a:lnTo>
                <a:lnTo>
                  <a:pt x="135" y="394"/>
                </a:lnTo>
                <a:close/>
                <a:moveTo>
                  <a:pt x="151" y="394"/>
                </a:moveTo>
                <a:lnTo>
                  <a:pt x="158" y="394"/>
                </a:lnTo>
                <a:lnTo>
                  <a:pt x="158" y="387"/>
                </a:lnTo>
                <a:lnTo>
                  <a:pt x="151" y="387"/>
                </a:lnTo>
                <a:lnTo>
                  <a:pt x="151" y="394"/>
                </a:lnTo>
                <a:close/>
                <a:moveTo>
                  <a:pt x="168" y="394"/>
                </a:moveTo>
                <a:lnTo>
                  <a:pt x="175" y="394"/>
                </a:lnTo>
                <a:lnTo>
                  <a:pt x="175" y="387"/>
                </a:lnTo>
                <a:lnTo>
                  <a:pt x="168" y="387"/>
                </a:lnTo>
                <a:lnTo>
                  <a:pt x="168" y="394"/>
                </a:lnTo>
                <a:close/>
                <a:moveTo>
                  <a:pt x="184" y="394"/>
                </a:moveTo>
                <a:lnTo>
                  <a:pt x="191" y="394"/>
                </a:lnTo>
                <a:lnTo>
                  <a:pt x="191" y="387"/>
                </a:lnTo>
                <a:lnTo>
                  <a:pt x="184" y="387"/>
                </a:lnTo>
                <a:lnTo>
                  <a:pt x="184" y="394"/>
                </a:lnTo>
                <a:close/>
                <a:moveTo>
                  <a:pt x="201" y="394"/>
                </a:moveTo>
                <a:lnTo>
                  <a:pt x="208" y="394"/>
                </a:lnTo>
                <a:lnTo>
                  <a:pt x="208" y="387"/>
                </a:lnTo>
                <a:lnTo>
                  <a:pt x="201" y="387"/>
                </a:lnTo>
                <a:lnTo>
                  <a:pt x="201" y="394"/>
                </a:lnTo>
                <a:close/>
                <a:moveTo>
                  <a:pt x="218" y="394"/>
                </a:moveTo>
                <a:lnTo>
                  <a:pt x="225" y="394"/>
                </a:lnTo>
                <a:lnTo>
                  <a:pt x="225" y="387"/>
                </a:lnTo>
                <a:lnTo>
                  <a:pt x="218" y="387"/>
                </a:lnTo>
                <a:lnTo>
                  <a:pt x="218" y="394"/>
                </a:lnTo>
                <a:close/>
                <a:moveTo>
                  <a:pt x="234" y="394"/>
                </a:moveTo>
                <a:lnTo>
                  <a:pt x="241" y="394"/>
                </a:lnTo>
                <a:lnTo>
                  <a:pt x="241" y="387"/>
                </a:lnTo>
                <a:lnTo>
                  <a:pt x="234" y="387"/>
                </a:lnTo>
                <a:lnTo>
                  <a:pt x="234" y="394"/>
                </a:lnTo>
                <a:close/>
                <a:moveTo>
                  <a:pt x="251" y="394"/>
                </a:moveTo>
                <a:lnTo>
                  <a:pt x="258" y="394"/>
                </a:lnTo>
                <a:lnTo>
                  <a:pt x="258" y="387"/>
                </a:lnTo>
                <a:lnTo>
                  <a:pt x="251" y="387"/>
                </a:lnTo>
                <a:lnTo>
                  <a:pt x="251" y="394"/>
                </a:lnTo>
                <a:close/>
                <a:moveTo>
                  <a:pt x="267" y="394"/>
                </a:moveTo>
                <a:lnTo>
                  <a:pt x="274" y="394"/>
                </a:lnTo>
                <a:lnTo>
                  <a:pt x="274" y="387"/>
                </a:lnTo>
                <a:lnTo>
                  <a:pt x="267" y="387"/>
                </a:lnTo>
                <a:lnTo>
                  <a:pt x="267" y="394"/>
                </a:lnTo>
                <a:close/>
                <a:moveTo>
                  <a:pt x="284" y="394"/>
                </a:moveTo>
                <a:lnTo>
                  <a:pt x="291" y="394"/>
                </a:lnTo>
                <a:lnTo>
                  <a:pt x="291" y="387"/>
                </a:lnTo>
                <a:lnTo>
                  <a:pt x="284" y="387"/>
                </a:lnTo>
                <a:lnTo>
                  <a:pt x="284" y="394"/>
                </a:lnTo>
                <a:close/>
                <a:moveTo>
                  <a:pt x="300" y="394"/>
                </a:moveTo>
                <a:lnTo>
                  <a:pt x="307" y="394"/>
                </a:lnTo>
                <a:lnTo>
                  <a:pt x="307" y="387"/>
                </a:lnTo>
                <a:lnTo>
                  <a:pt x="300" y="387"/>
                </a:lnTo>
                <a:lnTo>
                  <a:pt x="300" y="394"/>
                </a:lnTo>
                <a:close/>
                <a:moveTo>
                  <a:pt x="317" y="394"/>
                </a:moveTo>
                <a:lnTo>
                  <a:pt x="324" y="394"/>
                </a:lnTo>
                <a:lnTo>
                  <a:pt x="324" y="387"/>
                </a:lnTo>
                <a:lnTo>
                  <a:pt x="317" y="387"/>
                </a:lnTo>
                <a:lnTo>
                  <a:pt x="317" y="394"/>
                </a:lnTo>
                <a:close/>
                <a:moveTo>
                  <a:pt x="334" y="394"/>
                </a:moveTo>
                <a:lnTo>
                  <a:pt x="341" y="394"/>
                </a:lnTo>
                <a:lnTo>
                  <a:pt x="341" y="387"/>
                </a:lnTo>
                <a:lnTo>
                  <a:pt x="334" y="387"/>
                </a:lnTo>
                <a:lnTo>
                  <a:pt x="334" y="394"/>
                </a:lnTo>
                <a:close/>
                <a:moveTo>
                  <a:pt x="350" y="394"/>
                </a:moveTo>
                <a:lnTo>
                  <a:pt x="357" y="394"/>
                </a:lnTo>
                <a:lnTo>
                  <a:pt x="357" y="387"/>
                </a:lnTo>
                <a:lnTo>
                  <a:pt x="350" y="387"/>
                </a:lnTo>
                <a:lnTo>
                  <a:pt x="350" y="394"/>
                </a:lnTo>
                <a:close/>
                <a:moveTo>
                  <a:pt x="369" y="394"/>
                </a:moveTo>
                <a:lnTo>
                  <a:pt x="376" y="394"/>
                </a:lnTo>
                <a:lnTo>
                  <a:pt x="376" y="387"/>
                </a:lnTo>
                <a:lnTo>
                  <a:pt x="369" y="387"/>
                </a:lnTo>
                <a:lnTo>
                  <a:pt x="369" y="394"/>
                </a:lnTo>
                <a:close/>
                <a:moveTo>
                  <a:pt x="386" y="394"/>
                </a:moveTo>
                <a:lnTo>
                  <a:pt x="393" y="394"/>
                </a:lnTo>
                <a:lnTo>
                  <a:pt x="393" y="387"/>
                </a:lnTo>
                <a:lnTo>
                  <a:pt x="386" y="387"/>
                </a:lnTo>
                <a:lnTo>
                  <a:pt x="386" y="394"/>
                </a:lnTo>
                <a:close/>
                <a:moveTo>
                  <a:pt x="402" y="394"/>
                </a:moveTo>
                <a:lnTo>
                  <a:pt x="409" y="394"/>
                </a:lnTo>
                <a:lnTo>
                  <a:pt x="409" y="387"/>
                </a:lnTo>
                <a:lnTo>
                  <a:pt x="402" y="387"/>
                </a:lnTo>
                <a:lnTo>
                  <a:pt x="402" y="394"/>
                </a:lnTo>
                <a:close/>
                <a:moveTo>
                  <a:pt x="419" y="394"/>
                </a:moveTo>
                <a:lnTo>
                  <a:pt x="426" y="394"/>
                </a:lnTo>
                <a:lnTo>
                  <a:pt x="426" y="387"/>
                </a:lnTo>
                <a:lnTo>
                  <a:pt x="419" y="387"/>
                </a:lnTo>
                <a:lnTo>
                  <a:pt x="419" y="394"/>
                </a:lnTo>
                <a:close/>
                <a:moveTo>
                  <a:pt x="435" y="394"/>
                </a:moveTo>
                <a:lnTo>
                  <a:pt x="442" y="394"/>
                </a:lnTo>
                <a:lnTo>
                  <a:pt x="442" y="387"/>
                </a:lnTo>
                <a:lnTo>
                  <a:pt x="435" y="387"/>
                </a:lnTo>
                <a:lnTo>
                  <a:pt x="435" y="394"/>
                </a:lnTo>
                <a:close/>
                <a:moveTo>
                  <a:pt x="452" y="394"/>
                </a:moveTo>
                <a:lnTo>
                  <a:pt x="459" y="394"/>
                </a:lnTo>
                <a:lnTo>
                  <a:pt x="459" y="387"/>
                </a:lnTo>
                <a:lnTo>
                  <a:pt x="452" y="387"/>
                </a:lnTo>
                <a:lnTo>
                  <a:pt x="452" y="394"/>
                </a:lnTo>
                <a:close/>
                <a:moveTo>
                  <a:pt x="469" y="394"/>
                </a:moveTo>
                <a:lnTo>
                  <a:pt x="476" y="394"/>
                </a:lnTo>
                <a:lnTo>
                  <a:pt x="476" y="387"/>
                </a:lnTo>
                <a:lnTo>
                  <a:pt x="469" y="387"/>
                </a:lnTo>
                <a:lnTo>
                  <a:pt x="469" y="394"/>
                </a:lnTo>
                <a:close/>
                <a:moveTo>
                  <a:pt x="485" y="394"/>
                </a:moveTo>
                <a:lnTo>
                  <a:pt x="492" y="394"/>
                </a:lnTo>
                <a:lnTo>
                  <a:pt x="492" y="387"/>
                </a:lnTo>
                <a:lnTo>
                  <a:pt x="485" y="387"/>
                </a:lnTo>
                <a:lnTo>
                  <a:pt x="485" y="394"/>
                </a:lnTo>
                <a:close/>
                <a:moveTo>
                  <a:pt x="502" y="394"/>
                </a:moveTo>
                <a:lnTo>
                  <a:pt x="509" y="394"/>
                </a:lnTo>
                <a:lnTo>
                  <a:pt x="509" y="387"/>
                </a:lnTo>
                <a:lnTo>
                  <a:pt x="502" y="387"/>
                </a:lnTo>
                <a:lnTo>
                  <a:pt x="502" y="394"/>
                </a:lnTo>
                <a:close/>
                <a:moveTo>
                  <a:pt x="518" y="394"/>
                </a:moveTo>
                <a:lnTo>
                  <a:pt x="525" y="394"/>
                </a:lnTo>
                <a:lnTo>
                  <a:pt x="525" y="387"/>
                </a:lnTo>
                <a:lnTo>
                  <a:pt x="518" y="387"/>
                </a:lnTo>
                <a:lnTo>
                  <a:pt x="518" y="394"/>
                </a:lnTo>
                <a:close/>
                <a:moveTo>
                  <a:pt x="535" y="394"/>
                </a:moveTo>
                <a:lnTo>
                  <a:pt x="542" y="394"/>
                </a:lnTo>
                <a:lnTo>
                  <a:pt x="542" y="387"/>
                </a:lnTo>
                <a:lnTo>
                  <a:pt x="535" y="387"/>
                </a:lnTo>
                <a:lnTo>
                  <a:pt x="535" y="394"/>
                </a:lnTo>
                <a:close/>
                <a:moveTo>
                  <a:pt x="551" y="394"/>
                </a:moveTo>
                <a:lnTo>
                  <a:pt x="559" y="394"/>
                </a:lnTo>
                <a:lnTo>
                  <a:pt x="559" y="387"/>
                </a:lnTo>
                <a:lnTo>
                  <a:pt x="551" y="387"/>
                </a:lnTo>
                <a:lnTo>
                  <a:pt x="551" y="394"/>
                </a:lnTo>
                <a:close/>
                <a:moveTo>
                  <a:pt x="568" y="394"/>
                </a:moveTo>
                <a:lnTo>
                  <a:pt x="575" y="394"/>
                </a:lnTo>
                <a:lnTo>
                  <a:pt x="575" y="387"/>
                </a:lnTo>
                <a:lnTo>
                  <a:pt x="568" y="387"/>
                </a:lnTo>
                <a:lnTo>
                  <a:pt x="568" y="394"/>
                </a:lnTo>
                <a:close/>
                <a:moveTo>
                  <a:pt x="585" y="394"/>
                </a:moveTo>
                <a:lnTo>
                  <a:pt x="592" y="394"/>
                </a:lnTo>
                <a:lnTo>
                  <a:pt x="592" y="387"/>
                </a:lnTo>
                <a:lnTo>
                  <a:pt x="585" y="387"/>
                </a:lnTo>
                <a:lnTo>
                  <a:pt x="585" y="394"/>
                </a:lnTo>
                <a:close/>
                <a:moveTo>
                  <a:pt x="601" y="394"/>
                </a:moveTo>
                <a:lnTo>
                  <a:pt x="608" y="394"/>
                </a:lnTo>
                <a:lnTo>
                  <a:pt x="608" y="387"/>
                </a:lnTo>
                <a:lnTo>
                  <a:pt x="601" y="387"/>
                </a:lnTo>
                <a:lnTo>
                  <a:pt x="601" y="394"/>
                </a:lnTo>
                <a:close/>
                <a:moveTo>
                  <a:pt x="620" y="394"/>
                </a:moveTo>
                <a:lnTo>
                  <a:pt x="625" y="394"/>
                </a:lnTo>
                <a:lnTo>
                  <a:pt x="625" y="387"/>
                </a:lnTo>
                <a:lnTo>
                  <a:pt x="620" y="387"/>
                </a:lnTo>
                <a:lnTo>
                  <a:pt x="620" y="394"/>
                </a:lnTo>
                <a:close/>
                <a:moveTo>
                  <a:pt x="637" y="394"/>
                </a:moveTo>
                <a:lnTo>
                  <a:pt x="644" y="394"/>
                </a:lnTo>
                <a:lnTo>
                  <a:pt x="644" y="387"/>
                </a:lnTo>
                <a:lnTo>
                  <a:pt x="637" y="387"/>
                </a:lnTo>
                <a:lnTo>
                  <a:pt x="637" y="394"/>
                </a:lnTo>
                <a:close/>
                <a:moveTo>
                  <a:pt x="653" y="394"/>
                </a:moveTo>
                <a:lnTo>
                  <a:pt x="660" y="394"/>
                </a:lnTo>
                <a:lnTo>
                  <a:pt x="660" y="387"/>
                </a:lnTo>
                <a:lnTo>
                  <a:pt x="653" y="387"/>
                </a:lnTo>
                <a:lnTo>
                  <a:pt x="653" y="394"/>
                </a:lnTo>
                <a:close/>
                <a:moveTo>
                  <a:pt x="670" y="394"/>
                </a:moveTo>
                <a:lnTo>
                  <a:pt x="677" y="394"/>
                </a:lnTo>
                <a:lnTo>
                  <a:pt x="677" y="387"/>
                </a:lnTo>
                <a:lnTo>
                  <a:pt x="670" y="387"/>
                </a:lnTo>
                <a:lnTo>
                  <a:pt x="670" y="394"/>
                </a:lnTo>
                <a:close/>
                <a:moveTo>
                  <a:pt x="802" y="394"/>
                </a:moveTo>
                <a:lnTo>
                  <a:pt x="810" y="394"/>
                </a:lnTo>
                <a:lnTo>
                  <a:pt x="810" y="387"/>
                </a:lnTo>
                <a:lnTo>
                  <a:pt x="802" y="387"/>
                </a:lnTo>
                <a:lnTo>
                  <a:pt x="802" y="394"/>
                </a:lnTo>
                <a:close/>
                <a:moveTo>
                  <a:pt x="819" y="394"/>
                </a:moveTo>
                <a:lnTo>
                  <a:pt x="826" y="394"/>
                </a:lnTo>
                <a:lnTo>
                  <a:pt x="826" y="387"/>
                </a:lnTo>
                <a:lnTo>
                  <a:pt x="819" y="387"/>
                </a:lnTo>
                <a:lnTo>
                  <a:pt x="819" y="394"/>
                </a:lnTo>
                <a:close/>
                <a:moveTo>
                  <a:pt x="836" y="394"/>
                </a:moveTo>
                <a:lnTo>
                  <a:pt x="843" y="394"/>
                </a:lnTo>
                <a:lnTo>
                  <a:pt x="843" y="387"/>
                </a:lnTo>
                <a:lnTo>
                  <a:pt x="836" y="387"/>
                </a:lnTo>
                <a:lnTo>
                  <a:pt x="836" y="394"/>
                </a:lnTo>
                <a:close/>
                <a:moveTo>
                  <a:pt x="852" y="394"/>
                </a:moveTo>
                <a:lnTo>
                  <a:pt x="859" y="394"/>
                </a:lnTo>
                <a:lnTo>
                  <a:pt x="859" y="387"/>
                </a:lnTo>
                <a:lnTo>
                  <a:pt x="852" y="387"/>
                </a:lnTo>
                <a:lnTo>
                  <a:pt x="852" y="394"/>
                </a:lnTo>
                <a:close/>
                <a:moveTo>
                  <a:pt x="871" y="394"/>
                </a:moveTo>
                <a:lnTo>
                  <a:pt x="876" y="394"/>
                </a:lnTo>
                <a:lnTo>
                  <a:pt x="876" y="387"/>
                </a:lnTo>
                <a:lnTo>
                  <a:pt x="871" y="387"/>
                </a:lnTo>
                <a:lnTo>
                  <a:pt x="871" y="394"/>
                </a:lnTo>
                <a:close/>
                <a:moveTo>
                  <a:pt x="888" y="394"/>
                </a:moveTo>
                <a:lnTo>
                  <a:pt x="895" y="394"/>
                </a:lnTo>
                <a:lnTo>
                  <a:pt x="895" y="387"/>
                </a:lnTo>
                <a:lnTo>
                  <a:pt x="888" y="387"/>
                </a:lnTo>
                <a:lnTo>
                  <a:pt x="888" y="394"/>
                </a:lnTo>
                <a:close/>
                <a:moveTo>
                  <a:pt x="904" y="394"/>
                </a:moveTo>
                <a:lnTo>
                  <a:pt x="911" y="394"/>
                </a:lnTo>
                <a:lnTo>
                  <a:pt x="911" y="387"/>
                </a:lnTo>
                <a:lnTo>
                  <a:pt x="904" y="387"/>
                </a:lnTo>
                <a:lnTo>
                  <a:pt x="904" y="394"/>
                </a:lnTo>
                <a:close/>
                <a:moveTo>
                  <a:pt x="921" y="394"/>
                </a:moveTo>
                <a:lnTo>
                  <a:pt x="928" y="394"/>
                </a:lnTo>
                <a:lnTo>
                  <a:pt x="928" y="387"/>
                </a:lnTo>
                <a:lnTo>
                  <a:pt x="921" y="387"/>
                </a:lnTo>
                <a:lnTo>
                  <a:pt x="921" y="394"/>
                </a:lnTo>
                <a:close/>
                <a:moveTo>
                  <a:pt x="1053" y="394"/>
                </a:moveTo>
                <a:lnTo>
                  <a:pt x="1061" y="394"/>
                </a:lnTo>
                <a:lnTo>
                  <a:pt x="1061" y="387"/>
                </a:lnTo>
                <a:lnTo>
                  <a:pt x="1053" y="387"/>
                </a:lnTo>
                <a:lnTo>
                  <a:pt x="1053" y="394"/>
                </a:lnTo>
                <a:close/>
                <a:moveTo>
                  <a:pt x="1070" y="394"/>
                </a:moveTo>
                <a:lnTo>
                  <a:pt x="1077" y="394"/>
                </a:lnTo>
                <a:lnTo>
                  <a:pt x="1077" y="387"/>
                </a:lnTo>
                <a:lnTo>
                  <a:pt x="1070" y="387"/>
                </a:lnTo>
                <a:lnTo>
                  <a:pt x="1070" y="394"/>
                </a:lnTo>
                <a:close/>
                <a:moveTo>
                  <a:pt x="1087" y="394"/>
                </a:moveTo>
                <a:lnTo>
                  <a:pt x="1094" y="394"/>
                </a:lnTo>
                <a:lnTo>
                  <a:pt x="1094" y="387"/>
                </a:lnTo>
                <a:lnTo>
                  <a:pt x="1087" y="387"/>
                </a:lnTo>
                <a:lnTo>
                  <a:pt x="1087" y="394"/>
                </a:lnTo>
                <a:close/>
                <a:moveTo>
                  <a:pt x="1506" y="394"/>
                </a:moveTo>
                <a:lnTo>
                  <a:pt x="1513" y="394"/>
                </a:lnTo>
                <a:lnTo>
                  <a:pt x="1513" y="387"/>
                </a:lnTo>
                <a:lnTo>
                  <a:pt x="1506" y="387"/>
                </a:lnTo>
                <a:lnTo>
                  <a:pt x="1506" y="394"/>
                </a:lnTo>
                <a:close/>
                <a:moveTo>
                  <a:pt x="1522" y="394"/>
                </a:moveTo>
                <a:lnTo>
                  <a:pt x="1529" y="394"/>
                </a:lnTo>
                <a:lnTo>
                  <a:pt x="1529" y="387"/>
                </a:lnTo>
                <a:lnTo>
                  <a:pt x="1522" y="387"/>
                </a:lnTo>
                <a:lnTo>
                  <a:pt x="1522" y="394"/>
                </a:lnTo>
                <a:close/>
                <a:moveTo>
                  <a:pt x="1539" y="394"/>
                </a:moveTo>
                <a:lnTo>
                  <a:pt x="1546" y="394"/>
                </a:lnTo>
                <a:lnTo>
                  <a:pt x="1546" y="387"/>
                </a:lnTo>
                <a:lnTo>
                  <a:pt x="1539" y="387"/>
                </a:lnTo>
                <a:lnTo>
                  <a:pt x="1539" y="394"/>
                </a:lnTo>
                <a:close/>
                <a:moveTo>
                  <a:pt x="1555" y="394"/>
                </a:moveTo>
                <a:lnTo>
                  <a:pt x="1563" y="394"/>
                </a:lnTo>
                <a:lnTo>
                  <a:pt x="1563" y="387"/>
                </a:lnTo>
                <a:lnTo>
                  <a:pt x="1555" y="387"/>
                </a:lnTo>
                <a:lnTo>
                  <a:pt x="1555" y="394"/>
                </a:lnTo>
                <a:close/>
                <a:moveTo>
                  <a:pt x="1572" y="394"/>
                </a:moveTo>
                <a:lnTo>
                  <a:pt x="1579" y="394"/>
                </a:lnTo>
                <a:lnTo>
                  <a:pt x="1579" y="387"/>
                </a:lnTo>
                <a:lnTo>
                  <a:pt x="1572" y="387"/>
                </a:lnTo>
                <a:lnTo>
                  <a:pt x="1572" y="394"/>
                </a:lnTo>
                <a:close/>
                <a:moveTo>
                  <a:pt x="1589" y="394"/>
                </a:moveTo>
                <a:lnTo>
                  <a:pt x="1596" y="394"/>
                </a:lnTo>
                <a:lnTo>
                  <a:pt x="1596" y="387"/>
                </a:lnTo>
                <a:lnTo>
                  <a:pt x="1589" y="387"/>
                </a:lnTo>
                <a:lnTo>
                  <a:pt x="1589" y="394"/>
                </a:lnTo>
                <a:close/>
                <a:moveTo>
                  <a:pt x="1605" y="394"/>
                </a:moveTo>
                <a:lnTo>
                  <a:pt x="1612" y="394"/>
                </a:lnTo>
                <a:lnTo>
                  <a:pt x="1612" y="387"/>
                </a:lnTo>
                <a:lnTo>
                  <a:pt x="1605" y="387"/>
                </a:lnTo>
                <a:lnTo>
                  <a:pt x="1605" y="394"/>
                </a:lnTo>
                <a:close/>
                <a:moveTo>
                  <a:pt x="1622" y="394"/>
                </a:moveTo>
                <a:lnTo>
                  <a:pt x="1629" y="394"/>
                </a:lnTo>
                <a:lnTo>
                  <a:pt x="1629" y="387"/>
                </a:lnTo>
                <a:lnTo>
                  <a:pt x="1622" y="387"/>
                </a:lnTo>
                <a:lnTo>
                  <a:pt x="1622" y="394"/>
                </a:lnTo>
                <a:close/>
                <a:moveTo>
                  <a:pt x="1638" y="394"/>
                </a:moveTo>
                <a:lnTo>
                  <a:pt x="1645" y="394"/>
                </a:lnTo>
                <a:lnTo>
                  <a:pt x="1645" y="387"/>
                </a:lnTo>
                <a:lnTo>
                  <a:pt x="1638" y="387"/>
                </a:lnTo>
                <a:lnTo>
                  <a:pt x="1638" y="394"/>
                </a:lnTo>
                <a:close/>
                <a:moveTo>
                  <a:pt x="1657" y="394"/>
                </a:moveTo>
                <a:lnTo>
                  <a:pt x="1664" y="394"/>
                </a:lnTo>
                <a:lnTo>
                  <a:pt x="1664" y="387"/>
                </a:lnTo>
                <a:lnTo>
                  <a:pt x="1657" y="387"/>
                </a:lnTo>
                <a:lnTo>
                  <a:pt x="1657" y="394"/>
                </a:lnTo>
                <a:close/>
                <a:moveTo>
                  <a:pt x="1674" y="394"/>
                </a:moveTo>
                <a:lnTo>
                  <a:pt x="1681" y="394"/>
                </a:lnTo>
                <a:lnTo>
                  <a:pt x="1681" y="387"/>
                </a:lnTo>
                <a:lnTo>
                  <a:pt x="1674" y="387"/>
                </a:lnTo>
                <a:lnTo>
                  <a:pt x="1674" y="394"/>
                </a:lnTo>
                <a:close/>
                <a:moveTo>
                  <a:pt x="1690" y="394"/>
                </a:moveTo>
                <a:lnTo>
                  <a:pt x="1698" y="394"/>
                </a:lnTo>
                <a:lnTo>
                  <a:pt x="1698" y="387"/>
                </a:lnTo>
                <a:lnTo>
                  <a:pt x="1690" y="387"/>
                </a:lnTo>
                <a:lnTo>
                  <a:pt x="1690" y="394"/>
                </a:lnTo>
                <a:close/>
                <a:moveTo>
                  <a:pt x="1707" y="394"/>
                </a:moveTo>
                <a:lnTo>
                  <a:pt x="1714" y="394"/>
                </a:lnTo>
                <a:lnTo>
                  <a:pt x="1714" y="387"/>
                </a:lnTo>
                <a:lnTo>
                  <a:pt x="1707" y="387"/>
                </a:lnTo>
                <a:lnTo>
                  <a:pt x="1707" y="394"/>
                </a:lnTo>
                <a:close/>
                <a:moveTo>
                  <a:pt x="1724" y="394"/>
                </a:moveTo>
                <a:lnTo>
                  <a:pt x="1731" y="394"/>
                </a:lnTo>
                <a:lnTo>
                  <a:pt x="1731" y="387"/>
                </a:lnTo>
                <a:lnTo>
                  <a:pt x="1724" y="387"/>
                </a:lnTo>
                <a:lnTo>
                  <a:pt x="1724" y="394"/>
                </a:lnTo>
                <a:close/>
                <a:moveTo>
                  <a:pt x="1740" y="394"/>
                </a:moveTo>
                <a:lnTo>
                  <a:pt x="1747" y="394"/>
                </a:lnTo>
                <a:lnTo>
                  <a:pt x="1747" y="387"/>
                </a:lnTo>
                <a:lnTo>
                  <a:pt x="1740" y="387"/>
                </a:lnTo>
                <a:lnTo>
                  <a:pt x="1740" y="394"/>
                </a:lnTo>
                <a:close/>
                <a:moveTo>
                  <a:pt x="1757" y="394"/>
                </a:moveTo>
                <a:lnTo>
                  <a:pt x="1764" y="394"/>
                </a:lnTo>
                <a:lnTo>
                  <a:pt x="1764" y="387"/>
                </a:lnTo>
                <a:lnTo>
                  <a:pt x="1757" y="387"/>
                </a:lnTo>
                <a:lnTo>
                  <a:pt x="1757" y="394"/>
                </a:lnTo>
                <a:close/>
                <a:moveTo>
                  <a:pt x="1773" y="394"/>
                </a:moveTo>
                <a:lnTo>
                  <a:pt x="1780" y="394"/>
                </a:lnTo>
                <a:lnTo>
                  <a:pt x="1780" y="387"/>
                </a:lnTo>
                <a:lnTo>
                  <a:pt x="1773" y="387"/>
                </a:lnTo>
                <a:lnTo>
                  <a:pt x="1773" y="394"/>
                </a:lnTo>
                <a:close/>
                <a:moveTo>
                  <a:pt x="1790" y="394"/>
                </a:moveTo>
                <a:lnTo>
                  <a:pt x="1797" y="394"/>
                </a:lnTo>
                <a:lnTo>
                  <a:pt x="1797" y="387"/>
                </a:lnTo>
                <a:lnTo>
                  <a:pt x="1790" y="387"/>
                </a:lnTo>
                <a:lnTo>
                  <a:pt x="1790" y="394"/>
                </a:lnTo>
                <a:close/>
                <a:moveTo>
                  <a:pt x="1806" y="394"/>
                </a:moveTo>
                <a:lnTo>
                  <a:pt x="1814" y="394"/>
                </a:lnTo>
                <a:lnTo>
                  <a:pt x="1814" y="387"/>
                </a:lnTo>
                <a:lnTo>
                  <a:pt x="1806" y="387"/>
                </a:lnTo>
                <a:lnTo>
                  <a:pt x="1806" y="394"/>
                </a:lnTo>
                <a:close/>
                <a:moveTo>
                  <a:pt x="1823" y="394"/>
                </a:moveTo>
                <a:lnTo>
                  <a:pt x="1830" y="394"/>
                </a:lnTo>
                <a:lnTo>
                  <a:pt x="1830" y="387"/>
                </a:lnTo>
                <a:lnTo>
                  <a:pt x="1823" y="387"/>
                </a:lnTo>
                <a:lnTo>
                  <a:pt x="1823" y="394"/>
                </a:lnTo>
                <a:close/>
                <a:moveTo>
                  <a:pt x="1840" y="394"/>
                </a:moveTo>
                <a:lnTo>
                  <a:pt x="1847" y="394"/>
                </a:lnTo>
                <a:lnTo>
                  <a:pt x="1847" y="387"/>
                </a:lnTo>
                <a:lnTo>
                  <a:pt x="1840" y="387"/>
                </a:lnTo>
                <a:lnTo>
                  <a:pt x="1840" y="394"/>
                </a:lnTo>
                <a:close/>
                <a:moveTo>
                  <a:pt x="1856" y="394"/>
                </a:moveTo>
                <a:lnTo>
                  <a:pt x="1863" y="394"/>
                </a:lnTo>
                <a:lnTo>
                  <a:pt x="1863" y="387"/>
                </a:lnTo>
                <a:lnTo>
                  <a:pt x="1856" y="387"/>
                </a:lnTo>
                <a:lnTo>
                  <a:pt x="1856" y="394"/>
                </a:lnTo>
                <a:close/>
                <a:moveTo>
                  <a:pt x="1873" y="394"/>
                </a:moveTo>
                <a:lnTo>
                  <a:pt x="1880" y="394"/>
                </a:lnTo>
                <a:lnTo>
                  <a:pt x="1880" y="387"/>
                </a:lnTo>
                <a:lnTo>
                  <a:pt x="1873" y="387"/>
                </a:lnTo>
                <a:lnTo>
                  <a:pt x="1873" y="394"/>
                </a:lnTo>
                <a:close/>
                <a:moveTo>
                  <a:pt x="1889" y="394"/>
                </a:moveTo>
                <a:lnTo>
                  <a:pt x="1896" y="394"/>
                </a:lnTo>
                <a:lnTo>
                  <a:pt x="1896" y="387"/>
                </a:lnTo>
                <a:lnTo>
                  <a:pt x="1889" y="387"/>
                </a:lnTo>
                <a:lnTo>
                  <a:pt x="1889" y="394"/>
                </a:lnTo>
                <a:close/>
                <a:moveTo>
                  <a:pt x="1908" y="394"/>
                </a:moveTo>
                <a:lnTo>
                  <a:pt x="1915" y="394"/>
                </a:lnTo>
                <a:lnTo>
                  <a:pt x="1915" y="387"/>
                </a:lnTo>
                <a:lnTo>
                  <a:pt x="1908" y="387"/>
                </a:lnTo>
                <a:lnTo>
                  <a:pt x="1908" y="394"/>
                </a:lnTo>
                <a:close/>
                <a:moveTo>
                  <a:pt x="1925" y="394"/>
                </a:moveTo>
                <a:lnTo>
                  <a:pt x="1932" y="394"/>
                </a:lnTo>
                <a:lnTo>
                  <a:pt x="1932" y="387"/>
                </a:lnTo>
                <a:lnTo>
                  <a:pt x="1925" y="387"/>
                </a:lnTo>
                <a:lnTo>
                  <a:pt x="1925" y="394"/>
                </a:lnTo>
                <a:close/>
                <a:moveTo>
                  <a:pt x="1941" y="394"/>
                </a:moveTo>
                <a:lnTo>
                  <a:pt x="1949" y="394"/>
                </a:lnTo>
                <a:lnTo>
                  <a:pt x="1949" y="387"/>
                </a:lnTo>
                <a:lnTo>
                  <a:pt x="1941" y="387"/>
                </a:lnTo>
                <a:lnTo>
                  <a:pt x="1941" y="394"/>
                </a:lnTo>
                <a:close/>
                <a:moveTo>
                  <a:pt x="1958" y="394"/>
                </a:moveTo>
                <a:lnTo>
                  <a:pt x="1965" y="394"/>
                </a:lnTo>
                <a:lnTo>
                  <a:pt x="1965" y="387"/>
                </a:lnTo>
                <a:lnTo>
                  <a:pt x="1958" y="387"/>
                </a:lnTo>
                <a:lnTo>
                  <a:pt x="1958" y="394"/>
                </a:lnTo>
                <a:close/>
                <a:moveTo>
                  <a:pt x="1975" y="394"/>
                </a:moveTo>
                <a:lnTo>
                  <a:pt x="1982" y="394"/>
                </a:lnTo>
                <a:lnTo>
                  <a:pt x="1982" y="387"/>
                </a:lnTo>
                <a:lnTo>
                  <a:pt x="1975" y="387"/>
                </a:lnTo>
                <a:lnTo>
                  <a:pt x="1975" y="394"/>
                </a:lnTo>
                <a:close/>
                <a:moveTo>
                  <a:pt x="1991" y="394"/>
                </a:moveTo>
                <a:lnTo>
                  <a:pt x="1998" y="394"/>
                </a:lnTo>
                <a:lnTo>
                  <a:pt x="1998" y="387"/>
                </a:lnTo>
                <a:lnTo>
                  <a:pt x="1991" y="387"/>
                </a:lnTo>
                <a:lnTo>
                  <a:pt x="1991" y="394"/>
                </a:lnTo>
                <a:close/>
                <a:moveTo>
                  <a:pt x="2008" y="394"/>
                </a:moveTo>
                <a:lnTo>
                  <a:pt x="2015" y="394"/>
                </a:lnTo>
                <a:lnTo>
                  <a:pt x="2015" y="387"/>
                </a:lnTo>
                <a:lnTo>
                  <a:pt x="2008" y="387"/>
                </a:lnTo>
                <a:lnTo>
                  <a:pt x="2008" y="394"/>
                </a:lnTo>
                <a:close/>
                <a:moveTo>
                  <a:pt x="2024" y="394"/>
                </a:moveTo>
                <a:lnTo>
                  <a:pt x="2031" y="394"/>
                </a:lnTo>
                <a:lnTo>
                  <a:pt x="2031" y="387"/>
                </a:lnTo>
                <a:lnTo>
                  <a:pt x="2024" y="387"/>
                </a:lnTo>
                <a:lnTo>
                  <a:pt x="2024" y="394"/>
                </a:lnTo>
                <a:close/>
                <a:moveTo>
                  <a:pt x="2041" y="394"/>
                </a:moveTo>
                <a:lnTo>
                  <a:pt x="2048" y="394"/>
                </a:lnTo>
                <a:lnTo>
                  <a:pt x="2048" y="387"/>
                </a:lnTo>
                <a:lnTo>
                  <a:pt x="2041" y="387"/>
                </a:lnTo>
                <a:lnTo>
                  <a:pt x="2041" y="394"/>
                </a:lnTo>
                <a:close/>
                <a:moveTo>
                  <a:pt x="2057" y="394"/>
                </a:moveTo>
                <a:lnTo>
                  <a:pt x="2065" y="394"/>
                </a:lnTo>
                <a:lnTo>
                  <a:pt x="2065" y="387"/>
                </a:lnTo>
                <a:lnTo>
                  <a:pt x="2057" y="387"/>
                </a:lnTo>
                <a:lnTo>
                  <a:pt x="2057" y="394"/>
                </a:lnTo>
                <a:close/>
                <a:moveTo>
                  <a:pt x="2074" y="394"/>
                </a:moveTo>
                <a:lnTo>
                  <a:pt x="2081" y="394"/>
                </a:lnTo>
                <a:lnTo>
                  <a:pt x="2081" y="387"/>
                </a:lnTo>
                <a:lnTo>
                  <a:pt x="2074" y="387"/>
                </a:lnTo>
                <a:lnTo>
                  <a:pt x="2074" y="394"/>
                </a:lnTo>
                <a:close/>
                <a:moveTo>
                  <a:pt x="2091" y="394"/>
                </a:moveTo>
                <a:lnTo>
                  <a:pt x="2098" y="394"/>
                </a:lnTo>
                <a:lnTo>
                  <a:pt x="2098" y="387"/>
                </a:lnTo>
                <a:lnTo>
                  <a:pt x="2091" y="387"/>
                </a:lnTo>
                <a:lnTo>
                  <a:pt x="2091" y="394"/>
                </a:lnTo>
                <a:close/>
                <a:moveTo>
                  <a:pt x="2107" y="394"/>
                </a:moveTo>
                <a:lnTo>
                  <a:pt x="2114" y="394"/>
                </a:lnTo>
                <a:lnTo>
                  <a:pt x="2114" y="387"/>
                </a:lnTo>
                <a:lnTo>
                  <a:pt x="2107" y="387"/>
                </a:lnTo>
                <a:lnTo>
                  <a:pt x="2107" y="394"/>
                </a:lnTo>
                <a:close/>
                <a:moveTo>
                  <a:pt x="2124" y="394"/>
                </a:moveTo>
                <a:lnTo>
                  <a:pt x="2131" y="394"/>
                </a:lnTo>
                <a:lnTo>
                  <a:pt x="2131" y="387"/>
                </a:lnTo>
                <a:lnTo>
                  <a:pt x="2124" y="387"/>
                </a:lnTo>
                <a:lnTo>
                  <a:pt x="2124" y="394"/>
                </a:lnTo>
                <a:close/>
                <a:moveTo>
                  <a:pt x="2140" y="394"/>
                </a:moveTo>
                <a:lnTo>
                  <a:pt x="2147" y="394"/>
                </a:lnTo>
                <a:lnTo>
                  <a:pt x="2147" y="387"/>
                </a:lnTo>
                <a:lnTo>
                  <a:pt x="2140" y="387"/>
                </a:lnTo>
                <a:lnTo>
                  <a:pt x="2140" y="394"/>
                </a:lnTo>
                <a:close/>
                <a:moveTo>
                  <a:pt x="2159" y="394"/>
                </a:moveTo>
                <a:lnTo>
                  <a:pt x="2164" y="394"/>
                </a:lnTo>
                <a:lnTo>
                  <a:pt x="2164" y="387"/>
                </a:lnTo>
                <a:lnTo>
                  <a:pt x="2159" y="387"/>
                </a:lnTo>
                <a:lnTo>
                  <a:pt x="2159" y="394"/>
                </a:lnTo>
                <a:close/>
                <a:moveTo>
                  <a:pt x="2176" y="394"/>
                </a:moveTo>
                <a:lnTo>
                  <a:pt x="2183" y="394"/>
                </a:lnTo>
                <a:lnTo>
                  <a:pt x="2183" y="387"/>
                </a:lnTo>
                <a:lnTo>
                  <a:pt x="2176" y="387"/>
                </a:lnTo>
                <a:lnTo>
                  <a:pt x="2176" y="394"/>
                </a:lnTo>
                <a:close/>
                <a:moveTo>
                  <a:pt x="2192" y="394"/>
                </a:moveTo>
                <a:lnTo>
                  <a:pt x="2200" y="394"/>
                </a:lnTo>
                <a:lnTo>
                  <a:pt x="2200" y="387"/>
                </a:lnTo>
                <a:lnTo>
                  <a:pt x="2192" y="387"/>
                </a:lnTo>
                <a:lnTo>
                  <a:pt x="2192" y="394"/>
                </a:lnTo>
                <a:close/>
                <a:moveTo>
                  <a:pt x="2209" y="394"/>
                </a:moveTo>
                <a:lnTo>
                  <a:pt x="2216" y="394"/>
                </a:lnTo>
                <a:lnTo>
                  <a:pt x="2216" y="387"/>
                </a:lnTo>
                <a:lnTo>
                  <a:pt x="2209" y="387"/>
                </a:lnTo>
                <a:lnTo>
                  <a:pt x="2209" y="394"/>
                </a:lnTo>
                <a:close/>
                <a:moveTo>
                  <a:pt x="2226" y="394"/>
                </a:moveTo>
                <a:lnTo>
                  <a:pt x="2233" y="394"/>
                </a:lnTo>
                <a:lnTo>
                  <a:pt x="2233" y="387"/>
                </a:lnTo>
                <a:lnTo>
                  <a:pt x="2226" y="387"/>
                </a:lnTo>
                <a:lnTo>
                  <a:pt x="2226" y="394"/>
                </a:lnTo>
                <a:close/>
                <a:moveTo>
                  <a:pt x="2242" y="394"/>
                </a:moveTo>
                <a:lnTo>
                  <a:pt x="2249" y="394"/>
                </a:lnTo>
                <a:lnTo>
                  <a:pt x="2249" y="387"/>
                </a:lnTo>
                <a:lnTo>
                  <a:pt x="2242" y="387"/>
                </a:lnTo>
                <a:lnTo>
                  <a:pt x="2242" y="394"/>
                </a:lnTo>
                <a:close/>
                <a:moveTo>
                  <a:pt x="2259" y="394"/>
                </a:moveTo>
                <a:lnTo>
                  <a:pt x="2266" y="394"/>
                </a:lnTo>
                <a:lnTo>
                  <a:pt x="2266" y="387"/>
                </a:lnTo>
                <a:lnTo>
                  <a:pt x="2259" y="387"/>
                </a:lnTo>
                <a:lnTo>
                  <a:pt x="2259" y="394"/>
                </a:lnTo>
                <a:close/>
                <a:moveTo>
                  <a:pt x="2275" y="394"/>
                </a:moveTo>
                <a:lnTo>
                  <a:pt x="2282" y="394"/>
                </a:lnTo>
                <a:lnTo>
                  <a:pt x="2282" y="387"/>
                </a:lnTo>
                <a:lnTo>
                  <a:pt x="2275" y="387"/>
                </a:lnTo>
                <a:lnTo>
                  <a:pt x="2275" y="394"/>
                </a:lnTo>
                <a:close/>
                <a:moveTo>
                  <a:pt x="2292" y="394"/>
                </a:moveTo>
                <a:lnTo>
                  <a:pt x="2299" y="394"/>
                </a:lnTo>
                <a:lnTo>
                  <a:pt x="2299" y="387"/>
                </a:lnTo>
                <a:lnTo>
                  <a:pt x="2292" y="387"/>
                </a:lnTo>
                <a:lnTo>
                  <a:pt x="2292" y="394"/>
                </a:lnTo>
                <a:close/>
                <a:moveTo>
                  <a:pt x="2308" y="394"/>
                </a:moveTo>
                <a:lnTo>
                  <a:pt x="2316" y="394"/>
                </a:lnTo>
                <a:lnTo>
                  <a:pt x="2316" y="387"/>
                </a:lnTo>
                <a:lnTo>
                  <a:pt x="2308" y="387"/>
                </a:lnTo>
                <a:lnTo>
                  <a:pt x="2308" y="394"/>
                </a:lnTo>
                <a:close/>
                <a:moveTo>
                  <a:pt x="2325" y="394"/>
                </a:moveTo>
                <a:lnTo>
                  <a:pt x="2332" y="394"/>
                </a:lnTo>
                <a:lnTo>
                  <a:pt x="2332" y="387"/>
                </a:lnTo>
                <a:lnTo>
                  <a:pt x="2325" y="387"/>
                </a:lnTo>
                <a:lnTo>
                  <a:pt x="2325" y="394"/>
                </a:lnTo>
                <a:close/>
                <a:moveTo>
                  <a:pt x="2342" y="394"/>
                </a:moveTo>
                <a:lnTo>
                  <a:pt x="2349" y="394"/>
                </a:lnTo>
                <a:lnTo>
                  <a:pt x="2349" y="387"/>
                </a:lnTo>
                <a:lnTo>
                  <a:pt x="2342" y="387"/>
                </a:lnTo>
                <a:lnTo>
                  <a:pt x="2342" y="394"/>
                </a:lnTo>
                <a:close/>
                <a:moveTo>
                  <a:pt x="2358" y="394"/>
                </a:moveTo>
                <a:lnTo>
                  <a:pt x="2365" y="394"/>
                </a:lnTo>
                <a:lnTo>
                  <a:pt x="2365" y="387"/>
                </a:lnTo>
                <a:lnTo>
                  <a:pt x="2358" y="387"/>
                </a:lnTo>
                <a:lnTo>
                  <a:pt x="2358" y="394"/>
                </a:lnTo>
                <a:close/>
                <a:moveTo>
                  <a:pt x="2375" y="394"/>
                </a:moveTo>
                <a:lnTo>
                  <a:pt x="2382" y="394"/>
                </a:lnTo>
                <a:lnTo>
                  <a:pt x="2382" y="387"/>
                </a:lnTo>
                <a:lnTo>
                  <a:pt x="2375" y="387"/>
                </a:lnTo>
                <a:lnTo>
                  <a:pt x="2375" y="394"/>
                </a:lnTo>
                <a:close/>
                <a:moveTo>
                  <a:pt x="2391" y="394"/>
                </a:moveTo>
                <a:lnTo>
                  <a:pt x="2398" y="394"/>
                </a:lnTo>
                <a:lnTo>
                  <a:pt x="2398" y="387"/>
                </a:lnTo>
                <a:lnTo>
                  <a:pt x="2391" y="387"/>
                </a:lnTo>
                <a:lnTo>
                  <a:pt x="2391" y="394"/>
                </a:lnTo>
                <a:close/>
                <a:moveTo>
                  <a:pt x="2408" y="394"/>
                </a:moveTo>
                <a:lnTo>
                  <a:pt x="2415" y="394"/>
                </a:lnTo>
                <a:lnTo>
                  <a:pt x="2415" y="387"/>
                </a:lnTo>
                <a:lnTo>
                  <a:pt x="2408" y="387"/>
                </a:lnTo>
                <a:lnTo>
                  <a:pt x="2408" y="394"/>
                </a:lnTo>
                <a:close/>
                <a:moveTo>
                  <a:pt x="2427" y="394"/>
                </a:moveTo>
                <a:lnTo>
                  <a:pt x="2434" y="394"/>
                </a:lnTo>
                <a:lnTo>
                  <a:pt x="2434" y="387"/>
                </a:lnTo>
                <a:lnTo>
                  <a:pt x="2427" y="387"/>
                </a:lnTo>
                <a:lnTo>
                  <a:pt x="2427" y="394"/>
                </a:lnTo>
                <a:close/>
                <a:moveTo>
                  <a:pt x="2443" y="394"/>
                </a:moveTo>
                <a:lnTo>
                  <a:pt x="2451" y="394"/>
                </a:lnTo>
                <a:lnTo>
                  <a:pt x="2451" y="387"/>
                </a:lnTo>
                <a:lnTo>
                  <a:pt x="2443" y="387"/>
                </a:lnTo>
                <a:lnTo>
                  <a:pt x="2443" y="394"/>
                </a:lnTo>
                <a:close/>
                <a:moveTo>
                  <a:pt x="2460" y="394"/>
                </a:moveTo>
                <a:lnTo>
                  <a:pt x="2467" y="394"/>
                </a:lnTo>
                <a:lnTo>
                  <a:pt x="2467" y="387"/>
                </a:lnTo>
                <a:lnTo>
                  <a:pt x="2460" y="387"/>
                </a:lnTo>
                <a:lnTo>
                  <a:pt x="2460" y="394"/>
                </a:lnTo>
                <a:close/>
                <a:moveTo>
                  <a:pt x="2477" y="394"/>
                </a:moveTo>
                <a:lnTo>
                  <a:pt x="2484" y="394"/>
                </a:lnTo>
                <a:lnTo>
                  <a:pt x="2484" y="387"/>
                </a:lnTo>
                <a:lnTo>
                  <a:pt x="2477" y="387"/>
                </a:lnTo>
                <a:lnTo>
                  <a:pt x="2477" y="394"/>
                </a:lnTo>
                <a:close/>
                <a:moveTo>
                  <a:pt x="2493" y="394"/>
                </a:moveTo>
                <a:lnTo>
                  <a:pt x="2500" y="394"/>
                </a:lnTo>
                <a:lnTo>
                  <a:pt x="2500" y="387"/>
                </a:lnTo>
                <a:lnTo>
                  <a:pt x="2493" y="387"/>
                </a:lnTo>
                <a:lnTo>
                  <a:pt x="2493" y="394"/>
                </a:lnTo>
                <a:close/>
                <a:moveTo>
                  <a:pt x="2510" y="394"/>
                </a:moveTo>
                <a:lnTo>
                  <a:pt x="2517" y="394"/>
                </a:lnTo>
                <a:lnTo>
                  <a:pt x="2517" y="387"/>
                </a:lnTo>
                <a:lnTo>
                  <a:pt x="2510" y="387"/>
                </a:lnTo>
                <a:lnTo>
                  <a:pt x="2510" y="394"/>
                </a:lnTo>
                <a:close/>
                <a:moveTo>
                  <a:pt x="2526" y="394"/>
                </a:moveTo>
                <a:lnTo>
                  <a:pt x="2533" y="394"/>
                </a:lnTo>
                <a:lnTo>
                  <a:pt x="2533" y="387"/>
                </a:lnTo>
                <a:lnTo>
                  <a:pt x="2526" y="387"/>
                </a:lnTo>
                <a:lnTo>
                  <a:pt x="2526" y="394"/>
                </a:lnTo>
                <a:close/>
                <a:moveTo>
                  <a:pt x="2543" y="394"/>
                </a:moveTo>
                <a:lnTo>
                  <a:pt x="2550" y="394"/>
                </a:lnTo>
                <a:lnTo>
                  <a:pt x="2550" y="387"/>
                </a:lnTo>
                <a:lnTo>
                  <a:pt x="2543" y="387"/>
                </a:lnTo>
                <a:lnTo>
                  <a:pt x="2543" y="394"/>
                </a:lnTo>
                <a:close/>
                <a:moveTo>
                  <a:pt x="2560" y="394"/>
                </a:moveTo>
                <a:lnTo>
                  <a:pt x="2567" y="394"/>
                </a:lnTo>
                <a:lnTo>
                  <a:pt x="2567" y="387"/>
                </a:lnTo>
                <a:lnTo>
                  <a:pt x="2560" y="387"/>
                </a:lnTo>
                <a:lnTo>
                  <a:pt x="2560" y="394"/>
                </a:lnTo>
                <a:close/>
                <a:moveTo>
                  <a:pt x="2576" y="394"/>
                </a:moveTo>
                <a:lnTo>
                  <a:pt x="2583" y="394"/>
                </a:lnTo>
                <a:lnTo>
                  <a:pt x="2583" y="387"/>
                </a:lnTo>
                <a:lnTo>
                  <a:pt x="2576" y="387"/>
                </a:lnTo>
                <a:lnTo>
                  <a:pt x="2576" y="394"/>
                </a:lnTo>
                <a:close/>
                <a:moveTo>
                  <a:pt x="2593" y="394"/>
                </a:moveTo>
                <a:lnTo>
                  <a:pt x="2600" y="394"/>
                </a:lnTo>
                <a:lnTo>
                  <a:pt x="2600" y="387"/>
                </a:lnTo>
                <a:lnTo>
                  <a:pt x="2593" y="387"/>
                </a:lnTo>
                <a:lnTo>
                  <a:pt x="2593" y="394"/>
                </a:lnTo>
                <a:close/>
                <a:moveTo>
                  <a:pt x="2609" y="394"/>
                </a:moveTo>
                <a:lnTo>
                  <a:pt x="2616" y="394"/>
                </a:lnTo>
                <a:lnTo>
                  <a:pt x="2616" y="387"/>
                </a:lnTo>
                <a:lnTo>
                  <a:pt x="2609" y="387"/>
                </a:lnTo>
                <a:lnTo>
                  <a:pt x="2609" y="394"/>
                </a:lnTo>
                <a:close/>
                <a:moveTo>
                  <a:pt x="2626" y="394"/>
                </a:moveTo>
                <a:lnTo>
                  <a:pt x="2633" y="394"/>
                </a:lnTo>
                <a:lnTo>
                  <a:pt x="2633" y="387"/>
                </a:lnTo>
                <a:lnTo>
                  <a:pt x="2626" y="387"/>
                </a:lnTo>
                <a:lnTo>
                  <a:pt x="2626" y="394"/>
                </a:lnTo>
                <a:close/>
                <a:moveTo>
                  <a:pt x="2642" y="394"/>
                </a:moveTo>
                <a:lnTo>
                  <a:pt x="2649" y="394"/>
                </a:lnTo>
                <a:lnTo>
                  <a:pt x="2649" y="387"/>
                </a:lnTo>
                <a:lnTo>
                  <a:pt x="2642" y="387"/>
                </a:lnTo>
                <a:lnTo>
                  <a:pt x="2642" y="394"/>
                </a:lnTo>
                <a:close/>
                <a:moveTo>
                  <a:pt x="2659" y="394"/>
                </a:moveTo>
                <a:lnTo>
                  <a:pt x="2666" y="394"/>
                </a:lnTo>
                <a:lnTo>
                  <a:pt x="2666" y="387"/>
                </a:lnTo>
                <a:lnTo>
                  <a:pt x="2659" y="387"/>
                </a:lnTo>
                <a:lnTo>
                  <a:pt x="2659" y="394"/>
                </a:lnTo>
                <a:close/>
                <a:moveTo>
                  <a:pt x="2678" y="394"/>
                </a:moveTo>
                <a:lnTo>
                  <a:pt x="2683" y="394"/>
                </a:lnTo>
                <a:lnTo>
                  <a:pt x="2683" y="387"/>
                </a:lnTo>
                <a:lnTo>
                  <a:pt x="2678" y="387"/>
                </a:lnTo>
                <a:lnTo>
                  <a:pt x="2678" y="394"/>
                </a:lnTo>
                <a:close/>
                <a:moveTo>
                  <a:pt x="2694" y="394"/>
                </a:moveTo>
                <a:lnTo>
                  <a:pt x="2702" y="394"/>
                </a:lnTo>
                <a:lnTo>
                  <a:pt x="2702" y="387"/>
                </a:lnTo>
                <a:lnTo>
                  <a:pt x="2694" y="387"/>
                </a:lnTo>
                <a:lnTo>
                  <a:pt x="2694" y="394"/>
                </a:lnTo>
                <a:close/>
                <a:moveTo>
                  <a:pt x="2711" y="394"/>
                </a:moveTo>
                <a:lnTo>
                  <a:pt x="2718" y="394"/>
                </a:lnTo>
                <a:lnTo>
                  <a:pt x="2718" y="387"/>
                </a:lnTo>
                <a:lnTo>
                  <a:pt x="2711" y="387"/>
                </a:lnTo>
                <a:lnTo>
                  <a:pt x="2711" y="394"/>
                </a:lnTo>
                <a:close/>
                <a:moveTo>
                  <a:pt x="2728" y="394"/>
                </a:moveTo>
                <a:lnTo>
                  <a:pt x="2735" y="394"/>
                </a:lnTo>
                <a:lnTo>
                  <a:pt x="2735" y="387"/>
                </a:lnTo>
                <a:lnTo>
                  <a:pt x="2728" y="387"/>
                </a:lnTo>
                <a:lnTo>
                  <a:pt x="2728" y="394"/>
                </a:lnTo>
                <a:close/>
                <a:moveTo>
                  <a:pt x="2744" y="394"/>
                </a:moveTo>
                <a:lnTo>
                  <a:pt x="2751" y="394"/>
                </a:lnTo>
                <a:lnTo>
                  <a:pt x="2751" y="387"/>
                </a:lnTo>
                <a:lnTo>
                  <a:pt x="2744" y="387"/>
                </a:lnTo>
                <a:lnTo>
                  <a:pt x="2744" y="394"/>
                </a:lnTo>
                <a:close/>
                <a:moveTo>
                  <a:pt x="2761" y="394"/>
                </a:moveTo>
                <a:lnTo>
                  <a:pt x="2768" y="394"/>
                </a:lnTo>
                <a:lnTo>
                  <a:pt x="2768" y="387"/>
                </a:lnTo>
                <a:lnTo>
                  <a:pt x="2761" y="387"/>
                </a:lnTo>
                <a:lnTo>
                  <a:pt x="2761" y="394"/>
                </a:lnTo>
                <a:close/>
                <a:moveTo>
                  <a:pt x="2777" y="394"/>
                </a:moveTo>
                <a:lnTo>
                  <a:pt x="2784" y="394"/>
                </a:lnTo>
                <a:lnTo>
                  <a:pt x="2784" y="387"/>
                </a:lnTo>
                <a:lnTo>
                  <a:pt x="2777" y="387"/>
                </a:lnTo>
                <a:lnTo>
                  <a:pt x="2777" y="394"/>
                </a:lnTo>
                <a:close/>
                <a:moveTo>
                  <a:pt x="2811" y="394"/>
                </a:moveTo>
                <a:lnTo>
                  <a:pt x="2818" y="394"/>
                </a:lnTo>
                <a:lnTo>
                  <a:pt x="2818" y="387"/>
                </a:lnTo>
                <a:lnTo>
                  <a:pt x="2811" y="387"/>
                </a:lnTo>
                <a:lnTo>
                  <a:pt x="2811" y="394"/>
                </a:lnTo>
                <a:close/>
                <a:moveTo>
                  <a:pt x="2827" y="394"/>
                </a:moveTo>
                <a:lnTo>
                  <a:pt x="2834" y="394"/>
                </a:lnTo>
                <a:lnTo>
                  <a:pt x="2834" y="387"/>
                </a:lnTo>
                <a:lnTo>
                  <a:pt x="2827" y="387"/>
                </a:lnTo>
                <a:lnTo>
                  <a:pt x="2827" y="394"/>
                </a:lnTo>
                <a:close/>
                <a:moveTo>
                  <a:pt x="2844" y="394"/>
                </a:moveTo>
                <a:lnTo>
                  <a:pt x="2851" y="394"/>
                </a:lnTo>
                <a:lnTo>
                  <a:pt x="2851" y="387"/>
                </a:lnTo>
                <a:lnTo>
                  <a:pt x="2844" y="387"/>
                </a:lnTo>
                <a:lnTo>
                  <a:pt x="2844" y="394"/>
                </a:lnTo>
                <a:close/>
                <a:moveTo>
                  <a:pt x="2860" y="394"/>
                </a:moveTo>
                <a:lnTo>
                  <a:pt x="2867" y="394"/>
                </a:lnTo>
                <a:lnTo>
                  <a:pt x="2867" y="387"/>
                </a:lnTo>
                <a:lnTo>
                  <a:pt x="2860" y="387"/>
                </a:lnTo>
                <a:lnTo>
                  <a:pt x="2860" y="394"/>
                </a:lnTo>
                <a:close/>
                <a:moveTo>
                  <a:pt x="2877" y="394"/>
                </a:moveTo>
                <a:lnTo>
                  <a:pt x="2884" y="394"/>
                </a:lnTo>
                <a:lnTo>
                  <a:pt x="2884" y="387"/>
                </a:lnTo>
                <a:lnTo>
                  <a:pt x="2877" y="387"/>
                </a:lnTo>
                <a:lnTo>
                  <a:pt x="2877" y="394"/>
                </a:lnTo>
                <a:close/>
                <a:moveTo>
                  <a:pt x="2893" y="394"/>
                </a:moveTo>
                <a:lnTo>
                  <a:pt x="2901" y="394"/>
                </a:lnTo>
                <a:lnTo>
                  <a:pt x="2901" y="387"/>
                </a:lnTo>
                <a:lnTo>
                  <a:pt x="2893" y="387"/>
                </a:lnTo>
                <a:lnTo>
                  <a:pt x="2893" y="394"/>
                </a:lnTo>
                <a:close/>
                <a:moveTo>
                  <a:pt x="2910" y="394"/>
                </a:moveTo>
                <a:lnTo>
                  <a:pt x="2917" y="394"/>
                </a:lnTo>
                <a:lnTo>
                  <a:pt x="2917" y="387"/>
                </a:lnTo>
                <a:lnTo>
                  <a:pt x="2910" y="387"/>
                </a:lnTo>
                <a:lnTo>
                  <a:pt x="2910" y="394"/>
                </a:lnTo>
                <a:close/>
                <a:moveTo>
                  <a:pt x="83" y="411"/>
                </a:moveTo>
                <a:lnTo>
                  <a:pt x="90" y="411"/>
                </a:lnTo>
                <a:lnTo>
                  <a:pt x="90" y="404"/>
                </a:lnTo>
                <a:lnTo>
                  <a:pt x="83" y="404"/>
                </a:lnTo>
                <a:lnTo>
                  <a:pt x="83" y="411"/>
                </a:lnTo>
                <a:close/>
                <a:moveTo>
                  <a:pt x="101" y="411"/>
                </a:moveTo>
                <a:lnTo>
                  <a:pt x="106" y="411"/>
                </a:lnTo>
                <a:lnTo>
                  <a:pt x="106" y="404"/>
                </a:lnTo>
                <a:lnTo>
                  <a:pt x="101" y="404"/>
                </a:lnTo>
                <a:lnTo>
                  <a:pt x="101" y="411"/>
                </a:lnTo>
                <a:close/>
                <a:moveTo>
                  <a:pt x="118" y="411"/>
                </a:moveTo>
                <a:lnTo>
                  <a:pt x="125" y="411"/>
                </a:lnTo>
                <a:lnTo>
                  <a:pt x="125" y="404"/>
                </a:lnTo>
                <a:lnTo>
                  <a:pt x="118" y="404"/>
                </a:lnTo>
                <a:lnTo>
                  <a:pt x="118" y="411"/>
                </a:lnTo>
                <a:close/>
                <a:moveTo>
                  <a:pt x="135" y="411"/>
                </a:moveTo>
                <a:lnTo>
                  <a:pt x="142" y="411"/>
                </a:lnTo>
                <a:lnTo>
                  <a:pt x="142" y="404"/>
                </a:lnTo>
                <a:lnTo>
                  <a:pt x="135" y="404"/>
                </a:lnTo>
                <a:lnTo>
                  <a:pt x="135" y="411"/>
                </a:lnTo>
                <a:close/>
                <a:moveTo>
                  <a:pt x="151" y="411"/>
                </a:moveTo>
                <a:lnTo>
                  <a:pt x="158" y="411"/>
                </a:lnTo>
                <a:lnTo>
                  <a:pt x="158" y="404"/>
                </a:lnTo>
                <a:lnTo>
                  <a:pt x="151" y="404"/>
                </a:lnTo>
                <a:lnTo>
                  <a:pt x="151" y="411"/>
                </a:lnTo>
                <a:close/>
                <a:moveTo>
                  <a:pt x="168" y="411"/>
                </a:moveTo>
                <a:lnTo>
                  <a:pt x="175" y="411"/>
                </a:lnTo>
                <a:lnTo>
                  <a:pt x="175" y="404"/>
                </a:lnTo>
                <a:lnTo>
                  <a:pt x="168" y="404"/>
                </a:lnTo>
                <a:lnTo>
                  <a:pt x="168" y="411"/>
                </a:lnTo>
                <a:close/>
                <a:moveTo>
                  <a:pt x="184" y="411"/>
                </a:moveTo>
                <a:lnTo>
                  <a:pt x="191" y="411"/>
                </a:lnTo>
                <a:lnTo>
                  <a:pt x="191" y="404"/>
                </a:lnTo>
                <a:lnTo>
                  <a:pt x="184" y="404"/>
                </a:lnTo>
                <a:lnTo>
                  <a:pt x="184" y="411"/>
                </a:lnTo>
                <a:close/>
                <a:moveTo>
                  <a:pt x="284" y="411"/>
                </a:moveTo>
                <a:lnTo>
                  <a:pt x="291" y="411"/>
                </a:lnTo>
                <a:lnTo>
                  <a:pt x="291" y="404"/>
                </a:lnTo>
                <a:lnTo>
                  <a:pt x="284" y="404"/>
                </a:lnTo>
                <a:lnTo>
                  <a:pt x="284" y="411"/>
                </a:lnTo>
                <a:close/>
                <a:moveTo>
                  <a:pt x="300" y="411"/>
                </a:moveTo>
                <a:lnTo>
                  <a:pt x="307" y="411"/>
                </a:lnTo>
                <a:lnTo>
                  <a:pt x="307" y="404"/>
                </a:lnTo>
                <a:lnTo>
                  <a:pt x="300" y="404"/>
                </a:lnTo>
                <a:lnTo>
                  <a:pt x="300" y="411"/>
                </a:lnTo>
                <a:close/>
                <a:moveTo>
                  <a:pt x="317" y="411"/>
                </a:moveTo>
                <a:lnTo>
                  <a:pt x="324" y="411"/>
                </a:lnTo>
                <a:lnTo>
                  <a:pt x="324" y="404"/>
                </a:lnTo>
                <a:lnTo>
                  <a:pt x="317" y="404"/>
                </a:lnTo>
                <a:lnTo>
                  <a:pt x="317" y="411"/>
                </a:lnTo>
                <a:close/>
                <a:moveTo>
                  <a:pt x="334" y="411"/>
                </a:moveTo>
                <a:lnTo>
                  <a:pt x="341" y="411"/>
                </a:lnTo>
                <a:lnTo>
                  <a:pt x="341" y="404"/>
                </a:lnTo>
                <a:lnTo>
                  <a:pt x="334" y="404"/>
                </a:lnTo>
                <a:lnTo>
                  <a:pt x="334" y="411"/>
                </a:lnTo>
                <a:close/>
                <a:moveTo>
                  <a:pt x="350" y="411"/>
                </a:moveTo>
                <a:lnTo>
                  <a:pt x="357" y="411"/>
                </a:lnTo>
                <a:lnTo>
                  <a:pt x="357" y="404"/>
                </a:lnTo>
                <a:lnTo>
                  <a:pt x="350" y="404"/>
                </a:lnTo>
                <a:lnTo>
                  <a:pt x="350" y="411"/>
                </a:lnTo>
                <a:close/>
                <a:moveTo>
                  <a:pt x="369" y="411"/>
                </a:moveTo>
                <a:lnTo>
                  <a:pt x="376" y="411"/>
                </a:lnTo>
                <a:lnTo>
                  <a:pt x="376" y="404"/>
                </a:lnTo>
                <a:lnTo>
                  <a:pt x="369" y="404"/>
                </a:lnTo>
                <a:lnTo>
                  <a:pt x="369" y="411"/>
                </a:lnTo>
                <a:close/>
                <a:moveTo>
                  <a:pt x="386" y="411"/>
                </a:moveTo>
                <a:lnTo>
                  <a:pt x="393" y="411"/>
                </a:lnTo>
                <a:lnTo>
                  <a:pt x="393" y="404"/>
                </a:lnTo>
                <a:lnTo>
                  <a:pt x="386" y="404"/>
                </a:lnTo>
                <a:lnTo>
                  <a:pt x="386" y="411"/>
                </a:lnTo>
                <a:close/>
                <a:moveTo>
                  <a:pt x="402" y="411"/>
                </a:moveTo>
                <a:lnTo>
                  <a:pt x="409" y="411"/>
                </a:lnTo>
                <a:lnTo>
                  <a:pt x="409" y="404"/>
                </a:lnTo>
                <a:lnTo>
                  <a:pt x="402" y="404"/>
                </a:lnTo>
                <a:lnTo>
                  <a:pt x="402" y="411"/>
                </a:lnTo>
                <a:close/>
                <a:moveTo>
                  <a:pt x="419" y="411"/>
                </a:moveTo>
                <a:lnTo>
                  <a:pt x="426" y="411"/>
                </a:lnTo>
                <a:lnTo>
                  <a:pt x="426" y="404"/>
                </a:lnTo>
                <a:lnTo>
                  <a:pt x="419" y="404"/>
                </a:lnTo>
                <a:lnTo>
                  <a:pt x="419" y="411"/>
                </a:lnTo>
                <a:close/>
                <a:moveTo>
                  <a:pt x="435" y="411"/>
                </a:moveTo>
                <a:lnTo>
                  <a:pt x="442" y="411"/>
                </a:lnTo>
                <a:lnTo>
                  <a:pt x="442" y="404"/>
                </a:lnTo>
                <a:lnTo>
                  <a:pt x="435" y="404"/>
                </a:lnTo>
                <a:lnTo>
                  <a:pt x="435" y="411"/>
                </a:lnTo>
                <a:close/>
                <a:moveTo>
                  <a:pt x="452" y="411"/>
                </a:moveTo>
                <a:lnTo>
                  <a:pt x="459" y="411"/>
                </a:lnTo>
                <a:lnTo>
                  <a:pt x="459" y="404"/>
                </a:lnTo>
                <a:lnTo>
                  <a:pt x="452" y="404"/>
                </a:lnTo>
                <a:lnTo>
                  <a:pt x="452" y="411"/>
                </a:lnTo>
                <a:close/>
                <a:moveTo>
                  <a:pt x="469" y="411"/>
                </a:moveTo>
                <a:lnTo>
                  <a:pt x="476" y="411"/>
                </a:lnTo>
                <a:lnTo>
                  <a:pt x="476" y="404"/>
                </a:lnTo>
                <a:lnTo>
                  <a:pt x="469" y="404"/>
                </a:lnTo>
                <a:lnTo>
                  <a:pt x="469" y="411"/>
                </a:lnTo>
                <a:close/>
                <a:moveTo>
                  <a:pt x="485" y="411"/>
                </a:moveTo>
                <a:lnTo>
                  <a:pt x="492" y="411"/>
                </a:lnTo>
                <a:lnTo>
                  <a:pt x="492" y="404"/>
                </a:lnTo>
                <a:lnTo>
                  <a:pt x="485" y="404"/>
                </a:lnTo>
                <a:lnTo>
                  <a:pt x="485" y="411"/>
                </a:lnTo>
                <a:close/>
                <a:moveTo>
                  <a:pt x="502" y="411"/>
                </a:moveTo>
                <a:lnTo>
                  <a:pt x="509" y="411"/>
                </a:lnTo>
                <a:lnTo>
                  <a:pt x="509" y="404"/>
                </a:lnTo>
                <a:lnTo>
                  <a:pt x="502" y="404"/>
                </a:lnTo>
                <a:lnTo>
                  <a:pt x="502" y="411"/>
                </a:lnTo>
                <a:close/>
                <a:moveTo>
                  <a:pt x="518" y="411"/>
                </a:moveTo>
                <a:lnTo>
                  <a:pt x="525" y="411"/>
                </a:lnTo>
                <a:lnTo>
                  <a:pt x="525" y="404"/>
                </a:lnTo>
                <a:lnTo>
                  <a:pt x="518" y="404"/>
                </a:lnTo>
                <a:lnTo>
                  <a:pt x="518" y="411"/>
                </a:lnTo>
                <a:close/>
                <a:moveTo>
                  <a:pt x="535" y="411"/>
                </a:moveTo>
                <a:lnTo>
                  <a:pt x="542" y="411"/>
                </a:lnTo>
                <a:lnTo>
                  <a:pt x="542" y="404"/>
                </a:lnTo>
                <a:lnTo>
                  <a:pt x="535" y="404"/>
                </a:lnTo>
                <a:lnTo>
                  <a:pt x="535" y="411"/>
                </a:lnTo>
                <a:close/>
                <a:moveTo>
                  <a:pt x="551" y="411"/>
                </a:moveTo>
                <a:lnTo>
                  <a:pt x="559" y="411"/>
                </a:lnTo>
                <a:lnTo>
                  <a:pt x="559" y="404"/>
                </a:lnTo>
                <a:lnTo>
                  <a:pt x="551" y="404"/>
                </a:lnTo>
                <a:lnTo>
                  <a:pt x="551" y="411"/>
                </a:lnTo>
                <a:close/>
                <a:moveTo>
                  <a:pt x="568" y="411"/>
                </a:moveTo>
                <a:lnTo>
                  <a:pt x="575" y="411"/>
                </a:lnTo>
                <a:lnTo>
                  <a:pt x="575" y="404"/>
                </a:lnTo>
                <a:lnTo>
                  <a:pt x="568" y="404"/>
                </a:lnTo>
                <a:lnTo>
                  <a:pt x="568" y="411"/>
                </a:lnTo>
                <a:close/>
                <a:moveTo>
                  <a:pt x="585" y="411"/>
                </a:moveTo>
                <a:lnTo>
                  <a:pt x="592" y="411"/>
                </a:lnTo>
                <a:lnTo>
                  <a:pt x="592" y="404"/>
                </a:lnTo>
                <a:lnTo>
                  <a:pt x="585" y="404"/>
                </a:lnTo>
                <a:lnTo>
                  <a:pt x="585" y="411"/>
                </a:lnTo>
                <a:close/>
                <a:moveTo>
                  <a:pt x="601" y="411"/>
                </a:moveTo>
                <a:lnTo>
                  <a:pt x="608" y="411"/>
                </a:lnTo>
                <a:lnTo>
                  <a:pt x="608" y="404"/>
                </a:lnTo>
                <a:lnTo>
                  <a:pt x="601" y="404"/>
                </a:lnTo>
                <a:lnTo>
                  <a:pt x="601" y="411"/>
                </a:lnTo>
                <a:close/>
                <a:moveTo>
                  <a:pt x="620" y="411"/>
                </a:moveTo>
                <a:lnTo>
                  <a:pt x="625" y="411"/>
                </a:lnTo>
                <a:lnTo>
                  <a:pt x="625" y="404"/>
                </a:lnTo>
                <a:lnTo>
                  <a:pt x="620" y="404"/>
                </a:lnTo>
                <a:lnTo>
                  <a:pt x="620" y="411"/>
                </a:lnTo>
                <a:close/>
                <a:moveTo>
                  <a:pt x="637" y="411"/>
                </a:moveTo>
                <a:lnTo>
                  <a:pt x="644" y="411"/>
                </a:lnTo>
                <a:lnTo>
                  <a:pt x="644" y="404"/>
                </a:lnTo>
                <a:lnTo>
                  <a:pt x="637" y="404"/>
                </a:lnTo>
                <a:lnTo>
                  <a:pt x="637" y="411"/>
                </a:lnTo>
                <a:close/>
                <a:moveTo>
                  <a:pt x="653" y="411"/>
                </a:moveTo>
                <a:lnTo>
                  <a:pt x="660" y="411"/>
                </a:lnTo>
                <a:lnTo>
                  <a:pt x="660" y="404"/>
                </a:lnTo>
                <a:lnTo>
                  <a:pt x="653" y="404"/>
                </a:lnTo>
                <a:lnTo>
                  <a:pt x="653" y="411"/>
                </a:lnTo>
                <a:close/>
                <a:moveTo>
                  <a:pt x="670" y="411"/>
                </a:moveTo>
                <a:lnTo>
                  <a:pt x="677" y="411"/>
                </a:lnTo>
                <a:lnTo>
                  <a:pt x="677" y="404"/>
                </a:lnTo>
                <a:lnTo>
                  <a:pt x="670" y="404"/>
                </a:lnTo>
                <a:lnTo>
                  <a:pt x="670" y="411"/>
                </a:lnTo>
                <a:close/>
                <a:moveTo>
                  <a:pt x="786" y="411"/>
                </a:moveTo>
                <a:lnTo>
                  <a:pt x="793" y="411"/>
                </a:lnTo>
                <a:lnTo>
                  <a:pt x="793" y="404"/>
                </a:lnTo>
                <a:lnTo>
                  <a:pt x="786" y="404"/>
                </a:lnTo>
                <a:lnTo>
                  <a:pt x="786" y="411"/>
                </a:lnTo>
                <a:close/>
                <a:moveTo>
                  <a:pt x="802" y="411"/>
                </a:moveTo>
                <a:lnTo>
                  <a:pt x="810" y="411"/>
                </a:lnTo>
                <a:lnTo>
                  <a:pt x="810" y="404"/>
                </a:lnTo>
                <a:lnTo>
                  <a:pt x="802" y="404"/>
                </a:lnTo>
                <a:lnTo>
                  <a:pt x="802" y="411"/>
                </a:lnTo>
                <a:close/>
                <a:moveTo>
                  <a:pt x="819" y="411"/>
                </a:moveTo>
                <a:lnTo>
                  <a:pt x="826" y="411"/>
                </a:lnTo>
                <a:lnTo>
                  <a:pt x="826" y="404"/>
                </a:lnTo>
                <a:lnTo>
                  <a:pt x="819" y="404"/>
                </a:lnTo>
                <a:lnTo>
                  <a:pt x="819" y="411"/>
                </a:lnTo>
                <a:close/>
                <a:moveTo>
                  <a:pt x="836" y="411"/>
                </a:moveTo>
                <a:lnTo>
                  <a:pt x="843" y="411"/>
                </a:lnTo>
                <a:lnTo>
                  <a:pt x="843" y="404"/>
                </a:lnTo>
                <a:lnTo>
                  <a:pt x="836" y="404"/>
                </a:lnTo>
                <a:lnTo>
                  <a:pt x="836" y="411"/>
                </a:lnTo>
                <a:close/>
                <a:moveTo>
                  <a:pt x="852" y="411"/>
                </a:moveTo>
                <a:lnTo>
                  <a:pt x="859" y="411"/>
                </a:lnTo>
                <a:lnTo>
                  <a:pt x="859" y="404"/>
                </a:lnTo>
                <a:lnTo>
                  <a:pt x="852" y="404"/>
                </a:lnTo>
                <a:lnTo>
                  <a:pt x="852" y="411"/>
                </a:lnTo>
                <a:close/>
                <a:moveTo>
                  <a:pt x="871" y="411"/>
                </a:moveTo>
                <a:lnTo>
                  <a:pt x="876" y="411"/>
                </a:lnTo>
                <a:lnTo>
                  <a:pt x="876" y="404"/>
                </a:lnTo>
                <a:lnTo>
                  <a:pt x="871" y="404"/>
                </a:lnTo>
                <a:lnTo>
                  <a:pt x="871" y="411"/>
                </a:lnTo>
                <a:close/>
                <a:moveTo>
                  <a:pt x="888" y="411"/>
                </a:moveTo>
                <a:lnTo>
                  <a:pt x="895" y="411"/>
                </a:lnTo>
                <a:lnTo>
                  <a:pt x="895" y="404"/>
                </a:lnTo>
                <a:lnTo>
                  <a:pt x="888" y="404"/>
                </a:lnTo>
                <a:lnTo>
                  <a:pt x="888" y="411"/>
                </a:lnTo>
                <a:close/>
                <a:moveTo>
                  <a:pt x="904" y="411"/>
                </a:moveTo>
                <a:lnTo>
                  <a:pt x="911" y="411"/>
                </a:lnTo>
                <a:lnTo>
                  <a:pt x="911" y="404"/>
                </a:lnTo>
                <a:lnTo>
                  <a:pt x="904" y="404"/>
                </a:lnTo>
                <a:lnTo>
                  <a:pt x="904" y="411"/>
                </a:lnTo>
                <a:close/>
                <a:moveTo>
                  <a:pt x="921" y="411"/>
                </a:moveTo>
                <a:lnTo>
                  <a:pt x="928" y="411"/>
                </a:lnTo>
                <a:lnTo>
                  <a:pt x="928" y="404"/>
                </a:lnTo>
                <a:lnTo>
                  <a:pt x="921" y="404"/>
                </a:lnTo>
                <a:lnTo>
                  <a:pt x="921" y="411"/>
                </a:lnTo>
                <a:close/>
                <a:moveTo>
                  <a:pt x="1406" y="411"/>
                </a:moveTo>
                <a:lnTo>
                  <a:pt x="1413" y="411"/>
                </a:lnTo>
                <a:lnTo>
                  <a:pt x="1413" y="404"/>
                </a:lnTo>
                <a:lnTo>
                  <a:pt x="1406" y="404"/>
                </a:lnTo>
                <a:lnTo>
                  <a:pt x="1406" y="411"/>
                </a:lnTo>
                <a:close/>
                <a:moveTo>
                  <a:pt x="1423" y="411"/>
                </a:moveTo>
                <a:lnTo>
                  <a:pt x="1430" y="411"/>
                </a:lnTo>
                <a:lnTo>
                  <a:pt x="1430" y="404"/>
                </a:lnTo>
                <a:lnTo>
                  <a:pt x="1423" y="404"/>
                </a:lnTo>
                <a:lnTo>
                  <a:pt x="1423" y="411"/>
                </a:lnTo>
                <a:close/>
                <a:moveTo>
                  <a:pt x="1439" y="411"/>
                </a:moveTo>
                <a:lnTo>
                  <a:pt x="1447" y="411"/>
                </a:lnTo>
                <a:lnTo>
                  <a:pt x="1447" y="404"/>
                </a:lnTo>
                <a:lnTo>
                  <a:pt x="1439" y="404"/>
                </a:lnTo>
                <a:lnTo>
                  <a:pt x="1439" y="411"/>
                </a:lnTo>
                <a:close/>
                <a:moveTo>
                  <a:pt x="1506" y="411"/>
                </a:moveTo>
                <a:lnTo>
                  <a:pt x="1513" y="411"/>
                </a:lnTo>
                <a:lnTo>
                  <a:pt x="1513" y="404"/>
                </a:lnTo>
                <a:lnTo>
                  <a:pt x="1506" y="404"/>
                </a:lnTo>
                <a:lnTo>
                  <a:pt x="1506" y="411"/>
                </a:lnTo>
                <a:close/>
                <a:moveTo>
                  <a:pt x="1522" y="411"/>
                </a:moveTo>
                <a:lnTo>
                  <a:pt x="1529" y="411"/>
                </a:lnTo>
                <a:lnTo>
                  <a:pt x="1529" y="404"/>
                </a:lnTo>
                <a:lnTo>
                  <a:pt x="1522" y="404"/>
                </a:lnTo>
                <a:lnTo>
                  <a:pt x="1522" y="411"/>
                </a:lnTo>
                <a:close/>
                <a:moveTo>
                  <a:pt x="1539" y="411"/>
                </a:moveTo>
                <a:lnTo>
                  <a:pt x="1546" y="411"/>
                </a:lnTo>
                <a:lnTo>
                  <a:pt x="1546" y="404"/>
                </a:lnTo>
                <a:lnTo>
                  <a:pt x="1539" y="404"/>
                </a:lnTo>
                <a:lnTo>
                  <a:pt x="1539" y="411"/>
                </a:lnTo>
                <a:close/>
                <a:moveTo>
                  <a:pt x="1555" y="411"/>
                </a:moveTo>
                <a:lnTo>
                  <a:pt x="1563" y="411"/>
                </a:lnTo>
                <a:lnTo>
                  <a:pt x="1563" y="404"/>
                </a:lnTo>
                <a:lnTo>
                  <a:pt x="1555" y="404"/>
                </a:lnTo>
                <a:lnTo>
                  <a:pt x="1555" y="411"/>
                </a:lnTo>
                <a:close/>
                <a:moveTo>
                  <a:pt x="1572" y="411"/>
                </a:moveTo>
                <a:lnTo>
                  <a:pt x="1579" y="411"/>
                </a:lnTo>
                <a:lnTo>
                  <a:pt x="1579" y="404"/>
                </a:lnTo>
                <a:lnTo>
                  <a:pt x="1572" y="404"/>
                </a:lnTo>
                <a:lnTo>
                  <a:pt x="1572" y="411"/>
                </a:lnTo>
                <a:close/>
                <a:moveTo>
                  <a:pt x="1589" y="411"/>
                </a:moveTo>
                <a:lnTo>
                  <a:pt x="1596" y="411"/>
                </a:lnTo>
                <a:lnTo>
                  <a:pt x="1596" y="404"/>
                </a:lnTo>
                <a:lnTo>
                  <a:pt x="1589" y="404"/>
                </a:lnTo>
                <a:lnTo>
                  <a:pt x="1589" y="411"/>
                </a:lnTo>
                <a:close/>
                <a:moveTo>
                  <a:pt x="1605" y="411"/>
                </a:moveTo>
                <a:lnTo>
                  <a:pt x="1612" y="411"/>
                </a:lnTo>
                <a:lnTo>
                  <a:pt x="1612" y="404"/>
                </a:lnTo>
                <a:lnTo>
                  <a:pt x="1605" y="404"/>
                </a:lnTo>
                <a:lnTo>
                  <a:pt x="1605" y="411"/>
                </a:lnTo>
                <a:close/>
                <a:moveTo>
                  <a:pt x="1638" y="411"/>
                </a:moveTo>
                <a:lnTo>
                  <a:pt x="1645" y="411"/>
                </a:lnTo>
                <a:lnTo>
                  <a:pt x="1645" y="404"/>
                </a:lnTo>
                <a:lnTo>
                  <a:pt x="1638" y="404"/>
                </a:lnTo>
                <a:lnTo>
                  <a:pt x="1638" y="411"/>
                </a:lnTo>
                <a:close/>
                <a:moveTo>
                  <a:pt x="1657" y="411"/>
                </a:moveTo>
                <a:lnTo>
                  <a:pt x="1664" y="411"/>
                </a:lnTo>
                <a:lnTo>
                  <a:pt x="1664" y="404"/>
                </a:lnTo>
                <a:lnTo>
                  <a:pt x="1657" y="404"/>
                </a:lnTo>
                <a:lnTo>
                  <a:pt x="1657" y="411"/>
                </a:lnTo>
                <a:close/>
                <a:moveTo>
                  <a:pt x="1674" y="411"/>
                </a:moveTo>
                <a:lnTo>
                  <a:pt x="1681" y="411"/>
                </a:lnTo>
                <a:lnTo>
                  <a:pt x="1681" y="404"/>
                </a:lnTo>
                <a:lnTo>
                  <a:pt x="1674" y="404"/>
                </a:lnTo>
                <a:lnTo>
                  <a:pt x="1674" y="411"/>
                </a:lnTo>
                <a:close/>
                <a:moveTo>
                  <a:pt x="1690" y="411"/>
                </a:moveTo>
                <a:lnTo>
                  <a:pt x="1698" y="411"/>
                </a:lnTo>
                <a:lnTo>
                  <a:pt x="1698" y="404"/>
                </a:lnTo>
                <a:lnTo>
                  <a:pt x="1690" y="404"/>
                </a:lnTo>
                <a:lnTo>
                  <a:pt x="1690" y="411"/>
                </a:lnTo>
                <a:close/>
                <a:moveTo>
                  <a:pt x="1707" y="411"/>
                </a:moveTo>
                <a:lnTo>
                  <a:pt x="1714" y="411"/>
                </a:lnTo>
                <a:lnTo>
                  <a:pt x="1714" y="404"/>
                </a:lnTo>
                <a:lnTo>
                  <a:pt x="1707" y="404"/>
                </a:lnTo>
                <a:lnTo>
                  <a:pt x="1707" y="411"/>
                </a:lnTo>
                <a:close/>
                <a:moveTo>
                  <a:pt x="1724" y="411"/>
                </a:moveTo>
                <a:lnTo>
                  <a:pt x="1731" y="411"/>
                </a:lnTo>
                <a:lnTo>
                  <a:pt x="1731" y="404"/>
                </a:lnTo>
                <a:lnTo>
                  <a:pt x="1724" y="404"/>
                </a:lnTo>
                <a:lnTo>
                  <a:pt x="1724" y="411"/>
                </a:lnTo>
                <a:close/>
                <a:moveTo>
                  <a:pt x="1740" y="411"/>
                </a:moveTo>
                <a:lnTo>
                  <a:pt x="1747" y="411"/>
                </a:lnTo>
                <a:lnTo>
                  <a:pt x="1747" y="404"/>
                </a:lnTo>
                <a:lnTo>
                  <a:pt x="1740" y="404"/>
                </a:lnTo>
                <a:lnTo>
                  <a:pt x="1740" y="411"/>
                </a:lnTo>
                <a:close/>
                <a:moveTo>
                  <a:pt x="1757" y="411"/>
                </a:moveTo>
                <a:lnTo>
                  <a:pt x="1764" y="411"/>
                </a:lnTo>
                <a:lnTo>
                  <a:pt x="1764" y="404"/>
                </a:lnTo>
                <a:lnTo>
                  <a:pt x="1757" y="404"/>
                </a:lnTo>
                <a:lnTo>
                  <a:pt x="1757" y="411"/>
                </a:lnTo>
                <a:close/>
                <a:moveTo>
                  <a:pt x="1773" y="411"/>
                </a:moveTo>
                <a:lnTo>
                  <a:pt x="1780" y="411"/>
                </a:lnTo>
                <a:lnTo>
                  <a:pt x="1780" y="404"/>
                </a:lnTo>
                <a:lnTo>
                  <a:pt x="1773" y="404"/>
                </a:lnTo>
                <a:lnTo>
                  <a:pt x="1773" y="411"/>
                </a:lnTo>
                <a:close/>
                <a:moveTo>
                  <a:pt x="1790" y="411"/>
                </a:moveTo>
                <a:lnTo>
                  <a:pt x="1797" y="411"/>
                </a:lnTo>
                <a:lnTo>
                  <a:pt x="1797" y="404"/>
                </a:lnTo>
                <a:lnTo>
                  <a:pt x="1790" y="404"/>
                </a:lnTo>
                <a:lnTo>
                  <a:pt x="1790" y="411"/>
                </a:lnTo>
                <a:close/>
                <a:moveTo>
                  <a:pt x="1806" y="411"/>
                </a:moveTo>
                <a:lnTo>
                  <a:pt x="1814" y="411"/>
                </a:lnTo>
                <a:lnTo>
                  <a:pt x="1814" y="404"/>
                </a:lnTo>
                <a:lnTo>
                  <a:pt x="1806" y="404"/>
                </a:lnTo>
                <a:lnTo>
                  <a:pt x="1806" y="411"/>
                </a:lnTo>
                <a:close/>
                <a:moveTo>
                  <a:pt x="1823" y="411"/>
                </a:moveTo>
                <a:lnTo>
                  <a:pt x="1830" y="411"/>
                </a:lnTo>
                <a:lnTo>
                  <a:pt x="1830" y="404"/>
                </a:lnTo>
                <a:lnTo>
                  <a:pt x="1823" y="404"/>
                </a:lnTo>
                <a:lnTo>
                  <a:pt x="1823" y="411"/>
                </a:lnTo>
                <a:close/>
                <a:moveTo>
                  <a:pt x="1840" y="411"/>
                </a:moveTo>
                <a:lnTo>
                  <a:pt x="1847" y="411"/>
                </a:lnTo>
                <a:lnTo>
                  <a:pt x="1847" y="404"/>
                </a:lnTo>
                <a:lnTo>
                  <a:pt x="1840" y="404"/>
                </a:lnTo>
                <a:lnTo>
                  <a:pt x="1840" y="411"/>
                </a:lnTo>
                <a:close/>
                <a:moveTo>
                  <a:pt x="1856" y="411"/>
                </a:moveTo>
                <a:lnTo>
                  <a:pt x="1863" y="411"/>
                </a:lnTo>
                <a:lnTo>
                  <a:pt x="1863" y="404"/>
                </a:lnTo>
                <a:lnTo>
                  <a:pt x="1856" y="404"/>
                </a:lnTo>
                <a:lnTo>
                  <a:pt x="1856" y="411"/>
                </a:lnTo>
                <a:close/>
                <a:moveTo>
                  <a:pt x="1873" y="411"/>
                </a:moveTo>
                <a:lnTo>
                  <a:pt x="1880" y="411"/>
                </a:lnTo>
                <a:lnTo>
                  <a:pt x="1880" y="404"/>
                </a:lnTo>
                <a:lnTo>
                  <a:pt x="1873" y="404"/>
                </a:lnTo>
                <a:lnTo>
                  <a:pt x="1873" y="411"/>
                </a:lnTo>
                <a:close/>
                <a:moveTo>
                  <a:pt x="1889" y="411"/>
                </a:moveTo>
                <a:lnTo>
                  <a:pt x="1896" y="411"/>
                </a:lnTo>
                <a:lnTo>
                  <a:pt x="1896" y="404"/>
                </a:lnTo>
                <a:lnTo>
                  <a:pt x="1889" y="404"/>
                </a:lnTo>
                <a:lnTo>
                  <a:pt x="1889" y="411"/>
                </a:lnTo>
                <a:close/>
                <a:moveTo>
                  <a:pt x="1908" y="411"/>
                </a:moveTo>
                <a:lnTo>
                  <a:pt x="1915" y="411"/>
                </a:lnTo>
                <a:lnTo>
                  <a:pt x="1915" y="404"/>
                </a:lnTo>
                <a:lnTo>
                  <a:pt x="1908" y="404"/>
                </a:lnTo>
                <a:lnTo>
                  <a:pt x="1908" y="411"/>
                </a:lnTo>
                <a:close/>
                <a:moveTo>
                  <a:pt x="1925" y="411"/>
                </a:moveTo>
                <a:lnTo>
                  <a:pt x="1932" y="411"/>
                </a:lnTo>
                <a:lnTo>
                  <a:pt x="1932" y="404"/>
                </a:lnTo>
                <a:lnTo>
                  <a:pt x="1925" y="404"/>
                </a:lnTo>
                <a:lnTo>
                  <a:pt x="1925" y="411"/>
                </a:lnTo>
                <a:close/>
                <a:moveTo>
                  <a:pt x="1941" y="411"/>
                </a:moveTo>
                <a:lnTo>
                  <a:pt x="1949" y="411"/>
                </a:lnTo>
                <a:lnTo>
                  <a:pt x="1949" y="404"/>
                </a:lnTo>
                <a:lnTo>
                  <a:pt x="1941" y="404"/>
                </a:lnTo>
                <a:lnTo>
                  <a:pt x="1941" y="411"/>
                </a:lnTo>
                <a:close/>
                <a:moveTo>
                  <a:pt x="1958" y="411"/>
                </a:moveTo>
                <a:lnTo>
                  <a:pt x="1965" y="411"/>
                </a:lnTo>
                <a:lnTo>
                  <a:pt x="1965" y="404"/>
                </a:lnTo>
                <a:lnTo>
                  <a:pt x="1958" y="404"/>
                </a:lnTo>
                <a:lnTo>
                  <a:pt x="1958" y="411"/>
                </a:lnTo>
                <a:close/>
                <a:moveTo>
                  <a:pt x="1975" y="411"/>
                </a:moveTo>
                <a:lnTo>
                  <a:pt x="1982" y="411"/>
                </a:lnTo>
                <a:lnTo>
                  <a:pt x="1982" y="404"/>
                </a:lnTo>
                <a:lnTo>
                  <a:pt x="1975" y="404"/>
                </a:lnTo>
                <a:lnTo>
                  <a:pt x="1975" y="411"/>
                </a:lnTo>
                <a:close/>
                <a:moveTo>
                  <a:pt x="1991" y="411"/>
                </a:moveTo>
                <a:lnTo>
                  <a:pt x="1998" y="411"/>
                </a:lnTo>
                <a:lnTo>
                  <a:pt x="1998" y="404"/>
                </a:lnTo>
                <a:lnTo>
                  <a:pt x="1991" y="404"/>
                </a:lnTo>
                <a:lnTo>
                  <a:pt x="1991" y="411"/>
                </a:lnTo>
                <a:close/>
                <a:moveTo>
                  <a:pt x="2008" y="411"/>
                </a:moveTo>
                <a:lnTo>
                  <a:pt x="2015" y="411"/>
                </a:lnTo>
                <a:lnTo>
                  <a:pt x="2015" y="404"/>
                </a:lnTo>
                <a:lnTo>
                  <a:pt x="2008" y="404"/>
                </a:lnTo>
                <a:lnTo>
                  <a:pt x="2008" y="411"/>
                </a:lnTo>
                <a:close/>
                <a:moveTo>
                  <a:pt x="2024" y="411"/>
                </a:moveTo>
                <a:lnTo>
                  <a:pt x="2031" y="411"/>
                </a:lnTo>
                <a:lnTo>
                  <a:pt x="2031" y="404"/>
                </a:lnTo>
                <a:lnTo>
                  <a:pt x="2024" y="404"/>
                </a:lnTo>
                <a:lnTo>
                  <a:pt x="2024" y="411"/>
                </a:lnTo>
                <a:close/>
                <a:moveTo>
                  <a:pt x="2041" y="411"/>
                </a:moveTo>
                <a:lnTo>
                  <a:pt x="2048" y="411"/>
                </a:lnTo>
                <a:lnTo>
                  <a:pt x="2048" y="404"/>
                </a:lnTo>
                <a:lnTo>
                  <a:pt x="2041" y="404"/>
                </a:lnTo>
                <a:lnTo>
                  <a:pt x="2041" y="411"/>
                </a:lnTo>
                <a:close/>
                <a:moveTo>
                  <a:pt x="2057" y="411"/>
                </a:moveTo>
                <a:lnTo>
                  <a:pt x="2065" y="411"/>
                </a:lnTo>
                <a:lnTo>
                  <a:pt x="2065" y="404"/>
                </a:lnTo>
                <a:lnTo>
                  <a:pt x="2057" y="404"/>
                </a:lnTo>
                <a:lnTo>
                  <a:pt x="2057" y="411"/>
                </a:lnTo>
                <a:close/>
                <a:moveTo>
                  <a:pt x="2074" y="411"/>
                </a:moveTo>
                <a:lnTo>
                  <a:pt x="2081" y="411"/>
                </a:lnTo>
                <a:lnTo>
                  <a:pt x="2081" y="404"/>
                </a:lnTo>
                <a:lnTo>
                  <a:pt x="2074" y="404"/>
                </a:lnTo>
                <a:lnTo>
                  <a:pt x="2074" y="411"/>
                </a:lnTo>
                <a:close/>
                <a:moveTo>
                  <a:pt x="2091" y="411"/>
                </a:moveTo>
                <a:lnTo>
                  <a:pt x="2098" y="411"/>
                </a:lnTo>
                <a:lnTo>
                  <a:pt x="2098" y="404"/>
                </a:lnTo>
                <a:lnTo>
                  <a:pt x="2091" y="404"/>
                </a:lnTo>
                <a:lnTo>
                  <a:pt x="2091" y="411"/>
                </a:lnTo>
                <a:close/>
                <a:moveTo>
                  <a:pt x="2107" y="411"/>
                </a:moveTo>
                <a:lnTo>
                  <a:pt x="2114" y="411"/>
                </a:lnTo>
                <a:lnTo>
                  <a:pt x="2114" y="404"/>
                </a:lnTo>
                <a:lnTo>
                  <a:pt x="2107" y="404"/>
                </a:lnTo>
                <a:lnTo>
                  <a:pt x="2107" y="411"/>
                </a:lnTo>
                <a:close/>
                <a:moveTo>
                  <a:pt x="2124" y="411"/>
                </a:moveTo>
                <a:lnTo>
                  <a:pt x="2131" y="411"/>
                </a:lnTo>
                <a:lnTo>
                  <a:pt x="2131" y="404"/>
                </a:lnTo>
                <a:lnTo>
                  <a:pt x="2124" y="404"/>
                </a:lnTo>
                <a:lnTo>
                  <a:pt x="2124" y="411"/>
                </a:lnTo>
                <a:close/>
                <a:moveTo>
                  <a:pt x="2140" y="411"/>
                </a:moveTo>
                <a:lnTo>
                  <a:pt x="2147" y="411"/>
                </a:lnTo>
                <a:lnTo>
                  <a:pt x="2147" y="404"/>
                </a:lnTo>
                <a:lnTo>
                  <a:pt x="2140" y="404"/>
                </a:lnTo>
                <a:lnTo>
                  <a:pt x="2140" y="411"/>
                </a:lnTo>
                <a:close/>
                <a:moveTo>
                  <a:pt x="2159" y="411"/>
                </a:moveTo>
                <a:lnTo>
                  <a:pt x="2164" y="411"/>
                </a:lnTo>
                <a:lnTo>
                  <a:pt x="2164" y="404"/>
                </a:lnTo>
                <a:lnTo>
                  <a:pt x="2159" y="404"/>
                </a:lnTo>
                <a:lnTo>
                  <a:pt x="2159" y="411"/>
                </a:lnTo>
                <a:close/>
                <a:moveTo>
                  <a:pt x="2176" y="411"/>
                </a:moveTo>
                <a:lnTo>
                  <a:pt x="2183" y="411"/>
                </a:lnTo>
                <a:lnTo>
                  <a:pt x="2183" y="404"/>
                </a:lnTo>
                <a:lnTo>
                  <a:pt x="2176" y="404"/>
                </a:lnTo>
                <a:lnTo>
                  <a:pt x="2176" y="411"/>
                </a:lnTo>
                <a:close/>
                <a:moveTo>
                  <a:pt x="2192" y="411"/>
                </a:moveTo>
                <a:lnTo>
                  <a:pt x="2200" y="411"/>
                </a:lnTo>
                <a:lnTo>
                  <a:pt x="2200" y="404"/>
                </a:lnTo>
                <a:lnTo>
                  <a:pt x="2192" y="404"/>
                </a:lnTo>
                <a:lnTo>
                  <a:pt x="2192" y="411"/>
                </a:lnTo>
                <a:close/>
                <a:moveTo>
                  <a:pt x="2209" y="411"/>
                </a:moveTo>
                <a:lnTo>
                  <a:pt x="2216" y="411"/>
                </a:lnTo>
                <a:lnTo>
                  <a:pt x="2216" y="404"/>
                </a:lnTo>
                <a:lnTo>
                  <a:pt x="2209" y="404"/>
                </a:lnTo>
                <a:lnTo>
                  <a:pt x="2209" y="411"/>
                </a:lnTo>
                <a:close/>
                <a:moveTo>
                  <a:pt x="2226" y="411"/>
                </a:moveTo>
                <a:lnTo>
                  <a:pt x="2233" y="411"/>
                </a:lnTo>
                <a:lnTo>
                  <a:pt x="2233" y="404"/>
                </a:lnTo>
                <a:lnTo>
                  <a:pt x="2226" y="404"/>
                </a:lnTo>
                <a:lnTo>
                  <a:pt x="2226" y="411"/>
                </a:lnTo>
                <a:close/>
                <a:moveTo>
                  <a:pt x="2242" y="411"/>
                </a:moveTo>
                <a:lnTo>
                  <a:pt x="2249" y="411"/>
                </a:lnTo>
                <a:lnTo>
                  <a:pt x="2249" y="404"/>
                </a:lnTo>
                <a:lnTo>
                  <a:pt x="2242" y="404"/>
                </a:lnTo>
                <a:lnTo>
                  <a:pt x="2242" y="411"/>
                </a:lnTo>
                <a:close/>
                <a:moveTo>
                  <a:pt x="2259" y="411"/>
                </a:moveTo>
                <a:lnTo>
                  <a:pt x="2266" y="411"/>
                </a:lnTo>
                <a:lnTo>
                  <a:pt x="2266" y="404"/>
                </a:lnTo>
                <a:lnTo>
                  <a:pt x="2259" y="404"/>
                </a:lnTo>
                <a:lnTo>
                  <a:pt x="2259" y="411"/>
                </a:lnTo>
                <a:close/>
                <a:moveTo>
                  <a:pt x="2275" y="411"/>
                </a:moveTo>
                <a:lnTo>
                  <a:pt x="2282" y="411"/>
                </a:lnTo>
                <a:lnTo>
                  <a:pt x="2282" y="404"/>
                </a:lnTo>
                <a:lnTo>
                  <a:pt x="2275" y="404"/>
                </a:lnTo>
                <a:lnTo>
                  <a:pt x="2275" y="411"/>
                </a:lnTo>
                <a:close/>
                <a:moveTo>
                  <a:pt x="2292" y="411"/>
                </a:moveTo>
                <a:lnTo>
                  <a:pt x="2299" y="411"/>
                </a:lnTo>
                <a:lnTo>
                  <a:pt x="2299" y="404"/>
                </a:lnTo>
                <a:lnTo>
                  <a:pt x="2292" y="404"/>
                </a:lnTo>
                <a:lnTo>
                  <a:pt x="2292" y="411"/>
                </a:lnTo>
                <a:close/>
                <a:moveTo>
                  <a:pt x="2308" y="411"/>
                </a:moveTo>
                <a:lnTo>
                  <a:pt x="2316" y="411"/>
                </a:lnTo>
                <a:lnTo>
                  <a:pt x="2316" y="404"/>
                </a:lnTo>
                <a:lnTo>
                  <a:pt x="2308" y="404"/>
                </a:lnTo>
                <a:lnTo>
                  <a:pt x="2308" y="411"/>
                </a:lnTo>
                <a:close/>
                <a:moveTo>
                  <a:pt x="2325" y="411"/>
                </a:moveTo>
                <a:lnTo>
                  <a:pt x="2332" y="411"/>
                </a:lnTo>
                <a:lnTo>
                  <a:pt x="2332" y="404"/>
                </a:lnTo>
                <a:lnTo>
                  <a:pt x="2325" y="404"/>
                </a:lnTo>
                <a:lnTo>
                  <a:pt x="2325" y="411"/>
                </a:lnTo>
                <a:close/>
                <a:moveTo>
                  <a:pt x="2342" y="411"/>
                </a:moveTo>
                <a:lnTo>
                  <a:pt x="2349" y="411"/>
                </a:lnTo>
                <a:lnTo>
                  <a:pt x="2349" y="404"/>
                </a:lnTo>
                <a:lnTo>
                  <a:pt x="2342" y="404"/>
                </a:lnTo>
                <a:lnTo>
                  <a:pt x="2342" y="411"/>
                </a:lnTo>
                <a:close/>
                <a:moveTo>
                  <a:pt x="2358" y="411"/>
                </a:moveTo>
                <a:lnTo>
                  <a:pt x="2365" y="411"/>
                </a:lnTo>
                <a:lnTo>
                  <a:pt x="2365" y="404"/>
                </a:lnTo>
                <a:lnTo>
                  <a:pt x="2358" y="404"/>
                </a:lnTo>
                <a:lnTo>
                  <a:pt x="2358" y="411"/>
                </a:lnTo>
                <a:close/>
                <a:moveTo>
                  <a:pt x="2375" y="411"/>
                </a:moveTo>
                <a:lnTo>
                  <a:pt x="2382" y="411"/>
                </a:lnTo>
                <a:lnTo>
                  <a:pt x="2382" y="404"/>
                </a:lnTo>
                <a:lnTo>
                  <a:pt x="2375" y="404"/>
                </a:lnTo>
                <a:lnTo>
                  <a:pt x="2375" y="411"/>
                </a:lnTo>
                <a:close/>
                <a:moveTo>
                  <a:pt x="2391" y="411"/>
                </a:moveTo>
                <a:lnTo>
                  <a:pt x="2398" y="411"/>
                </a:lnTo>
                <a:lnTo>
                  <a:pt x="2398" y="404"/>
                </a:lnTo>
                <a:lnTo>
                  <a:pt x="2391" y="404"/>
                </a:lnTo>
                <a:lnTo>
                  <a:pt x="2391" y="411"/>
                </a:lnTo>
                <a:close/>
                <a:moveTo>
                  <a:pt x="2408" y="411"/>
                </a:moveTo>
                <a:lnTo>
                  <a:pt x="2415" y="411"/>
                </a:lnTo>
                <a:lnTo>
                  <a:pt x="2415" y="404"/>
                </a:lnTo>
                <a:lnTo>
                  <a:pt x="2408" y="404"/>
                </a:lnTo>
                <a:lnTo>
                  <a:pt x="2408" y="411"/>
                </a:lnTo>
                <a:close/>
                <a:moveTo>
                  <a:pt x="2427" y="411"/>
                </a:moveTo>
                <a:lnTo>
                  <a:pt x="2434" y="411"/>
                </a:lnTo>
                <a:lnTo>
                  <a:pt x="2434" y="404"/>
                </a:lnTo>
                <a:lnTo>
                  <a:pt x="2427" y="404"/>
                </a:lnTo>
                <a:lnTo>
                  <a:pt x="2427" y="411"/>
                </a:lnTo>
                <a:close/>
                <a:moveTo>
                  <a:pt x="2443" y="411"/>
                </a:moveTo>
                <a:lnTo>
                  <a:pt x="2451" y="411"/>
                </a:lnTo>
                <a:lnTo>
                  <a:pt x="2451" y="404"/>
                </a:lnTo>
                <a:lnTo>
                  <a:pt x="2443" y="404"/>
                </a:lnTo>
                <a:lnTo>
                  <a:pt x="2443" y="411"/>
                </a:lnTo>
                <a:close/>
                <a:moveTo>
                  <a:pt x="2460" y="411"/>
                </a:moveTo>
                <a:lnTo>
                  <a:pt x="2467" y="411"/>
                </a:lnTo>
                <a:lnTo>
                  <a:pt x="2467" y="404"/>
                </a:lnTo>
                <a:lnTo>
                  <a:pt x="2460" y="404"/>
                </a:lnTo>
                <a:lnTo>
                  <a:pt x="2460" y="411"/>
                </a:lnTo>
                <a:close/>
                <a:moveTo>
                  <a:pt x="2477" y="411"/>
                </a:moveTo>
                <a:lnTo>
                  <a:pt x="2484" y="411"/>
                </a:lnTo>
                <a:lnTo>
                  <a:pt x="2484" y="404"/>
                </a:lnTo>
                <a:lnTo>
                  <a:pt x="2477" y="404"/>
                </a:lnTo>
                <a:lnTo>
                  <a:pt x="2477" y="411"/>
                </a:lnTo>
                <a:close/>
                <a:moveTo>
                  <a:pt x="2493" y="411"/>
                </a:moveTo>
                <a:lnTo>
                  <a:pt x="2500" y="411"/>
                </a:lnTo>
                <a:lnTo>
                  <a:pt x="2500" y="404"/>
                </a:lnTo>
                <a:lnTo>
                  <a:pt x="2493" y="404"/>
                </a:lnTo>
                <a:lnTo>
                  <a:pt x="2493" y="411"/>
                </a:lnTo>
                <a:close/>
                <a:moveTo>
                  <a:pt x="2510" y="411"/>
                </a:moveTo>
                <a:lnTo>
                  <a:pt x="2517" y="411"/>
                </a:lnTo>
                <a:lnTo>
                  <a:pt x="2517" y="404"/>
                </a:lnTo>
                <a:lnTo>
                  <a:pt x="2510" y="404"/>
                </a:lnTo>
                <a:lnTo>
                  <a:pt x="2510" y="411"/>
                </a:lnTo>
                <a:close/>
                <a:moveTo>
                  <a:pt x="2526" y="411"/>
                </a:moveTo>
                <a:lnTo>
                  <a:pt x="2533" y="411"/>
                </a:lnTo>
                <a:lnTo>
                  <a:pt x="2533" y="404"/>
                </a:lnTo>
                <a:lnTo>
                  <a:pt x="2526" y="404"/>
                </a:lnTo>
                <a:lnTo>
                  <a:pt x="2526" y="411"/>
                </a:lnTo>
                <a:close/>
                <a:moveTo>
                  <a:pt x="2543" y="411"/>
                </a:moveTo>
                <a:lnTo>
                  <a:pt x="2550" y="411"/>
                </a:lnTo>
                <a:lnTo>
                  <a:pt x="2550" y="404"/>
                </a:lnTo>
                <a:lnTo>
                  <a:pt x="2543" y="404"/>
                </a:lnTo>
                <a:lnTo>
                  <a:pt x="2543" y="411"/>
                </a:lnTo>
                <a:close/>
                <a:moveTo>
                  <a:pt x="2560" y="411"/>
                </a:moveTo>
                <a:lnTo>
                  <a:pt x="2567" y="411"/>
                </a:lnTo>
                <a:lnTo>
                  <a:pt x="2567" y="404"/>
                </a:lnTo>
                <a:lnTo>
                  <a:pt x="2560" y="404"/>
                </a:lnTo>
                <a:lnTo>
                  <a:pt x="2560" y="411"/>
                </a:lnTo>
                <a:close/>
                <a:moveTo>
                  <a:pt x="2576" y="411"/>
                </a:moveTo>
                <a:lnTo>
                  <a:pt x="2583" y="411"/>
                </a:lnTo>
                <a:lnTo>
                  <a:pt x="2583" y="404"/>
                </a:lnTo>
                <a:lnTo>
                  <a:pt x="2576" y="404"/>
                </a:lnTo>
                <a:lnTo>
                  <a:pt x="2576" y="411"/>
                </a:lnTo>
                <a:close/>
                <a:moveTo>
                  <a:pt x="2593" y="411"/>
                </a:moveTo>
                <a:lnTo>
                  <a:pt x="2600" y="411"/>
                </a:lnTo>
                <a:lnTo>
                  <a:pt x="2600" y="404"/>
                </a:lnTo>
                <a:lnTo>
                  <a:pt x="2593" y="404"/>
                </a:lnTo>
                <a:lnTo>
                  <a:pt x="2593" y="411"/>
                </a:lnTo>
                <a:close/>
                <a:moveTo>
                  <a:pt x="2609" y="411"/>
                </a:moveTo>
                <a:lnTo>
                  <a:pt x="2616" y="411"/>
                </a:lnTo>
                <a:lnTo>
                  <a:pt x="2616" y="404"/>
                </a:lnTo>
                <a:lnTo>
                  <a:pt x="2609" y="404"/>
                </a:lnTo>
                <a:lnTo>
                  <a:pt x="2609" y="411"/>
                </a:lnTo>
                <a:close/>
                <a:moveTo>
                  <a:pt x="2626" y="411"/>
                </a:moveTo>
                <a:lnTo>
                  <a:pt x="2633" y="411"/>
                </a:lnTo>
                <a:lnTo>
                  <a:pt x="2633" y="404"/>
                </a:lnTo>
                <a:lnTo>
                  <a:pt x="2626" y="404"/>
                </a:lnTo>
                <a:lnTo>
                  <a:pt x="2626" y="411"/>
                </a:lnTo>
                <a:close/>
                <a:moveTo>
                  <a:pt x="2642" y="411"/>
                </a:moveTo>
                <a:lnTo>
                  <a:pt x="2649" y="411"/>
                </a:lnTo>
                <a:lnTo>
                  <a:pt x="2649" y="404"/>
                </a:lnTo>
                <a:lnTo>
                  <a:pt x="2642" y="404"/>
                </a:lnTo>
                <a:lnTo>
                  <a:pt x="2642" y="411"/>
                </a:lnTo>
                <a:close/>
                <a:moveTo>
                  <a:pt x="2659" y="411"/>
                </a:moveTo>
                <a:lnTo>
                  <a:pt x="2666" y="411"/>
                </a:lnTo>
                <a:lnTo>
                  <a:pt x="2666" y="404"/>
                </a:lnTo>
                <a:lnTo>
                  <a:pt x="2659" y="404"/>
                </a:lnTo>
                <a:lnTo>
                  <a:pt x="2659" y="411"/>
                </a:lnTo>
                <a:close/>
                <a:moveTo>
                  <a:pt x="2678" y="411"/>
                </a:moveTo>
                <a:lnTo>
                  <a:pt x="2683" y="411"/>
                </a:lnTo>
                <a:lnTo>
                  <a:pt x="2683" y="404"/>
                </a:lnTo>
                <a:lnTo>
                  <a:pt x="2678" y="404"/>
                </a:lnTo>
                <a:lnTo>
                  <a:pt x="2678" y="411"/>
                </a:lnTo>
                <a:close/>
                <a:moveTo>
                  <a:pt x="2694" y="411"/>
                </a:moveTo>
                <a:lnTo>
                  <a:pt x="2702" y="411"/>
                </a:lnTo>
                <a:lnTo>
                  <a:pt x="2702" y="404"/>
                </a:lnTo>
                <a:lnTo>
                  <a:pt x="2694" y="404"/>
                </a:lnTo>
                <a:lnTo>
                  <a:pt x="2694" y="411"/>
                </a:lnTo>
                <a:close/>
                <a:moveTo>
                  <a:pt x="2711" y="411"/>
                </a:moveTo>
                <a:lnTo>
                  <a:pt x="2718" y="411"/>
                </a:lnTo>
                <a:lnTo>
                  <a:pt x="2718" y="404"/>
                </a:lnTo>
                <a:lnTo>
                  <a:pt x="2711" y="404"/>
                </a:lnTo>
                <a:lnTo>
                  <a:pt x="2711" y="411"/>
                </a:lnTo>
                <a:close/>
                <a:moveTo>
                  <a:pt x="2728" y="411"/>
                </a:moveTo>
                <a:lnTo>
                  <a:pt x="2735" y="411"/>
                </a:lnTo>
                <a:lnTo>
                  <a:pt x="2735" y="404"/>
                </a:lnTo>
                <a:lnTo>
                  <a:pt x="2728" y="404"/>
                </a:lnTo>
                <a:lnTo>
                  <a:pt x="2728" y="411"/>
                </a:lnTo>
                <a:close/>
                <a:moveTo>
                  <a:pt x="2744" y="411"/>
                </a:moveTo>
                <a:lnTo>
                  <a:pt x="2751" y="411"/>
                </a:lnTo>
                <a:lnTo>
                  <a:pt x="2751" y="404"/>
                </a:lnTo>
                <a:lnTo>
                  <a:pt x="2744" y="404"/>
                </a:lnTo>
                <a:lnTo>
                  <a:pt x="2744" y="411"/>
                </a:lnTo>
                <a:close/>
                <a:moveTo>
                  <a:pt x="2761" y="411"/>
                </a:moveTo>
                <a:lnTo>
                  <a:pt x="2768" y="411"/>
                </a:lnTo>
                <a:lnTo>
                  <a:pt x="2768" y="404"/>
                </a:lnTo>
                <a:lnTo>
                  <a:pt x="2761" y="404"/>
                </a:lnTo>
                <a:lnTo>
                  <a:pt x="2761" y="411"/>
                </a:lnTo>
                <a:close/>
                <a:moveTo>
                  <a:pt x="2794" y="411"/>
                </a:moveTo>
                <a:lnTo>
                  <a:pt x="2801" y="411"/>
                </a:lnTo>
                <a:lnTo>
                  <a:pt x="2801" y="404"/>
                </a:lnTo>
                <a:lnTo>
                  <a:pt x="2794" y="404"/>
                </a:lnTo>
                <a:lnTo>
                  <a:pt x="2794" y="411"/>
                </a:lnTo>
                <a:close/>
                <a:moveTo>
                  <a:pt x="2811" y="411"/>
                </a:moveTo>
                <a:lnTo>
                  <a:pt x="2818" y="411"/>
                </a:lnTo>
                <a:lnTo>
                  <a:pt x="2818" y="404"/>
                </a:lnTo>
                <a:lnTo>
                  <a:pt x="2811" y="404"/>
                </a:lnTo>
                <a:lnTo>
                  <a:pt x="2811" y="411"/>
                </a:lnTo>
                <a:close/>
                <a:moveTo>
                  <a:pt x="2827" y="411"/>
                </a:moveTo>
                <a:lnTo>
                  <a:pt x="2834" y="411"/>
                </a:lnTo>
                <a:lnTo>
                  <a:pt x="2834" y="404"/>
                </a:lnTo>
                <a:lnTo>
                  <a:pt x="2827" y="404"/>
                </a:lnTo>
                <a:lnTo>
                  <a:pt x="2827" y="411"/>
                </a:lnTo>
                <a:close/>
                <a:moveTo>
                  <a:pt x="2844" y="411"/>
                </a:moveTo>
                <a:lnTo>
                  <a:pt x="2851" y="411"/>
                </a:lnTo>
                <a:lnTo>
                  <a:pt x="2851" y="404"/>
                </a:lnTo>
                <a:lnTo>
                  <a:pt x="2844" y="404"/>
                </a:lnTo>
                <a:lnTo>
                  <a:pt x="2844" y="411"/>
                </a:lnTo>
                <a:close/>
                <a:moveTo>
                  <a:pt x="118" y="427"/>
                </a:moveTo>
                <a:lnTo>
                  <a:pt x="125" y="427"/>
                </a:lnTo>
                <a:lnTo>
                  <a:pt x="125" y="420"/>
                </a:lnTo>
                <a:lnTo>
                  <a:pt x="118" y="420"/>
                </a:lnTo>
                <a:lnTo>
                  <a:pt x="118" y="427"/>
                </a:lnTo>
                <a:close/>
                <a:moveTo>
                  <a:pt x="135" y="427"/>
                </a:moveTo>
                <a:lnTo>
                  <a:pt x="142" y="427"/>
                </a:lnTo>
                <a:lnTo>
                  <a:pt x="142" y="420"/>
                </a:lnTo>
                <a:lnTo>
                  <a:pt x="135" y="420"/>
                </a:lnTo>
                <a:lnTo>
                  <a:pt x="135" y="427"/>
                </a:lnTo>
                <a:close/>
                <a:moveTo>
                  <a:pt x="151" y="427"/>
                </a:moveTo>
                <a:lnTo>
                  <a:pt x="158" y="427"/>
                </a:lnTo>
                <a:lnTo>
                  <a:pt x="158" y="420"/>
                </a:lnTo>
                <a:lnTo>
                  <a:pt x="151" y="420"/>
                </a:lnTo>
                <a:lnTo>
                  <a:pt x="151" y="427"/>
                </a:lnTo>
                <a:close/>
                <a:moveTo>
                  <a:pt x="168" y="427"/>
                </a:moveTo>
                <a:lnTo>
                  <a:pt x="175" y="427"/>
                </a:lnTo>
                <a:lnTo>
                  <a:pt x="175" y="420"/>
                </a:lnTo>
                <a:lnTo>
                  <a:pt x="168" y="420"/>
                </a:lnTo>
                <a:lnTo>
                  <a:pt x="168" y="427"/>
                </a:lnTo>
                <a:close/>
                <a:moveTo>
                  <a:pt x="300" y="427"/>
                </a:moveTo>
                <a:lnTo>
                  <a:pt x="307" y="427"/>
                </a:lnTo>
                <a:lnTo>
                  <a:pt x="307" y="420"/>
                </a:lnTo>
                <a:lnTo>
                  <a:pt x="300" y="420"/>
                </a:lnTo>
                <a:lnTo>
                  <a:pt x="300" y="427"/>
                </a:lnTo>
                <a:close/>
                <a:moveTo>
                  <a:pt x="317" y="427"/>
                </a:moveTo>
                <a:lnTo>
                  <a:pt x="324" y="427"/>
                </a:lnTo>
                <a:lnTo>
                  <a:pt x="324" y="420"/>
                </a:lnTo>
                <a:lnTo>
                  <a:pt x="317" y="420"/>
                </a:lnTo>
                <a:lnTo>
                  <a:pt x="317" y="427"/>
                </a:lnTo>
                <a:close/>
                <a:moveTo>
                  <a:pt x="334" y="427"/>
                </a:moveTo>
                <a:lnTo>
                  <a:pt x="341" y="427"/>
                </a:lnTo>
                <a:lnTo>
                  <a:pt x="341" y="420"/>
                </a:lnTo>
                <a:lnTo>
                  <a:pt x="334" y="420"/>
                </a:lnTo>
                <a:lnTo>
                  <a:pt x="334" y="427"/>
                </a:lnTo>
                <a:close/>
                <a:moveTo>
                  <a:pt x="350" y="427"/>
                </a:moveTo>
                <a:lnTo>
                  <a:pt x="357" y="427"/>
                </a:lnTo>
                <a:lnTo>
                  <a:pt x="357" y="420"/>
                </a:lnTo>
                <a:lnTo>
                  <a:pt x="350" y="420"/>
                </a:lnTo>
                <a:lnTo>
                  <a:pt x="350" y="427"/>
                </a:lnTo>
                <a:close/>
                <a:moveTo>
                  <a:pt x="369" y="427"/>
                </a:moveTo>
                <a:lnTo>
                  <a:pt x="376" y="427"/>
                </a:lnTo>
                <a:lnTo>
                  <a:pt x="376" y="420"/>
                </a:lnTo>
                <a:lnTo>
                  <a:pt x="369" y="420"/>
                </a:lnTo>
                <a:lnTo>
                  <a:pt x="369" y="427"/>
                </a:lnTo>
                <a:close/>
                <a:moveTo>
                  <a:pt x="386" y="427"/>
                </a:moveTo>
                <a:lnTo>
                  <a:pt x="393" y="427"/>
                </a:lnTo>
                <a:lnTo>
                  <a:pt x="393" y="420"/>
                </a:lnTo>
                <a:lnTo>
                  <a:pt x="386" y="420"/>
                </a:lnTo>
                <a:lnTo>
                  <a:pt x="386" y="427"/>
                </a:lnTo>
                <a:close/>
                <a:moveTo>
                  <a:pt x="402" y="427"/>
                </a:moveTo>
                <a:lnTo>
                  <a:pt x="409" y="427"/>
                </a:lnTo>
                <a:lnTo>
                  <a:pt x="409" y="420"/>
                </a:lnTo>
                <a:lnTo>
                  <a:pt x="402" y="420"/>
                </a:lnTo>
                <a:lnTo>
                  <a:pt x="402" y="427"/>
                </a:lnTo>
                <a:close/>
                <a:moveTo>
                  <a:pt x="419" y="427"/>
                </a:moveTo>
                <a:lnTo>
                  <a:pt x="426" y="427"/>
                </a:lnTo>
                <a:lnTo>
                  <a:pt x="426" y="420"/>
                </a:lnTo>
                <a:lnTo>
                  <a:pt x="419" y="420"/>
                </a:lnTo>
                <a:lnTo>
                  <a:pt x="419" y="427"/>
                </a:lnTo>
                <a:close/>
                <a:moveTo>
                  <a:pt x="435" y="427"/>
                </a:moveTo>
                <a:lnTo>
                  <a:pt x="442" y="427"/>
                </a:lnTo>
                <a:lnTo>
                  <a:pt x="442" y="420"/>
                </a:lnTo>
                <a:lnTo>
                  <a:pt x="435" y="420"/>
                </a:lnTo>
                <a:lnTo>
                  <a:pt x="435" y="427"/>
                </a:lnTo>
                <a:close/>
                <a:moveTo>
                  <a:pt x="452" y="427"/>
                </a:moveTo>
                <a:lnTo>
                  <a:pt x="459" y="427"/>
                </a:lnTo>
                <a:lnTo>
                  <a:pt x="459" y="420"/>
                </a:lnTo>
                <a:lnTo>
                  <a:pt x="452" y="420"/>
                </a:lnTo>
                <a:lnTo>
                  <a:pt x="452" y="427"/>
                </a:lnTo>
                <a:close/>
                <a:moveTo>
                  <a:pt x="469" y="427"/>
                </a:moveTo>
                <a:lnTo>
                  <a:pt x="476" y="427"/>
                </a:lnTo>
                <a:lnTo>
                  <a:pt x="476" y="420"/>
                </a:lnTo>
                <a:lnTo>
                  <a:pt x="469" y="420"/>
                </a:lnTo>
                <a:lnTo>
                  <a:pt x="469" y="427"/>
                </a:lnTo>
                <a:close/>
                <a:moveTo>
                  <a:pt x="485" y="427"/>
                </a:moveTo>
                <a:lnTo>
                  <a:pt x="492" y="427"/>
                </a:lnTo>
                <a:lnTo>
                  <a:pt x="492" y="420"/>
                </a:lnTo>
                <a:lnTo>
                  <a:pt x="485" y="420"/>
                </a:lnTo>
                <a:lnTo>
                  <a:pt x="485" y="427"/>
                </a:lnTo>
                <a:close/>
                <a:moveTo>
                  <a:pt x="502" y="427"/>
                </a:moveTo>
                <a:lnTo>
                  <a:pt x="509" y="427"/>
                </a:lnTo>
                <a:lnTo>
                  <a:pt x="509" y="420"/>
                </a:lnTo>
                <a:lnTo>
                  <a:pt x="502" y="420"/>
                </a:lnTo>
                <a:lnTo>
                  <a:pt x="502" y="427"/>
                </a:lnTo>
                <a:close/>
                <a:moveTo>
                  <a:pt x="518" y="427"/>
                </a:moveTo>
                <a:lnTo>
                  <a:pt x="525" y="427"/>
                </a:lnTo>
                <a:lnTo>
                  <a:pt x="525" y="420"/>
                </a:lnTo>
                <a:lnTo>
                  <a:pt x="518" y="420"/>
                </a:lnTo>
                <a:lnTo>
                  <a:pt x="518" y="427"/>
                </a:lnTo>
                <a:close/>
                <a:moveTo>
                  <a:pt x="535" y="427"/>
                </a:moveTo>
                <a:lnTo>
                  <a:pt x="542" y="427"/>
                </a:lnTo>
                <a:lnTo>
                  <a:pt x="542" y="420"/>
                </a:lnTo>
                <a:lnTo>
                  <a:pt x="535" y="420"/>
                </a:lnTo>
                <a:lnTo>
                  <a:pt x="535" y="427"/>
                </a:lnTo>
                <a:close/>
                <a:moveTo>
                  <a:pt x="551" y="427"/>
                </a:moveTo>
                <a:lnTo>
                  <a:pt x="559" y="427"/>
                </a:lnTo>
                <a:lnTo>
                  <a:pt x="559" y="420"/>
                </a:lnTo>
                <a:lnTo>
                  <a:pt x="551" y="420"/>
                </a:lnTo>
                <a:lnTo>
                  <a:pt x="551" y="427"/>
                </a:lnTo>
                <a:close/>
                <a:moveTo>
                  <a:pt x="568" y="427"/>
                </a:moveTo>
                <a:lnTo>
                  <a:pt x="575" y="427"/>
                </a:lnTo>
                <a:lnTo>
                  <a:pt x="575" y="420"/>
                </a:lnTo>
                <a:lnTo>
                  <a:pt x="568" y="420"/>
                </a:lnTo>
                <a:lnTo>
                  <a:pt x="568" y="427"/>
                </a:lnTo>
                <a:close/>
                <a:moveTo>
                  <a:pt x="585" y="427"/>
                </a:moveTo>
                <a:lnTo>
                  <a:pt x="592" y="427"/>
                </a:lnTo>
                <a:lnTo>
                  <a:pt x="592" y="420"/>
                </a:lnTo>
                <a:lnTo>
                  <a:pt x="585" y="420"/>
                </a:lnTo>
                <a:lnTo>
                  <a:pt x="585" y="427"/>
                </a:lnTo>
                <a:close/>
                <a:moveTo>
                  <a:pt x="601" y="427"/>
                </a:moveTo>
                <a:lnTo>
                  <a:pt x="608" y="427"/>
                </a:lnTo>
                <a:lnTo>
                  <a:pt x="608" y="420"/>
                </a:lnTo>
                <a:lnTo>
                  <a:pt x="601" y="420"/>
                </a:lnTo>
                <a:lnTo>
                  <a:pt x="601" y="427"/>
                </a:lnTo>
                <a:close/>
                <a:moveTo>
                  <a:pt x="620" y="427"/>
                </a:moveTo>
                <a:lnTo>
                  <a:pt x="625" y="427"/>
                </a:lnTo>
                <a:lnTo>
                  <a:pt x="625" y="420"/>
                </a:lnTo>
                <a:lnTo>
                  <a:pt x="620" y="420"/>
                </a:lnTo>
                <a:lnTo>
                  <a:pt x="620" y="427"/>
                </a:lnTo>
                <a:close/>
                <a:moveTo>
                  <a:pt x="637" y="427"/>
                </a:moveTo>
                <a:lnTo>
                  <a:pt x="644" y="427"/>
                </a:lnTo>
                <a:lnTo>
                  <a:pt x="644" y="420"/>
                </a:lnTo>
                <a:lnTo>
                  <a:pt x="637" y="420"/>
                </a:lnTo>
                <a:lnTo>
                  <a:pt x="637" y="427"/>
                </a:lnTo>
                <a:close/>
                <a:moveTo>
                  <a:pt x="653" y="427"/>
                </a:moveTo>
                <a:lnTo>
                  <a:pt x="660" y="427"/>
                </a:lnTo>
                <a:lnTo>
                  <a:pt x="660" y="420"/>
                </a:lnTo>
                <a:lnTo>
                  <a:pt x="653" y="420"/>
                </a:lnTo>
                <a:lnTo>
                  <a:pt x="653" y="427"/>
                </a:lnTo>
                <a:close/>
                <a:moveTo>
                  <a:pt x="670" y="427"/>
                </a:moveTo>
                <a:lnTo>
                  <a:pt x="677" y="427"/>
                </a:lnTo>
                <a:lnTo>
                  <a:pt x="677" y="420"/>
                </a:lnTo>
                <a:lnTo>
                  <a:pt x="670" y="420"/>
                </a:lnTo>
                <a:lnTo>
                  <a:pt x="670" y="427"/>
                </a:lnTo>
                <a:close/>
                <a:moveTo>
                  <a:pt x="686" y="427"/>
                </a:moveTo>
                <a:lnTo>
                  <a:pt x="693" y="427"/>
                </a:lnTo>
                <a:lnTo>
                  <a:pt x="693" y="420"/>
                </a:lnTo>
                <a:lnTo>
                  <a:pt x="686" y="420"/>
                </a:lnTo>
                <a:lnTo>
                  <a:pt x="686" y="427"/>
                </a:lnTo>
                <a:close/>
                <a:moveTo>
                  <a:pt x="703" y="427"/>
                </a:moveTo>
                <a:lnTo>
                  <a:pt x="710" y="427"/>
                </a:lnTo>
                <a:lnTo>
                  <a:pt x="710" y="420"/>
                </a:lnTo>
                <a:lnTo>
                  <a:pt x="703" y="420"/>
                </a:lnTo>
                <a:lnTo>
                  <a:pt x="703" y="427"/>
                </a:lnTo>
                <a:close/>
                <a:moveTo>
                  <a:pt x="802" y="427"/>
                </a:moveTo>
                <a:lnTo>
                  <a:pt x="810" y="427"/>
                </a:lnTo>
                <a:lnTo>
                  <a:pt x="810" y="420"/>
                </a:lnTo>
                <a:lnTo>
                  <a:pt x="802" y="420"/>
                </a:lnTo>
                <a:lnTo>
                  <a:pt x="802" y="427"/>
                </a:lnTo>
                <a:close/>
                <a:moveTo>
                  <a:pt x="819" y="427"/>
                </a:moveTo>
                <a:lnTo>
                  <a:pt x="826" y="427"/>
                </a:lnTo>
                <a:lnTo>
                  <a:pt x="826" y="420"/>
                </a:lnTo>
                <a:lnTo>
                  <a:pt x="819" y="420"/>
                </a:lnTo>
                <a:lnTo>
                  <a:pt x="819" y="427"/>
                </a:lnTo>
                <a:close/>
                <a:moveTo>
                  <a:pt x="836" y="427"/>
                </a:moveTo>
                <a:lnTo>
                  <a:pt x="843" y="427"/>
                </a:lnTo>
                <a:lnTo>
                  <a:pt x="843" y="420"/>
                </a:lnTo>
                <a:lnTo>
                  <a:pt x="836" y="420"/>
                </a:lnTo>
                <a:lnTo>
                  <a:pt x="836" y="427"/>
                </a:lnTo>
                <a:close/>
                <a:moveTo>
                  <a:pt x="852" y="427"/>
                </a:moveTo>
                <a:lnTo>
                  <a:pt x="859" y="427"/>
                </a:lnTo>
                <a:lnTo>
                  <a:pt x="859" y="420"/>
                </a:lnTo>
                <a:lnTo>
                  <a:pt x="852" y="420"/>
                </a:lnTo>
                <a:lnTo>
                  <a:pt x="852" y="427"/>
                </a:lnTo>
                <a:close/>
                <a:moveTo>
                  <a:pt x="871" y="427"/>
                </a:moveTo>
                <a:lnTo>
                  <a:pt x="876" y="427"/>
                </a:lnTo>
                <a:lnTo>
                  <a:pt x="876" y="420"/>
                </a:lnTo>
                <a:lnTo>
                  <a:pt x="871" y="420"/>
                </a:lnTo>
                <a:lnTo>
                  <a:pt x="871" y="427"/>
                </a:lnTo>
                <a:close/>
                <a:moveTo>
                  <a:pt x="888" y="427"/>
                </a:moveTo>
                <a:lnTo>
                  <a:pt x="895" y="427"/>
                </a:lnTo>
                <a:lnTo>
                  <a:pt x="895" y="420"/>
                </a:lnTo>
                <a:lnTo>
                  <a:pt x="888" y="420"/>
                </a:lnTo>
                <a:lnTo>
                  <a:pt x="888" y="427"/>
                </a:lnTo>
                <a:close/>
                <a:moveTo>
                  <a:pt x="904" y="427"/>
                </a:moveTo>
                <a:lnTo>
                  <a:pt x="911" y="427"/>
                </a:lnTo>
                <a:lnTo>
                  <a:pt x="911" y="420"/>
                </a:lnTo>
                <a:lnTo>
                  <a:pt x="904" y="420"/>
                </a:lnTo>
                <a:lnTo>
                  <a:pt x="904" y="427"/>
                </a:lnTo>
                <a:close/>
                <a:moveTo>
                  <a:pt x="921" y="427"/>
                </a:moveTo>
                <a:lnTo>
                  <a:pt x="928" y="427"/>
                </a:lnTo>
                <a:lnTo>
                  <a:pt x="928" y="420"/>
                </a:lnTo>
                <a:lnTo>
                  <a:pt x="921" y="420"/>
                </a:lnTo>
                <a:lnTo>
                  <a:pt x="921" y="427"/>
                </a:lnTo>
                <a:close/>
                <a:moveTo>
                  <a:pt x="937" y="427"/>
                </a:moveTo>
                <a:lnTo>
                  <a:pt x="944" y="427"/>
                </a:lnTo>
                <a:lnTo>
                  <a:pt x="944" y="420"/>
                </a:lnTo>
                <a:lnTo>
                  <a:pt x="937" y="420"/>
                </a:lnTo>
                <a:lnTo>
                  <a:pt x="937" y="427"/>
                </a:lnTo>
                <a:close/>
                <a:moveTo>
                  <a:pt x="1390" y="427"/>
                </a:moveTo>
                <a:lnTo>
                  <a:pt x="1394" y="427"/>
                </a:lnTo>
                <a:lnTo>
                  <a:pt x="1394" y="420"/>
                </a:lnTo>
                <a:lnTo>
                  <a:pt x="1390" y="420"/>
                </a:lnTo>
                <a:lnTo>
                  <a:pt x="1390" y="427"/>
                </a:lnTo>
                <a:close/>
                <a:moveTo>
                  <a:pt x="1406" y="427"/>
                </a:moveTo>
                <a:lnTo>
                  <a:pt x="1413" y="427"/>
                </a:lnTo>
                <a:lnTo>
                  <a:pt x="1413" y="420"/>
                </a:lnTo>
                <a:lnTo>
                  <a:pt x="1406" y="420"/>
                </a:lnTo>
                <a:lnTo>
                  <a:pt x="1406" y="427"/>
                </a:lnTo>
                <a:close/>
                <a:moveTo>
                  <a:pt x="1423" y="427"/>
                </a:moveTo>
                <a:lnTo>
                  <a:pt x="1430" y="427"/>
                </a:lnTo>
                <a:lnTo>
                  <a:pt x="1430" y="420"/>
                </a:lnTo>
                <a:lnTo>
                  <a:pt x="1423" y="420"/>
                </a:lnTo>
                <a:lnTo>
                  <a:pt x="1423" y="427"/>
                </a:lnTo>
                <a:close/>
                <a:moveTo>
                  <a:pt x="1439" y="427"/>
                </a:moveTo>
                <a:lnTo>
                  <a:pt x="1447" y="427"/>
                </a:lnTo>
                <a:lnTo>
                  <a:pt x="1447" y="420"/>
                </a:lnTo>
                <a:lnTo>
                  <a:pt x="1439" y="420"/>
                </a:lnTo>
                <a:lnTo>
                  <a:pt x="1439" y="427"/>
                </a:lnTo>
                <a:close/>
                <a:moveTo>
                  <a:pt x="1506" y="427"/>
                </a:moveTo>
                <a:lnTo>
                  <a:pt x="1513" y="427"/>
                </a:lnTo>
                <a:lnTo>
                  <a:pt x="1513" y="420"/>
                </a:lnTo>
                <a:lnTo>
                  <a:pt x="1506" y="420"/>
                </a:lnTo>
                <a:lnTo>
                  <a:pt x="1506" y="427"/>
                </a:lnTo>
                <a:close/>
                <a:moveTo>
                  <a:pt x="1522" y="427"/>
                </a:moveTo>
                <a:lnTo>
                  <a:pt x="1529" y="427"/>
                </a:lnTo>
                <a:lnTo>
                  <a:pt x="1529" y="420"/>
                </a:lnTo>
                <a:lnTo>
                  <a:pt x="1522" y="420"/>
                </a:lnTo>
                <a:lnTo>
                  <a:pt x="1522" y="427"/>
                </a:lnTo>
                <a:close/>
                <a:moveTo>
                  <a:pt x="1539" y="427"/>
                </a:moveTo>
                <a:lnTo>
                  <a:pt x="1546" y="427"/>
                </a:lnTo>
                <a:lnTo>
                  <a:pt x="1546" y="420"/>
                </a:lnTo>
                <a:lnTo>
                  <a:pt x="1539" y="420"/>
                </a:lnTo>
                <a:lnTo>
                  <a:pt x="1539" y="427"/>
                </a:lnTo>
                <a:close/>
                <a:moveTo>
                  <a:pt x="1555" y="427"/>
                </a:moveTo>
                <a:lnTo>
                  <a:pt x="1563" y="427"/>
                </a:lnTo>
                <a:lnTo>
                  <a:pt x="1563" y="420"/>
                </a:lnTo>
                <a:lnTo>
                  <a:pt x="1555" y="420"/>
                </a:lnTo>
                <a:lnTo>
                  <a:pt x="1555" y="427"/>
                </a:lnTo>
                <a:close/>
                <a:moveTo>
                  <a:pt x="1572" y="427"/>
                </a:moveTo>
                <a:lnTo>
                  <a:pt x="1579" y="427"/>
                </a:lnTo>
                <a:lnTo>
                  <a:pt x="1579" y="420"/>
                </a:lnTo>
                <a:lnTo>
                  <a:pt x="1572" y="420"/>
                </a:lnTo>
                <a:lnTo>
                  <a:pt x="1572" y="427"/>
                </a:lnTo>
                <a:close/>
                <a:moveTo>
                  <a:pt x="1589" y="427"/>
                </a:moveTo>
                <a:lnTo>
                  <a:pt x="1596" y="427"/>
                </a:lnTo>
                <a:lnTo>
                  <a:pt x="1596" y="420"/>
                </a:lnTo>
                <a:lnTo>
                  <a:pt x="1589" y="420"/>
                </a:lnTo>
                <a:lnTo>
                  <a:pt x="1589" y="427"/>
                </a:lnTo>
                <a:close/>
                <a:moveTo>
                  <a:pt x="1605" y="427"/>
                </a:moveTo>
                <a:lnTo>
                  <a:pt x="1612" y="427"/>
                </a:lnTo>
                <a:lnTo>
                  <a:pt x="1612" y="420"/>
                </a:lnTo>
                <a:lnTo>
                  <a:pt x="1605" y="420"/>
                </a:lnTo>
                <a:lnTo>
                  <a:pt x="1605" y="427"/>
                </a:lnTo>
                <a:close/>
                <a:moveTo>
                  <a:pt x="1622" y="427"/>
                </a:moveTo>
                <a:lnTo>
                  <a:pt x="1629" y="427"/>
                </a:lnTo>
                <a:lnTo>
                  <a:pt x="1629" y="420"/>
                </a:lnTo>
                <a:lnTo>
                  <a:pt x="1622" y="420"/>
                </a:lnTo>
                <a:lnTo>
                  <a:pt x="1622" y="427"/>
                </a:lnTo>
                <a:close/>
                <a:moveTo>
                  <a:pt x="1638" y="427"/>
                </a:moveTo>
                <a:lnTo>
                  <a:pt x="1645" y="427"/>
                </a:lnTo>
                <a:lnTo>
                  <a:pt x="1645" y="420"/>
                </a:lnTo>
                <a:lnTo>
                  <a:pt x="1638" y="420"/>
                </a:lnTo>
                <a:lnTo>
                  <a:pt x="1638" y="427"/>
                </a:lnTo>
                <a:close/>
                <a:moveTo>
                  <a:pt x="1657" y="427"/>
                </a:moveTo>
                <a:lnTo>
                  <a:pt x="1664" y="427"/>
                </a:lnTo>
                <a:lnTo>
                  <a:pt x="1664" y="420"/>
                </a:lnTo>
                <a:lnTo>
                  <a:pt x="1657" y="420"/>
                </a:lnTo>
                <a:lnTo>
                  <a:pt x="1657" y="427"/>
                </a:lnTo>
                <a:close/>
                <a:moveTo>
                  <a:pt x="1674" y="427"/>
                </a:moveTo>
                <a:lnTo>
                  <a:pt x="1681" y="427"/>
                </a:lnTo>
                <a:lnTo>
                  <a:pt x="1681" y="420"/>
                </a:lnTo>
                <a:lnTo>
                  <a:pt x="1674" y="420"/>
                </a:lnTo>
                <a:lnTo>
                  <a:pt x="1674" y="427"/>
                </a:lnTo>
                <a:close/>
                <a:moveTo>
                  <a:pt x="1690" y="427"/>
                </a:moveTo>
                <a:lnTo>
                  <a:pt x="1698" y="427"/>
                </a:lnTo>
                <a:lnTo>
                  <a:pt x="1698" y="420"/>
                </a:lnTo>
                <a:lnTo>
                  <a:pt x="1690" y="420"/>
                </a:lnTo>
                <a:lnTo>
                  <a:pt x="1690" y="427"/>
                </a:lnTo>
                <a:close/>
                <a:moveTo>
                  <a:pt x="1707" y="427"/>
                </a:moveTo>
                <a:lnTo>
                  <a:pt x="1714" y="427"/>
                </a:lnTo>
                <a:lnTo>
                  <a:pt x="1714" y="420"/>
                </a:lnTo>
                <a:lnTo>
                  <a:pt x="1707" y="420"/>
                </a:lnTo>
                <a:lnTo>
                  <a:pt x="1707" y="427"/>
                </a:lnTo>
                <a:close/>
                <a:moveTo>
                  <a:pt x="1724" y="427"/>
                </a:moveTo>
                <a:lnTo>
                  <a:pt x="1731" y="427"/>
                </a:lnTo>
                <a:lnTo>
                  <a:pt x="1731" y="420"/>
                </a:lnTo>
                <a:lnTo>
                  <a:pt x="1724" y="420"/>
                </a:lnTo>
                <a:lnTo>
                  <a:pt x="1724" y="427"/>
                </a:lnTo>
                <a:close/>
                <a:moveTo>
                  <a:pt x="1740" y="427"/>
                </a:moveTo>
                <a:lnTo>
                  <a:pt x="1747" y="427"/>
                </a:lnTo>
                <a:lnTo>
                  <a:pt x="1747" y="420"/>
                </a:lnTo>
                <a:lnTo>
                  <a:pt x="1740" y="420"/>
                </a:lnTo>
                <a:lnTo>
                  <a:pt x="1740" y="427"/>
                </a:lnTo>
                <a:close/>
                <a:moveTo>
                  <a:pt x="1757" y="427"/>
                </a:moveTo>
                <a:lnTo>
                  <a:pt x="1764" y="427"/>
                </a:lnTo>
                <a:lnTo>
                  <a:pt x="1764" y="420"/>
                </a:lnTo>
                <a:lnTo>
                  <a:pt x="1757" y="420"/>
                </a:lnTo>
                <a:lnTo>
                  <a:pt x="1757" y="427"/>
                </a:lnTo>
                <a:close/>
                <a:moveTo>
                  <a:pt x="1773" y="427"/>
                </a:moveTo>
                <a:lnTo>
                  <a:pt x="1780" y="427"/>
                </a:lnTo>
                <a:lnTo>
                  <a:pt x="1780" y="420"/>
                </a:lnTo>
                <a:lnTo>
                  <a:pt x="1773" y="420"/>
                </a:lnTo>
                <a:lnTo>
                  <a:pt x="1773" y="427"/>
                </a:lnTo>
                <a:close/>
                <a:moveTo>
                  <a:pt x="1790" y="427"/>
                </a:moveTo>
                <a:lnTo>
                  <a:pt x="1797" y="427"/>
                </a:lnTo>
                <a:lnTo>
                  <a:pt x="1797" y="420"/>
                </a:lnTo>
                <a:lnTo>
                  <a:pt x="1790" y="420"/>
                </a:lnTo>
                <a:lnTo>
                  <a:pt x="1790" y="427"/>
                </a:lnTo>
                <a:close/>
                <a:moveTo>
                  <a:pt x="1806" y="427"/>
                </a:moveTo>
                <a:lnTo>
                  <a:pt x="1814" y="427"/>
                </a:lnTo>
                <a:lnTo>
                  <a:pt x="1814" y="420"/>
                </a:lnTo>
                <a:lnTo>
                  <a:pt x="1806" y="420"/>
                </a:lnTo>
                <a:lnTo>
                  <a:pt x="1806" y="427"/>
                </a:lnTo>
                <a:close/>
                <a:moveTo>
                  <a:pt x="1823" y="427"/>
                </a:moveTo>
                <a:lnTo>
                  <a:pt x="1830" y="427"/>
                </a:lnTo>
                <a:lnTo>
                  <a:pt x="1830" y="420"/>
                </a:lnTo>
                <a:lnTo>
                  <a:pt x="1823" y="420"/>
                </a:lnTo>
                <a:lnTo>
                  <a:pt x="1823" y="427"/>
                </a:lnTo>
                <a:close/>
                <a:moveTo>
                  <a:pt x="1840" y="427"/>
                </a:moveTo>
                <a:lnTo>
                  <a:pt x="1847" y="427"/>
                </a:lnTo>
                <a:lnTo>
                  <a:pt x="1847" y="420"/>
                </a:lnTo>
                <a:lnTo>
                  <a:pt x="1840" y="420"/>
                </a:lnTo>
                <a:lnTo>
                  <a:pt x="1840" y="427"/>
                </a:lnTo>
                <a:close/>
                <a:moveTo>
                  <a:pt x="1856" y="427"/>
                </a:moveTo>
                <a:lnTo>
                  <a:pt x="1863" y="427"/>
                </a:lnTo>
                <a:lnTo>
                  <a:pt x="1863" y="420"/>
                </a:lnTo>
                <a:lnTo>
                  <a:pt x="1856" y="420"/>
                </a:lnTo>
                <a:lnTo>
                  <a:pt x="1856" y="427"/>
                </a:lnTo>
                <a:close/>
                <a:moveTo>
                  <a:pt x="1873" y="427"/>
                </a:moveTo>
                <a:lnTo>
                  <a:pt x="1880" y="427"/>
                </a:lnTo>
                <a:lnTo>
                  <a:pt x="1880" y="420"/>
                </a:lnTo>
                <a:lnTo>
                  <a:pt x="1873" y="420"/>
                </a:lnTo>
                <a:lnTo>
                  <a:pt x="1873" y="427"/>
                </a:lnTo>
                <a:close/>
                <a:moveTo>
                  <a:pt x="1889" y="427"/>
                </a:moveTo>
                <a:lnTo>
                  <a:pt x="1896" y="427"/>
                </a:lnTo>
                <a:lnTo>
                  <a:pt x="1896" y="420"/>
                </a:lnTo>
                <a:lnTo>
                  <a:pt x="1889" y="420"/>
                </a:lnTo>
                <a:lnTo>
                  <a:pt x="1889" y="427"/>
                </a:lnTo>
                <a:close/>
                <a:moveTo>
                  <a:pt x="1908" y="427"/>
                </a:moveTo>
                <a:lnTo>
                  <a:pt x="1915" y="427"/>
                </a:lnTo>
                <a:lnTo>
                  <a:pt x="1915" y="420"/>
                </a:lnTo>
                <a:lnTo>
                  <a:pt x="1908" y="420"/>
                </a:lnTo>
                <a:lnTo>
                  <a:pt x="1908" y="427"/>
                </a:lnTo>
                <a:close/>
                <a:moveTo>
                  <a:pt x="1925" y="427"/>
                </a:moveTo>
                <a:lnTo>
                  <a:pt x="1932" y="427"/>
                </a:lnTo>
                <a:lnTo>
                  <a:pt x="1932" y="420"/>
                </a:lnTo>
                <a:lnTo>
                  <a:pt x="1925" y="420"/>
                </a:lnTo>
                <a:lnTo>
                  <a:pt x="1925" y="427"/>
                </a:lnTo>
                <a:close/>
                <a:moveTo>
                  <a:pt x="1941" y="427"/>
                </a:moveTo>
                <a:lnTo>
                  <a:pt x="1949" y="427"/>
                </a:lnTo>
                <a:lnTo>
                  <a:pt x="1949" y="420"/>
                </a:lnTo>
                <a:lnTo>
                  <a:pt x="1941" y="420"/>
                </a:lnTo>
                <a:lnTo>
                  <a:pt x="1941" y="427"/>
                </a:lnTo>
                <a:close/>
                <a:moveTo>
                  <a:pt x="1958" y="427"/>
                </a:moveTo>
                <a:lnTo>
                  <a:pt x="1965" y="427"/>
                </a:lnTo>
                <a:lnTo>
                  <a:pt x="1965" y="420"/>
                </a:lnTo>
                <a:lnTo>
                  <a:pt x="1958" y="420"/>
                </a:lnTo>
                <a:lnTo>
                  <a:pt x="1958" y="427"/>
                </a:lnTo>
                <a:close/>
                <a:moveTo>
                  <a:pt x="1975" y="427"/>
                </a:moveTo>
                <a:lnTo>
                  <a:pt x="1982" y="427"/>
                </a:lnTo>
                <a:lnTo>
                  <a:pt x="1982" y="420"/>
                </a:lnTo>
                <a:lnTo>
                  <a:pt x="1975" y="420"/>
                </a:lnTo>
                <a:lnTo>
                  <a:pt x="1975" y="427"/>
                </a:lnTo>
                <a:close/>
                <a:moveTo>
                  <a:pt x="1991" y="427"/>
                </a:moveTo>
                <a:lnTo>
                  <a:pt x="1998" y="427"/>
                </a:lnTo>
                <a:lnTo>
                  <a:pt x="1998" y="420"/>
                </a:lnTo>
                <a:lnTo>
                  <a:pt x="1991" y="420"/>
                </a:lnTo>
                <a:lnTo>
                  <a:pt x="1991" y="427"/>
                </a:lnTo>
                <a:close/>
                <a:moveTo>
                  <a:pt x="2008" y="427"/>
                </a:moveTo>
                <a:lnTo>
                  <a:pt x="2015" y="427"/>
                </a:lnTo>
                <a:lnTo>
                  <a:pt x="2015" y="420"/>
                </a:lnTo>
                <a:lnTo>
                  <a:pt x="2008" y="420"/>
                </a:lnTo>
                <a:lnTo>
                  <a:pt x="2008" y="427"/>
                </a:lnTo>
                <a:close/>
                <a:moveTo>
                  <a:pt x="2024" y="427"/>
                </a:moveTo>
                <a:lnTo>
                  <a:pt x="2031" y="427"/>
                </a:lnTo>
                <a:lnTo>
                  <a:pt x="2031" y="420"/>
                </a:lnTo>
                <a:lnTo>
                  <a:pt x="2024" y="420"/>
                </a:lnTo>
                <a:lnTo>
                  <a:pt x="2024" y="427"/>
                </a:lnTo>
                <a:close/>
                <a:moveTo>
                  <a:pt x="2041" y="427"/>
                </a:moveTo>
                <a:lnTo>
                  <a:pt x="2048" y="427"/>
                </a:lnTo>
                <a:lnTo>
                  <a:pt x="2048" y="420"/>
                </a:lnTo>
                <a:lnTo>
                  <a:pt x="2041" y="420"/>
                </a:lnTo>
                <a:lnTo>
                  <a:pt x="2041" y="427"/>
                </a:lnTo>
                <a:close/>
                <a:moveTo>
                  <a:pt x="2057" y="427"/>
                </a:moveTo>
                <a:lnTo>
                  <a:pt x="2065" y="427"/>
                </a:lnTo>
                <a:lnTo>
                  <a:pt x="2065" y="420"/>
                </a:lnTo>
                <a:lnTo>
                  <a:pt x="2057" y="420"/>
                </a:lnTo>
                <a:lnTo>
                  <a:pt x="2057" y="427"/>
                </a:lnTo>
                <a:close/>
                <a:moveTo>
                  <a:pt x="2074" y="427"/>
                </a:moveTo>
                <a:lnTo>
                  <a:pt x="2081" y="427"/>
                </a:lnTo>
                <a:lnTo>
                  <a:pt x="2081" y="420"/>
                </a:lnTo>
                <a:lnTo>
                  <a:pt x="2074" y="420"/>
                </a:lnTo>
                <a:lnTo>
                  <a:pt x="2074" y="427"/>
                </a:lnTo>
                <a:close/>
                <a:moveTo>
                  <a:pt x="2091" y="427"/>
                </a:moveTo>
                <a:lnTo>
                  <a:pt x="2098" y="427"/>
                </a:lnTo>
                <a:lnTo>
                  <a:pt x="2098" y="420"/>
                </a:lnTo>
                <a:lnTo>
                  <a:pt x="2091" y="420"/>
                </a:lnTo>
                <a:lnTo>
                  <a:pt x="2091" y="427"/>
                </a:lnTo>
                <a:close/>
                <a:moveTo>
                  <a:pt x="2107" y="427"/>
                </a:moveTo>
                <a:lnTo>
                  <a:pt x="2114" y="427"/>
                </a:lnTo>
                <a:lnTo>
                  <a:pt x="2114" y="420"/>
                </a:lnTo>
                <a:lnTo>
                  <a:pt x="2107" y="420"/>
                </a:lnTo>
                <a:lnTo>
                  <a:pt x="2107" y="427"/>
                </a:lnTo>
                <a:close/>
                <a:moveTo>
                  <a:pt x="2124" y="427"/>
                </a:moveTo>
                <a:lnTo>
                  <a:pt x="2131" y="427"/>
                </a:lnTo>
                <a:lnTo>
                  <a:pt x="2131" y="420"/>
                </a:lnTo>
                <a:lnTo>
                  <a:pt x="2124" y="420"/>
                </a:lnTo>
                <a:lnTo>
                  <a:pt x="2124" y="427"/>
                </a:lnTo>
                <a:close/>
                <a:moveTo>
                  <a:pt x="2140" y="427"/>
                </a:moveTo>
                <a:lnTo>
                  <a:pt x="2147" y="427"/>
                </a:lnTo>
                <a:lnTo>
                  <a:pt x="2147" y="420"/>
                </a:lnTo>
                <a:lnTo>
                  <a:pt x="2140" y="420"/>
                </a:lnTo>
                <a:lnTo>
                  <a:pt x="2140" y="427"/>
                </a:lnTo>
                <a:close/>
                <a:moveTo>
                  <a:pt x="2159" y="427"/>
                </a:moveTo>
                <a:lnTo>
                  <a:pt x="2164" y="427"/>
                </a:lnTo>
                <a:lnTo>
                  <a:pt x="2164" y="420"/>
                </a:lnTo>
                <a:lnTo>
                  <a:pt x="2159" y="420"/>
                </a:lnTo>
                <a:lnTo>
                  <a:pt x="2159" y="427"/>
                </a:lnTo>
                <a:close/>
                <a:moveTo>
                  <a:pt x="2176" y="427"/>
                </a:moveTo>
                <a:lnTo>
                  <a:pt x="2183" y="427"/>
                </a:lnTo>
                <a:lnTo>
                  <a:pt x="2183" y="420"/>
                </a:lnTo>
                <a:lnTo>
                  <a:pt x="2176" y="420"/>
                </a:lnTo>
                <a:lnTo>
                  <a:pt x="2176" y="427"/>
                </a:lnTo>
                <a:close/>
                <a:moveTo>
                  <a:pt x="2192" y="427"/>
                </a:moveTo>
                <a:lnTo>
                  <a:pt x="2200" y="427"/>
                </a:lnTo>
                <a:lnTo>
                  <a:pt x="2200" y="420"/>
                </a:lnTo>
                <a:lnTo>
                  <a:pt x="2192" y="420"/>
                </a:lnTo>
                <a:lnTo>
                  <a:pt x="2192" y="427"/>
                </a:lnTo>
                <a:close/>
                <a:moveTo>
                  <a:pt x="2209" y="427"/>
                </a:moveTo>
                <a:lnTo>
                  <a:pt x="2216" y="427"/>
                </a:lnTo>
                <a:lnTo>
                  <a:pt x="2216" y="420"/>
                </a:lnTo>
                <a:lnTo>
                  <a:pt x="2209" y="420"/>
                </a:lnTo>
                <a:lnTo>
                  <a:pt x="2209" y="427"/>
                </a:lnTo>
                <a:close/>
                <a:moveTo>
                  <a:pt x="2226" y="427"/>
                </a:moveTo>
                <a:lnTo>
                  <a:pt x="2233" y="427"/>
                </a:lnTo>
                <a:lnTo>
                  <a:pt x="2233" y="420"/>
                </a:lnTo>
                <a:lnTo>
                  <a:pt x="2226" y="420"/>
                </a:lnTo>
                <a:lnTo>
                  <a:pt x="2226" y="427"/>
                </a:lnTo>
                <a:close/>
                <a:moveTo>
                  <a:pt x="2242" y="427"/>
                </a:moveTo>
                <a:lnTo>
                  <a:pt x="2249" y="427"/>
                </a:lnTo>
                <a:lnTo>
                  <a:pt x="2249" y="420"/>
                </a:lnTo>
                <a:lnTo>
                  <a:pt x="2242" y="420"/>
                </a:lnTo>
                <a:lnTo>
                  <a:pt x="2242" y="427"/>
                </a:lnTo>
                <a:close/>
                <a:moveTo>
                  <a:pt x="2259" y="427"/>
                </a:moveTo>
                <a:lnTo>
                  <a:pt x="2266" y="427"/>
                </a:lnTo>
                <a:lnTo>
                  <a:pt x="2266" y="420"/>
                </a:lnTo>
                <a:lnTo>
                  <a:pt x="2259" y="420"/>
                </a:lnTo>
                <a:lnTo>
                  <a:pt x="2259" y="427"/>
                </a:lnTo>
                <a:close/>
                <a:moveTo>
                  <a:pt x="2275" y="427"/>
                </a:moveTo>
                <a:lnTo>
                  <a:pt x="2282" y="427"/>
                </a:lnTo>
                <a:lnTo>
                  <a:pt x="2282" y="420"/>
                </a:lnTo>
                <a:lnTo>
                  <a:pt x="2275" y="420"/>
                </a:lnTo>
                <a:lnTo>
                  <a:pt x="2275" y="427"/>
                </a:lnTo>
                <a:close/>
                <a:moveTo>
                  <a:pt x="2292" y="427"/>
                </a:moveTo>
                <a:lnTo>
                  <a:pt x="2299" y="427"/>
                </a:lnTo>
                <a:lnTo>
                  <a:pt x="2299" y="420"/>
                </a:lnTo>
                <a:lnTo>
                  <a:pt x="2292" y="420"/>
                </a:lnTo>
                <a:lnTo>
                  <a:pt x="2292" y="427"/>
                </a:lnTo>
                <a:close/>
                <a:moveTo>
                  <a:pt x="2308" y="427"/>
                </a:moveTo>
                <a:lnTo>
                  <a:pt x="2316" y="427"/>
                </a:lnTo>
                <a:lnTo>
                  <a:pt x="2316" y="420"/>
                </a:lnTo>
                <a:lnTo>
                  <a:pt x="2308" y="420"/>
                </a:lnTo>
                <a:lnTo>
                  <a:pt x="2308" y="427"/>
                </a:lnTo>
                <a:close/>
                <a:moveTo>
                  <a:pt x="2325" y="427"/>
                </a:moveTo>
                <a:lnTo>
                  <a:pt x="2332" y="427"/>
                </a:lnTo>
                <a:lnTo>
                  <a:pt x="2332" y="420"/>
                </a:lnTo>
                <a:lnTo>
                  <a:pt x="2325" y="420"/>
                </a:lnTo>
                <a:lnTo>
                  <a:pt x="2325" y="427"/>
                </a:lnTo>
                <a:close/>
                <a:moveTo>
                  <a:pt x="2342" y="427"/>
                </a:moveTo>
                <a:lnTo>
                  <a:pt x="2349" y="427"/>
                </a:lnTo>
                <a:lnTo>
                  <a:pt x="2349" y="420"/>
                </a:lnTo>
                <a:lnTo>
                  <a:pt x="2342" y="420"/>
                </a:lnTo>
                <a:lnTo>
                  <a:pt x="2342" y="427"/>
                </a:lnTo>
                <a:close/>
                <a:moveTo>
                  <a:pt x="2358" y="427"/>
                </a:moveTo>
                <a:lnTo>
                  <a:pt x="2365" y="427"/>
                </a:lnTo>
                <a:lnTo>
                  <a:pt x="2365" y="420"/>
                </a:lnTo>
                <a:lnTo>
                  <a:pt x="2358" y="420"/>
                </a:lnTo>
                <a:lnTo>
                  <a:pt x="2358" y="427"/>
                </a:lnTo>
                <a:close/>
                <a:moveTo>
                  <a:pt x="2375" y="427"/>
                </a:moveTo>
                <a:lnTo>
                  <a:pt x="2382" y="427"/>
                </a:lnTo>
                <a:lnTo>
                  <a:pt x="2382" y="420"/>
                </a:lnTo>
                <a:lnTo>
                  <a:pt x="2375" y="420"/>
                </a:lnTo>
                <a:lnTo>
                  <a:pt x="2375" y="427"/>
                </a:lnTo>
                <a:close/>
                <a:moveTo>
                  <a:pt x="2391" y="427"/>
                </a:moveTo>
                <a:lnTo>
                  <a:pt x="2398" y="427"/>
                </a:lnTo>
                <a:lnTo>
                  <a:pt x="2398" y="420"/>
                </a:lnTo>
                <a:lnTo>
                  <a:pt x="2391" y="420"/>
                </a:lnTo>
                <a:lnTo>
                  <a:pt x="2391" y="427"/>
                </a:lnTo>
                <a:close/>
                <a:moveTo>
                  <a:pt x="2408" y="427"/>
                </a:moveTo>
                <a:lnTo>
                  <a:pt x="2415" y="427"/>
                </a:lnTo>
                <a:lnTo>
                  <a:pt x="2415" y="420"/>
                </a:lnTo>
                <a:lnTo>
                  <a:pt x="2408" y="420"/>
                </a:lnTo>
                <a:lnTo>
                  <a:pt x="2408" y="427"/>
                </a:lnTo>
                <a:close/>
                <a:moveTo>
                  <a:pt x="2427" y="427"/>
                </a:moveTo>
                <a:lnTo>
                  <a:pt x="2434" y="427"/>
                </a:lnTo>
                <a:lnTo>
                  <a:pt x="2434" y="420"/>
                </a:lnTo>
                <a:lnTo>
                  <a:pt x="2427" y="420"/>
                </a:lnTo>
                <a:lnTo>
                  <a:pt x="2427" y="427"/>
                </a:lnTo>
                <a:close/>
                <a:moveTo>
                  <a:pt x="2443" y="427"/>
                </a:moveTo>
                <a:lnTo>
                  <a:pt x="2451" y="427"/>
                </a:lnTo>
                <a:lnTo>
                  <a:pt x="2451" y="420"/>
                </a:lnTo>
                <a:lnTo>
                  <a:pt x="2443" y="420"/>
                </a:lnTo>
                <a:lnTo>
                  <a:pt x="2443" y="427"/>
                </a:lnTo>
                <a:close/>
                <a:moveTo>
                  <a:pt x="2460" y="427"/>
                </a:moveTo>
                <a:lnTo>
                  <a:pt x="2467" y="427"/>
                </a:lnTo>
                <a:lnTo>
                  <a:pt x="2467" y="420"/>
                </a:lnTo>
                <a:lnTo>
                  <a:pt x="2460" y="420"/>
                </a:lnTo>
                <a:lnTo>
                  <a:pt x="2460" y="427"/>
                </a:lnTo>
                <a:close/>
                <a:moveTo>
                  <a:pt x="2477" y="427"/>
                </a:moveTo>
                <a:lnTo>
                  <a:pt x="2484" y="427"/>
                </a:lnTo>
                <a:lnTo>
                  <a:pt x="2484" y="420"/>
                </a:lnTo>
                <a:lnTo>
                  <a:pt x="2477" y="420"/>
                </a:lnTo>
                <a:lnTo>
                  <a:pt x="2477" y="427"/>
                </a:lnTo>
                <a:close/>
                <a:moveTo>
                  <a:pt x="2493" y="427"/>
                </a:moveTo>
                <a:lnTo>
                  <a:pt x="2500" y="427"/>
                </a:lnTo>
                <a:lnTo>
                  <a:pt x="2500" y="420"/>
                </a:lnTo>
                <a:lnTo>
                  <a:pt x="2493" y="420"/>
                </a:lnTo>
                <a:lnTo>
                  <a:pt x="2493" y="427"/>
                </a:lnTo>
                <a:close/>
                <a:moveTo>
                  <a:pt x="2510" y="427"/>
                </a:moveTo>
                <a:lnTo>
                  <a:pt x="2517" y="427"/>
                </a:lnTo>
                <a:lnTo>
                  <a:pt x="2517" y="420"/>
                </a:lnTo>
                <a:lnTo>
                  <a:pt x="2510" y="420"/>
                </a:lnTo>
                <a:lnTo>
                  <a:pt x="2510" y="427"/>
                </a:lnTo>
                <a:close/>
                <a:moveTo>
                  <a:pt x="2526" y="427"/>
                </a:moveTo>
                <a:lnTo>
                  <a:pt x="2533" y="427"/>
                </a:lnTo>
                <a:lnTo>
                  <a:pt x="2533" y="420"/>
                </a:lnTo>
                <a:lnTo>
                  <a:pt x="2526" y="420"/>
                </a:lnTo>
                <a:lnTo>
                  <a:pt x="2526" y="427"/>
                </a:lnTo>
                <a:close/>
                <a:moveTo>
                  <a:pt x="2543" y="427"/>
                </a:moveTo>
                <a:lnTo>
                  <a:pt x="2550" y="427"/>
                </a:lnTo>
                <a:lnTo>
                  <a:pt x="2550" y="420"/>
                </a:lnTo>
                <a:lnTo>
                  <a:pt x="2543" y="420"/>
                </a:lnTo>
                <a:lnTo>
                  <a:pt x="2543" y="427"/>
                </a:lnTo>
                <a:close/>
                <a:moveTo>
                  <a:pt x="2560" y="427"/>
                </a:moveTo>
                <a:lnTo>
                  <a:pt x="2567" y="427"/>
                </a:lnTo>
                <a:lnTo>
                  <a:pt x="2567" y="420"/>
                </a:lnTo>
                <a:lnTo>
                  <a:pt x="2560" y="420"/>
                </a:lnTo>
                <a:lnTo>
                  <a:pt x="2560" y="427"/>
                </a:lnTo>
                <a:close/>
                <a:moveTo>
                  <a:pt x="2576" y="427"/>
                </a:moveTo>
                <a:lnTo>
                  <a:pt x="2583" y="427"/>
                </a:lnTo>
                <a:lnTo>
                  <a:pt x="2583" y="420"/>
                </a:lnTo>
                <a:lnTo>
                  <a:pt x="2576" y="420"/>
                </a:lnTo>
                <a:lnTo>
                  <a:pt x="2576" y="427"/>
                </a:lnTo>
                <a:close/>
                <a:moveTo>
                  <a:pt x="2593" y="427"/>
                </a:moveTo>
                <a:lnTo>
                  <a:pt x="2600" y="427"/>
                </a:lnTo>
                <a:lnTo>
                  <a:pt x="2600" y="420"/>
                </a:lnTo>
                <a:lnTo>
                  <a:pt x="2593" y="420"/>
                </a:lnTo>
                <a:lnTo>
                  <a:pt x="2593" y="427"/>
                </a:lnTo>
                <a:close/>
                <a:moveTo>
                  <a:pt x="2609" y="427"/>
                </a:moveTo>
                <a:lnTo>
                  <a:pt x="2616" y="427"/>
                </a:lnTo>
                <a:lnTo>
                  <a:pt x="2616" y="420"/>
                </a:lnTo>
                <a:lnTo>
                  <a:pt x="2609" y="420"/>
                </a:lnTo>
                <a:lnTo>
                  <a:pt x="2609" y="427"/>
                </a:lnTo>
                <a:close/>
                <a:moveTo>
                  <a:pt x="2626" y="427"/>
                </a:moveTo>
                <a:lnTo>
                  <a:pt x="2633" y="427"/>
                </a:lnTo>
                <a:lnTo>
                  <a:pt x="2633" y="420"/>
                </a:lnTo>
                <a:lnTo>
                  <a:pt x="2626" y="420"/>
                </a:lnTo>
                <a:lnTo>
                  <a:pt x="2626" y="427"/>
                </a:lnTo>
                <a:close/>
                <a:moveTo>
                  <a:pt x="2642" y="427"/>
                </a:moveTo>
                <a:lnTo>
                  <a:pt x="2649" y="427"/>
                </a:lnTo>
                <a:lnTo>
                  <a:pt x="2649" y="420"/>
                </a:lnTo>
                <a:lnTo>
                  <a:pt x="2642" y="420"/>
                </a:lnTo>
                <a:lnTo>
                  <a:pt x="2642" y="427"/>
                </a:lnTo>
                <a:close/>
                <a:moveTo>
                  <a:pt x="2777" y="427"/>
                </a:moveTo>
                <a:lnTo>
                  <a:pt x="2784" y="427"/>
                </a:lnTo>
                <a:lnTo>
                  <a:pt x="2784" y="420"/>
                </a:lnTo>
                <a:lnTo>
                  <a:pt x="2777" y="420"/>
                </a:lnTo>
                <a:lnTo>
                  <a:pt x="2777" y="427"/>
                </a:lnTo>
                <a:close/>
                <a:moveTo>
                  <a:pt x="2794" y="427"/>
                </a:moveTo>
                <a:lnTo>
                  <a:pt x="2801" y="427"/>
                </a:lnTo>
                <a:lnTo>
                  <a:pt x="2801" y="420"/>
                </a:lnTo>
                <a:lnTo>
                  <a:pt x="2794" y="420"/>
                </a:lnTo>
                <a:lnTo>
                  <a:pt x="2794" y="427"/>
                </a:lnTo>
                <a:close/>
                <a:moveTo>
                  <a:pt x="2811" y="427"/>
                </a:moveTo>
                <a:lnTo>
                  <a:pt x="2818" y="427"/>
                </a:lnTo>
                <a:lnTo>
                  <a:pt x="2818" y="420"/>
                </a:lnTo>
                <a:lnTo>
                  <a:pt x="2811" y="420"/>
                </a:lnTo>
                <a:lnTo>
                  <a:pt x="2811" y="427"/>
                </a:lnTo>
                <a:close/>
                <a:moveTo>
                  <a:pt x="2827" y="427"/>
                </a:moveTo>
                <a:lnTo>
                  <a:pt x="2834" y="427"/>
                </a:lnTo>
                <a:lnTo>
                  <a:pt x="2834" y="420"/>
                </a:lnTo>
                <a:lnTo>
                  <a:pt x="2827" y="420"/>
                </a:lnTo>
                <a:lnTo>
                  <a:pt x="2827" y="427"/>
                </a:lnTo>
                <a:close/>
                <a:moveTo>
                  <a:pt x="83" y="444"/>
                </a:moveTo>
                <a:lnTo>
                  <a:pt x="90" y="444"/>
                </a:lnTo>
                <a:lnTo>
                  <a:pt x="90" y="437"/>
                </a:lnTo>
                <a:lnTo>
                  <a:pt x="83" y="437"/>
                </a:lnTo>
                <a:lnTo>
                  <a:pt x="83" y="444"/>
                </a:lnTo>
                <a:close/>
                <a:moveTo>
                  <a:pt x="101" y="444"/>
                </a:moveTo>
                <a:lnTo>
                  <a:pt x="106" y="444"/>
                </a:lnTo>
                <a:lnTo>
                  <a:pt x="106" y="437"/>
                </a:lnTo>
                <a:lnTo>
                  <a:pt x="101" y="437"/>
                </a:lnTo>
                <a:lnTo>
                  <a:pt x="101" y="444"/>
                </a:lnTo>
                <a:close/>
                <a:moveTo>
                  <a:pt x="118" y="444"/>
                </a:moveTo>
                <a:lnTo>
                  <a:pt x="125" y="444"/>
                </a:lnTo>
                <a:lnTo>
                  <a:pt x="125" y="437"/>
                </a:lnTo>
                <a:lnTo>
                  <a:pt x="118" y="437"/>
                </a:lnTo>
                <a:lnTo>
                  <a:pt x="118" y="444"/>
                </a:lnTo>
                <a:close/>
                <a:moveTo>
                  <a:pt x="135" y="444"/>
                </a:moveTo>
                <a:lnTo>
                  <a:pt x="142" y="444"/>
                </a:lnTo>
                <a:lnTo>
                  <a:pt x="142" y="437"/>
                </a:lnTo>
                <a:lnTo>
                  <a:pt x="135" y="437"/>
                </a:lnTo>
                <a:lnTo>
                  <a:pt x="135" y="444"/>
                </a:lnTo>
                <a:close/>
                <a:moveTo>
                  <a:pt x="151" y="444"/>
                </a:moveTo>
                <a:lnTo>
                  <a:pt x="158" y="444"/>
                </a:lnTo>
                <a:lnTo>
                  <a:pt x="158" y="437"/>
                </a:lnTo>
                <a:lnTo>
                  <a:pt x="151" y="437"/>
                </a:lnTo>
                <a:lnTo>
                  <a:pt x="151" y="444"/>
                </a:lnTo>
                <a:close/>
                <a:moveTo>
                  <a:pt x="168" y="444"/>
                </a:moveTo>
                <a:lnTo>
                  <a:pt x="175" y="444"/>
                </a:lnTo>
                <a:lnTo>
                  <a:pt x="175" y="437"/>
                </a:lnTo>
                <a:lnTo>
                  <a:pt x="168" y="437"/>
                </a:lnTo>
                <a:lnTo>
                  <a:pt x="168" y="444"/>
                </a:lnTo>
                <a:close/>
                <a:moveTo>
                  <a:pt x="317" y="444"/>
                </a:moveTo>
                <a:lnTo>
                  <a:pt x="324" y="444"/>
                </a:lnTo>
                <a:lnTo>
                  <a:pt x="324" y="437"/>
                </a:lnTo>
                <a:lnTo>
                  <a:pt x="317" y="437"/>
                </a:lnTo>
                <a:lnTo>
                  <a:pt x="317" y="444"/>
                </a:lnTo>
                <a:close/>
                <a:moveTo>
                  <a:pt x="334" y="444"/>
                </a:moveTo>
                <a:lnTo>
                  <a:pt x="341" y="444"/>
                </a:lnTo>
                <a:lnTo>
                  <a:pt x="341" y="437"/>
                </a:lnTo>
                <a:lnTo>
                  <a:pt x="334" y="437"/>
                </a:lnTo>
                <a:lnTo>
                  <a:pt x="334" y="444"/>
                </a:lnTo>
                <a:close/>
                <a:moveTo>
                  <a:pt x="350" y="444"/>
                </a:moveTo>
                <a:lnTo>
                  <a:pt x="357" y="444"/>
                </a:lnTo>
                <a:lnTo>
                  <a:pt x="357" y="437"/>
                </a:lnTo>
                <a:lnTo>
                  <a:pt x="350" y="437"/>
                </a:lnTo>
                <a:lnTo>
                  <a:pt x="350" y="444"/>
                </a:lnTo>
                <a:close/>
                <a:moveTo>
                  <a:pt x="369" y="444"/>
                </a:moveTo>
                <a:lnTo>
                  <a:pt x="376" y="444"/>
                </a:lnTo>
                <a:lnTo>
                  <a:pt x="376" y="437"/>
                </a:lnTo>
                <a:lnTo>
                  <a:pt x="369" y="437"/>
                </a:lnTo>
                <a:lnTo>
                  <a:pt x="369" y="444"/>
                </a:lnTo>
                <a:close/>
                <a:moveTo>
                  <a:pt x="386" y="444"/>
                </a:moveTo>
                <a:lnTo>
                  <a:pt x="393" y="444"/>
                </a:lnTo>
                <a:lnTo>
                  <a:pt x="393" y="437"/>
                </a:lnTo>
                <a:lnTo>
                  <a:pt x="386" y="437"/>
                </a:lnTo>
                <a:lnTo>
                  <a:pt x="386" y="444"/>
                </a:lnTo>
                <a:close/>
                <a:moveTo>
                  <a:pt x="402" y="444"/>
                </a:moveTo>
                <a:lnTo>
                  <a:pt x="409" y="444"/>
                </a:lnTo>
                <a:lnTo>
                  <a:pt x="409" y="437"/>
                </a:lnTo>
                <a:lnTo>
                  <a:pt x="402" y="437"/>
                </a:lnTo>
                <a:lnTo>
                  <a:pt x="402" y="444"/>
                </a:lnTo>
                <a:close/>
                <a:moveTo>
                  <a:pt x="419" y="444"/>
                </a:moveTo>
                <a:lnTo>
                  <a:pt x="426" y="444"/>
                </a:lnTo>
                <a:lnTo>
                  <a:pt x="426" y="437"/>
                </a:lnTo>
                <a:lnTo>
                  <a:pt x="419" y="437"/>
                </a:lnTo>
                <a:lnTo>
                  <a:pt x="419" y="444"/>
                </a:lnTo>
                <a:close/>
                <a:moveTo>
                  <a:pt x="435" y="444"/>
                </a:moveTo>
                <a:lnTo>
                  <a:pt x="442" y="444"/>
                </a:lnTo>
                <a:lnTo>
                  <a:pt x="442" y="437"/>
                </a:lnTo>
                <a:lnTo>
                  <a:pt x="435" y="437"/>
                </a:lnTo>
                <a:lnTo>
                  <a:pt x="435" y="444"/>
                </a:lnTo>
                <a:close/>
                <a:moveTo>
                  <a:pt x="452" y="444"/>
                </a:moveTo>
                <a:lnTo>
                  <a:pt x="459" y="444"/>
                </a:lnTo>
                <a:lnTo>
                  <a:pt x="459" y="437"/>
                </a:lnTo>
                <a:lnTo>
                  <a:pt x="452" y="437"/>
                </a:lnTo>
                <a:lnTo>
                  <a:pt x="452" y="444"/>
                </a:lnTo>
                <a:close/>
                <a:moveTo>
                  <a:pt x="469" y="444"/>
                </a:moveTo>
                <a:lnTo>
                  <a:pt x="476" y="444"/>
                </a:lnTo>
                <a:lnTo>
                  <a:pt x="476" y="437"/>
                </a:lnTo>
                <a:lnTo>
                  <a:pt x="469" y="437"/>
                </a:lnTo>
                <a:lnTo>
                  <a:pt x="469" y="444"/>
                </a:lnTo>
                <a:close/>
                <a:moveTo>
                  <a:pt x="485" y="444"/>
                </a:moveTo>
                <a:lnTo>
                  <a:pt x="492" y="444"/>
                </a:lnTo>
                <a:lnTo>
                  <a:pt x="492" y="437"/>
                </a:lnTo>
                <a:lnTo>
                  <a:pt x="485" y="437"/>
                </a:lnTo>
                <a:lnTo>
                  <a:pt x="485" y="444"/>
                </a:lnTo>
                <a:close/>
                <a:moveTo>
                  <a:pt x="502" y="444"/>
                </a:moveTo>
                <a:lnTo>
                  <a:pt x="509" y="444"/>
                </a:lnTo>
                <a:lnTo>
                  <a:pt x="509" y="437"/>
                </a:lnTo>
                <a:lnTo>
                  <a:pt x="502" y="437"/>
                </a:lnTo>
                <a:lnTo>
                  <a:pt x="502" y="444"/>
                </a:lnTo>
                <a:close/>
                <a:moveTo>
                  <a:pt x="518" y="444"/>
                </a:moveTo>
                <a:lnTo>
                  <a:pt x="525" y="444"/>
                </a:lnTo>
                <a:lnTo>
                  <a:pt x="525" y="437"/>
                </a:lnTo>
                <a:lnTo>
                  <a:pt x="518" y="437"/>
                </a:lnTo>
                <a:lnTo>
                  <a:pt x="518" y="444"/>
                </a:lnTo>
                <a:close/>
                <a:moveTo>
                  <a:pt x="535" y="444"/>
                </a:moveTo>
                <a:lnTo>
                  <a:pt x="542" y="444"/>
                </a:lnTo>
                <a:lnTo>
                  <a:pt x="542" y="437"/>
                </a:lnTo>
                <a:lnTo>
                  <a:pt x="535" y="437"/>
                </a:lnTo>
                <a:lnTo>
                  <a:pt x="535" y="444"/>
                </a:lnTo>
                <a:close/>
                <a:moveTo>
                  <a:pt x="551" y="444"/>
                </a:moveTo>
                <a:lnTo>
                  <a:pt x="559" y="444"/>
                </a:lnTo>
                <a:lnTo>
                  <a:pt x="559" y="437"/>
                </a:lnTo>
                <a:lnTo>
                  <a:pt x="551" y="437"/>
                </a:lnTo>
                <a:lnTo>
                  <a:pt x="551" y="444"/>
                </a:lnTo>
                <a:close/>
                <a:moveTo>
                  <a:pt x="568" y="444"/>
                </a:moveTo>
                <a:lnTo>
                  <a:pt x="575" y="444"/>
                </a:lnTo>
                <a:lnTo>
                  <a:pt x="575" y="437"/>
                </a:lnTo>
                <a:lnTo>
                  <a:pt x="568" y="437"/>
                </a:lnTo>
                <a:lnTo>
                  <a:pt x="568" y="444"/>
                </a:lnTo>
                <a:close/>
                <a:moveTo>
                  <a:pt x="585" y="444"/>
                </a:moveTo>
                <a:lnTo>
                  <a:pt x="592" y="444"/>
                </a:lnTo>
                <a:lnTo>
                  <a:pt x="592" y="437"/>
                </a:lnTo>
                <a:lnTo>
                  <a:pt x="585" y="437"/>
                </a:lnTo>
                <a:lnTo>
                  <a:pt x="585" y="444"/>
                </a:lnTo>
                <a:close/>
                <a:moveTo>
                  <a:pt x="601" y="444"/>
                </a:moveTo>
                <a:lnTo>
                  <a:pt x="608" y="444"/>
                </a:lnTo>
                <a:lnTo>
                  <a:pt x="608" y="437"/>
                </a:lnTo>
                <a:lnTo>
                  <a:pt x="601" y="437"/>
                </a:lnTo>
                <a:lnTo>
                  <a:pt x="601" y="444"/>
                </a:lnTo>
                <a:close/>
                <a:moveTo>
                  <a:pt x="620" y="444"/>
                </a:moveTo>
                <a:lnTo>
                  <a:pt x="625" y="444"/>
                </a:lnTo>
                <a:lnTo>
                  <a:pt x="625" y="437"/>
                </a:lnTo>
                <a:lnTo>
                  <a:pt x="620" y="437"/>
                </a:lnTo>
                <a:lnTo>
                  <a:pt x="620" y="444"/>
                </a:lnTo>
                <a:close/>
                <a:moveTo>
                  <a:pt x="637" y="444"/>
                </a:moveTo>
                <a:lnTo>
                  <a:pt x="644" y="444"/>
                </a:lnTo>
                <a:lnTo>
                  <a:pt x="644" y="437"/>
                </a:lnTo>
                <a:lnTo>
                  <a:pt x="637" y="437"/>
                </a:lnTo>
                <a:lnTo>
                  <a:pt x="637" y="444"/>
                </a:lnTo>
                <a:close/>
                <a:moveTo>
                  <a:pt x="653" y="444"/>
                </a:moveTo>
                <a:lnTo>
                  <a:pt x="660" y="444"/>
                </a:lnTo>
                <a:lnTo>
                  <a:pt x="660" y="437"/>
                </a:lnTo>
                <a:lnTo>
                  <a:pt x="653" y="437"/>
                </a:lnTo>
                <a:lnTo>
                  <a:pt x="653" y="444"/>
                </a:lnTo>
                <a:close/>
                <a:moveTo>
                  <a:pt x="670" y="444"/>
                </a:moveTo>
                <a:lnTo>
                  <a:pt x="677" y="444"/>
                </a:lnTo>
                <a:lnTo>
                  <a:pt x="677" y="437"/>
                </a:lnTo>
                <a:lnTo>
                  <a:pt x="670" y="437"/>
                </a:lnTo>
                <a:lnTo>
                  <a:pt x="670" y="444"/>
                </a:lnTo>
                <a:close/>
                <a:moveTo>
                  <a:pt x="686" y="444"/>
                </a:moveTo>
                <a:lnTo>
                  <a:pt x="693" y="444"/>
                </a:lnTo>
                <a:lnTo>
                  <a:pt x="693" y="437"/>
                </a:lnTo>
                <a:lnTo>
                  <a:pt x="686" y="437"/>
                </a:lnTo>
                <a:lnTo>
                  <a:pt x="686" y="444"/>
                </a:lnTo>
                <a:close/>
                <a:moveTo>
                  <a:pt x="703" y="444"/>
                </a:moveTo>
                <a:lnTo>
                  <a:pt x="710" y="444"/>
                </a:lnTo>
                <a:lnTo>
                  <a:pt x="710" y="437"/>
                </a:lnTo>
                <a:lnTo>
                  <a:pt x="703" y="437"/>
                </a:lnTo>
                <a:lnTo>
                  <a:pt x="703" y="444"/>
                </a:lnTo>
                <a:close/>
                <a:moveTo>
                  <a:pt x="720" y="444"/>
                </a:moveTo>
                <a:lnTo>
                  <a:pt x="727" y="444"/>
                </a:lnTo>
                <a:lnTo>
                  <a:pt x="727" y="437"/>
                </a:lnTo>
                <a:lnTo>
                  <a:pt x="720" y="437"/>
                </a:lnTo>
                <a:lnTo>
                  <a:pt x="720" y="444"/>
                </a:lnTo>
                <a:close/>
                <a:moveTo>
                  <a:pt x="736" y="444"/>
                </a:moveTo>
                <a:lnTo>
                  <a:pt x="743" y="444"/>
                </a:lnTo>
                <a:lnTo>
                  <a:pt x="743" y="437"/>
                </a:lnTo>
                <a:lnTo>
                  <a:pt x="736" y="437"/>
                </a:lnTo>
                <a:lnTo>
                  <a:pt x="736" y="444"/>
                </a:lnTo>
                <a:close/>
                <a:moveTo>
                  <a:pt x="802" y="444"/>
                </a:moveTo>
                <a:lnTo>
                  <a:pt x="810" y="444"/>
                </a:lnTo>
                <a:lnTo>
                  <a:pt x="810" y="437"/>
                </a:lnTo>
                <a:lnTo>
                  <a:pt x="802" y="437"/>
                </a:lnTo>
                <a:lnTo>
                  <a:pt x="802" y="444"/>
                </a:lnTo>
                <a:close/>
                <a:moveTo>
                  <a:pt x="819" y="444"/>
                </a:moveTo>
                <a:lnTo>
                  <a:pt x="826" y="444"/>
                </a:lnTo>
                <a:lnTo>
                  <a:pt x="826" y="437"/>
                </a:lnTo>
                <a:lnTo>
                  <a:pt x="819" y="437"/>
                </a:lnTo>
                <a:lnTo>
                  <a:pt x="819" y="444"/>
                </a:lnTo>
                <a:close/>
                <a:moveTo>
                  <a:pt x="836" y="444"/>
                </a:moveTo>
                <a:lnTo>
                  <a:pt x="843" y="444"/>
                </a:lnTo>
                <a:lnTo>
                  <a:pt x="843" y="437"/>
                </a:lnTo>
                <a:lnTo>
                  <a:pt x="836" y="437"/>
                </a:lnTo>
                <a:lnTo>
                  <a:pt x="836" y="444"/>
                </a:lnTo>
                <a:close/>
                <a:moveTo>
                  <a:pt x="852" y="444"/>
                </a:moveTo>
                <a:lnTo>
                  <a:pt x="859" y="444"/>
                </a:lnTo>
                <a:lnTo>
                  <a:pt x="859" y="437"/>
                </a:lnTo>
                <a:lnTo>
                  <a:pt x="852" y="437"/>
                </a:lnTo>
                <a:lnTo>
                  <a:pt x="852" y="444"/>
                </a:lnTo>
                <a:close/>
                <a:moveTo>
                  <a:pt x="871" y="444"/>
                </a:moveTo>
                <a:lnTo>
                  <a:pt x="876" y="444"/>
                </a:lnTo>
                <a:lnTo>
                  <a:pt x="876" y="437"/>
                </a:lnTo>
                <a:lnTo>
                  <a:pt x="871" y="437"/>
                </a:lnTo>
                <a:lnTo>
                  <a:pt x="871" y="444"/>
                </a:lnTo>
                <a:close/>
                <a:moveTo>
                  <a:pt x="888" y="444"/>
                </a:moveTo>
                <a:lnTo>
                  <a:pt x="895" y="444"/>
                </a:lnTo>
                <a:lnTo>
                  <a:pt x="895" y="437"/>
                </a:lnTo>
                <a:lnTo>
                  <a:pt x="888" y="437"/>
                </a:lnTo>
                <a:lnTo>
                  <a:pt x="888" y="444"/>
                </a:lnTo>
                <a:close/>
                <a:moveTo>
                  <a:pt x="904" y="444"/>
                </a:moveTo>
                <a:lnTo>
                  <a:pt x="911" y="444"/>
                </a:lnTo>
                <a:lnTo>
                  <a:pt x="911" y="437"/>
                </a:lnTo>
                <a:lnTo>
                  <a:pt x="904" y="437"/>
                </a:lnTo>
                <a:lnTo>
                  <a:pt x="904" y="444"/>
                </a:lnTo>
                <a:close/>
                <a:moveTo>
                  <a:pt x="921" y="444"/>
                </a:moveTo>
                <a:lnTo>
                  <a:pt x="928" y="444"/>
                </a:lnTo>
                <a:lnTo>
                  <a:pt x="928" y="437"/>
                </a:lnTo>
                <a:lnTo>
                  <a:pt x="921" y="437"/>
                </a:lnTo>
                <a:lnTo>
                  <a:pt x="921" y="444"/>
                </a:lnTo>
                <a:close/>
                <a:moveTo>
                  <a:pt x="937" y="444"/>
                </a:moveTo>
                <a:lnTo>
                  <a:pt x="944" y="444"/>
                </a:lnTo>
                <a:lnTo>
                  <a:pt x="944" y="437"/>
                </a:lnTo>
                <a:lnTo>
                  <a:pt x="937" y="437"/>
                </a:lnTo>
                <a:lnTo>
                  <a:pt x="937" y="444"/>
                </a:lnTo>
                <a:close/>
                <a:moveTo>
                  <a:pt x="954" y="444"/>
                </a:moveTo>
                <a:lnTo>
                  <a:pt x="961" y="444"/>
                </a:lnTo>
                <a:lnTo>
                  <a:pt x="961" y="437"/>
                </a:lnTo>
                <a:lnTo>
                  <a:pt x="954" y="437"/>
                </a:lnTo>
                <a:lnTo>
                  <a:pt x="954" y="444"/>
                </a:lnTo>
                <a:close/>
                <a:moveTo>
                  <a:pt x="1406" y="444"/>
                </a:moveTo>
                <a:lnTo>
                  <a:pt x="1413" y="444"/>
                </a:lnTo>
                <a:lnTo>
                  <a:pt x="1413" y="437"/>
                </a:lnTo>
                <a:lnTo>
                  <a:pt x="1406" y="437"/>
                </a:lnTo>
                <a:lnTo>
                  <a:pt x="1406" y="444"/>
                </a:lnTo>
                <a:close/>
                <a:moveTo>
                  <a:pt x="1423" y="444"/>
                </a:moveTo>
                <a:lnTo>
                  <a:pt x="1430" y="444"/>
                </a:lnTo>
                <a:lnTo>
                  <a:pt x="1430" y="437"/>
                </a:lnTo>
                <a:lnTo>
                  <a:pt x="1423" y="437"/>
                </a:lnTo>
                <a:lnTo>
                  <a:pt x="1423" y="444"/>
                </a:lnTo>
                <a:close/>
                <a:moveTo>
                  <a:pt x="1439" y="444"/>
                </a:moveTo>
                <a:lnTo>
                  <a:pt x="1447" y="444"/>
                </a:lnTo>
                <a:lnTo>
                  <a:pt x="1447" y="437"/>
                </a:lnTo>
                <a:lnTo>
                  <a:pt x="1439" y="437"/>
                </a:lnTo>
                <a:lnTo>
                  <a:pt x="1439" y="444"/>
                </a:lnTo>
                <a:close/>
                <a:moveTo>
                  <a:pt x="1522" y="444"/>
                </a:moveTo>
                <a:lnTo>
                  <a:pt x="1529" y="444"/>
                </a:lnTo>
                <a:lnTo>
                  <a:pt x="1529" y="437"/>
                </a:lnTo>
                <a:lnTo>
                  <a:pt x="1522" y="437"/>
                </a:lnTo>
                <a:lnTo>
                  <a:pt x="1522" y="444"/>
                </a:lnTo>
                <a:close/>
                <a:moveTo>
                  <a:pt x="1539" y="444"/>
                </a:moveTo>
                <a:lnTo>
                  <a:pt x="1546" y="444"/>
                </a:lnTo>
                <a:lnTo>
                  <a:pt x="1546" y="437"/>
                </a:lnTo>
                <a:lnTo>
                  <a:pt x="1539" y="437"/>
                </a:lnTo>
                <a:lnTo>
                  <a:pt x="1539" y="444"/>
                </a:lnTo>
                <a:close/>
                <a:moveTo>
                  <a:pt x="1555" y="444"/>
                </a:moveTo>
                <a:lnTo>
                  <a:pt x="1563" y="444"/>
                </a:lnTo>
                <a:lnTo>
                  <a:pt x="1563" y="437"/>
                </a:lnTo>
                <a:lnTo>
                  <a:pt x="1555" y="437"/>
                </a:lnTo>
                <a:lnTo>
                  <a:pt x="1555" y="444"/>
                </a:lnTo>
                <a:close/>
                <a:moveTo>
                  <a:pt x="1572" y="444"/>
                </a:moveTo>
                <a:lnTo>
                  <a:pt x="1579" y="444"/>
                </a:lnTo>
                <a:lnTo>
                  <a:pt x="1579" y="437"/>
                </a:lnTo>
                <a:lnTo>
                  <a:pt x="1572" y="437"/>
                </a:lnTo>
                <a:lnTo>
                  <a:pt x="1572" y="444"/>
                </a:lnTo>
                <a:close/>
                <a:moveTo>
                  <a:pt x="1589" y="444"/>
                </a:moveTo>
                <a:lnTo>
                  <a:pt x="1596" y="444"/>
                </a:lnTo>
                <a:lnTo>
                  <a:pt x="1596" y="437"/>
                </a:lnTo>
                <a:lnTo>
                  <a:pt x="1589" y="437"/>
                </a:lnTo>
                <a:lnTo>
                  <a:pt x="1589" y="444"/>
                </a:lnTo>
                <a:close/>
                <a:moveTo>
                  <a:pt x="1605" y="444"/>
                </a:moveTo>
                <a:lnTo>
                  <a:pt x="1612" y="444"/>
                </a:lnTo>
                <a:lnTo>
                  <a:pt x="1612" y="437"/>
                </a:lnTo>
                <a:lnTo>
                  <a:pt x="1605" y="437"/>
                </a:lnTo>
                <a:lnTo>
                  <a:pt x="1605" y="444"/>
                </a:lnTo>
                <a:close/>
                <a:moveTo>
                  <a:pt x="1638" y="444"/>
                </a:moveTo>
                <a:lnTo>
                  <a:pt x="1645" y="444"/>
                </a:lnTo>
                <a:lnTo>
                  <a:pt x="1645" y="437"/>
                </a:lnTo>
                <a:lnTo>
                  <a:pt x="1638" y="437"/>
                </a:lnTo>
                <a:lnTo>
                  <a:pt x="1638" y="444"/>
                </a:lnTo>
                <a:close/>
                <a:moveTo>
                  <a:pt x="1657" y="444"/>
                </a:moveTo>
                <a:lnTo>
                  <a:pt x="1664" y="444"/>
                </a:lnTo>
                <a:lnTo>
                  <a:pt x="1664" y="437"/>
                </a:lnTo>
                <a:lnTo>
                  <a:pt x="1657" y="437"/>
                </a:lnTo>
                <a:lnTo>
                  <a:pt x="1657" y="444"/>
                </a:lnTo>
                <a:close/>
                <a:moveTo>
                  <a:pt x="1674" y="444"/>
                </a:moveTo>
                <a:lnTo>
                  <a:pt x="1681" y="444"/>
                </a:lnTo>
                <a:lnTo>
                  <a:pt x="1681" y="437"/>
                </a:lnTo>
                <a:lnTo>
                  <a:pt x="1674" y="437"/>
                </a:lnTo>
                <a:lnTo>
                  <a:pt x="1674" y="444"/>
                </a:lnTo>
                <a:close/>
                <a:moveTo>
                  <a:pt x="1690" y="444"/>
                </a:moveTo>
                <a:lnTo>
                  <a:pt x="1698" y="444"/>
                </a:lnTo>
                <a:lnTo>
                  <a:pt x="1698" y="437"/>
                </a:lnTo>
                <a:lnTo>
                  <a:pt x="1690" y="437"/>
                </a:lnTo>
                <a:lnTo>
                  <a:pt x="1690" y="444"/>
                </a:lnTo>
                <a:close/>
                <a:moveTo>
                  <a:pt x="1707" y="444"/>
                </a:moveTo>
                <a:lnTo>
                  <a:pt x="1714" y="444"/>
                </a:lnTo>
                <a:lnTo>
                  <a:pt x="1714" y="437"/>
                </a:lnTo>
                <a:lnTo>
                  <a:pt x="1707" y="437"/>
                </a:lnTo>
                <a:lnTo>
                  <a:pt x="1707" y="444"/>
                </a:lnTo>
                <a:close/>
                <a:moveTo>
                  <a:pt x="1724" y="444"/>
                </a:moveTo>
                <a:lnTo>
                  <a:pt x="1731" y="444"/>
                </a:lnTo>
                <a:lnTo>
                  <a:pt x="1731" y="437"/>
                </a:lnTo>
                <a:lnTo>
                  <a:pt x="1724" y="437"/>
                </a:lnTo>
                <a:lnTo>
                  <a:pt x="1724" y="444"/>
                </a:lnTo>
                <a:close/>
                <a:moveTo>
                  <a:pt x="1740" y="444"/>
                </a:moveTo>
                <a:lnTo>
                  <a:pt x="1747" y="444"/>
                </a:lnTo>
                <a:lnTo>
                  <a:pt x="1747" y="437"/>
                </a:lnTo>
                <a:lnTo>
                  <a:pt x="1740" y="437"/>
                </a:lnTo>
                <a:lnTo>
                  <a:pt x="1740" y="444"/>
                </a:lnTo>
                <a:close/>
                <a:moveTo>
                  <a:pt x="1757" y="444"/>
                </a:moveTo>
                <a:lnTo>
                  <a:pt x="1764" y="444"/>
                </a:lnTo>
                <a:lnTo>
                  <a:pt x="1764" y="437"/>
                </a:lnTo>
                <a:lnTo>
                  <a:pt x="1757" y="437"/>
                </a:lnTo>
                <a:lnTo>
                  <a:pt x="1757" y="444"/>
                </a:lnTo>
                <a:close/>
                <a:moveTo>
                  <a:pt x="1773" y="444"/>
                </a:moveTo>
                <a:lnTo>
                  <a:pt x="1780" y="444"/>
                </a:lnTo>
                <a:lnTo>
                  <a:pt x="1780" y="437"/>
                </a:lnTo>
                <a:lnTo>
                  <a:pt x="1773" y="437"/>
                </a:lnTo>
                <a:lnTo>
                  <a:pt x="1773" y="444"/>
                </a:lnTo>
                <a:close/>
                <a:moveTo>
                  <a:pt x="1790" y="444"/>
                </a:moveTo>
                <a:lnTo>
                  <a:pt x="1797" y="444"/>
                </a:lnTo>
                <a:lnTo>
                  <a:pt x="1797" y="437"/>
                </a:lnTo>
                <a:lnTo>
                  <a:pt x="1790" y="437"/>
                </a:lnTo>
                <a:lnTo>
                  <a:pt x="1790" y="444"/>
                </a:lnTo>
                <a:close/>
                <a:moveTo>
                  <a:pt x="1806" y="444"/>
                </a:moveTo>
                <a:lnTo>
                  <a:pt x="1814" y="444"/>
                </a:lnTo>
                <a:lnTo>
                  <a:pt x="1814" y="437"/>
                </a:lnTo>
                <a:lnTo>
                  <a:pt x="1806" y="437"/>
                </a:lnTo>
                <a:lnTo>
                  <a:pt x="1806" y="444"/>
                </a:lnTo>
                <a:close/>
                <a:moveTo>
                  <a:pt x="1823" y="444"/>
                </a:moveTo>
                <a:lnTo>
                  <a:pt x="1830" y="444"/>
                </a:lnTo>
                <a:lnTo>
                  <a:pt x="1830" y="437"/>
                </a:lnTo>
                <a:lnTo>
                  <a:pt x="1823" y="437"/>
                </a:lnTo>
                <a:lnTo>
                  <a:pt x="1823" y="444"/>
                </a:lnTo>
                <a:close/>
                <a:moveTo>
                  <a:pt x="1840" y="444"/>
                </a:moveTo>
                <a:lnTo>
                  <a:pt x="1847" y="444"/>
                </a:lnTo>
                <a:lnTo>
                  <a:pt x="1847" y="437"/>
                </a:lnTo>
                <a:lnTo>
                  <a:pt x="1840" y="437"/>
                </a:lnTo>
                <a:lnTo>
                  <a:pt x="1840" y="444"/>
                </a:lnTo>
                <a:close/>
                <a:moveTo>
                  <a:pt x="1856" y="444"/>
                </a:moveTo>
                <a:lnTo>
                  <a:pt x="1863" y="444"/>
                </a:lnTo>
                <a:lnTo>
                  <a:pt x="1863" y="437"/>
                </a:lnTo>
                <a:lnTo>
                  <a:pt x="1856" y="437"/>
                </a:lnTo>
                <a:lnTo>
                  <a:pt x="1856" y="444"/>
                </a:lnTo>
                <a:close/>
                <a:moveTo>
                  <a:pt x="1873" y="444"/>
                </a:moveTo>
                <a:lnTo>
                  <a:pt x="1880" y="444"/>
                </a:lnTo>
                <a:lnTo>
                  <a:pt x="1880" y="437"/>
                </a:lnTo>
                <a:lnTo>
                  <a:pt x="1873" y="437"/>
                </a:lnTo>
                <a:lnTo>
                  <a:pt x="1873" y="444"/>
                </a:lnTo>
                <a:close/>
                <a:moveTo>
                  <a:pt x="1889" y="444"/>
                </a:moveTo>
                <a:lnTo>
                  <a:pt x="1896" y="444"/>
                </a:lnTo>
                <a:lnTo>
                  <a:pt x="1896" y="437"/>
                </a:lnTo>
                <a:lnTo>
                  <a:pt x="1889" y="437"/>
                </a:lnTo>
                <a:lnTo>
                  <a:pt x="1889" y="444"/>
                </a:lnTo>
                <a:close/>
                <a:moveTo>
                  <a:pt x="1908" y="444"/>
                </a:moveTo>
                <a:lnTo>
                  <a:pt x="1915" y="444"/>
                </a:lnTo>
                <a:lnTo>
                  <a:pt x="1915" y="437"/>
                </a:lnTo>
                <a:lnTo>
                  <a:pt x="1908" y="437"/>
                </a:lnTo>
                <a:lnTo>
                  <a:pt x="1908" y="444"/>
                </a:lnTo>
                <a:close/>
                <a:moveTo>
                  <a:pt x="1925" y="444"/>
                </a:moveTo>
                <a:lnTo>
                  <a:pt x="1932" y="444"/>
                </a:lnTo>
                <a:lnTo>
                  <a:pt x="1932" y="437"/>
                </a:lnTo>
                <a:lnTo>
                  <a:pt x="1925" y="437"/>
                </a:lnTo>
                <a:lnTo>
                  <a:pt x="1925" y="444"/>
                </a:lnTo>
                <a:close/>
                <a:moveTo>
                  <a:pt x="1941" y="444"/>
                </a:moveTo>
                <a:lnTo>
                  <a:pt x="1949" y="444"/>
                </a:lnTo>
                <a:lnTo>
                  <a:pt x="1949" y="437"/>
                </a:lnTo>
                <a:lnTo>
                  <a:pt x="1941" y="437"/>
                </a:lnTo>
                <a:lnTo>
                  <a:pt x="1941" y="444"/>
                </a:lnTo>
                <a:close/>
                <a:moveTo>
                  <a:pt x="1958" y="444"/>
                </a:moveTo>
                <a:lnTo>
                  <a:pt x="1965" y="444"/>
                </a:lnTo>
                <a:lnTo>
                  <a:pt x="1965" y="437"/>
                </a:lnTo>
                <a:lnTo>
                  <a:pt x="1958" y="437"/>
                </a:lnTo>
                <a:lnTo>
                  <a:pt x="1958" y="444"/>
                </a:lnTo>
                <a:close/>
                <a:moveTo>
                  <a:pt x="1975" y="444"/>
                </a:moveTo>
                <a:lnTo>
                  <a:pt x="1982" y="444"/>
                </a:lnTo>
                <a:lnTo>
                  <a:pt x="1982" y="437"/>
                </a:lnTo>
                <a:lnTo>
                  <a:pt x="1975" y="437"/>
                </a:lnTo>
                <a:lnTo>
                  <a:pt x="1975" y="444"/>
                </a:lnTo>
                <a:close/>
                <a:moveTo>
                  <a:pt x="1991" y="444"/>
                </a:moveTo>
                <a:lnTo>
                  <a:pt x="1998" y="444"/>
                </a:lnTo>
                <a:lnTo>
                  <a:pt x="1998" y="437"/>
                </a:lnTo>
                <a:lnTo>
                  <a:pt x="1991" y="437"/>
                </a:lnTo>
                <a:lnTo>
                  <a:pt x="1991" y="444"/>
                </a:lnTo>
                <a:close/>
                <a:moveTo>
                  <a:pt x="2008" y="444"/>
                </a:moveTo>
                <a:lnTo>
                  <a:pt x="2015" y="444"/>
                </a:lnTo>
                <a:lnTo>
                  <a:pt x="2015" y="437"/>
                </a:lnTo>
                <a:lnTo>
                  <a:pt x="2008" y="437"/>
                </a:lnTo>
                <a:lnTo>
                  <a:pt x="2008" y="444"/>
                </a:lnTo>
                <a:close/>
                <a:moveTo>
                  <a:pt x="2024" y="444"/>
                </a:moveTo>
                <a:lnTo>
                  <a:pt x="2031" y="444"/>
                </a:lnTo>
                <a:lnTo>
                  <a:pt x="2031" y="437"/>
                </a:lnTo>
                <a:lnTo>
                  <a:pt x="2024" y="437"/>
                </a:lnTo>
                <a:lnTo>
                  <a:pt x="2024" y="444"/>
                </a:lnTo>
                <a:close/>
                <a:moveTo>
                  <a:pt x="2041" y="444"/>
                </a:moveTo>
                <a:lnTo>
                  <a:pt x="2048" y="444"/>
                </a:lnTo>
                <a:lnTo>
                  <a:pt x="2048" y="437"/>
                </a:lnTo>
                <a:lnTo>
                  <a:pt x="2041" y="437"/>
                </a:lnTo>
                <a:lnTo>
                  <a:pt x="2041" y="444"/>
                </a:lnTo>
                <a:close/>
                <a:moveTo>
                  <a:pt x="2057" y="444"/>
                </a:moveTo>
                <a:lnTo>
                  <a:pt x="2065" y="444"/>
                </a:lnTo>
                <a:lnTo>
                  <a:pt x="2065" y="437"/>
                </a:lnTo>
                <a:lnTo>
                  <a:pt x="2057" y="437"/>
                </a:lnTo>
                <a:lnTo>
                  <a:pt x="2057" y="444"/>
                </a:lnTo>
                <a:close/>
                <a:moveTo>
                  <a:pt x="2074" y="444"/>
                </a:moveTo>
                <a:lnTo>
                  <a:pt x="2081" y="444"/>
                </a:lnTo>
                <a:lnTo>
                  <a:pt x="2081" y="437"/>
                </a:lnTo>
                <a:lnTo>
                  <a:pt x="2074" y="437"/>
                </a:lnTo>
                <a:lnTo>
                  <a:pt x="2074" y="444"/>
                </a:lnTo>
                <a:close/>
                <a:moveTo>
                  <a:pt x="2091" y="444"/>
                </a:moveTo>
                <a:lnTo>
                  <a:pt x="2098" y="444"/>
                </a:lnTo>
                <a:lnTo>
                  <a:pt x="2098" y="437"/>
                </a:lnTo>
                <a:lnTo>
                  <a:pt x="2091" y="437"/>
                </a:lnTo>
                <a:lnTo>
                  <a:pt x="2091" y="444"/>
                </a:lnTo>
                <a:close/>
                <a:moveTo>
                  <a:pt x="2107" y="444"/>
                </a:moveTo>
                <a:lnTo>
                  <a:pt x="2114" y="444"/>
                </a:lnTo>
                <a:lnTo>
                  <a:pt x="2114" y="437"/>
                </a:lnTo>
                <a:lnTo>
                  <a:pt x="2107" y="437"/>
                </a:lnTo>
                <a:lnTo>
                  <a:pt x="2107" y="444"/>
                </a:lnTo>
                <a:close/>
                <a:moveTo>
                  <a:pt x="2124" y="444"/>
                </a:moveTo>
                <a:lnTo>
                  <a:pt x="2131" y="444"/>
                </a:lnTo>
                <a:lnTo>
                  <a:pt x="2131" y="437"/>
                </a:lnTo>
                <a:lnTo>
                  <a:pt x="2124" y="437"/>
                </a:lnTo>
                <a:lnTo>
                  <a:pt x="2124" y="444"/>
                </a:lnTo>
                <a:close/>
                <a:moveTo>
                  <a:pt x="2140" y="444"/>
                </a:moveTo>
                <a:lnTo>
                  <a:pt x="2147" y="444"/>
                </a:lnTo>
                <a:lnTo>
                  <a:pt x="2147" y="437"/>
                </a:lnTo>
                <a:lnTo>
                  <a:pt x="2140" y="437"/>
                </a:lnTo>
                <a:lnTo>
                  <a:pt x="2140" y="444"/>
                </a:lnTo>
                <a:close/>
                <a:moveTo>
                  <a:pt x="2159" y="444"/>
                </a:moveTo>
                <a:lnTo>
                  <a:pt x="2164" y="444"/>
                </a:lnTo>
                <a:lnTo>
                  <a:pt x="2164" y="437"/>
                </a:lnTo>
                <a:lnTo>
                  <a:pt x="2159" y="437"/>
                </a:lnTo>
                <a:lnTo>
                  <a:pt x="2159" y="444"/>
                </a:lnTo>
                <a:close/>
                <a:moveTo>
                  <a:pt x="2176" y="444"/>
                </a:moveTo>
                <a:lnTo>
                  <a:pt x="2183" y="444"/>
                </a:lnTo>
                <a:lnTo>
                  <a:pt x="2183" y="437"/>
                </a:lnTo>
                <a:lnTo>
                  <a:pt x="2176" y="437"/>
                </a:lnTo>
                <a:lnTo>
                  <a:pt x="2176" y="444"/>
                </a:lnTo>
                <a:close/>
                <a:moveTo>
                  <a:pt x="2192" y="444"/>
                </a:moveTo>
                <a:lnTo>
                  <a:pt x="2200" y="444"/>
                </a:lnTo>
                <a:lnTo>
                  <a:pt x="2200" y="437"/>
                </a:lnTo>
                <a:lnTo>
                  <a:pt x="2192" y="437"/>
                </a:lnTo>
                <a:lnTo>
                  <a:pt x="2192" y="444"/>
                </a:lnTo>
                <a:close/>
                <a:moveTo>
                  <a:pt x="2209" y="444"/>
                </a:moveTo>
                <a:lnTo>
                  <a:pt x="2216" y="444"/>
                </a:lnTo>
                <a:lnTo>
                  <a:pt x="2216" y="437"/>
                </a:lnTo>
                <a:lnTo>
                  <a:pt x="2209" y="437"/>
                </a:lnTo>
                <a:lnTo>
                  <a:pt x="2209" y="444"/>
                </a:lnTo>
                <a:close/>
                <a:moveTo>
                  <a:pt x="2226" y="444"/>
                </a:moveTo>
                <a:lnTo>
                  <a:pt x="2233" y="444"/>
                </a:lnTo>
                <a:lnTo>
                  <a:pt x="2233" y="437"/>
                </a:lnTo>
                <a:lnTo>
                  <a:pt x="2226" y="437"/>
                </a:lnTo>
                <a:lnTo>
                  <a:pt x="2226" y="444"/>
                </a:lnTo>
                <a:close/>
                <a:moveTo>
                  <a:pt x="2242" y="444"/>
                </a:moveTo>
                <a:lnTo>
                  <a:pt x="2249" y="444"/>
                </a:lnTo>
                <a:lnTo>
                  <a:pt x="2249" y="437"/>
                </a:lnTo>
                <a:lnTo>
                  <a:pt x="2242" y="437"/>
                </a:lnTo>
                <a:lnTo>
                  <a:pt x="2242" y="444"/>
                </a:lnTo>
                <a:close/>
                <a:moveTo>
                  <a:pt x="2259" y="444"/>
                </a:moveTo>
                <a:lnTo>
                  <a:pt x="2266" y="444"/>
                </a:lnTo>
                <a:lnTo>
                  <a:pt x="2266" y="437"/>
                </a:lnTo>
                <a:lnTo>
                  <a:pt x="2259" y="437"/>
                </a:lnTo>
                <a:lnTo>
                  <a:pt x="2259" y="444"/>
                </a:lnTo>
                <a:close/>
                <a:moveTo>
                  <a:pt x="2275" y="444"/>
                </a:moveTo>
                <a:lnTo>
                  <a:pt x="2282" y="444"/>
                </a:lnTo>
                <a:lnTo>
                  <a:pt x="2282" y="437"/>
                </a:lnTo>
                <a:lnTo>
                  <a:pt x="2275" y="437"/>
                </a:lnTo>
                <a:lnTo>
                  <a:pt x="2275" y="444"/>
                </a:lnTo>
                <a:close/>
                <a:moveTo>
                  <a:pt x="2292" y="444"/>
                </a:moveTo>
                <a:lnTo>
                  <a:pt x="2299" y="444"/>
                </a:lnTo>
                <a:lnTo>
                  <a:pt x="2299" y="437"/>
                </a:lnTo>
                <a:lnTo>
                  <a:pt x="2292" y="437"/>
                </a:lnTo>
                <a:lnTo>
                  <a:pt x="2292" y="444"/>
                </a:lnTo>
                <a:close/>
                <a:moveTo>
                  <a:pt x="2308" y="444"/>
                </a:moveTo>
                <a:lnTo>
                  <a:pt x="2316" y="444"/>
                </a:lnTo>
                <a:lnTo>
                  <a:pt x="2316" y="437"/>
                </a:lnTo>
                <a:lnTo>
                  <a:pt x="2308" y="437"/>
                </a:lnTo>
                <a:lnTo>
                  <a:pt x="2308" y="444"/>
                </a:lnTo>
                <a:close/>
                <a:moveTo>
                  <a:pt x="2325" y="444"/>
                </a:moveTo>
                <a:lnTo>
                  <a:pt x="2332" y="444"/>
                </a:lnTo>
                <a:lnTo>
                  <a:pt x="2332" y="437"/>
                </a:lnTo>
                <a:lnTo>
                  <a:pt x="2325" y="437"/>
                </a:lnTo>
                <a:lnTo>
                  <a:pt x="2325" y="444"/>
                </a:lnTo>
                <a:close/>
                <a:moveTo>
                  <a:pt x="2342" y="444"/>
                </a:moveTo>
                <a:lnTo>
                  <a:pt x="2349" y="444"/>
                </a:lnTo>
                <a:lnTo>
                  <a:pt x="2349" y="437"/>
                </a:lnTo>
                <a:lnTo>
                  <a:pt x="2342" y="437"/>
                </a:lnTo>
                <a:lnTo>
                  <a:pt x="2342" y="444"/>
                </a:lnTo>
                <a:close/>
                <a:moveTo>
                  <a:pt x="2358" y="444"/>
                </a:moveTo>
                <a:lnTo>
                  <a:pt x="2365" y="444"/>
                </a:lnTo>
                <a:lnTo>
                  <a:pt x="2365" y="437"/>
                </a:lnTo>
                <a:lnTo>
                  <a:pt x="2358" y="437"/>
                </a:lnTo>
                <a:lnTo>
                  <a:pt x="2358" y="444"/>
                </a:lnTo>
                <a:close/>
                <a:moveTo>
                  <a:pt x="2375" y="444"/>
                </a:moveTo>
                <a:lnTo>
                  <a:pt x="2382" y="444"/>
                </a:lnTo>
                <a:lnTo>
                  <a:pt x="2382" y="437"/>
                </a:lnTo>
                <a:lnTo>
                  <a:pt x="2375" y="437"/>
                </a:lnTo>
                <a:lnTo>
                  <a:pt x="2375" y="444"/>
                </a:lnTo>
                <a:close/>
                <a:moveTo>
                  <a:pt x="2391" y="444"/>
                </a:moveTo>
                <a:lnTo>
                  <a:pt x="2398" y="444"/>
                </a:lnTo>
                <a:lnTo>
                  <a:pt x="2398" y="437"/>
                </a:lnTo>
                <a:lnTo>
                  <a:pt x="2391" y="437"/>
                </a:lnTo>
                <a:lnTo>
                  <a:pt x="2391" y="444"/>
                </a:lnTo>
                <a:close/>
                <a:moveTo>
                  <a:pt x="2408" y="444"/>
                </a:moveTo>
                <a:lnTo>
                  <a:pt x="2415" y="444"/>
                </a:lnTo>
                <a:lnTo>
                  <a:pt x="2415" y="437"/>
                </a:lnTo>
                <a:lnTo>
                  <a:pt x="2408" y="437"/>
                </a:lnTo>
                <a:lnTo>
                  <a:pt x="2408" y="444"/>
                </a:lnTo>
                <a:close/>
                <a:moveTo>
                  <a:pt x="2427" y="444"/>
                </a:moveTo>
                <a:lnTo>
                  <a:pt x="2434" y="444"/>
                </a:lnTo>
                <a:lnTo>
                  <a:pt x="2434" y="437"/>
                </a:lnTo>
                <a:lnTo>
                  <a:pt x="2427" y="437"/>
                </a:lnTo>
                <a:lnTo>
                  <a:pt x="2427" y="444"/>
                </a:lnTo>
                <a:close/>
                <a:moveTo>
                  <a:pt x="2443" y="444"/>
                </a:moveTo>
                <a:lnTo>
                  <a:pt x="2451" y="444"/>
                </a:lnTo>
                <a:lnTo>
                  <a:pt x="2451" y="437"/>
                </a:lnTo>
                <a:lnTo>
                  <a:pt x="2443" y="437"/>
                </a:lnTo>
                <a:lnTo>
                  <a:pt x="2443" y="444"/>
                </a:lnTo>
                <a:close/>
                <a:moveTo>
                  <a:pt x="2460" y="444"/>
                </a:moveTo>
                <a:lnTo>
                  <a:pt x="2467" y="444"/>
                </a:lnTo>
                <a:lnTo>
                  <a:pt x="2467" y="437"/>
                </a:lnTo>
                <a:lnTo>
                  <a:pt x="2460" y="437"/>
                </a:lnTo>
                <a:lnTo>
                  <a:pt x="2460" y="444"/>
                </a:lnTo>
                <a:close/>
                <a:moveTo>
                  <a:pt x="2477" y="444"/>
                </a:moveTo>
                <a:lnTo>
                  <a:pt x="2484" y="444"/>
                </a:lnTo>
                <a:lnTo>
                  <a:pt x="2484" y="437"/>
                </a:lnTo>
                <a:lnTo>
                  <a:pt x="2477" y="437"/>
                </a:lnTo>
                <a:lnTo>
                  <a:pt x="2477" y="444"/>
                </a:lnTo>
                <a:close/>
                <a:moveTo>
                  <a:pt x="2493" y="444"/>
                </a:moveTo>
                <a:lnTo>
                  <a:pt x="2500" y="444"/>
                </a:lnTo>
                <a:lnTo>
                  <a:pt x="2500" y="437"/>
                </a:lnTo>
                <a:lnTo>
                  <a:pt x="2493" y="437"/>
                </a:lnTo>
                <a:lnTo>
                  <a:pt x="2493" y="444"/>
                </a:lnTo>
                <a:close/>
                <a:moveTo>
                  <a:pt x="2510" y="444"/>
                </a:moveTo>
                <a:lnTo>
                  <a:pt x="2517" y="444"/>
                </a:lnTo>
                <a:lnTo>
                  <a:pt x="2517" y="437"/>
                </a:lnTo>
                <a:lnTo>
                  <a:pt x="2510" y="437"/>
                </a:lnTo>
                <a:lnTo>
                  <a:pt x="2510" y="444"/>
                </a:lnTo>
                <a:close/>
                <a:moveTo>
                  <a:pt x="2526" y="444"/>
                </a:moveTo>
                <a:lnTo>
                  <a:pt x="2533" y="444"/>
                </a:lnTo>
                <a:lnTo>
                  <a:pt x="2533" y="437"/>
                </a:lnTo>
                <a:lnTo>
                  <a:pt x="2526" y="437"/>
                </a:lnTo>
                <a:lnTo>
                  <a:pt x="2526" y="444"/>
                </a:lnTo>
                <a:close/>
                <a:moveTo>
                  <a:pt x="2543" y="444"/>
                </a:moveTo>
                <a:lnTo>
                  <a:pt x="2550" y="444"/>
                </a:lnTo>
                <a:lnTo>
                  <a:pt x="2550" y="437"/>
                </a:lnTo>
                <a:lnTo>
                  <a:pt x="2543" y="437"/>
                </a:lnTo>
                <a:lnTo>
                  <a:pt x="2543" y="444"/>
                </a:lnTo>
                <a:close/>
                <a:moveTo>
                  <a:pt x="2560" y="444"/>
                </a:moveTo>
                <a:lnTo>
                  <a:pt x="2567" y="444"/>
                </a:lnTo>
                <a:lnTo>
                  <a:pt x="2567" y="437"/>
                </a:lnTo>
                <a:lnTo>
                  <a:pt x="2560" y="437"/>
                </a:lnTo>
                <a:lnTo>
                  <a:pt x="2560" y="444"/>
                </a:lnTo>
                <a:close/>
                <a:moveTo>
                  <a:pt x="2576" y="444"/>
                </a:moveTo>
                <a:lnTo>
                  <a:pt x="2583" y="444"/>
                </a:lnTo>
                <a:lnTo>
                  <a:pt x="2583" y="437"/>
                </a:lnTo>
                <a:lnTo>
                  <a:pt x="2576" y="437"/>
                </a:lnTo>
                <a:lnTo>
                  <a:pt x="2576" y="444"/>
                </a:lnTo>
                <a:close/>
                <a:moveTo>
                  <a:pt x="2593" y="444"/>
                </a:moveTo>
                <a:lnTo>
                  <a:pt x="2600" y="444"/>
                </a:lnTo>
                <a:lnTo>
                  <a:pt x="2600" y="437"/>
                </a:lnTo>
                <a:lnTo>
                  <a:pt x="2593" y="437"/>
                </a:lnTo>
                <a:lnTo>
                  <a:pt x="2593" y="444"/>
                </a:lnTo>
                <a:close/>
                <a:moveTo>
                  <a:pt x="2609" y="444"/>
                </a:moveTo>
                <a:lnTo>
                  <a:pt x="2616" y="444"/>
                </a:lnTo>
                <a:lnTo>
                  <a:pt x="2616" y="437"/>
                </a:lnTo>
                <a:lnTo>
                  <a:pt x="2609" y="437"/>
                </a:lnTo>
                <a:lnTo>
                  <a:pt x="2609" y="444"/>
                </a:lnTo>
                <a:close/>
                <a:moveTo>
                  <a:pt x="2626" y="444"/>
                </a:moveTo>
                <a:lnTo>
                  <a:pt x="2633" y="444"/>
                </a:lnTo>
                <a:lnTo>
                  <a:pt x="2633" y="437"/>
                </a:lnTo>
                <a:lnTo>
                  <a:pt x="2626" y="437"/>
                </a:lnTo>
                <a:lnTo>
                  <a:pt x="2626" y="444"/>
                </a:lnTo>
                <a:close/>
                <a:moveTo>
                  <a:pt x="2761" y="444"/>
                </a:moveTo>
                <a:lnTo>
                  <a:pt x="2768" y="444"/>
                </a:lnTo>
                <a:lnTo>
                  <a:pt x="2768" y="437"/>
                </a:lnTo>
                <a:lnTo>
                  <a:pt x="2761" y="437"/>
                </a:lnTo>
                <a:lnTo>
                  <a:pt x="2761" y="444"/>
                </a:lnTo>
                <a:close/>
                <a:moveTo>
                  <a:pt x="2777" y="444"/>
                </a:moveTo>
                <a:lnTo>
                  <a:pt x="2784" y="444"/>
                </a:lnTo>
                <a:lnTo>
                  <a:pt x="2784" y="437"/>
                </a:lnTo>
                <a:lnTo>
                  <a:pt x="2777" y="437"/>
                </a:lnTo>
                <a:lnTo>
                  <a:pt x="2777" y="444"/>
                </a:lnTo>
                <a:close/>
                <a:moveTo>
                  <a:pt x="2794" y="444"/>
                </a:moveTo>
                <a:lnTo>
                  <a:pt x="2801" y="444"/>
                </a:lnTo>
                <a:lnTo>
                  <a:pt x="2801" y="437"/>
                </a:lnTo>
                <a:lnTo>
                  <a:pt x="2794" y="437"/>
                </a:lnTo>
                <a:lnTo>
                  <a:pt x="2794" y="444"/>
                </a:lnTo>
                <a:close/>
                <a:moveTo>
                  <a:pt x="2811" y="444"/>
                </a:moveTo>
                <a:lnTo>
                  <a:pt x="2818" y="444"/>
                </a:lnTo>
                <a:lnTo>
                  <a:pt x="2818" y="437"/>
                </a:lnTo>
                <a:lnTo>
                  <a:pt x="2811" y="437"/>
                </a:lnTo>
                <a:lnTo>
                  <a:pt x="2811" y="444"/>
                </a:lnTo>
                <a:close/>
                <a:moveTo>
                  <a:pt x="2827" y="444"/>
                </a:moveTo>
                <a:lnTo>
                  <a:pt x="2834" y="444"/>
                </a:lnTo>
                <a:lnTo>
                  <a:pt x="2834" y="437"/>
                </a:lnTo>
                <a:lnTo>
                  <a:pt x="2827" y="437"/>
                </a:lnTo>
                <a:lnTo>
                  <a:pt x="2827" y="444"/>
                </a:lnTo>
                <a:close/>
                <a:moveTo>
                  <a:pt x="66" y="461"/>
                </a:moveTo>
                <a:lnTo>
                  <a:pt x="73" y="461"/>
                </a:lnTo>
                <a:lnTo>
                  <a:pt x="73" y="454"/>
                </a:lnTo>
                <a:lnTo>
                  <a:pt x="66" y="454"/>
                </a:lnTo>
                <a:lnTo>
                  <a:pt x="66" y="461"/>
                </a:lnTo>
                <a:close/>
                <a:moveTo>
                  <a:pt x="83" y="461"/>
                </a:moveTo>
                <a:lnTo>
                  <a:pt x="90" y="461"/>
                </a:lnTo>
                <a:lnTo>
                  <a:pt x="90" y="454"/>
                </a:lnTo>
                <a:lnTo>
                  <a:pt x="83" y="454"/>
                </a:lnTo>
                <a:lnTo>
                  <a:pt x="83" y="461"/>
                </a:lnTo>
                <a:close/>
                <a:moveTo>
                  <a:pt x="101" y="461"/>
                </a:moveTo>
                <a:lnTo>
                  <a:pt x="106" y="461"/>
                </a:lnTo>
                <a:lnTo>
                  <a:pt x="106" y="454"/>
                </a:lnTo>
                <a:lnTo>
                  <a:pt x="101" y="454"/>
                </a:lnTo>
                <a:lnTo>
                  <a:pt x="101" y="461"/>
                </a:lnTo>
                <a:close/>
                <a:moveTo>
                  <a:pt x="334" y="461"/>
                </a:moveTo>
                <a:lnTo>
                  <a:pt x="341" y="461"/>
                </a:lnTo>
                <a:lnTo>
                  <a:pt x="341" y="454"/>
                </a:lnTo>
                <a:lnTo>
                  <a:pt x="334" y="454"/>
                </a:lnTo>
                <a:lnTo>
                  <a:pt x="334" y="461"/>
                </a:lnTo>
                <a:close/>
                <a:moveTo>
                  <a:pt x="350" y="461"/>
                </a:moveTo>
                <a:lnTo>
                  <a:pt x="357" y="461"/>
                </a:lnTo>
                <a:lnTo>
                  <a:pt x="357" y="454"/>
                </a:lnTo>
                <a:lnTo>
                  <a:pt x="350" y="454"/>
                </a:lnTo>
                <a:lnTo>
                  <a:pt x="350" y="461"/>
                </a:lnTo>
                <a:close/>
                <a:moveTo>
                  <a:pt x="369" y="461"/>
                </a:moveTo>
                <a:lnTo>
                  <a:pt x="376" y="461"/>
                </a:lnTo>
                <a:lnTo>
                  <a:pt x="376" y="454"/>
                </a:lnTo>
                <a:lnTo>
                  <a:pt x="369" y="454"/>
                </a:lnTo>
                <a:lnTo>
                  <a:pt x="369" y="461"/>
                </a:lnTo>
                <a:close/>
                <a:moveTo>
                  <a:pt x="386" y="461"/>
                </a:moveTo>
                <a:lnTo>
                  <a:pt x="393" y="461"/>
                </a:lnTo>
                <a:lnTo>
                  <a:pt x="393" y="454"/>
                </a:lnTo>
                <a:lnTo>
                  <a:pt x="386" y="454"/>
                </a:lnTo>
                <a:lnTo>
                  <a:pt x="386" y="461"/>
                </a:lnTo>
                <a:close/>
                <a:moveTo>
                  <a:pt x="402" y="461"/>
                </a:moveTo>
                <a:lnTo>
                  <a:pt x="409" y="461"/>
                </a:lnTo>
                <a:lnTo>
                  <a:pt x="409" y="454"/>
                </a:lnTo>
                <a:lnTo>
                  <a:pt x="402" y="454"/>
                </a:lnTo>
                <a:lnTo>
                  <a:pt x="402" y="461"/>
                </a:lnTo>
                <a:close/>
                <a:moveTo>
                  <a:pt x="419" y="461"/>
                </a:moveTo>
                <a:lnTo>
                  <a:pt x="426" y="461"/>
                </a:lnTo>
                <a:lnTo>
                  <a:pt x="426" y="454"/>
                </a:lnTo>
                <a:lnTo>
                  <a:pt x="419" y="454"/>
                </a:lnTo>
                <a:lnTo>
                  <a:pt x="419" y="461"/>
                </a:lnTo>
                <a:close/>
                <a:moveTo>
                  <a:pt x="435" y="461"/>
                </a:moveTo>
                <a:lnTo>
                  <a:pt x="442" y="461"/>
                </a:lnTo>
                <a:lnTo>
                  <a:pt x="442" y="454"/>
                </a:lnTo>
                <a:lnTo>
                  <a:pt x="435" y="454"/>
                </a:lnTo>
                <a:lnTo>
                  <a:pt x="435" y="461"/>
                </a:lnTo>
                <a:close/>
                <a:moveTo>
                  <a:pt x="452" y="461"/>
                </a:moveTo>
                <a:lnTo>
                  <a:pt x="459" y="461"/>
                </a:lnTo>
                <a:lnTo>
                  <a:pt x="459" y="454"/>
                </a:lnTo>
                <a:lnTo>
                  <a:pt x="452" y="454"/>
                </a:lnTo>
                <a:lnTo>
                  <a:pt x="452" y="461"/>
                </a:lnTo>
                <a:close/>
                <a:moveTo>
                  <a:pt x="469" y="461"/>
                </a:moveTo>
                <a:lnTo>
                  <a:pt x="476" y="461"/>
                </a:lnTo>
                <a:lnTo>
                  <a:pt x="476" y="454"/>
                </a:lnTo>
                <a:lnTo>
                  <a:pt x="469" y="454"/>
                </a:lnTo>
                <a:lnTo>
                  <a:pt x="469" y="461"/>
                </a:lnTo>
                <a:close/>
                <a:moveTo>
                  <a:pt x="485" y="461"/>
                </a:moveTo>
                <a:lnTo>
                  <a:pt x="492" y="461"/>
                </a:lnTo>
                <a:lnTo>
                  <a:pt x="492" y="454"/>
                </a:lnTo>
                <a:lnTo>
                  <a:pt x="485" y="454"/>
                </a:lnTo>
                <a:lnTo>
                  <a:pt x="485" y="461"/>
                </a:lnTo>
                <a:close/>
                <a:moveTo>
                  <a:pt x="502" y="461"/>
                </a:moveTo>
                <a:lnTo>
                  <a:pt x="509" y="461"/>
                </a:lnTo>
                <a:lnTo>
                  <a:pt x="509" y="454"/>
                </a:lnTo>
                <a:lnTo>
                  <a:pt x="502" y="454"/>
                </a:lnTo>
                <a:lnTo>
                  <a:pt x="502" y="461"/>
                </a:lnTo>
                <a:close/>
                <a:moveTo>
                  <a:pt x="518" y="461"/>
                </a:moveTo>
                <a:lnTo>
                  <a:pt x="525" y="461"/>
                </a:lnTo>
                <a:lnTo>
                  <a:pt x="525" y="454"/>
                </a:lnTo>
                <a:lnTo>
                  <a:pt x="518" y="454"/>
                </a:lnTo>
                <a:lnTo>
                  <a:pt x="518" y="461"/>
                </a:lnTo>
                <a:close/>
                <a:moveTo>
                  <a:pt x="535" y="461"/>
                </a:moveTo>
                <a:lnTo>
                  <a:pt x="542" y="461"/>
                </a:lnTo>
                <a:lnTo>
                  <a:pt x="542" y="454"/>
                </a:lnTo>
                <a:lnTo>
                  <a:pt x="535" y="454"/>
                </a:lnTo>
                <a:lnTo>
                  <a:pt x="535" y="461"/>
                </a:lnTo>
                <a:close/>
                <a:moveTo>
                  <a:pt x="551" y="461"/>
                </a:moveTo>
                <a:lnTo>
                  <a:pt x="559" y="461"/>
                </a:lnTo>
                <a:lnTo>
                  <a:pt x="559" y="454"/>
                </a:lnTo>
                <a:lnTo>
                  <a:pt x="551" y="454"/>
                </a:lnTo>
                <a:lnTo>
                  <a:pt x="551" y="461"/>
                </a:lnTo>
                <a:close/>
                <a:moveTo>
                  <a:pt x="568" y="461"/>
                </a:moveTo>
                <a:lnTo>
                  <a:pt x="575" y="461"/>
                </a:lnTo>
                <a:lnTo>
                  <a:pt x="575" y="454"/>
                </a:lnTo>
                <a:lnTo>
                  <a:pt x="568" y="454"/>
                </a:lnTo>
                <a:lnTo>
                  <a:pt x="568" y="461"/>
                </a:lnTo>
                <a:close/>
                <a:moveTo>
                  <a:pt x="585" y="461"/>
                </a:moveTo>
                <a:lnTo>
                  <a:pt x="592" y="461"/>
                </a:lnTo>
                <a:lnTo>
                  <a:pt x="592" y="454"/>
                </a:lnTo>
                <a:lnTo>
                  <a:pt x="585" y="454"/>
                </a:lnTo>
                <a:lnTo>
                  <a:pt x="585" y="461"/>
                </a:lnTo>
                <a:close/>
                <a:moveTo>
                  <a:pt x="601" y="461"/>
                </a:moveTo>
                <a:lnTo>
                  <a:pt x="608" y="461"/>
                </a:lnTo>
                <a:lnTo>
                  <a:pt x="608" y="454"/>
                </a:lnTo>
                <a:lnTo>
                  <a:pt x="601" y="454"/>
                </a:lnTo>
                <a:lnTo>
                  <a:pt x="601" y="461"/>
                </a:lnTo>
                <a:close/>
                <a:moveTo>
                  <a:pt x="620" y="461"/>
                </a:moveTo>
                <a:lnTo>
                  <a:pt x="625" y="461"/>
                </a:lnTo>
                <a:lnTo>
                  <a:pt x="625" y="454"/>
                </a:lnTo>
                <a:lnTo>
                  <a:pt x="620" y="454"/>
                </a:lnTo>
                <a:lnTo>
                  <a:pt x="620" y="461"/>
                </a:lnTo>
                <a:close/>
                <a:moveTo>
                  <a:pt x="637" y="461"/>
                </a:moveTo>
                <a:lnTo>
                  <a:pt x="644" y="461"/>
                </a:lnTo>
                <a:lnTo>
                  <a:pt x="644" y="454"/>
                </a:lnTo>
                <a:lnTo>
                  <a:pt x="637" y="454"/>
                </a:lnTo>
                <a:lnTo>
                  <a:pt x="637" y="461"/>
                </a:lnTo>
                <a:close/>
                <a:moveTo>
                  <a:pt x="653" y="461"/>
                </a:moveTo>
                <a:lnTo>
                  <a:pt x="660" y="461"/>
                </a:lnTo>
                <a:lnTo>
                  <a:pt x="660" y="454"/>
                </a:lnTo>
                <a:lnTo>
                  <a:pt x="653" y="454"/>
                </a:lnTo>
                <a:lnTo>
                  <a:pt x="653" y="461"/>
                </a:lnTo>
                <a:close/>
                <a:moveTo>
                  <a:pt x="670" y="461"/>
                </a:moveTo>
                <a:lnTo>
                  <a:pt x="677" y="461"/>
                </a:lnTo>
                <a:lnTo>
                  <a:pt x="677" y="454"/>
                </a:lnTo>
                <a:lnTo>
                  <a:pt x="670" y="454"/>
                </a:lnTo>
                <a:lnTo>
                  <a:pt x="670" y="461"/>
                </a:lnTo>
                <a:close/>
                <a:moveTo>
                  <a:pt x="686" y="461"/>
                </a:moveTo>
                <a:lnTo>
                  <a:pt x="693" y="461"/>
                </a:lnTo>
                <a:lnTo>
                  <a:pt x="693" y="454"/>
                </a:lnTo>
                <a:lnTo>
                  <a:pt x="686" y="454"/>
                </a:lnTo>
                <a:lnTo>
                  <a:pt x="686" y="461"/>
                </a:lnTo>
                <a:close/>
                <a:moveTo>
                  <a:pt x="703" y="461"/>
                </a:moveTo>
                <a:lnTo>
                  <a:pt x="710" y="461"/>
                </a:lnTo>
                <a:lnTo>
                  <a:pt x="710" y="454"/>
                </a:lnTo>
                <a:lnTo>
                  <a:pt x="703" y="454"/>
                </a:lnTo>
                <a:lnTo>
                  <a:pt x="703" y="461"/>
                </a:lnTo>
                <a:close/>
                <a:moveTo>
                  <a:pt x="720" y="461"/>
                </a:moveTo>
                <a:lnTo>
                  <a:pt x="727" y="461"/>
                </a:lnTo>
                <a:lnTo>
                  <a:pt x="727" y="454"/>
                </a:lnTo>
                <a:lnTo>
                  <a:pt x="720" y="454"/>
                </a:lnTo>
                <a:lnTo>
                  <a:pt x="720" y="461"/>
                </a:lnTo>
                <a:close/>
                <a:moveTo>
                  <a:pt x="736" y="461"/>
                </a:moveTo>
                <a:lnTo>
                  <a:pt x="743" y="461"/>
                </a:lnTo>
                <a:lnTo>
                  <a:pt x="743" y="454"/>
                </a:lnTo>
                <a:lnTo>
                  <a:pt x="736" y="454"/>
                </a:lnTo>
                <a:lnTo>
                  <a:pt x="736" y="461"/>
                </a:lnTo>
                <a:close/>
                <a:moveTo>
                  <a:pt x="753" y="461"/>
                </a:moveTo>
                <a:lnTo>
                  <a:pt x="760" y="461"/>
                </a:lnTo>
                <a:lnTo>
                  <a:pt x="760" y="454"/>
                </a:lnTo>
                <a:lnTo>
                  <a:pt x="753" y="454"/>
                </a:lnTo>
                <a:lnTo>
                  <a:pt x="753" y="461"/>
                </a:lnTo>
                <a:close/>
                <a:moveTo>
                  <a:pt x="769" y="461"/>
                </a:moveTo>
                <a:lnTo>
                  <a:pt x="776" y="461"/>
                </a:lnTo>
                <a:lnTo>
                  <a:pt x="776" y="454"/>
                </a:lnTo>
                <a:lnTo>
                  <a:pt x="769" y="454"/>
                </a:lnTo>
                <a:lnTo>
                  <a:pt x="769" y="461"/>
                </a:lnTo>
                <a:close/>
                <a:moveTo>
                  <a:pt x="786" y="461"/>
                </a:moveTo>
                <a:lnTo>
                  <a:pt x="793" y="461"/>
                </a:lnTo>
                <a:lnTo>
                  <a:pt x="793" y="454"/>
                </a:lnTo>
                <a:lnTo>
                  <a:pt x="786" y="454"/>
                </a:lnTo>
                <a:lnTo>
                  <a:pt x="786" y="461"/>
                </a:lnTo>
                <a:close/>
                <a:moveTo>
                  <a:pt x="802" y="461"/>
                </a:moveTo>
                <a:lnTo>
                  <a:pt x="810" y="461"/>
                </a:lnTo>
                <a:lnTo>
                  <a:pt x="810" y="454"/>
                </a:lnTo>
                <a:lnTo>
                  <a:pt x="802" y="454"/>
                </a:lnTo>
                <a:lnTo>
                  <a:pt x="802" y="461"/>
                </a:lnTo>
                <a:close/>
                <a:moveTo>
                  <a:pt x="819" y="461"/>
                </a:moveTo>
                <a:lnTo>
                  <a:pt x="826" y="461"/>
                </a:lnTo>
                <a:lnTo>
                  <a:pt x="826" y="454"/>
                </a:lnTo>
                <a:lnTo>
                  <a:pt x="819" y="454"/>
                </a:lnTo>
                <a:lnTo>
                  <a:pt x="819" y="461"/>
                </a:lnTo>
                <a:close/>
                <a:moveTo>
                  <a:pt x="836" y="461"/>
                </a:moveTo>
                <a:lnTo>
                  <a:pt x="843" y="461"/>
                </a:lnTo>
                <a:lnTo>
                  <a:pt x="843" y="454"/>
                </a:lnTo>
                <a:lnTo>
                  <a:pt x="836" y="454"/>
                </a:lnTo>
                <a:lnTo>
                  <a:pt x="836" y="461"/>
                </a:lnTo>
                <a:close/>
                <a:moveTo>
                  <a:pt x="852" y="461"/>
                </a:moveTo>
                <a:lnTo>
                  <a:pt x="859" y="461"/>
                </a:lnTo>
                <a:lnTo>
                  <a:pt x="859" y="454"/>
                </a:lnTo>
                <a:lnTo>
                  <a:pt x="852" y="454"/>
                </a:lnTo>
                <a:lnTo>
                  <a:pt x="852" y="461"/>
                </a:lnTo>
                <a:close/>
                <a:moveTo>
                  <a:pt x="871" y="461"/>
                </a:moveTo>
                <a:lnTo>
                  <a:pt x="876" y="461"/>
                </a:lnTo>
                <a:lnTo>
                  <a:pt x="876" y="454"/>
                </a:lnTo>
                <a:lnTo>
                  <a:pt x="871" y="454"/>
                </a:lnTo>
                <a:lnTo>
                  <a:pt x="871" y="461"/>
                </a:lnTo>
                <a:close/>
                <a:moveTo>
                  <a:pt x="888" y="461"/>
                </a:moveTo>
                <a:lnTo>
                  <a:pt x="895" y="461"/>
                </a:lnTo>
                <a:lnTo>
                  <a:pt x="895" y="454"/>
                </a:lnTo>
                <a:lnTo>
                  <a:pt x="888" y="454"/>
                </a:lnTo>
                <a:lnTo>
                  <a:pt x="888" y="461"/>
                </a:lnTo>
                <a:close/>
                <a:moveTo>
                  <a:pt x="904" y="461"/>
                </a:moveTo>
                <a:lnTo>
                  <a:pt x="911" y="461"/>
                </a:lnTo>
                <a:lnTo>
                  <a:pt x="911" y="454"/>
                </a:lnTo>
                <a:lnTo>
                  <a:pt x="904" y="454"/>
                </a:lnTo>
                <a:lnTo>
                  <a:pt x="904" y="461"/>
                </a:lnTo>
                <a:close/>
                <a:moveTo>
                  <a:pt x="921" y="461"/>
                </a:moveTo>
                <a:lnTo>
                  <a:pt x="928" y="461"/>
                </a:lnTo>
                <a:lnTo>
                  <a:pt x="928" y="454"/>
                </a:lnTo>
                <a:lnTo>
                  <a:pt x="921" y="454"/>
                </a:lnTo>
                <a:lnTo>
                  <a:pt x="921" y="461"/>
                </a:lnTo>
                <a:close/>
                <a:moveTo>
                  <a:pt x="937" y="461"/>
                </a:moveTo>
                <a:lnTo>
                  <a:pt x="944" y="461"/>
                </a:lnTo>
                <a:lnTo>
                  <a:pt x="944" y="454"/>
                </a:lnTo>
                <a:lnTo>
                  <a:pt x="937" y="454"/>
                </a:lnTo>
                <a:lnTo>
                  <a:pt x="937" y="461"/>
                </a:lnTo>
                <a:close/>
                <a:moveTo>
                  <a:pt x="954" y="461"/>
                </a:moveTo>
                <a:lnTo>
                  <a:pt x="961" y="461"/>
                </a:lnTo>
                <a:lnTo>
                  <a:pt x="961" y="454"/>
                </a:lnTo>
                <a:lnTo>
                  <a:pt x="954" y="454"/>
                </a:lnTo>
                <a:lnTo>
                  <a:pt x="954" y="461"/>
                </a:lnTo>
                <a:close/>
                <a:moveTo>
                  <a:pt x="971" y="461"/>
                </a:moveTo>
                <a:lnTo>
                  <a:pt x="978" y="461"/>
                </a:lnTo>
                <a:lnTo>
                  <a:pt x="978" y="454"/>
                </a:lnTo>
                <a:lnTo>
                  <a:pt x="971" y="454"/>
                </a:lnTo>
                <a:lnTo>
                  <a:pt x="971" y="461"/>
                </a:lnTo>
                <a:close/>
                <a:moveTo>
                  <a:pt x="1371" y="461"/>
                </a:moveTo>
                <a:lnTo>
                  <a:pt x="1378" y="461"/>
                </a:lnTo>
                <a:lnTo>
                  <a:pt x="1378" y="454"/>
                </a:lnTo>
                <a:lnTo>
                  <a:pt x="1371" y="454"/>
                </a:lnTo>
                <a:lnTo>
                  <a:pt x="1371" y="461"/>
                </a:lnTo>
                <a:close/>
                <a:moveTo>
                  <a:pt x="1390" y="461"/>
                </a:moveTo>
                <a:lnTo>
                  <a:pt x="1394" y="461"/>
                </a:lnTo>
                <a:lnTo>
                  <a:pt x="1394" y="454"/>
                </a:lnTo>
                <a:lnTo>
                  <a:pt x="1390" y="454"/>
                </a:lnTo>
                <a:lnTo>
                  <a:pt x="1390" y="461"/>
                </a:lnTo>
                <a:close/>
                <a:moveTo>
                  <a:pt x="1406" y="461"/>
                </a:moveTo>
                <a:lnTo>
                  <a:pt x="1413" y="461"/>
                </a:lnTo>
                <a:lnTo>
                  <a:pt x="1413" y="454"/>
                </a:lnTo>
                <a:lnTo>
                  <a:pt x="1406" y="454"/>
                </a:lnTo>
                <a:lnTo>
                  <a:pt x="1406" y="461"/>
                </a:lnTo>
                <a:close/>
                <a:moveTo>
                  <a:pt x="1423" y="461"/>
                </a:moveTo>
                <a:lnTo>
                  <a:pt x="1430" y="461"/>
                </a:lnTo>
                <a:lnTo>
                  <a:pt x="1430" y="454"/>
                </a:lnTo>
                <a:lnTo>
                  <a:pt x="1423" y="454"/>
                </a:lnTo>
                <a:lnTo>
                  <a:pt x="1423" y="461"/>
                </a:lnTo>
                <a:close/>
                <a:moveTo>
                  <a:pt x="1439" y="461"/>
                </a:moveTo>
                <a:lnTo>
                  <a:pt x="1447" y="461"/>
                </a:lnTo>
                <a:lnTo>
                  <a:pt x="1447" y="454"/>
                </a:lnTo>
                <a:lnTo>
                  <a:pt x="1439" y="454"/>
                </a:lnTo>
                <a:lnTo>
                  <a:pt x="1439" y="461"/>
                </a:lnTo>
                <a:close/>
                <a:moveTo>
                  <a:pt x="1456" y="461"/>
                </a:moveTo>
                <a:lnTo>
                  <a:pt x="1463" y="461"/>
                </a:lnTo>
                <a:lnTo>
                  <a:pt x="1463" y="454"/>
                </a:lnTo>
                <a:lnTo>
                  <a:pt x="1456" y="454"/>
                </a:lnTo>
                <a:lnTo>
                  <a:pt x="1456" y="461"/>
                </a:lnTo>
                <a:close/>
                <a:moveTo>
                  <a:pt x="1522" y="461"/>
                </a:moveTo>
                <a:lnTo>
                  <a:pt x="1529" y="461"/>
                </a:lnTo>
                <a:lnTo>
                  <a:pt x="1529" y="454"/>
                </a:lnTo>
                <a:lnTo>
                  <a:pt x="1522" y="454"/>
                </a:lnTo>
                <a:lnTo>
                  <a:pt x="1522" y="461"/>
                </a:lnTo>
                <a:close/>
                <a:moveTo>
                  <a:pt x="1539" y="461"/>
                </a:moveTo>
                <a:lnTo>
                  <a:pt x="1546" y="461"/>
                </a:lnTo>
                <a:lnTo>
                  <a:pt x="1546" y="454"/>
                </a:lnTo>
                <a:lnTo>
                  <a:pt x="1539" y="454"/>
                </a:lnTo>
                <a:lnTo>
                  <a:pt x="1539" y="461"/>
                </a:lnTo>
                <a:close/>
                <a:moveTo>
                  <a:pt x="1555" y="461"/>
                </a:moveTo>
                <a:lnTo>
                  <a:pt x="1563" y="461"/>
                </a:lnTo>
                <a:lnTo>
                  <a:pt x="1563" y="454"/>
                </a:lnTo>
                <a:lnTo>
                  <a:pt x="1555" y="454"/>
                </a:lnTo>
                <a:lnTo>
                  <a:pt x="1555" y="461"/>
                </a:lnTo>
                <a:close/>
                <a:moveTo>
                  <a:pt x="1572" y="461"/>
                </a:moveTo>
                <a:lnTo>
                  <a:pt x="1579" y="461"/>
                </a:lnTo>
                <a:lnTo>
                  <a:pt x="1579" y="454"/>
                </a:lnTo>
                <a:lnTo>
                  <a:pt x="1572" y="454"/>
                </a:lnTo>
                <a:lnTo>
                  <a:pt x="1572" y="461"/>
                </a:lnTo>
                <a:close/>
                <a:moveTo>
                  <a:pt x="1589" y="461"/>
                </a:moveTo>
                <a:lnTo>
                  <a:pt x="1596" y="461"/>
                </a:lnTo>
                <a:lnTo>
                  <a:pt x="1596" y="454"/>
                </a:lnTo>
                <a:lnTo>
                  <a:pt x="1589" y="454"/>
                </a:lnTo>
                <a:lnTo>
                  <a:pt x="1589" y="461"/>
                </a:lnTo>
                <a:close/>
                <a:moveTo>
                  <a:pt x="1605" y="461"/>
                </a:moveTo>
                <a:lnTo>
                  <a:pt x="1612" y="461"/>
                </a:lnTo>
                <a:lnTo>
                  <a:pt x="1612" y="454"/>
                </a:lnTo>
                <a:lnTo>
                  <a:pt x="1605" y="454"/>
                </a:lnTo>
                <a:lnTo>
                  <a:pt x="1605" y="461"/>
                </a:lnTo>
                <a:close/>
                <a:moveTo>
                  <a:pt x="1622" y="461"/>
                </a:moveTo>
                <a:lnTo>
                  <a:pt x="1629" y="461"/>
                </a:lnTo>
                <a:lnTo>
                  <a:pt x="1629" y="454"/>
                </a:lnTo>
                <a:lnTo>
                  <a:pt x="1622" y="454"/>
                </a:lnTo>
                <a:lnTo>
                  <a:pt x="1622" y="461"/>
                </a:lnTo>
                <a:close/>
                <a:moveTo>
                  <a:pt x="1638" y="461"/>
                </a:moveTo>
                <a:lnTo>
                  <a:pt x="1645" y="461"/>
                </a:lnTo>
                <a:lnTo>
                  <a:pt x="1645" y="454"/>
                </a:lnTo>
                <a:lnTo>
                  <a:pt x="1638" y="454"/>
                </a:lnTo>
                <a:lnTo>
                  <a:pt x="1638" y="461"/>
                </a:lnTo>
                <a:close/>
                <a:moveTo>
                  <a:pt x="1657" y="461"/>
                </a:moveTo>
                <a:lnTo>
                  <a:pt x="1664" y="461"/>
                </a:lnTo>
                <a:lnTo>
                  <a:pt x="1664" y="454"/>
                </a:lnTo>
                <a:lnTo>
                  <a:pt x="1657" y="454"/>
                </a:lnTo>
                <a:lnTo>
                  <a:pt x="1657" y="461"/>
                </a:lnTo>
                <a:close/>
                <a:moveTo>
                  <a:pt x="1674" y="461"/>
                </a:moveTo>
                <a:lnTo>
                  <a:pt x="1681" y="461"/>
                </a:lnTo>
                <a:lnTo>
                  <a:pt x="1681" y="454"/>
                </a:lnTo>
                <a:lnTo>
                  <a:pt x="1674" y="454"/>
                </a:lnTo>
                <a:lnTo>
                  <a:pt x="1674" y="461"/>
                </a:lnTo>
                <a:close/>
                <a:moveTo>
                  <a:pt x="1690" y="461"/>
                </a:moveTo>
                <a:lnTo>
                  <a:pt x="1698" y="461"/>
                </a:lnTo>
                <a:lnTo>
                  <a:pt x="1698" y="454"/>
                </a:lnTo>
                <a:lnTo>
                  <a:pt x="1690" y="454"/>
                </a:lnTo>
                <a:lnTo>
                  <a:pt x="1690" y="461"/>
                </a:lnTo>
                <a:close/>
                <a:moveTo>
                  <a:pt x="1707" y="461"/>
                </a:moveTo>
                <a:lnTo>
                  <a:pt x="1714" y="461"/>
                </a:lnTo>
                <a:lnTo>
                  <a:pt x="1714" y="454"/>
                </a:lnTo>
                <a:lnTo>
                  <a:pt x="1707" y="454"/>
                </a:lnTo>
                <a:lnTo>
                  <a:pt x="1707" y="461"/>
                </a:lnTo>
                <a:close/>
                <a:moveTo>
                  <a:pt x="1724" y="461"/>
                </a:moveTo>
                <a:lnTo>
                  <a:pt x="1731" y="461"/>
                </a:lnTo>
                <a:lnTo>
                  <a:pt x="1731" y="454"/>
                </a:lnTo>
                <a:lnTo>
                  <a:pt x="1724" y="454"/>
                </a:lnTo>
                <a:lnTo>
                  <a:pt x="1724" y="461"/>
                </a:lnTo>
                <a:close/>
                <a:moveTo>
                  <a:pt x="1740" y="461"/>
                </a:moveTo>
                <a:lnTo>
                  <a:pt x="1747" y="461"/>
                </a:lnTo>
                <a:lnTo>
                  <a:pt x="1747" y="454"/>
                </a:lnTo>
                <a:lnTo>
                  <a:pt x="1740" y="454"/>
                </a:lnTo>
                <a:lnTo>
                  <a:pt x="1740" y="461"/>
                </a:lnTo>
                <a:close/>
                <a:moveTo>
                  <a:pt x="1757" y="461"/>
                </a:moveTo>
                <a:lnTo>
                  <a:pt x="1764" y="461"/>
                </a:lnTo>
                <a:lnTo>
                  <a:pt x="1764" y="454"/>
                </a:lnTo>
                <a:lnTo>
                  <a:pt x="1757" y="454"/>
                </a:lnTo>
                <a:lnTo>
                  <a:pt x="1757" y="461"/>
                </a:lnTo>
                <a:close/>
                <a:moveTo>
                  <a:pt x="1773" y="461"/>
                </a:moveTo>
                <a:lnTo>
                  <a:pt x="1780" y="461"/>
                </a:lnTo>
                <a:lnTo>
                  <a:pt x="1780" y="454"/>
                </a:lnTo>
                <a:lnTo>
                  <a:pt x="1773" y="454"/>
                </a:lnTo>
                <a:lnTo>
                  <a:pt x="1773" y="461"/>
                </a:lnTo>
                <a:close/>
                <a:moveTo>
                  <a:pt x="1790" y="461"/>
                </a:moveTo>
                <a:lnTo>
                  <a:pt x="1797" y="461"/>
                </a:lnTo>
                <a:lnTo>
                  <a:pt x="1797" y="454"/>
                </a:lnTo>
                <a:lnTo>
                  <a:pt x="1790" y="454"/>
                </a:lnTo>
                <a:lnTo>
                  <a:pt x="1790" y="461"/>
                </a:lnTo>
                <a:close/>
                <a:moveTo>
                  <a:pt x="1806" y="461"/>
                </a:moveTo>
                <a:lnTo>
                  <a:pt x="1814" y="461"/>
                </a:lnTo>
                <a:lnTo>
                  <a:pt x="1814" y="454"/>
                </a:lnTo>
                <a:lnTo>
                  <a:pt x="1806" y="454"/>
                </a:lnTo>
                <a:lnTo>
                  <a:pt x="1806" y="461"/>
                </a:lnTo>
                <a:close/>
                <a:moveTo>
                  <a:pt x="1823" y="461"/>
                </a:moveTo>
                <a:lnTo>
                  <a:pt x="1830" y="461"/>
                </a:lnTo>
                <a:lnTo>
                  <a:pt x="1830" y="454"/>
                </a:lnTo>
                <a:lnTo>
                  <a:pt x="1823" y="454"/>
                </a:lnTo>
                <a:lnTo>
                  <a:pt x="1823" y="461"/>
                </a:lnTo>
                <a:close/>
                <a:moveTo>
                  <a:pt x="1840" y="461"/>
                </a:moveTo>
                <a:lnTo>
                  <a:pt x="1847" y="461"/>
                </a:lnTo>
                <a:lnTo>
                  <a:pt x="1847" y="454"/>
                </a:lnTo>
                <a:lnTo>
                  <a:pt x="1840" y="454"/>
                </a:lnTo>
                <a:lnTo>
                  <a:pt x="1840" y="461"/>
                </a:lnTo>
                <a:close/>
                <a:moveTo>
                  <a:pt x="1856" y="461"/>
                </a:moveTo>
                <a:lnTo>
                  <a:pt x="1863" y="461"/>
                </a:lnTo>
                <a:lnTo>
                  <a:pt x="1863" y="454"/>
                </a:lnTo>
                <a:lnTo>
                  <a:pt x="1856" y="454"/>
                </a:lnTo>
                <a:lnTo>
                  <a:pt x="1856" y="461"/>
                </a:lnTo>
                <a:close/>
                <a:moveTo>
                  <a:pt x="1873" y="461"/>
                </a:moveTo>
                <a:lnTo>
                  <a:pt x="1880" y="461"/>
                </a:lnTo>
                <a:lnTo>
                  <a:pt x="1880" y="454"/>
                </a:lnTo>
                <a:lnTo>
                  <a:pt x="1873" y="454"/>
                </a:lnTo>
                <a:lnTo>
                  <a:pt x="1873" y="461"/>
                </a:lnTo>
                <a:close/>
                <a:moveTo>
                  <a:pt x="1889" y="461"/>
                </a:moveTo>
                <a:lnTo>
                  <a:pt x="1896" y="461"/>
                </a:lnTo>
                <a:lnTo>
                  <a:pt x="1896" y="454"/>
                </a:lnTo>
                <a:lnTo>
                  <a:pt x="1889" y="454"/>
                </a:lnTo>
                <a:lnTo>
                  <a:pt x="1889" y="461"/>
                </a:lnTo>
                <a:close/>
                <a:moveTo>
                  <a:pt x="1908" y="461"/>
                </a:moveTo>
                <a:lnTo>
                  <a:pt x="1915" y="461"/>
                </a:lnTo>
                <a:lnTo>
                  <a:pt x="1915" y="454"/>
                </a:lnTo>
                <a:lnTo>
                  <a:pt x="1908" y="454"/>
                </a:lnTo>
                <a:lnTo>
                  <a:pt x="1908" y="461"/>
                </a:lnTo>
                <a:close/>
                <a:moveTo>
                  <a:pt x="1925" y="461"/>
                </a:moveTo>
                <a:lnTo>
                  <a:pt x="1932" y="461"/>
                </a:lnTo>
                <a:lnTo>
                  <a:pt x="1932" y="454"/>
                </a:lnTo>
                <a:lnTo>
                  <a:pt x="1925" y="454"/>
                </a:lnTo>
                <a:lnTo>
                  <a:pt x="1925" y="461"/>
                </a:lnTo>
                <a:close/>
                <a:moveTo>
                  <a:pt x="1941" y="461"/>
                </a:moveTo>
                <a:lnTo>
                  <a:pt x="1949" y="461"/>
                </a:lnTo>
                <a:lnTo>
                  <a:pt x="1949" y="454"/>
                </a:lnTo>
                <a:lnTo>
                  <a:pt x="1941" y="454"/>
                </a:lnTo>
                <a:lnTo>
                  <a:pt x="1941" y="461"/>
                </a:lnTo>
                <a:close/>
                <a:moveTo>
                  <a:pt x="1958" y="461"/>
                </a:moveTo>
                <a:lnTo>
                  <a:pt x="1965" y="461"/>
                </a:lnTo>
                <a:lnTo>
                  <a:pt x="1965" y="454"/>
                </a:lnTo>
                <a:lnTo>
                  <a:pt x="1958" y="454"/>
                </a:lnTo>
                <a:lnTo>
                  <a:pt x="1958" y="461"/>
                </a:lnTo>
                <a:close/>
                <a:moveTo>
                  <a:pt x="1975" y="461"/>
                </a:moveTo>
                <a:lnTo>
                  <a:pt x="1982" y="461"/>
                </a:lnTo>
                <a:lnTo>
                  <a:pt x="1982" y="454"/>
                </a:lnTo>
                <a:lnTo>
                  <a:pt x="1975" y="454"/>
                </a:lnTo>
                <a:lnTo>
                  <a:pt x="1975" y="461"/>
                </a:lnTo>
                <a:close/>
                <a:moveTo>
                  <a:pt x="1991" y="461"/>
                </a:moveTo>
                <a:lnTo>
                  <a:pt x="1998" y="461"/>
                </a:lnTo>
                <a:lnTo>
                  <a:pt x="1998" y="454"/>
                </a:lnTo>
                <a:lnTo>
                  <a:pt x="1991" y="454"/>
                </a:lnTo>
                <a:lnTo>
                  <a:pt x="1991" y="461"/>
                </a:lnTo>
                <a:close/>
                <a:moveTo>
                  <a:pt x="2008" y="461"/>
                </a:moveTo>
                <a:lnTo>
                  <a:pt x="2015" y="461"/>
                </a:lnTo>
                <a:lnTo>
                  <a:pt x="2015" y="454"/>
                </a:lnTo>
                <a:lnTo>
                  <a:pt x="2008" y="454"/>
                </a:lnTo>
                <a:lnTo>
                  <a:pt x="2008" y="461"/>
                </a:lnTo>
                <a:close/>
                <a:moveTo>
                  <a:pt x="2024" y="461"/>
                </a:moveTo>
                <a:lnTo>
                  <a:pt x="2031" y="461"/>
                </a:lnTo>
                <a:lnTo>
                  <a:pt x="2031" y="454"/>
                </a:lnTo>
                <a:lnTo>
                  <a:pt x="2024" y="454"/>
                </a:lnTo>
                <a:lnTo>
                  <a:pt x="2024" y="461"/>
                </a:lnTo>
                <a:close/>
                <a:moveTo>
                  <a:pt x="2041" y="461"/>
                </a:moveTo>
                <a:lnTo>
                  <a:pt x="2048" y="461"/>
                </a:lnTo>
                <a:lnTo>
                  <a:pt x="2048" y="454"/>
                </a:lnTo>
                <a:lnTo>
                  <a:pt x="2041" y="454"/>
                </a:lnTo>
                <a:lnTo>
                  <a:pt x="2041" y="461"/>
                </a:lnTo>
                <a:close/>
                <a:moveTo>
                  <a:pt x="2057" y="461"/>
                </a:moveTo>
                <a:lnTo>
                  <a:pt x="2065" y="461"/>
                </a:lnTo>
                <a:lnTo>
                  <a:pt x="2065" y="454"/>
                </a:lnTo>
                <a:lnTo>
                  <a:pt x="2057" y="454"/>
                </a:lnTo>
                <a:lnTo>
                  <a:pt x="2057" y="461"/>
                </a:lnTo>
                <a:close/>
                <a:moveTo>
                  <a:pt x="2074" y="461"/>
                </a:moveTo>
                <a:lnTo>
                  <a:pt x="2081" y="461"/>
                </a:lnTo>
                <a:lnTo>
                  <a:pt x="2081" y="454"/>
                </a:lnTo>
                <a:lnTo>
                  <a:pt x="2074" y="454"/>
                </a:lnTo>
                <a:lnTo>
                  <a:pt x="2074" y="461"/>
                </a:lnTo>
                <a:close/>
                <a:moveTo>
                  <a:pt x="2091" y="461"/>
                </a:moveTo>
                <a:lnTo>
                  <a:pt x="2098" y="461"/>
                </a:lnTo>
                <a:lnTo>
                  <a:pt x="2098" y="454"/>
                </a:lnTo>
                <a:lnTo>
                  <a:pt x="2091" y="454"/>
                </a:lnTo>
                <a:lnTo>
                  <a:pt x="2091" y="461"/>
                </a:lnTo>
                <a:close/>
                <a:moveTo>
                  <a:pt x="2107" y="461"/>
                </a:moveTo>
                <a:lnTo>
                  <a:pt x="2114" y="461"/>
                </a:lnTo>
                <a:lnTo>
                  <a:pt x="2114" y="454"/>
                </a:lnTo>
                <a:lnTo>
                  <a:pt x="2107" y="454"/>
                </a:lnTo>
                <a:lnTo>
                  <a:pt x="2107" y="461"/>
                </a:lnTo>
                <a:close/>
                <a:moveTo>
                  <a:pt x="2124" y="461"/>
                </a:moveTo>
                <a:lnTo>
                  <a:pt x="2131" y="461"/>
                </a:lnTo>
                <a:lnTo>
                  <a:pt x="2131" y="454"/>
                </a:lnTo>
                <a:lnTo>
                  <a:pt x="2124" y="454"/>
                </a:lnTo>
                <a:lnTo>
                  <a:pt x="2124" y="461"/>
                </a:lnTo>
                <a:close/>
                <a:moveTo>
                  <a:pt x="2140" y="461"/>
                </a:moveTo>
                <a:lnTo>
                  <a:pt x="2147" y="461"/>
                </a:lnTo>
                <a:lnTo>
                  <a:pt x="2147" y="454"/>
                </a:lnTo>
                <a:lnTo>
                  <a:pt x="2140" y="454"/>
                </a:lnTo>
                <a:lnTo>
                  <a:pt x="2140" y="461"/>
                </a:lnTo>
                <a:close/>
                <a:moveTo>
                  <a:pt x="2159" y="461"/>
                </a:moveTo>
                <a:lnTo>
                  <a:pt x="2164" y="461"/>
                </a:lnTo>
                <a:lnTo>
                  <a:pt x="2164" y="454"/>
                </a:lnTo>
                <a:lnTo>
                  <a:pt x="2159" y="454"/>
                </a:lnTo>
                <a:lnTo>
                  <a:pt x="2159" y="461"/>
                </a:lnTo>
                <a:close/>
                <a:moveTo>
                  <a:pt x="2176" y="461"/>
                </a:moveTo>
                <a:lnTo>
                  <a:pt x="2183" y="461"/>
                </a:lnTo>
                <a:lnTo>
                  <a:pt x="2183" y="454"/>
                </a:lnTo>
                <a:lnTo>
                  <a:pt x="2176" y="454"/>
                </a:lnTo>
                <a:lnTo>
                  <a:pt x="2176" y="461"/>
                </a:lnTo>
                <a:close/>
                <a:moveTo>
                  <a:pt x="2192" y="461"/>
                </a:moveTo>
                <a:lnTo>
                  <a:pt x="2200" y="461"/>
                </a:lnTo>
                <a:lnTo>
                  <a:pt x="2200" y="454"/>
                </a:lnTo>
                <a:lnTo>
                  <a:pt x="2192" y="454"/>
                </a:lnTo>
                <a:lnTo>
                  <a:pt x="2192" y="461"/>
                </a:lnTo>
                <a:close/>
                <a:moveTo>
                  <a:pt x="2209" y="461"/>
                </a:moveTo>
                <a:lnTo>
                  <a:pt x="2216" y="461"/>
                </a:lnTo>
                <a:lnTo>
                  <a:pt x="2216" y="454"/>
                </a:lnTo>
                <a:lnTo>
                  <a:pt x="2209" y="454"/>
                </a:lnTo>
                <a:lnTo>
                  <a:pt x="2209" y="461"/>
                </a:lnTo>
                <a:close/>
                <a:moveTo>
                  <a:pt x="2226" y="461"/>
                </a:moveTo>
                <a:lnTo>
                  <a:pt x="2233" y="461"/>
                </a:lnTo>
                <a:lnTo>
                  <a:pt x="2233" y="454"/>
                </a:lnTo>
                <a:lnTo>
                  <a:pt x="2226" y="454"/>
                </a:lnTo>
                <a:lnTo>
                  <a:pt x="2226" y="461"/>
                </a:lnTo>
                <a:close/>
                <a:moveTo>
                  <a:pt x="2242" y="461"/>
                </a:moveTo>
                <a:lnTo>
                  <a:pt x="2249" y="461"/>
                </a:lnTo>
                <a:lnTo>
                  <a:pt x="2249" y="454"/>
                </a:lnTo>
                <a:lnTo>
                  <a:pt x="2242" y="454"/>
                </a:lnTo>
                <a:lnTo>
                  <a:pt x="2242" y="461"/>
                </a:lnTo>
                <a:close/>
                <a:moveTo>
                  <a:pt x="2259" y="461"/>
                </a:moveTo>
                <a:lnTo>
                  <a:pt x="2266" y="461"/>
                </a:lnTo>
                <a:lnTo>
                  <a:pt x="2266" y="454"/>
                </a:lnTo>
                <a:lnTo>
                  <a:pt x="2259" y="454"/>
                </a:lnTo>
                <a:lnTo>
                  <a:pt x="2259" y="461"/>
                </a:lnTo>
                <a:close/>
                <a:moveTo>
                  <a:pt x="2275" y="461"/>
                </a:moveTo>
                <a:lnTo>
                  <a:pt x="2282" y="461"/>
                </a:lnTo>
                <a:lnTo>
                  <a:pt x="2282" y="454"/>
                </a:lnTo>
                <a:lnTo>
                  <a:pt x="2275" y="454"/>
                </a:lnTo>
                <a:lnTo>
                  <a:pt x="2275" y="461"/>
                </a:lnTo>
                <a:close/>
                <a:moveTo>
                  <a:pt x="2292" y="461"/>
                </a:moveTo>
                <a:lnTo>
                  <a:pt x="2299" y="461"/>
                </a:lnTo>
                <a:lnTo>
                  <a:pt x="2299" y="454"/>
                </a:lnTo>
                <a:lnTo>
                  <a:pt x="2292" y="454"/>
                </a:lnTo>
                <a:lnTo>
                  <a:pt x="2292" y="461"/>
                </a:lnTo>
                <a:close/>
                <a:moveTo>
                  <a:pt x="2308" y="461"/>
                </a:moveTo>
                <a:lnTo>
                  <a:pt x="2316" y="461"/>
                </a:lnTo>
                <a:lnTo>
                  <a:pt x="2316" y="454"/>
                </a:lnTo>
                <a:lnTo>
                  <a:pt x="2308" y="454"/>
                </a:lnTo>
                <a:lnTo>
                  <a:pt x="2308" y="461"/>
                </a:lnTo>
                <a:close/>
                <a:moveTo>
                  <a:pt x="2325" y="461"/>
                </a:moveTo>
                <a:lnTo>
                  <a:pt x="2332" y="461"/>
                </a:lnTo>
                <a:lnTo>
                  <a:pt x="2332" y="454"/>
                </a:lnTo>
                <a:lnTo>
                  <a:pt x="2325" y="454"/>
                </a:lnTo>
                <a:lnTo>
                  <a:pt x="2325" y="461"/>
                </a:lnTo>
                <a:close/>
                <a:moveTo>
                  <a:pt x="2342" y="461"/>
                </a:moveTo>
                <a:lnTo>
                  <a:pt x="2349" y="461"/>
                </a:lnTo>
                <a:lnTo>
                  <a:pt x="2349" y="454"/>
                </a:lnTo>
                <a:lnTo>
                  <a:pt x="2342" y="454"/>
                </a:lnTo>
                <a:lnTo>
                  <a:pt x="2342" y="461"/>
                </a:lnTo>
                <a:close/>
                <a:moveTo>
                  <a:pt x="2358" y="461"/>
                </a:moveTo>
                <a:lnTo>
                  <a:pt x="2365" y="461"/>
                </a:lnTo>
                <a:lnTo>
                  <a:pt x="2365" y="454"/>
                </a:lnTo>
                <a:lnTo>
                  <a:pt x="2358" y="454"/>
                </a:lnTo>
                <a:lnTo>
                  <a:pt x="2358" y="461"/>
                </a:lnTo>
                <a:close/>
                <a:moveTo>
                  <a:pt x="2375" y="461"/>
                </a:moveTo>
                <a:lnTo>
                  <a:pt x="2382" y="461"/>
                </a:lnTo>
                <a:lnTo>
                  <a:pt x="2382" y="454"/>
                </a:lnTo>
                <a:lnTo>
                  <a:pt x="2375" y="454"/>
                </a:lnTo>
                <a:lnTo>
                  <a:pt x="2375" y="461"/>
                </a:lnTo>
                <a:close/>
                <a:moveTo>
                  <a:pt x="2391" y="461"/>
                </a:moveTo>
                <a:lnTo>
                  <a:pt x="2398" y="461"/>
                </a:lnTo>
                <a:lnTo>
                  <a:pt x="2398" y="454"/>
                </a:lnTo>
                <a:lnTo>
                  <a:pt x="2391" y="454"/>
                </a:lnTo>
                <a:lnTo>
                  <a:pt x="2391" y="461"/>
                </a:lnTo>
                <a:close/>
                <a:moveTo>
                  <a:pt x="2408" y="461"/>
                </a:moveTo>
                <a:lnTo>
                  <a:pt x="2415" y="461"/>
                </a:lnTo>
                <a:lnTo>
                  <a:pt x="2415" y="454"/>
                </a:lnTo>
                <a:lnTo>
                  <a:pt x="2408" y="454"/>
                </a:lnTo>
                <a:lnTo>
                  <a:pt x="2408" y="461"/>
                </a:lnTo>
                <a:close/>
                <a:moveTo>
                  <a:pt x="2427" y="461"/>
                </a:moveTo>
                <a:lnTo>
                  <a:pt x="2434" y="461"/>
                </a:lnTo>
                <a:lnTo>
                  <a:pt x="2434" y="454"/>
                </a:lnTo>
                <a:lnTo>
                  <a:pt x="2427" y="454"/>
                </a:lnTo>
                <a:lnTo>
                  <a:pt x="2427" y="461"/>
                </a:lnTo>
                <a:close/>
                <a:moveTo>
                  <a:pt x="2443" y="461"/>
                </a:moveTo>
                <a:lnTo>
                  <a:pt x="2451" y="461"/>
                </a:lnTo>
                <a:lnTo>
                  <a:pt x="2451" y="454"/>
                </a:lnTo>
                <a:lnTo>
                  <a:pt x="2443" y="454"/>
                </a:lnTo>
                <a:lnTo>
                  <a:pt x="2443" y="461"/>
                </a:lnTo>
                <a:close/>
                <a:moveTo>
                  <a:pt x="2460" y="461"/>
                </a:moveTo>
                <a:lnTo>
                  <a:pt x="2467" y="461"/>
                </a:lnTo>
                <a:lnTo>
                  <a:pt x="2467" y="454"/>
                </a:lnTo>
                <a:lnTo>
                  <a:pt x="2460" y="454"/>
                </a:lnTo>
                <a:lnTo>
                  <a:pt x="2460" y="461"/>
                </a:lnTo>
                <a:close/>
                <a:moveTo>
                  <a:pt x="2477" y="461"/>
                </a:moveTo>
                <a:lnTo>
                  <a:pt x="2484" y="461"/>
                </a:lnTo>
                <a:lnTo>
                  <a:pt x="2484" y="454"/>
                </a:lnTo>
                <a:lnTo>
                  <a:pt x="2477" y="454"/>
                </a:lnTo>
                <a:lnTo>
                  <a:pt x="2477" y="461"/>
                </a:lnTo>
                <a:close/>
                <a:moveTo>
                  <a:pt x="2493" y="461"/>
                </a:moveTo>
                <a:lnTo>
                  <a:pt x="2500" y="461"/>
                </a:lnTo>
                <a:lnTo>
                  <a:pt x="2500" y="454"/>
                </a:lnTo>
                <a:lnTo>
                  <a:pt x="2493" y="454"/>
                </a:lnTo>
                <a:lnTo>
                  <a:pt x="2493" y="461"/>
                </a:lnTo>
                <a:close/>
                <a:moveTo>
                  <a:pt x="2510" y="461"/>
                </a:moveTo>
                <a:lnTo>
                  <a:pt x="2517" y="461"/>
                </a:lnTo>
                <a:lnTo>
                  <a:pt x="2517" y="454"/>
                </a:lnTo>
                <a:lnTo>
                  <a:pt x="2510" y="454"/>
                </a:lnTo>
                <a:lnTo>
                  <a:pt x="2510" y="461"/>
                </a:lnTo>
                <a:close/>
                <a:moveTo>
                  <a:pt x="2526" y="461"/>
                </a:moveTo>
                <a:lnTo>
                  <a:pt x="2533" y="461"/>
                </a:lnTo>
                <a:lnTo>
                  <a:pt x="2533" y="454"/>
                </a:lnTo>
                <a:lnTo>
                  <a:pt x="2526" y="454"/>
                </a:lnTo>
                <a:lnTo>
                  <a:pt x="2526" y="461"/>
                </a:lnTo>
                <a:close/>
                <a:moveTo>
                  <a:pt x="2543" y="461"/>
                </a:moveTo>
                <a:lnTo>
                  <a:pt x="2550" y="461"/>
                </a:lnTo>
                <a:lnTo>
                  <a:pt x="2550" y="454"/>
                </a:lnTo>
                <a:lnTo>
                  <a:pt x="2543" y="454"/>
                </a:lnTo>
                <a:lnTo>
                  <a:pt x="2543" y="461"/>
                </a:lnTo>
                <a:close/>
                <a:moveTo>
                  <a:pt x="2560" y="461"/>
                </a:moveTo>
                <a:lnTo>
                  <a:pt x="2567" y="461"/>
                </a:lnTo>
                <a:lnTo>
                  <a:pt x="2567" y="454"/>
                </a:lnTo>
                <a:lnTo>
                  <a:pt x="2560" y="454"/>
                </a:lnTo>
                <a:lnTo>
                  <a:pt x="2560" y="461"/>
                </a:lnTo>
                <a:close/>
                <a:moveTo>
                  <a:pt x="2576" y="461"/>
                </a:moveTo>
                <a:lnTo>
                  <a:pt x="2583" y="461"/>
                </a:lnTo>
                <a:lnTo>
                  <a:pt x="2583" y="454"/>
                </a:lnTo>
                <a:lnTo>
                  <a:pt x="2576" y="454"/>
                </a:lnTo>
                <a:lnTo>
                  <a:pt x="2576" y="461"/>
                </a:lnTo>
                <a:close/>
                <a:moveTo>
                  <a:pt x="2593" y="461"/>
                </a:moveTo>
                <a:lnTo>
                  <a:pt x="2600" y="461"/>
                </a:lnTo>
                <a:lnTo>
                  <a:pt x="2600" y="454"/>
                </a:lnTo>
                <a:lnTo>
                  <a:pt x="2593" y="454"/>
                </a:lnTo>
                <a:lnTo>
                  <a:pt x="2593" y="461"/>
                </a:lnTo>
                <a:close/>
                <a:moveTo>
                  <a:pt x="2609" y="461"/>
                </a:moveTo>
                <a:lnTo>
                  <a:pt x="2616" y="461"/>
                </a:lnTo>
                <a:lnTo>
                  <a:pt x="2616" y="454"/>
                </a:lnTo>
                <a:lnTo>
                  <a:pt x="2609" y="454"/>
                </a:lnTo>
                <a:lnTo>
                  <a:pt x="2609" y="461"/>
                </a:lnTo>
                <a:close/>
                <a:moveTo>
                  <a:pt x="2626" y="461"/>
                </a:moveTo>
                <a:lnTo>
                  <a:pt x="2633" y="461"/>
                </a:lnTo>
                <a:lnTo>
                  <a:pt x="2633" y="454"/>
                </a:lnTo>
                <a:lnTo>
                  <a:pt x="2626" y="454"/>
                </a:lnTo>
                <a:lnTo>
                  <a:pt x="2626" y="461"/>
                </a:lnTo>
                <a:close/>
                <a:moveTo>
                  <a:pt x="2659" y="461"/>
                </a:moveTo>
                <a:lnTo>
                  <a:pt x="2666" y="461"/>
                </a:lnTo>
                <a:lnTo>
                  <a:pt x="2666" y="454"/>
                </a:lnTo>
                <a:lnTo>
                  <a:pt x="2659" y="454"/>
                </a:lnTo>
                <a:lnTo>
                  <a:pt x="2659" y="461"/>
                </a:lnTo>
                <a:close/>
                <a:moveTo>
                  <a:pt x="2761" y="461"/>
                </a:moveTo>
                <a:lnTo>
                  <a:pt x="2768" y="461"/>
                </a:lnTo>
                <a:lnTo>
                  <a:pt x="2768" y="454"/>
                </a:lnTo>
                <a:lnTo>
                  <a:pt x="2761" y="454"/>
                </a:lnTo>
                <a:lnTo>
                  <a:pt x="2761" y="461"/>
                </a:lnTo>
                <a:close/>
                <a:moveTo>
                  <a:pt x="2777" y="461"/>
                </a:moveTo>
                <a:lnTo>
                  <a:pt x="2784" y="461"/>
                </a:lnTo>
                <a:lnTo>
                  <a:pt x="2784" y="454"/>
                </a:lnTo>
                <a:lnTo>
                  <a:pt x="2777" y="454"/>
                </a:lnTo>
                <a:lnTo>
                  <a:pt x="2777" y="461"/>
                </a:lnTo>
                <a:close/>
                <a:moveTo>
                  <a:pt x="2794" y="461"/>
                </a:moveTo>
                <a:lnTo>
                  <a:pt x="2801" y="461"/>
                </a:lnTo>
                <a:lnTo>
                  <a:pt x="2801" y="454"/>
                </a:lnTo>
                <a:lnTo>
                  <a:pt x="2794" y="454"/>
                </a:lnTo>
                <a:lnTo>
                  <a:pt x="2794" y="461"/>
                </a:lnTo>
                <a:close/>
                <a:moveTo>
                  <a:pt x="2811" y="461"/>
                </a:moveTo>
                <a:lnTo>
                  <a:pt x="2818" y="461"/>
                </a:lnTo>
                <a:lnTo>
                  <a:pt x="2818" y="454"/>
                </a:lnTo>
                <a:lnTo>
                  <a:pt x="2811" y="454"/>
                </a:lnTo>
                <a:lnTo>
                  <a:pt x="2811" y="461"/>
                </a:lnTo>
                <a:close/>
                <a:moveTo>
                  <a:pt x="2860" y="461"/>
                </a:moveTo>
                <a:lnTo>
                  <a:pt x="2867" y="461"/>
                </a:lnTo>
                <a:lnTo>
                  <a:pt x="2867" y="454"/>
                </a:lnTo>
                <a:lnTo>
                  <a:pt x="2860" y="454"/>
                </a:lnTo>
                <a:lnTo>
                  <a:pt x="2860" y="461"/>
                </a:lnTo>
                <a:close/>
                <a:moveTo>
                  <a:pt x="2877" y="461"/>
                </a:moveTo>
                <a:lnTo>
                  <a:pt x="2884" y="461"/>
                </a:lnTo>
                <a:lnTo>
                  <a:pt x="2884" y="454"/>
                </a:lnTo>
                <a:lnTo>
                  <a:pt x="2877" y="454"/>
                </a:lnTo>
                <a:lnTo>
                  <a:pt x="2877" y="461"/>
                </a:lnTo>
                <a:close/>
                <a:moveTo>
                  <a:pt x="33" y="477"/>
                </a:moveTo>
                <a:lnTo>
                  <a:pt x="40" y="477"/>
                </a:lnTo>
                <a:lnTo>
                  <a:pt x="40" y="470"/>
                </a:lnTo>
                <a:lnTo>
                  <a:pt x="33" y="470"/>
                </a:lnTo>
                <a:lnTo>
                  <a:pt x="33" y="477"/>
                </a:lnTo>
                <a:close/>
                <a:moveTo>
                  <a:pt x="49" y="477"/>
                </a:moveTo>
                <a:lnTo>
                  <a:pt x="56" y="477"/>
                </a:lnTo>
                <a:lnTo>
                  <a:pt x="56" y="470"/>
                </a:lnTo>
                <a:lnTo>
                  <a:pt x="49" y="470"/>
                </a:lnTo>
                <a:lnTo>
                  <a:pt x="49" y="477"/>
                </a:lnTo>
                <a:close/>
                <a:moveTo>
                  <a:pt x="334" y="477"/>
                </a:moveTo>
                <a:lnTo>
                  <a:pt x="341" y="477"/>
                </a:lnTo>
                <a:lnTo>
                  <a:pt x="341" y="470"/>
                </a:lnTo>
                <a:lnTo>
                  <a:pt x="334" y="470"/>
                </a:lnTo>
                <a:lnTo>
                  <a:pt x="334" y="477"/>
                </a:lnTo>
                <a:close/>
                <a:moveTo>
                  <a:pt x="350" y="477"/>
                </a:moveTo>
                <a:lnTo>
                  <a:pt x="357" y="477"/>
                </a:lnTo>
                <a:lnTo>
                  <a:pt x="357" y="470"/>
                </a:lnTo>
                <a:lnTo>
                  <a:pt x="350" y="470"/>
                </a:lnTo>
                <a:lnTo>
                  <a:pt x="350" y="477"/>
                </a:lnTo>
                <a:close/>
                <a:moveTo>
                  <a:pt x="369" y="477"/>
                </a:moveTo>
                <a:lnTo>
                  <a:pt x="376" y="477"/>
                </a:lnTo>
                <a:lnTo>
                  <a:pt x="376" y="470"/>
                </a:lnTo>
                <a:lnTo>
                  <a:pt x="369" y="470"/>
                </a:lnTo>
                <a:lnTo>
                  <a:pt x="369" y="477"/>
                </a:lnTo>
                <a:close/>
                <a:moveTo>
                  <a:pt x="386" y="477"/>
                </a:moveTo>
                <a:lnTo>
                  <a:pt x="393" y="477"/>
                </a:lnTo>
                <a:lnTo>
                  <a:pt x="393" y="470"/>
                </a:lnTo>
                <a:lnTo>
                  <a:pt x="386" y="470"/>
                </a:lnTo>
                <a:lnTo>
                  <a:pt x="386" y="477"/>
                </a:lnTo>
                <a:close/>
                <a:moveTo>
                  <a:pt x="402" y="477"/>
                </a:moveTo>
                <a:lnTo>
                  <a:pt x="409" y="477"/>
                </a:lnTo>
                <a:lnTo>
                  <a:pt x="409" y="470"/>
                </a:lnTo>
                <a:lnTo>
                  <a:pt x="402" y="470"/>
                </a:lnTo>
                <a:lnTo>
                  <a:pt x="402" y="477"/>
                </a:lnTo>
                <a:close/>
                <a:moveTo>
                  <a:pt x="419" y="477"/>
                </a:moveTo>
                <a:lnTo>
                  <a:pt x="426" y="477"/>
                </a:lnTo>
                <a:lnTo>
                  <a:pt x="426" y="470"/>
                </a:lnTo>
                <a:lnTo>
                  <a:pt x="419" y="470"/>
                </a:lnTo>
                <a:lnTo>
                  <a:pt x="419" y="477"/>
                </a:lnTo>
                <a:close/>
                <a:moveTo>
                  <a:pt x="435" y="477"/>
                </a:moveTo>
                <a:lnTo>
                  <a:pt x="442" y="477"/>
                </a:lnTo>
                <a:lnTo>
                  <a:pt x="442" y="470"/>
                </a:lnTo>
                <a:lnTo>
                  <a:pt x="435" y="470"/>
                </a:lnTo>
                <a:lnTo>
                  <a:pt x="435" y="477"/>
                </a:lnTo>
                <a:close/>
                <a:moveTo>
                  <a:pt x="452" y="477"/>
                </a:moveTo>
                <a:lnTo>
                  <a:pt x="459" y="477"/>
                </a:lnTo>
                <a:lnTo>
                  <a:pt x="459" y="470"/>
                </a:lnTo>
                <a:lnTo>
                  <a:pt x="452" y="470"/>
                </a:lnTo>
                <a:lnTo>
                  <a:pt x="452" y="477"/>
                </a:lnTo>
                <a:close/>
                <a:moveTo>
                  <a:pt x="469" y="477"/>
                </a:moveTo>
                <a:lnTo>
                  <a:pt x="476" y="477"/>
                </a:lnTo>
                <a:lnTo>
                  <a:pt x="476" y="470"/>
                </a:lnTo>
                <a:lnTo>
                  <a:pt x="469" y="470"/>
                </a:lnTo>
                <a:lnTo>
                  <a:pt x="469" y="477"/>
                </a:lnTo>
                <a:close/>
                <a:moveTo>
                  <a:pt x="485" y="477"/>
                </a:moveTo>
                <a:lnTo>
                  <a:pt x="492" y="477"/>
                </a:lnTo>
                <a:lnTo>
                  <a:pt x="492" y="470"/>
                </a:lnTo>
                <a:lnTo>
                  <a:pt x="485" y="470"/>
                </a:lnTo>
                <a:lnTo>
                  <a:pt x="485" y="477"/>
                </a:lnTo>
                <a:close/>
                <a:moveTo>
                  <a:pt x="502" y="477"/>
                </a:moveTo>
                <a:lnTo>
                  <a:pt x="509" y="477"/>
                </a:lnTo>
                <a:lnTo>
                  <a:pt x="509" y="470"/>
                </a:lnTo>
                <a:lnTo>
                  <a:pt x="502" y="470"/>
                </a:lnTo>
                <a:lnTo>
                  <a:pt x="502" y="477"/>
                </a:lnTo>
                <a:close/>
                <a:moveTo>
                  <a:pt x="518" y="477"/>
                </a:moveTo>
                <a:lnTo>
                  <a:pt x="525" y="477"/>
                </a:lnTo>
                <a:lnTo>
                  <a:pt x="525" y="470"/>
                </a:lnTo>
                <a:lnTo>
                  <a:pt x="518" y="470"/>
                </a:lnTo>
                <a:lnTo>
                  <a:pt x="518" y="477"/>
                </a:lnTo>
                <a:close/>
                <a:moveTo>
                  <a:pt x="535" y="477"/>
                </a:moveTo>
                <a:lnTo>
                  <a:pt x="542" y="477"/>
                </a:lnTo>
                <a:lnTo>
                  <a:pt x="542" y="470"/>
                </a:lnTo>
                <a:lnTo>
                  <a:pt x="535" y="470"/>
                </a:lnTo>
                <a:lnTo>
                  <a:pt x="535" y="477"/>
                </a:lnTo>
                <a:close/>
                <a:moveTo>
                  <a:pt x="551" y="477"/>
                </a:moveTo>
                <a:lnTo>
                  <a:pt x="559" y="477"/>
                </a:lnTo>
                <a:lnTo>
                  <a:pt x="559" y="470"/>
                </a:lnTo>
                <a:lnTo>
                  <a:pt x="551" y="470"/>
                </a:lnTo>
                <a:lnTo>
                  <a:pt x="551" y="477"/>
                </a:lnTo>
                <a:close/>
                <a:moveTo>
                  <a:pt x="568" y="477"/>
                </a:moveTo>
                <a:lnTo>
                  <a:pt x="575" y="477"/>
                </a:lnTo>
                <a:lnTo>
                  <a:pt x="575" y="470"/>
                </a:lnTo>
                <a:lnTo>
                  <a:pt x="568" y="470"/>
                </a:lnTo>
                <a:lnTo>
                  <a:pt x="568" y="477"/>
                </a:lnTo>
                <a:close/>
                <a:moveTo>
                  <a:pt x="585" y="477"/>
                </a:moveTo>
                <a:lnTo>
                  <a:pt x="592" y="477"/>
                </a:lnTo>
                <a:lnTo>
                  <a:pt x="592" y="470"/>
                </a:lnTo>
                <a:lnTo>
                  <a:pt x="585" y="470"/>
                </a:lnTo>
                <a:lnTo>
                  <a:pt x="585" y="477"/>
                </a:lnTo>
                <a:close/>
                <a:moveTo>
                  <a:pt x="601" y="477"/>
                </a:moveTo>
                <a:lnTo>
                  <a:pt x="608" y="477"/>
                </a:lnTo>
                <a:lnTo>
                  <a:pt x="608" y="470"/>
                </a:lnTo>
                <a:lnTo>
                  <a:pt x="601" y="470"/>
                </a:lnTo>
                <a:lnTo>
                  <a:pt x="601" y="477"/>
                </a:lnTo>
                <a:close/>
                <a:moveTo>
                  <a:pt x="620" y="477"/>
                </a:moveTo>
                <a:lnTo>
                  <a:pt x="625" y="477"/>
                </a:lnTo>
                <a:lnTo>
                  <a:pt x="625" y="470"/>
                </a:lnTo>
                <a:lnTo>
                  <a:pt x="620" y="470"/>
                </a:lnTo>
                <a:lnTo>
                  <a:pt x="620" y="477"/>
                </a:lnTo>
                <a:close/>
                <a:moveTo>
                  <a:pt x="637" y="477"/>
                </a:moveTo>
                <a:lnTo>
                  <a:pt x="644" y="477"/>
                </a:lnTo>
                <a:lnTo>
                  <a:pt x="644" y="470"/>
                </a:lnTo>
                <a:lnTo>
                  <a:pt x="637" y="470"/>
                </a:lnTo>
                <a:lnTo>
                  <a:pt x="637" y="477"/>
                </a:lnTo>
                <a:close/>
                <a:moveTo>
                  <a:pt x="653" y="477"/>
                </a:moveTo>
                <a:lnTo>
                  <a:pt x="660" y="477"/>
                </a:lnTo>
                <a:lnTo>
                  <a:pt x="660" y="470"/>
                </a:lnTo>
                <a:lnTo>
                  <a:pt x="653" y="470"/>
                </a:lnTo>
                <a:lnTo>
                  <a:pt x="653" y="477"/>
                </a:lnTo>
                <a:close/>
                <a:moveTo>
                  <a:pt x="670" y="477"/>
                </a:moveTo>
                <a:lnTo>
                  <a:pt x="677" y="477"/>
                </a:lnTo>
                <a:lnTo>
                  <a:pt x="677" y="470"/>
                </a:lnTo>
                <a:lnTo>
                  <a:pt x="670" y="470"/>
                </a:lnTo>
                <a:lnTo>
                  <a:pt x="670" y="477"/>
                </a:lnTo>
                <a:close/>
                <a:moveTo>
                  <a:pt x="686" y="477"/>
                </a:moveTo>
                <a:lnTo>
                  <a:pt x="693" y="477"/>
                </a:lnTo>
                <a:lnTo>
                  <a:pt x="693" y="470"/>
                </a:lnTo>
                <a:lnTo>
                  <a:pt x="686" y="470"/>
                </a:lnTo>
                <a:lnTo>
                  <a:pt x="686" y="477"/>
                </a:lnTo>
                <a:close/>
                <a:moveTo>
                  <a:pt x="703" y="477"/>
                </a:moveTo>
                <a:lnTo>
                  <a:pt x="710" y="477"/>
                </a:lnTo>
                <a:lnTo>
                  <a:pt x="710" y="470"/>
                </a:lnTo>
                <a:lnTo>
                  <a:pt x="703" y="470"/>
                </a:lnTo>
                <a:lnTo>
                  <a:pt x="703" y="477"/>
                </a:lnTo>
                <a:close/>
                <a:moveTo>
                  <a:pt x="720" y="477"/>
                </a:moveTo>
                <a:lnTo>
                  <a:pt x="727" y="477"/>
                </a:lnTo>
                <a:lnTo>
                  <a:pt x="727" y="470"/>
                </a:lnTo>
                <a:lnTo>
                  <a:pt x="720" y="470"/>
                </a:lnTo>
                <a:lnTo>
                  <a:pt x="720" y="477"/>
                </a:lnTo>
                <a:close/>
                <a:moveTo>
                  <a:pt x="736" y="477"/>
                </a:moveTo>
                <a:lnTo>
                  <a:pt x="743" y="477"/>
                </a:lnTo>
                <a:lnTo>
                  <a:pt x="743" y="470"/>
                </a:lnTo>
                <a:lnTo>
                  <a:pt x="736" y="470"/>
                </a:lnTo>
                <a:lnTo>
                  <a:pt x="736" y="477"/>
                </a:lnTo>
                <a:close/>
                <a:moveTo>
                  <a:pt x="753" y="477"/>
                </a:moveTo>
                <a:lnTo>
                  <a:pt x="760" y="477"/>
                </a:lnTo>
                <a:lnTo>
                  <a:pt x="760" y="470"/>
                </a:lnTo>
                <a:lnTo>
                  <a:pt x="753" y="470"/>
                </a:lnTo>
                <a:lnTo>
                  <a:pt x="753" y="477"/>
                </a:lnTo>
                <a:close/>
                <a:moveTo>
                  <a:pt x="769" y="477"/>
                </a:moveTo>
                <a:lnTo>
                  <a:pt x="776" y="477"/>
                </a:lnTo>
                <a:lnTo>
                  <a:pt x="776" y="470"/>
                </a:lnTo>
                <a:lnTo>
                  <a:pt x="769" y="470"/>
                </a:lnTo>
                <a:lnTo>
                  <a:pt x="769" y="477"/>
                </a:lnTo>
                <a:close/>
                <a:moveTo>
                  <a:pt x="786" y="477"/>
                </a:moveTo>
                <a:lnTo>
                  <a:pt x="793" y="477"/>
                </a:lnTo>
                <a:lnTo>
                  <a:pt x="793" y="470"/>
                </a:lnTo>
                <a:lnTo>
                  <a:pt x="786" y="470"/>
                </a:lnTo>
                <a:lnTo>
                  <a:pt x="786" y="477"/>
                </a:lnTo>
                <a:close/>
                <a:moveTo>
                  <a:pt x="802" y="477"/>
                </a:moveTo>
                <a:lnTo>
                  <a:pt x="810" y="477"/>
                </a:lnTo>
                <a:lnTo>
                  <a:pt x="810" y="470"/>
                </a:lnTo>
                <a:lnTo>
                  <a:pt x="802" y="470"/>
                </a:lnTo>
                <a:lnTo>
                  <a:pt x="802" y="477"/>
                </a:lnTo>
                <a:close/>
                <a:moveTo>
                  <a:pt x="819" y="477"/>
                </a:moveTo>
                <a:lnTo>
                  <a:pt x="826" y="477"/>
                </a:lnTo>
                <a:lnTo>
                  <a:pt x="826" y="470"/>
                </a:lnTo>
                <a:lnTo>
                  <a:pt x="819" y="470"/>
                </a:lnTo>
                <a:lnTo>
                  <a:pt x="819" y="477"/>
                </a:lnTo>
                <a:close/>
                <a:moveTo>
                  <a:pt x="836" y="477"/>
                </a:moveTo>
                <a:lnTo>
                  <a:pt x="843" y="477"/>
                </a:lnTo>
                <a:lnTo>
                  <a:pt x="843" y="470"/>
                </a:lnTo>
                <a:lnTo>
                  <a:pt x="836" y="470"/>
                </a:lnTo>
                <a:lnTo>
                  <a:pt x="836" y="477"/>
                </a:lnTo>
                <a:close/>
                <a:moveTo>
                  <a:pt x="852" y="477"/>
                </a:moveTo>
                <a:lnTo>
                  <a:pt x="859" y="477"/>
                </a:lnTo>
                <a:lnTo>
                  <a:pt x="859" y="470"/>
                </a:lnTo>
                <a:lnTo>
                  <a:pt x="852" y="470"/>
                </a:lnTo>
                <a:lnTo>
                  <a:pt x="852" y="477"/>
                </a:lnTo>
                <a:close/>
                <a:moveTo>
                  <a:pt x="871" y="477"/>
                </a:moveTo>
                <a:lnTo>
                  <a:pt x="876" y="477"/>
                </a:lnTo>
                <a:lnTo>
                  <a:pt x="876" y="470"/>
                </a:lnTo>
                <a:lnTo>
                  <a:pt x="871" y="470"/>
                </a:lnTo>
                <a:lnTo>
                  <a:pt x="871" y="477"/>
                </a:lnTo>
                <a:close/>
                <a:moveTo>
                  <a:pt x="888" y="477"/>
                </a:moveTo>
                <a:lnTo>
                  <a:pt x="895" y="477"/>
                </a:lnTo>
                <a:lnTo>
                  <a:pt x="895" y="470"/>
                </a:lnTo>
                <a:lnTo>
                  <a:pt x="888" y="470"/>
                </a:lnTo>
                <a:lnTo>
                  <a:pt x="888" y="477"/>
                </a:lnTo>
                <a:close/>
                <a:moveTo>
                  <a:pt x="904" y="477"/>
                </a:moveTo>
                <a:lnTo>
                  <a:pt x="911" y="477"/>
                </a:lnTo>
                <a:lnTo>
                  <a:pt x="911" y="470"/>
                </a:lnTo>
                <a:lnTo>
                  <a:pt x="904" y="470"/>
                </a:lnTo>
                <a:lnTo>
                  <a:pt x="904" y="477"/>
                </a:lnTo>
                <a:close/>
                <a:moveTo>
                  <a:pt x="921" y="477"/>
                </a:moveTo>
                <a:lnTo>
                  <a:pt x="928" y="477"/>
                </a:lnTo>
                <a:lnTo>
                  <a:pt x="928" y="470"/>
                </a:lnTo>
                <a:lnTo>
                  <a:pt x="921" y="470"/>
                </a:lnTo>
                <a:lnTo>
                  <a:pt x="921" y="477"/>
                </a:lnTo>
                <a:close/>
                <a:moveTo>
                  <a:pt x="937" y="477"/>
                </a:moveTo>
                <a:lnTo>
                  <a:pt x="944" y="477"/>
                </a:lnTo>
                <a:lnTo>
                  <a:pt x="944" y="470"/>
                </a:lnTo>
                <a:lnTo>
                  <a:pt x="937" y="470"/>
                </a:lnTo>
                <a:lnTo>
                  <a:pt x="937" y="477"/>
                </a:lnTo>
                <a:close/>
                <a:moveTo>
                  <a:pt x="954" y="477"/>
                </a:moveTo>
                <a:lnTo>
                  <a:pt x="961" y="477"/>
                </a:lnTo>
                <a:lnTo>
                  <a:pt x="961" y="470"/>
                </a:lnTo>
                <a:lnTo>
                  <a:pt x="954" y="470"/>
                </a:lnTo>
                <a:lnTo>
                  <a:pt x="954" y="477"/>
                </a:lnTo>
                <a:close/>
                <a:moveTo>
                  <a:pt x="971" y="477"/>
                </a:moveTo>
                <a:lnTo>
                  <a:pt x="978" y="477"/>
                </a:lnTo>
                <a:lnTo>
                  <a:pt x="978" y="470"/>
                </a:lnTo>
                <a:lnTo>
                  <a:pt x="971" y="470"/>
                </a:lnTo>
                <a:lnTo>
                  <a:pt x="971" y="477"/>
                </a:lnTo>
                <a:close/>
                <a:moveTo>
                  <a:pt x="987" y="477"/>
                </a:moveTo>
                <a:lnTo>
                  <a:pt x="994" y="477"/>
                </a:lnTo>
                <a:lnTo>
                  <a:pt x="994" y="470"/>
                </a:lnTo>
                <a:lnTo>
                  <a:pt x="987" y="470"/>
                </a:lnTo>
                <a:lnTo>
                  <a:pt x="987" y="477"/>
                </a:lnTo>
                <a:close/>
                <a:moveTo>
                  <a:pt x="1371" y="477"/>
                </a:moveTo>
                <a:lnTo>
                  <a:pt x="1378" y="477"/>
                </a:lnTo>
                <a:lnTo>
                  <a:pt x="1378" y="470"/>
                </a:lnTo>
                <a:lnTo>
                  <a:pt x="1371" y="470"/>
                </a:lnTo>
                <a:lnTo>
                  <a:pt x="1371" y="477"/>
                </a:lnTo>
                <a:close/>
                <a:moveTo>
                  <a:pt x="1390" y="477"/>
                </a:moveTo>
                <a:lnTo>
                  <a:pt x="1394" y="477"/>
                </a:lnTo>
                <a:lnTo>
                  <a:pt x="1394" y="470"/>
                </a:lnTo>
                <a:lnTo>
                  <a:pt x="1390" y="470"/>
                </a:lnTo>
                <a:lnTo>
                  <a:pt x="1390" y="477"/>
                </a:lnTo>
                <a:close/>
                <a:moveTo>
                  <a:pt x="1406" y="477"/>
                </a:moveTo>
                <a:lnTo>
                  <a:pt x="1413" y="477"/>
                </a:lnTo>
                <a:lnTo>
                  <a:pt x="1413" y="470"/>
                </a:lnTo>
                <a:lnTo>
                  <a:pt x="1406" y="470"/>
                </a:lnTo>
                <a:lnTo>
                  <a:pt x="1406" y="477"/>
                </a:lnTo>
                <a:close/>
                <a:moveTo>
                  <a:pt x="1423" y="477"/>
                </a:moveTo>
                <a:lnTo>
                  <a:pt x="1430" y="477"/>
                </a:lnTo>
                <a:lnTo>
                  <a:pt x="1430" y="470"/>
                </a:lnTo>
                <a:lnTo>
                  <a:pt x="1423" y="470"/>
                </a:lnTo>
                <a:lnTo>
                  <a:pt x="1423" y="477"/>
                </a:lnTo>
                <a:close/>
                <a:moveTo>
                  <a:pt x="1439" y="477"/>
                </a:moveTo>
                <a:lnTo>
                  <a:pt x="1447" y="477"/>
                </a:lnTo>
                <a:lnTo>
                  <a:pt x="1447" y="470"/>
                </a:lnTo>
                <a:lnTo>
                  <a:pt x="1439" y="470"/>
                </a:lnTo>
                <a:lnTo>
                  <a:pt x="1439" y="477"/>
                </a:lnTo>
                <a:close/>
                <a:moveTo>
                  <a:pt x="1456" y="477"/>
                </a:moveTo>
                <a:lnTo>
                  <a:pt x="1463" y="477"/>
                </a:lnTo>
                <a:lnTo>
                  <a:pt x="1463" y="470"/>
                </a:lnTo>
                <a:lnTo>
                  <a:pt x="1456" y="470"/>
                </a:lnTo>
                <a:lnTo>
                  <a:pt x="1456" y="477"/>
                </a:lnTo>
                <a:close/>
                <a:moveTo>
                  <a:pt x="1473" y="477"/>
                </a:moveTo>
                <a:lnTo>
                  <a:pt x="1480" y="477"/>
                </a:lnTo>
                <a:lnTo>
                  <a:pt x="1480" y="470"/>
                </a:lnTo>
                <a:lnTo>
                  <a:pt x="1473" y="470"/>
                </a:lnTo>
                <a:lnTo>
                  <a:pt x="1473" y="477"/>
                </a:lnTo>
                <a:close/>
                <a:moveTo>
                  <a:pt x="1489" y="477"/>
                </a:moveTo>
                <a:lnTo>
                  <a:pt x="1496" y="477"/>
                </a:lnTo>
                <a:lnTo>
                  <a:pt x="1496" y="470"/>
                </a:lnTo>
                <a:lnTo>
                  <a:pt x="1489" y="470"/>
                </a:lnTo>
                <a:lnTo>
                  <a:pt x="1489" y="477"/>
                </a:lnTo>
                <a:close/>
                <a:moveTo>
                  <a:pt x="1506" y="477"/>
                </a:moveTo>
                <a:lnTo>
                  <a:pt x="1513" y="477"/>
                </a:lnTo>
                <a:lnTo>
                  <a:pt x="1513" y="470"/>
                </a:lnTo>
                <a:lnTo>
                  <a:pt x="1506" y="470"/>
                </a:lnTo>
                <a:lnTo>
                  <a:pt x="1506" y="477"/>
                </a:lnTo>
                <a:close/>
                <a:moveTo>
                  <a:pt x="1522" y="477"/>
                </a:moveTo>
                <a:lnTo>
                  <a:pt x="1529" y="477"/>
                </a:lnTo>
                <a:lnTo>
                  <a:pt x="1529" y="470"/>
                </a:lnTo>
                <a:lnTo>
                  <a:pt x="1522" y="470"/>
                </a:lnTo>
                <a:lnTo>
                  <a:pt x="1522" y="477"/>
                </a:lnTo>
                <a:close/>
                <a:moveTo>
                  <a:pt x="1539" y="477"/>
                </a:moveTo>
                <a:lnTo>
                  <a:pt x="1546" y="477"/>
                </a:lnTo>
                <a:lnTo>
                  <a:pt x="1546" y="470"/>
                </a:lnTo>
                <a:lnTo>
                  <a:pt x="1539" y="470"/>
                </a:lnTo>
                <a:lnTo>
                  <a:pt x="1539" y="477"/>
                </a:lnTo>
                <a:close/>
                <a:moveTo>
                  <a:pt x="1555" y="477"/>
                </a:moveTo>
                <a:lnTo>
                  <a:pt x="1563" y="477"/>
                </a:lnTo>
                <a:lnTo>
                  <a:pt x="1563" y="470"/>
                </a:lnTo>
                <a:lnTo>
                  <a:pt x="1555" y="470"/>
                </a:lnTo>
                <a:lnTo>
                  <a:pt x="1555" y="477"/>
                </a:lnTo>
                <a:close/>
                <a:moveTo>
                  <a:pt x="1572" y="477"/>
                </a:moveTo>
                <a:lnTo>
                  <a:pt x="1579" y="477"/>
                </a:lnTo>
                <a:lnTo>
                  <a:pt x="1579" y="470"/>
                </a:lnTo>
                <a:lnTo>
                  <a:pt x="1572" y="470"/>
                </a:lnTo>
                <a:lnTo>
                  <a:pt x="1572" y="477"/>
                </a:lnTo>
                <a:close/>
                <a:moveTo>
                  <a:pt x="1589" y="477"/>
                </a:moveTo>
                <a:lnTo>
                  <a:pt x="1596" y="477"/>
                </a:lnTo>
                <a:lnTo>
                  <a:pt x="1596" y="470"/>
                </a:lnTo>
                <a:lnTo>
                  <a:pt x="1589" y="470"/>
                </a:lnTo>
                <a:lnTo>
                  <a:pt x="1589" y="477"/>
                </a:lnTo>
                <a:close/>
                <a:moveTo>
                  <a:pt x="1605" y="477"/>
                </a:moveTo>
                <a:lnTo>
                  <a:pt x="1612" y="477"/>
                </a:lnTo>
                <a:lnTo>
                  <a:pt x="1612" y="470"/>
                </a:lnTo>
                <a:lnTo>
                  <a:pt x="1605" y="470"/>
                </a:lnTo>
                <a:lnTo>
                  <a:pt x="1605" y="477"/>
                </a:lnTo>
                <a:close/>
                <a:moveTo>
                  <a:pt x="1622" y="477"/>
                </a:moveTo>
                <a:lnTo>
                  <a:pt x="1629" y="477"/>
                </a:lnTo>
                <a:lnTo>
                  <a:pt x="1629" y="470"/>
                </a:lnTo>
                <a:lnTo>
                  <a:pt x="1622" y="470"/>
                </a:lnTo>
                <a:lnTo>
                  <a:pt x="1622" y="477"/>
                </a:lnTo>
                <a:close/>
                <a:moveTo>
                  <a:pt x="1638" y="477"/>
                </a:moveTo>
                <a:lnTo>
                  <a:pt x="1645" y="477"/>
                </a:lnTo>
                <a:lnTo>
                  <a:pt x="1645" y="470"/>
                </a:lnTo>
                <a:lnTo>
                  <a:pt x="1638" y="470"/>
                </a:lnTo>
                <a:lnTo>
                  <a:pt x="1638" y="477"/>
                </a:lnTo>
                <a:close/>
                <a:moveTo>
                  <a:pt x="1657" y="477"/>
                </a:moveTo>
                <a:lnTo>
                  <a:pt x="1664" y="477"/>
                </a:lnTo>
                <a:lnTo>
                  <a:pt x="1664" y="470"/>
                </a:lnTo>
                <a:lnTo>
                  <a:pt x="1657" y="470"/>
                </a:lnTo>
                <a:lnTo>
                  <a:pt x="1657" y="477"/>
                </a:lnTo>
                <a:close/>
                <a:moveTo>
                  <a:pt x="1674" y="477"/>
                </a:moveTo>
                <a:lnTo>
                  <a:pt x="1681" y="477"/>
                </a:lnTo>
                <a:lnTo>
                  <a:pt x="1681" y="470"/>
                </a:lnTo>
                <a:lnTo>
                  <a:pt x="1674" y="470"/>
                </a:lnTo>
                <a:lnTo>
                  <a:pt x="1674" y="477"/>
                </a:lnTo>
                <a:close/>
                <a:moveTo>
                  <a:pt x="1690" y="477"/>
                </a:moveTo>
                <a:lnTo>
                  <a:pt x="1698" y="477"/>
                </a:lnTo>
                <a:lnTo>
                  <a:pt x="1698" y="470"/>
                </a:lnTo>
                <a:lnTo>
                  <a:pt x="1690" y="470"/>
                </a:lnTo>
                <a:lnTo>
                  <a:pt x="1690" y="477"/>
                </a:lnTo>
                <a:close/>
                <a:moveTo>
                  <a:pt x="1707" y="477"/>
                </a:moveTo>
                <a:lnTo>
                  <a:pt x="1714" y="477"/>
                </a:lnTo>
                <a:lnTo>
                  <a:pt x="1714" y="470"/>
                </a:lnTo>
                <a:lnTo>
                  <a:pt x="1707" y="470"/>
                </a:lnTo>
                <a:lnTo>
                  <a:pt x="1707" y="477"/>
                </a:lnTo>
                <a:close/>
                <a:moveTo>
                  <a:pt x="1724" y="477"/>
                </a:moveTo>
                <a:lnTo>
                  <a:pt x="1731" y="477"/>
                </a:lnTo>
                <a:lnTo>
                  <a:pt x="1731" y="470"/>
                </a:lnTo>
                <a:lnTo>
                  <a:pt x="1724" y="470"/>
                </a:lnTo>
                <a:lnTo>
                  <a:pt x="1724" y="477"/>
                </a:lnTo>
                <a:close/>
                <a:moveTo>
                  <a:pt x="1740" y="477"/>
                </a:moveTo>
                <a:lnTo>
                  <a:pt x="1747" y="477"/>
                </a:lnTo>
                <a:lnTo>
                  <a:pt x="1747" y="470"/>
                </a:lnTo>
                <a:lnTo>
                  <a:pt x="1740" y="470"/>
                </a:lnTo>
                <a:lnTo>
                  <a:pt x="1740" y="477"/>
                </a:lnTo>
                <a:close/>
                <a:moveTo>
                  <a:pt x="1757" y="477"/>
                </a:moveTo>
                <a:lnTo>
                  <a:pt x="1764" y="477"/>
                </a:lnTo>
                <a:lnTo>
                  <a:pt x="1764" y="470"/>
                </a:lnTo>
                <a:lnTo>
                  <a:pt x="1757" y="470"/>
                </a:lnTo>
                <a:lnTo>
                  <a:pt x="1757" y="477"/>
                </a:lnTo>
                <a:close/>
                <a:moveTo>
                  <a:pt x="1773" y="477"/>
                </a:moveTo>
                <a:lnTo>
                  <a:pt x="1780" y="477"/>
                </a:lnTo>
                <a:lnTo>
                  <a:pt x="1780" y="470"/>
                </a:lnTo>
                <a:lnTo>
                  <a:pt x="1773" y="470"/>
                </a:lnTo>
                <a:lnTo>
                  <a:pt x="1773" y="477"/>
                </a:lnTo>
                <a:close/>
                <a:moveTo>
                  <a:pt x="1790" y="477"/>
                </a:moveTo>
                <a:lnTo>
                  <a:pt x="1797" y="477"/>
                </a:lnTo>
                <a:lnTo>
                  <a:pt x="1797" y="470"/>
                </a:lnTo>
                <a:lnTo>
                  <a:pt x="1790" y="470"/>
                </a:lnTo>
                <a:lnTo>
                  <a:pt x="1790" y="477"/>
                </a:lnTo>
                <a:close/>
                <a:moveTo>
                  <a:pt x="1806" y="477"/>
                </a:moveTo>
                <a:lnTo>
                  <a:pt x="1814" y="477"/>
                </a:lnTo>
                <a:lnTo>
                  <a:pt x="1814" y="470"/>
                </a:lnTo>
                <a:lnTo>
                  <a:pt x="1806" y="470"/>
                </a:lnTo>
                <a:lnTo>
                  <a:pt x="1806" y="477"/>
                </a:lnTo>
                <a:close/>
                <a:moveTo>
                  <a:pt x="1823" y="477"/>
                </a:moveTo>
                <a:lnTo>
                  <a:pt x="1830" y="477"/>
                </a:lnTo>
                <a:lnTo>
                  <a:pt x="1830" y="470"/>
                </a:lnTo>
                <a:lnTo>
                  <a:pt x="1823" y="470"/>
                </a:lnTo>
                <a:lnTo>
                  <a:pt x="1823" y="477"/>
                </a:lnTo>
                <a:close/>
                <a:moveTo>
                  <a:pt x="1840" y="477"/>
                </a:moveTo>
                <a:lnTo>
                  <a:pt x="1847" y="477"/>
                </a:lnTo>
                <a:lnTo>
                  <a:pt x="1847" y="470"/>
                </a:lnTo>
                <a:lnTo>
                  <a:pt x="1840" y="470"/>
                </a:lnTo>
                <a:lnTo>
                  <a:pt x="1840" y="477"/>
                </a:lnTo>
                <a:close/>
                <a:moveTo>
                  <a:pt x="1856" y="477"/>
                </a:moveTo>
                <a:lnTo>
                  <a:pt x="1863" y="477"/>
                </a:lnTo>
                <a:lnTo>
                  <a:pt x="1863" y="470"/>
                </a:lnTo>
                <a:lnTo>
                  <a:pt x="1856" y="470"/>
                </a:lnTo>
                <a:lnTo>
                  <a:pt x="1856" y="477"/>
                </a:lnTo>
                <a:close/>
                <a:moveTo>
                  <a:pt x="1873" y="477"/>
                </a:moveTo>
                <a:lnTo>
                  <a:pt x="1880" y="477"/>
                </a:lnTo>
                <a:lnTo>
                  <a:pt x="1880" y="470"/>
                </a:lnTo>
                <a:lnTo>
                  <a:pt x="1873" y="470"/>
                </a:lnTo>
                <a:lnTo>
                  <a:pt x="1873" y="477"/>
                </a:lnTo>
                <a:close/>
                <a:moveTo>
                  <a:pt x="1889" y="477"/>
                </a:moveTo>
                <a:lnTo>
                  <a:pt x="1896" y="477"/>
                </a:lnTo>
                <a:lnTo>
                  <a:pt x="1896" y="470"/>
                </a:lnTo>
                <a:lnTo>
                  <a:pt x="1889" y="470"/>
                </a:lnTo>
                <a:lnTo>
                  <a:pt x="1889" y="477"/>
                </a:lnTo>
                <a:close/>
                <a:moveTo>
                  <a:pt x="1908" y="477"/>
                </a:moveTo>
                <a:lnTo>
                  <a:pt x="1915" y="477"/>
                </a:lnTo>
                <a:lnTo>
                  <a:pt x="1915" y="470"/>
                </a:lnTo>
                <a:lnTo>
                  <a:pt x="1908" y="470"/>
                </a:lnTo>
                <a:lnTo>
                  <a:pt x="1908" y="477"/>
                </a:lnTo>
                <a:close/>
                <a:moveTo>
                  <a:pt x="1925" y="477"/>
                </a:moveTo>
                <a:lnTo>
                  <a:pt x="1932" y="477"/>
                </a:lnTo>
                <a:lnTo>
                  <a:pt x="1932" y="470"/>
                </a:lnTo>
                <a:lnTo>
                  <a:pt x="1925" y="470"/>
                </a:lnTo>
                <a:lnTo>
                  <a:pt x="1925" y="477"/>
                </a:lnTo>
                <a:close/>
                <a:moveTo>
                  <a:pt x="1941" y="477"/>
                </a:moveTo>
                <a:lnTo>
                  <a:pt x="1949" y="477"/>
                </a:lnTo>
                <a:lnTo>
                  <a:pt x="1949" y="470"/>
                </a:lnTo>
                <a:lnTo>
                  <a:pt x="1941" y="470"/>
                </a:lnTo>
                <a:lnTo>
                  <a:pt x="1941" y="477"/>
                </a:lnTo>
                <a:close/>
                <a:moveTo>
                  <a:pt x="1958" y="477"/>
                </a:moveTo>
                <a:lnTo>
                  <a:pt x="1965" y="477"/>
                </a:lnTo>
                <a:lnTo>
                  <a:pt x="1965" y="470"/>
                </a:lnTo>
                <a:lnTo>
                  <a:pt x="1958" y="470"/>
                </a:lnTo>
                <a:lnTo>
                  <a:pt x="1958" y="477"/>
                </a:lnTo>
                <a:close/>
                <a:moveTo>
                  <a:pt x="1975" y="477"/>
                </a:moveTo>
                <a:lnTo>
                  <a:pt x="1982" y="477"/>
                </a:lnTo>
                <a:lnTo>
                  <a:pt x="1982" y="470"/>
                </a:lnTo>
                <a:lnTo>
                  <a:pt x="1975" y="470"/>
                </a:lnTo>
                <a:lnTo>
                  <a:pt x="1975" y="477"/>
                </a:lnTo>
                <a:close/>
                <a:moveTo>
                  <a:pt x="1991" y="477"/>
                </a:moveTo>
                <a:lnTo>
                  <a:pt x="1998" y="477"/>
                </a:lnTo>
                <a:lnTo>
                  <a:pt x="1998" y="470"/>
                </a:lnTo>
                <a:lnTo>
                  <a:pt x="1991" y="470"/>
                </a:lnTo>
                <a:lnTo>
                  <a:pt x="1991" y="477"/>
                </a:lnTo>
                <a:close/>
                <a:moveTo>
                  <a:pt x="2008" y="477"/>
                </a:moveTo>
                <a:lnTo>
                  <a:pt x="2015" y="477"/>
                </a:lnTo>
                <a:lnTo>
                  <a:pt x="2015" y="470"/>
                </a:lnTo>
                <a:lnTo>
                  <a:pt x="2008" y="470"/>
                </a:lnTo>
                <a:lnTo>
                  <a:pt x="2008" y="477"/>
                </a:lnTo>
                <a:close/>
                <a:moveTo>
                  <a:pt x="2024" y="477"/>
                </a:moveTo>
                <a:lnTo>
                  <a:pt x="2031" y="477"/>
                </a:lnTo>
                <a:lnTo>
                  <a:pt x="2031" y="470"/>
                </a:lnTo>
                <a:lnTo>
                  <a:pt x="2024" y="470"/>
                </a:lnTo>
                <a:lnTo>
                  <a:pt x="2024" y="477"/>
                </a:lnTo>
                <a:close/>
                <a:moveTo>
                  <a:pt x="2041" y="477"/>
                </a:moveTo>
                <a:lnTo>
                  <a:pt x="2048" y="477"/>
                </a:lnTo>
                <a:lnTo>
                  <a:pt x="2048" y="470"/>
                </a:lnTo>
                <a:lnTo>
                  <a:pt x="2041" y="470"/>
                </a:lnTo>
                <a:lnTo>
                  <a:pt x="2041" y="477"/>
                </a:lnTo>
                <a:close/>
                <a:moveTo>
                  <a:pt x="2057" y="477"/>
                </a:moveTo>
                <a:lnTo>
                  <a:pt x="2065" y="477"/>
                </a:lnTo>
                <a:lnTo>
                  <a:pt x="2065" y="470"/>
                </a:lnTo>
                <a:lnTo>
                  <a:pt x="2057" y="470"/>
                </a:lnTo>
                <a:lnTo>
                  <a:pt x="2057" y="477"/>
                </a:lnTo>
                <a:close/>
                <a:moveTo>
                  <a:pt x="2074" y="477"/>
                </a:moveTo>
                <a:lnTo>
                  <a:pt x="2081" y="477"/>
                </a:lnTo>
                <a:lnTo>
                  <a:pt x="2081" y="470"/>
                </a:lnTo>
                <a:lnTo>
                  <a:pt x="2074" y="470"/>
                </a:lnTo>
                <a:lnTo>
                  <a:pt x="2074" y="477"/>
                </a:lnTo>
                <a:close/>
                <a:moveTo>
                  <a:pt x="2091" y="477"/>
                </a:moveTo>
                <a:lnTo>
                  <a:pt x="2098" y="477"/>
                </a:lnTo>
                <a:lnTo>
                  <a:pt x="2098" y="470"/>
                </a:lnTo>
                <a:lnTo>
                  <a:pt x="2091" y="470"/>
                </a:lnTo>
                <a:lnTo>
                  <a:pt x="2091" y="477"/>
                </a:lnTo>
                <a:close/>
                <a:moveTo>
                  <a:pt x="2107" y="477"/>
                </a:moveTo>
                <a:lnTo>
                  <a:pt x="2114" y="477"/>
                </a:lnTo>
                <a:lnTo>
                  <a:pt x="2114" y="470"/>
                </a:lnTo>
                <a:lnTo>
                  <a:pt x="2107" y="470"/>
                </a:lnTo>
                <a:lnTo>
                  <a:pt x="2107" y="477"/>
                </a:lnTo>
                <a:close/>
                <a:moveTo>
                  <a:pt x="2124" y="477"/>
                </a:moveTo>
                <a:lnTo>
                  <a:pt x="2131" y="477"/>
                </a:lnTo>
                <a:lnTo>
                  <a:pt x="2131" y="470"/>
                </a:lnTo>
                <a:lnTo>
                  <a:pt x="2124" y="470"/>
                </a:lnTo>
                <a:lnTo>
                  <a:pt x="2124" y="477"/>
                </a:lnTo>
                <a:close/>
                <a:moveTo>
                  <a:pt x="2140" y="477"/>
                </a:moveTo>
                <a:lnTo>
                  <a:pt x="2147" y="477"/>
                </a:lnTo>
                <a:lnTo>
                  <a:pt x="2147" y="470"/>
                </a:lnTo>
                <a:lnTo>
                  <a:pt x="2140" y="470"/>
                </a:lnTo>
                <a:lnTo>
                  <a:pt x="2140" y="477"/>
                </a:lnTo>
                <a:close/>
                <a:moveTo>
                  <a:pt x="2159" y="477"/>
                </a:moveTo>
                <a:lnTo>
                  <a:pt x="2164" y="477"/>
                </a:lnTo>
                <a:lnTo>
                  <a:pt x="2164" y="470"/>
                </a:lnTo>
                <a:lnTo>
                  <a:pt x="2159" y="470"/>
                </a:lnTo>
                <a:lnTo>
                  <a:pt x="2159" y="477"/>
                </a:lnTo>
                <a:close/>
                <a:moveTo>
                  <a:pt x="2176" y="477"/>
                </a:moveTo>
                <a:lnTo>
                  <a:pt x="2183" y="477"/>
                </a:lnTo>
                <a:lnTo>
                  <a:pt x="2183" y="470"/>
                </a:lnTo>
                <a:lnTo>
                  <a:pt x="2176" y="470"/>
                </a:lnTo>
                <a:lnTo>
                  <a:pt x="2176" y="477"/>
                </a:lnTo>
                <a:close/>
                <a:moveTo>
                  <a:pt x="2192" y="477"/>
                </a:moveTo>
                <a:lnTo>
                  <a:pt x="2200" y="477"/>
                </a:lnTo>
                <a:lnTo>
                  <a:pt x="2200" y="470"/>
                </a:lnTo>
                <a:lnTo>
                  <a:pt x="2192" y="470"/>
                </a:lnTo>
                <a:lnTo>
                  <a:pt x="2192" y="477"/>
                </a:lnTo>
                <a:close/>
                <a:moveTo>
                  <a:pt x="2209" y="477"/>
                </a:moveTo>
                <a:lnTo>
                  <a:pt x="2216" y="477"/>
                </a:lnTo>
                <a:lnTo>
                  <a:pt x="2216" y="470"/>
                </a:lnTo>
                <a:lnTo>
                  <a:pt x="2209" y="470"/>
                </a:lnTo>
                <a:lnTo>
                  <a:pt x="2209" y="477"/>
                </a:lnTo>
                <a:close/>
                <a:moveTo>
                  <a:pt x="2226" y="477"/>
                </a:moveTo>
                <a:lnTo>
                  <a:pt x="2233" y="477"/>
                </a:lnTo>
                <a:lnTo>
                  <a:pt x="2233" y="470"/>
                </a:lnTo>
                <a:lnTo>
                  <a:pt x="2226" y="470"/>
                </a:lnTo>
                <a:lnTo>
                  <a:pt x="2226" y="477"/>
                </a:lnTo>
                <a:close/>
                <a:moveTo>
                  <a:pt x="2242" y="477"/>
                </a:moveTo>
                <a:lnTo>
                  <a:pt x="2249" y="477"/>
                </a:lnTo>
                <a:lnTo>
                  <a:pt x="2249" y="470"/>
                </a:lnTo>
                <a:lnTo>
                  <a:pt x="2242" y="470"/>
                </a:lnTo>
                <a:lnTo>
                  <a:pt x="2242" y="477"/>
                </a:lnTo>
                <a:close/>
                <a:moveTo>
                  <a:pt x="2259" y="477"/>
                </a:moveTo>
                <a:lnTo>
                  <a:pt x="2266" y="477"/>
                </a:lnTo>
                <a:lnTo>
                  <a:pt x="2266" y="470"/>
                </a:lnTo>
                <a:lnTo>
                  <a:pt x="2259" y="470"/>
                </a:lnTo>
                <a:lnTo>
                  <a:pt x="2259" y="477"/>
                </a:lnTo>
                <a:close/>
                <a:moveTo>
                  <a:pt x="2275" y="477"/>
                </a:moveTo>
                <a:lnTo>
                  <a:pt x="2282" y="477"/>
                </a:lnTo>
                <a:lnTo>
                  <a:pt x="2282" y="470"/>
                </a:lnTo>
                <a:lnTo>
                  <a:pt x="2275" y="470"/>
                </a:lnTo>
                <a:lnTo>
                  <a:pt x="2275" y="477"/>
                </a:lnTo>
                <a:close/>
                <a:moveTo>
                  <a:pt x="2292" y="477"/>
                </a:moveTo>
                <a:lnTo>
                  <a:pt x="2299" y="477"/>
                </a:lnTo>
                <a:lnTo>
                  <a:pt x="2299" y="470"/>
                </a:lnTo>
                <a:lnTo>
                  <a:pt x="2292" y="470"/>
                </a:lnTo>
                <a:lnTo>
                  <a:pt x="2292" y="477"/>
                </a:lnTo>
                <a:close/>
                <a:moveTo>
                  <a:pt x="2308" y="477"/>
                </a:moveTo>
                <a:lnTo>
                  <a:pt x="2316" y="477"/>
                </a:lnTo>
                <a:lnTo>
                  <a:pt x="2316" y="470"/>
                </a:lnTo>
                <a:lnTo>
                  <a:pt x="2308" y="470"/>
                </a:lnTo>
                <a:lnTo>
                  <a:pt x="2308" y="477"/>
                </a:lnTo>
                <a:close/>
                <a:moveTo>
                  <a:pt x="2325" y="477"/>
                </a:moveTo>
                <a:lnTo>
                  <a:pt x="2332" y="477"/>
                </a:lnTo>
                <a:lnTo>
                  <a:pt x="2332" y="470"/>
                </a:lnTo>
                <a:lnTo>
                  <a:pt x="2325" y="470"/>
                </a:lnTo>
                <a:lnTo>
                  <a:pt x="2325" y="477"/>
                </a:lnTo>
                <a:close/>
                <a:moveTo>
                  <a:pt x="2342" y="477"/>
                </a:moveTo>
                <a:lnTo>
                  <a:pt x="2349" y="477"/>
                </a:lnTo>
                <a:lnTo>
                  <a:pt x="2349" y="470"/>
                </a:lnTo>
                <a:lnTo>
                  <a:pt x="2342" y="470"/>
                </a:lnTo>
                <a:lnTo>
                  <a:pt x="2342" y="477"/>
                </a:lnTo>
                <a:close/>
                <a:moveTo>
                  <a:pt x="2358" y="477"/>
                </a:moveTo>
                <a:lnTo>
                  <a:pt x="2365" y="477"/>
                </a:lnTo>
                <a:lnTo>
                  <a:pt x="2365" y="470"/>
                </a:lnTo>
                <a:lnTo>
                  <a:pt x="2358" y="470"/>
                </a:lnTo>
                <a:lnTo>
                  <a:pt x="2358" y="477"/>
                </a:lnTo>
                <a:close/>
                <a:moveTo>
                  <a:pt x="2375" y="477"/>
                </a:moveTo>
                <a:lnTo>
                  <a:pt x="2382" y="477"/>
                </a:lnTo>
                <a:lnTo>
                  <a:pt x="2382" y="470"/>
                </a:lnTo>
                <a:lnTo>
                  <a:pt x="2375" y="470"/>
                </a:lnTo>
                <a:lnTo>
                  <a:pt x="2375" y="477"/>
                </a:lnTo>
                <a:close/>
                <a:moveTo>
                  <a:pt x="2391" y="477"/>
                </a:moveTo>
                <a:lnTo>
                  <a:pt x="2398" y="477"/>
                </a:lnTo>
                <a:lnTo>
                  <a:pt x="2398" y="470"/>
                </a:lnTo>
                <a:lnTo>
                  <a:pt x="2391" y="470"/>
                </a:lnTo>
                <a:lnTo>
                  <a:pt x="2391" y="477"/>
                </a:lnTo>
                <a:close/>
                <a:moveTo>
                  <a:pt x="2408" y="477"/>
                </a:moveTo>
                <a:lnTo>
                  <a:pt x="2415" y="477"/>
                </a:lnTo>
                <a:lnTo>
                  <a:pt x="2415" y="470"/>
                </a:lnTo>
                <a:lnTo>
                  <a:pt x="2408" y="470"/>
                </a:lnTo>
                <a:lnTo>
                  <a:pt x="2408" y="477"/>
                </a:lnTo>
                <a:close/>
                <a:moveTo>
                  <a:pt x="2427" y="477"/>
                </a:moveTo>
                <a:lnTo>
                  <a:pt x="2434" y="477"/>
                </a:lnTo>
                <a:lnTo>
                  <a:pt x="2434" y="470"/>
                </a:lnTo>
                <a:lnTo>
                  <a:pt x="2427" y="470"/>
                </a:lnTo>
                <a:lnTo>
                  <a:pt x="2427" y="477"/>
                </a:lnTo>
                <a:close/>
                <a:moveTo>
                  <a:pt x="2443" y="477"/>
                </a:moveTo>
                <a:lnTo>
                  <a:pt x="2451" y="477"/>
                </a:lnTo>
                <a:lnTo>
                  <a:pt x="2451" y="470"/>
                </a:lnTo>
                <a:lnTo>
                  <a:pt x="2443" y="470"/>
                </a:lnTo>
                <a:lnTo>
                  <a:pt x="2443" y="477"/>
                </a:lnTo>
                <a:close/>
                <a:moveTo>
                  <a:pt x="2460" y="477"/>
                </a:moveTo>
                <a:lnTo>
                  <a:pt x="2467" y="477"/>
                </a:lnTo>
                <a:lnTo>
                  <a:pt x="2467" y="470"/>
                </a:lnTo>
                <a:lnTo>
                  <a:pt x="2460" y="470"/>
                </a:lnTo>
                <a:lnTo>
                  <a:pt x="2460" y="477"/>
                </a:lnTo>
                <a:close/>
                <a:moveTo>
                  <a:pt x="2477" y="477"/>
                </a:moveTo>
                <a:lnTo>
                  <a:pt x="2484" y="477"/>
                </a:lnTo>
                <a:lnTo>
                  <a:pt x="2484" y="470"/>
                </a:lnTo>
                <a:lnTo>
                  <a:pt x="2477" y="470"/>
                </a:lnTo>
                <a:lnTo>
                  <a:pt x="2477" y="477"/>
                </a:lnTo>
                <a:close/>
                <a:moveTo>
                  <a:pt x="2493" y="477"/>
                </a:moveTo>
                <a:lnTo>
                  <a:pt x="2500" y="477"/>
                </a:lnTo>
                <a:lnTo>
                  <a:pt x="2500" y="470"/>
                </a:lnTo>
                <a:lnTo>
                  <a:pt x="2493" y="470"/>
                </a:lnTo>
                <a:lnTo>
                  <a:pt x="2493" y="477"/>
                </a:lnTo>
                <a:close/>
                <a:moveTo>
                  <a:pt x="2510" y="477"/>
                </a:moveTo>
                <a:lnTo>
                  <a:pt x="2517" y="477"/>
                </a:lnTo>
                <a:lnTo>
                  <a:pt x="2517" y="470"/>
                </a:lnTo>
                <a:lnTo>
                  <a:pt x="2510" y="470"/>
                </a:lnTo>
                <a:lnTo>
                  <a:pt x="2510" y="477"/>
                </a:lnTo>
                <a:close/>
                <a:moveTo>
                  <a:pt x="2526" y="477"/>
                </a:moveTo>
                <a:lnTo>
                  <a:pt x="2533" y="477"/>
                </a:lnTo>
                <a:lnTo>
                  <a:pt x="2533" y="470"/>
                </a:lnTo>
                <a:lnTo>
                  <a:pt x="2526" y="470"/>
                </a:lnTo>
                <a:lnTo>
                  <a:pt x="2526" y="477"/>
                </a:lnTo>
                <a:close/>
                <a:moveTo>
                  <a:pt x="2543" y="477"/>
                </a:moveTo>
                <a:lnTo>
                  <a:pt x="2550" y="477"/>
                </a:lnTo>
                <a:lnTo>
                  <a:pt x="2550" y="470"/>
                </a:lnTo>
                <a:lnTo>
                  <a:pt x="2543" y="470"/>
                </a:lnTo>
                <a:lnTo>
                  <a:pt x="2543" y="477"/>
                </a:lnTo>
                <a:close/>
                <a:moveTo>
                  <a:pt x="2560" y="477"/>
                </a:moveTo>
                <a:lnTo>
                  <a:pt x="2567" y="477"/>
                </a:lnTo>
                <a:lnTo>
                  <a:pt x="2567" y="470"/>
                </a:lnTo>
                <a:lnTo>
                  <a:pt x="2560" y="470"/>
                </a:lnTo>
                <a:lnTo>
                  <a:pt x="2560" y="477"/>
                </a:lnTo>
                <a:close/>
                <a:moveTo>
                  <a:pt x="2576" y="477"/>
                </a:moveTo>
                <a:lnTo>
                  <a:pt x="2583" y="477"/>
                </a:lnTo>
                <a:lnTo>
                  <a:pt x="2583" y="470"/>
                </a:lnTo>
                <a:lnTo>
                  <a:pt x="2576" y="470"/>
                </a:lnTo>
                <a:lnTo>
                  <a:pt x="2576" y="477"/>
                </a:lnTo>
                <a:close/>
                <a:moveTo>
                  <a:pt x="2593" y="477"/>
                </a:moveTo>
                <a:lnTo>
                  <a:pt x="2600" y="477"/>
                </a:lnTo>
                <a:lnTo>
                  <a:pt x="2600" y="470"/>
                </a:lnTo>
                <a:lnTo>
                  <a:pt x="2593" y="470"/>
                </a:lnTo>
                <a:lnTo>
                  <a:pt x="2593" y="477"/>
                </a:lnTo>
                <a:close/>
                <a:moveTo>
                  <a:pt x="2609" y="477"/>
                </a:moveTo>
                <a:lnTo>
                  <a:pt x="2616" y="477"/>
                </a:lnTo>
                <a:lnTo>
                  <a:pt x="2616" y="470"/>
                </a:lnTo>
                <a:lnTo>
                  <a:pt x="2609" y="470"/>
                </a:lnTo>
                <a:lnTo>
                  <a:pt x="2609" y="477"/>
                </a:lnTo>
                <a:close/>
                <a:moveTo>
                  <a:pt x="2626" y="477"/>
                </a:moveTo>
                <a:lnTo>
                  <a:pt x="2633" y="477"/>
                </a:lnTo>
                <a:lnTo>
                  <a:pt x="2633" y="470"/>
                </a:lnTo>
                <a:lnTo>
                  <a:pt x="2626" y="470"/>
                </a:lnTo>
                <a:lnTo>
                  <a:pt x="2626" y="477"/>
                </a:lnTo>
                <a:close/>
                <a:moveTo>
                  <a:pt x="2642" y="477"/>
                </a:moveTo>
                <a:lnTo>
                  <a:pt x="2649" y="477"/>
                </a:lnTo>
                <a:lnTo>
                  <a:pt x="2649" y="470"/>
                </a:lnTo>
                <a:lnTo>
                  <a:pt x="2642" y="470"/>
                </a:lnTo>
                <a:lnTo>
                  <a:pt x="2642" y="477"/>
                </a:lnTo>
                <a:close/>
                <a:moveTo>
                  <a:pt x="2659" y="477"/>
                </a:moveTo>
                <a:lnTo>
                  <a:pt x="2666" y="477"/>
                </a:lnTo>
                <a:lnTo>
                  <a:pt x="2666" y="470"/>
                </a:lnTo>
                <a:lnTo>
                  <a:pt x="2659" y="470"/>
                </a:lnTo>
                <a:lnTo>
                  <a:pt x="2659" y="477"/>
                </a:lnTo>
                <a:close/>
                <a:moveTo>
                  <a:pt x="2761" y="477"/>
                </a:moveTo>
                <a:lnTo>
                  <a:pt x="2768" y="477"/>
                </a:lnTo>
                <a:lnTo>
                  <a:pt x="2768" y="470"/>
                </a:lnTo>
                <a:lnTo>
                  <a:pt x="2761" y="470"/>
                </a:lnTo>
                <a:lnTo>
                  <a:pt x="2761" y="477"/>
                </a:lnTo>
                <a:close/>
                <a:moveTo>
                  <a:pt x="2777" y="477"/>
                </a:moveTo>
                <a:lnTo>
                  <a:pt x="2784" y="477"/>
                </a:lnTo>
                <a:lnTo>
                  <a:pt x="2784" y="470"/>
                </a:lnTo>
                <a:lnTo>
                  <a:pt x="2777" y="470"/>
                </a:lnTo>
                <a:lnTo>
                  <a:pt x="2777" y="477"/>
                </a:lnTo>
                <a:close/>
                <a:moveTo>
                  <a:pt x="2794" y="477"/>
                </a:moveTo>
                <a:lnTo>
                  <a:pt x="2801" y="477"/>
                </a:lnTo>
                <a:lnTo>
                  <a:pt x="2801" y="470"/>
                </a:lnTo>
                <a:lnTo>
                  <a:pt x="2794" y="470"/>
                </a:lnTo>
                <a:lnTo>
                  <a:pt x="2794" y="477"/>
                </a:lnTo>
                <a:close/>
                <a:moveTo>
                  <a:pt x="2811" y="477"/>
                </a:moveTo>
                <a:lnTo>
                  <a:pt x="2818" y="477"/>
                </a:lnTo>
                <a:lnTo>
                  <a:pt x="2818" y="470"/>
                </a:lnTo>
                <a:lnTo>
                  <a:pt x="2811" y="470"/>
                </a:lnTo>
                <a:lnTo>
                  <a:pt x="2811" y="477"/>
                </a:lnTo>
                <a:close/>
                <a:moveTo>
                  <a:pt x="350" y="494"/>
                </a:moveTo>
                <a:lnTo>
                  <a:pt x="357" y="494"/>
                </a:lnTo>
                <a:lnTo>
                  <a:pt x="357" y="487"/>
                </a:lnTo>
                <a:lnTo>
                  <a:pt x="350" y="487"/>
                </a:lnTo>
                <a:lnTo>
                  <a:pt x="350" y="494"/>
                </a:lnTo>
                <a:close/>
                <a:moveTo>
                  <a:pt x="369" y="494"/>
                </a:moveTo>
                <a:lnTo>
                  <a:pt x="376" y="494"/>
                </a:lnTo>
                <a:lnTo>
                  <a:pt x="376" y="487"/>
                </a:lnTo>
                <a:lnTo>
                  <a:pt x="369" y="487"/>
                </a:lnTo>
                <a:lnTo>
                  <a:pt x="369" y="494"/>
                </a:lnTo>
                <a:close/>
                <a:moveTo>
                  <a:pt x="386" y="494"/>
                </a:moveTo>
                <a:lnTo>
                  <a:pt x="393" y="494"/>
                </a:lnTo>
                <a:lnTo>
                  <a:pt x="393" y="487"/>
                </a:lnTo>
                <a:lnTo>
                  <a:pt x="386" y="487"/>
                </a:lnTo>
                <a:lnTo>
                  <a:pt x="386" y="494"/>
                </a:lnTo>
                <a:close/>
                <a:moveTo>
                  <a:pt x="402" y="494"/>
                </a:moveTo>
                <a:lnTo>
                  <a:pt x="409" y="494"/>
                </a:lnTo>
                <a:lnTo>
                  <a:pt x="409" y="487"/>
                </a:lnTo>
                <a:lnTo>
                  <a:pt x="402" y="487"/>
                </a:lnTo>
                <a:lnTo>
                  <a:pt x="402" y="494"/>
                </a:lnTo>
                <a:close/>
                <a:moveTo>
                  <a:pt x="419" y="494"/>
                </a:moveTo>
                <a:lnTo>
                  <a:pt x="426" y="494"/>
                </a:lnTo>
                <a:lnTo>
                  <a:pt x="426" y="487"/>
                </a:lnTo>
                <a:lnTo>
                  <a:pt x="419" y="487"/>
                </a:lnTo>
                <a:lnTo>
                  <a:pt x="419" y="494"/>
                </a:lnTo>
                <a:close/>
                <a:moveTo>
                  <a:pt x="435" y="494"/>
                </a:moveTo>
                <a:lnTo>
                  <a:pt x="442" y="494"/>
                </a:lnTo>
                <a:lnTo>
                  <a:pt x="442" y="487"/>
                </a:lnTo>
                <a:lnTo>
                  <a:pt x="435" y="487"/>
                </a:lnTo>
                <a:lnTo>
                  <a:pt x="435" y="494"/>
                </a:lnTo>
                <a:close/>
                <a:moveTo>
                  <a:pt x="452" y="494"/>
                </a:moveTo>
                <a:lnTo>
                  <a:pt x="459" y="494"/>
                </a:lnTo>
                <a:lnTo>
                  <a:pt x="459" y="487"/>
                </a:lnTo>
                <a:lnTo>
                  <a:pt x="452" y="487"/>
                </a:lnTo>
                <a:lnTo>
                  <a:pt x="452" y="494"/>
                </a:lnTo>
                <a:close/>
                <a:moveTo>
                  <a:pt x="469" y="494"/>
                </a:moveTo>
                <a:lnTo>
                  <a:pt x="476" y="494"/>
                </a:lnTo>
                <a:lnTo>
                  <a:pt x="476" y="487"/>
                </a:lnTo>
                <a:lnTo>
                  <a:pt x="469" y="487"/>
                </a:lnTo>
                <a:lnTo>
                  <a:pt x="469" y="494"/>
                </a:lnTo>
                <a:close/>
                <a:moveTo>
                  <a:pt x="485" y="494"/>
                </a:moveTo>
                <a:lnTo>
                  <a:pt x="492" y="494"/>
                </a:lnTo>
                <a:lnTo>
                  <a:pt x="492" y="487"/>
                </a:lnTo>
                <a:lnTo>
                  <a:pt x="485" y="487"/>
                </a:lnTo>
                <a:lnTo>
                  <a:pt x="485" y="494"/>
                </a:lnTo>
                <a:close/>
                <a:moveTo>
                  <a:pt x="502" y="494"/>
                </a:moveTo>
                <a:lnTo>
                  <a:pt x="509" y="494"/>
                </a:lnTo>
                <a:lnTo>
                  <a:pt x="509" y="487"/>
                </a:lnTo>
                <a:lnTo>
                  <a:pt x="502" y="487"/>
                </a:lnTo>
                <a:lnTo>
                  <a:pt x="502" y="494"/>
                </a:lnTo>
                <a:close/>
                <a:moveTo>
                  <a:pt x="518" y="494"/>
                </a:moveTo>
                <a:lnTo>
                  <a:pt x="525" y="494"/>
                </a:lnTo>
                <a:lnTo>
                  <a:pt x="525" y="487"/>
                </a:lnTo>
                <a:lnTo>
                  <a:pt x="518" y="487"/>
                </a:lnTo>
                <a:lnTo>
                  <a:pt x="518" y="494"/>
                </a:lnTo>
                <a:close/>
                <a:moveTo>
                  <a:pt x="535" y="494"/>
                </a:moveTo>
                <a:lnTo>
                  <a:pt x="542" y="494"/>
                </a:lnTo>
                <a:lnTo>
                  <a:pt x="542" y="487"/>
                </a:lnTo>
                <a:lnTo>
                  <a:pt x="535" y="487"/>
                </a:lnTo>
                <a:lnTo>
                  <a:pt x="535" y="494"/>
                </a:lnTo>
                <a:close/>
                <a:moveTo>
                  <a:pt x="551" y="494"/>
                </a:moveTo>
                <a:lnTo>
                  <a:pt x="559" y="494"/>
                </a:lnTo>
                <a:lnTo>
                  <a:pt x="559" y="487"/>
                </a:lnTo>
                <a:lnTo>
                  <a:pt x="551" y="487"/>
                </a:lnTo>
                <a:lnTo>
                  <a:pt x="551" y="494"/>
                </a:lnTo>
                <a:close/>
                <a:moveTo>
                  <a:pt x="568" y="494"/>
                </a:moveTo>
                <a:lnTo>
                  <a:pt x="575" y="494"/>
                </a:lnTo>
                <a:lnTo>
                  <a:pt x="575" y="487"/>
                </a:lnTo>
                <a:lnTo>
                  <a:pt x="568" y="487"/>
                </a:lnTo>
                <a:lnTo>
                  <a:pt x="568" y="494"/>
                </a:lnTo>
                <a:close/>
                <a:moveTo>
                  <a:pt x="585" y="494"/>
                </a:moveTo>
                <a:lnTo>
                  <a:pt x="592" y="494"/>
                </a:lnTo>
                <a:lnTo>
                  <a:pt x="592" y="487"/>
                </a:lnTo>
                <a:lnTo>
                  <a:pt x="585" y="487"/>
                </a:lnTo>
                <a:lnTo>
                  <a:pt x="585" y="494"/>
                </a:lnTo>
                <a:close/>
                <a:moveTo>
                  <a:pt x="601" y="494"/>
                </a:moveTo>
                <a:lnTo>
                  <a:pt x="608" y="494"/>
                </a:lnTo>
                <a:lnTo>
                  <a:pt x="608" y="487"/>
                </a:lnTo>
                <a:lnTo>
                  <a:pt x="601" y="487"/>
                </a:lnTo>
                <a:lnTo>
                  <a:pt x="601" y="494"/>
                </a:lnTo>
                <a:close/>
                <a:moveTo>
                  <a:pt x="620" y="494"/>
                </a:moveTo>
                <a:lnTo>
                  <a:pt x="625" y="494"/>
                </a:lnTo>
                <a:lnTo>
                  <a:pt x="625" y="487"/>
                </a:lnTo>
                <a:lnTo>
                  <a:pt x="620" y="487"/>
                </a:lnTo>
                <a:lnTo>
                  <a:pt x="620" y="494"/>
                </a:lnTo>
                <a:close/>
                <a:moveTo>
                  <a:pt x="637" y="494"/>
                </a:moveTo>
                <a:lnTo>
                  <a:pt x="644" y="494"/>
                </a:lnTo>
                <a:lnTo>
                  <a:pt x="644" y="487"/>
                </a:lnTo>
                <a:lnTo>
                  <a:pt x="637" y="487"/>
                </a:lnTo>
                <a:lnTo>
                  <a:pt x="637" y="494"/>
                </a:lnTo>
                <a:close/>
                <a:moveTo>
                  <a:pt x="653" y="494"/>
                </a:moveTo>
                <a:lnTo>
                  <a:pt x="660" y="494"/>
                </a:lnTo>
                <a:lnTo>
                  <a:pt x="660" y="487"/>
                </a:lnTo>
                <a:lnTo>
                  <a:pt x="653" y="487"/>
                </a:lnTo>
                <a:lnTo>
                  <a:pt x="653" y="494"/>
                </a:lnTo>
                <a:close/>
                <a:moveTo>
                  <a:pt x="670" y="494"/>
                </a:moveTo>
                <a:lnTo>
                  <a:pt x="677" y="494"/>
                </a:lnTo>
                <a:lnTo>
                  <a:pt x="677" y="487"/>
                </a:lnTo>
                <a:lnTo>
                  <a:pt x="670" y="487"/>
                </a:lnTo>
                <a:lnTo>
                  <a:pt x="670" y="494"/>
                </a:lnTo>
                <a:close/>
                <a:moveTo>
                  <a:pt x="686" y="494"/>
                </a:moveTo>
                <a:lnTo>
                  <a:pt x="693" y="494"/>
                </a:lnTo>
                <a:lnTo>
                  <a:pt x="693" y="487"/>
                </a:lnTo>
                <a:lnTo>
                  <a:pt x="686" y="487"/>
                </a:lnTo>
                <a:lnTo>
                  <a:pt x="686" y="494"/>
                </a:lnTo>
                <a:close/>
                <a:moveTo>
                  <a:pt x="703" y="494"/>
                </a:moveTo>
                <a:lnTo>
                  <a:pt x="710" y="494"/>
                </a:lnTo>
                <a:lnTo>
                  <a:pt x="710" y="487"/>
                </a:lnTo>
                <a:lnTo>
                  <a:pt x="703" y="487"/>
                </a:lnTo>
                <a:lnTo>
                  <a:pt x="703" y="494"/>
                </a:lnTo>
                <a:close/>
                <a:moveTo>
                  <a:pt x="720" y="494"/>
                </a:moveTo>
                <a:lnTo>
                  <a:pt x="727" y="494"/>
                </a:lnTo>
                <a:lnTo>
                  <a:pt x="727" y="487"/>
                </a:lnTo>
                <a:lnTo>
                  <a:pt x="720" y="487"/>
                </a:lnTo>
                <a:lnTo>
                  <a:pt x="720" y="494"/>
                </a:lnTo>
                <a:close/>
                <a:moveTo>
                  <a:pt x="736" y="494"/>
                </a:moveTo>
                <a:lnTo>
                  <a:pt x="743" y="494"/>
                </a:lnTo>
                <a:lnTo>
                  <a:pt x="743" y="487"/>
                </a:lnTo>
                <a:lnTo>
                  <a:pt x="736" y="487"/>
                </a:lnTo>
                <a:lnTo>
                  <a:pt x="736" y="494"/>
                </a:lnTo>
                <a:close/>
                <a:moveTo>
                  <a:pt x="753" y="494"/>
                </a:moveTo>
                <a:lnTo>
                  <a:pt x="760" y="494"/>
                </a:lnTo>
                <a:lnTo>
                  <a:pt x="760" y="487"/>
                </a:lnTo>
                <a:lnTo>
                  <a:pt x="753" y="487"/>
                </a:lnTo>
                <a:lnTo>
                  <a:pt x="753" y="494"/>
                </a:lnTo>
                <a:close/>
                <a:moveTo>
                  <a:pt x="769" y="494"/>
                </a:moveTo>
                <a:lnTo>
                  <a:pt x="776" y="494"/>
                </a:lnTo>
                <a:lnTo>
                  <a:pt x="776" y="487"/>
                </a:lnTo>
                <a:lnTo>
                  <a:pt x="769" y="487"/>
                </a:lnTo>
                <a:lnTo>
                  <a:pt x="769" y="494"/>
                </a:lnTo>
                <a:close/>
                <a:moveTo>
                  <a:pt x="786" y="494"/>
                </a:moveTo>
                <a:lnTo>
                  <a:pt x="793" y="494"/>
                </a:lnTo>
                <a:lnTo>
                  <a:pt x="793" y="487"/>
                </a:lnTo>
                <a:lnTo>
                  <a:pt x="786" y="487"/>
                </a:lnTo>
                <a:lnTo>
                  <a:pt x="786" y="494"/>
                </a:lnTo>
                <a:close/>
                <a:moveTo>
                  <a:pt x="802" y="494"/>
                </a:moveTo>
                <a:lnTo>
                  <a:pt x="810" y="494"/>
                </a:lnTo>
                <a:lnTo>
                  <a:pt x="810" y="487"/>
                </a:lnTo>
                <a:lnTo>
                  <a:pt x="802" y="487"/>
                </a:lnTo>
                <a:lnTo>
                  <a:pt x="802" y="494"/>
                </a:lnTo>
                <a:close/>
                <a:moveTo>
                  <a:pt x="819" y="494"/>
                </a:moveTo>
                <a:lnTo>
                  <a:pt x="826" y="494"/>
                </a:lnTo>
                <a:lnTo>
                  <a:pt x="826" y="487"/>
                </a:lnTo>
                <a:lnTo>
                  <a:pt x="819" y="487"/>
                </a:lnTo>
                <a:lnTo>
                  <a:pt x="819" y="494"/>
                </a:lnTo>
                <a:close/>
                <a:moveTo>
                  <a:pt x="836" y="494"/>
                </a:moveTo>
                <a:lnTo>
                  <a:pt x="843" y="494"/>
                </a:lnTo>
                <a:lnTo>
                  <a:pt x="843" y="487"/>
                </a:lnTo>
                <a:lnTo>
                  <a:pt x="836" y="487"/>
                </a:lnTo>
                <a:lnTo>
                  <a:pt x="836" y="494"/>
                </a:lnTo>
                <a:close/>
                <a:moveTo>
                  <a:pt x="852" y="494"/>
                </a:moveTo>
                <a:lnTo>
                  <a:pt x="859" y="494"/>
                </a:lnTo>
                <a:lnTo>
                  <a:pt x="859" y="487"/>
                </a:lnTo>
                <a:lnTo>
                  <a:pt x="852" y="487"/>
                </a:lnTo>
                <a:lnTo>
                  <a:pt x="852" y="494"/>
                </a:lnTo>
                <a:close/>
                <a:moveTo>
                  <a:pt x="871" y="494"/>
                </a:moveTo>
                <a:lnTo>
                  <a:pt x="876" y="494"/>
                </a:lnTo>
                <a:lnTo>
                  <a:pt x="876" y="487"/>
                </a:lnTo>
                <a:lnTo>
                  <a:pt x="871" y="487"/>
                </a:lnTo>
                <a:lnTo>
                  <a:pt x="871" y="494"/>
                </a:lnTo>
                <a:close/>
                <a:moveTo>
                  <a:pt x="888" y="494"/>
                </a:moveTo>
                <a:lnTo>
                  <a:pt x="895" y="494"/>
                </a:lnTo>
                <a:lnTo>
                  <a:pt x="895" y="487"/>
                </a:lnTo>
                <a:lnTo>
                  <a:pt x="888" y="487"/>
                </a:lnTo>
                <a:lnTo>
                  <a:pt x="888" y="494"/>
                </a:lnTo>
                <a:close/>
                <a:moveTo>
                  <a:pt x="904" y="494"/>
                </a:moveTo>
                <a:lnTo>
                  <a:pt x="911" y="494"/>
                </a:lnTo>
                <a:lnTo>
                  <a:pt x="911" y="487"/>
                </a:lnTo>
                <a:lnTo>
                  <a:pt x="904" y="487"/>
                </a:lnTo>
                <a:lnTo>
                  <a:pt x="904" y="494"/>
                </a:lnTo>
                <a:close/>
                <a:moveTo>
                  <a:pt x="921" y="494"/>
                </a:moveTo>
                <a:lnTo>
                  <a:pt x="928" y="494"/>
                </a:lnTo>
                <a:lnTo>
                  <a:pt x="928" y="487"/>
                </a:lnTo>
                <a:lnTo>
                  <a:pt x="921" y="487"/>
                </a:lnTo>
                <a:lnTo>
                  <a:pt x="921" y="494"/>
                </a:lnTo>
                <a:close/>
                <a:moveTo>
                  <a:pt x="937" y="494"/>
                </a:moveTo>
                <a:lnTo>
                  <a:pt x="944" y="494"/>
                </a:lnTo>
                <a:lnTo>
                  <a:pt x="944" y="487"/>
                </a:lnTo>
                <a:lnTo>
                  <a:pt x="937" y="487"/>
                </a:lnTo>
                <a:lnTo>
                  <a:pt x="937" y="494"/>
                </a:lnTo>
                <a:close/>
                <a:moveTo>
                  <a:pt x="954" y="494"/>
                </a:moveTo>
                <a:lnTo>
                  <a:pt x="961" y="494"/>
                </a:lnTo>
                <a:lnTo>
                  <a:pt x="961" y="487"/>
                </a:lnTo>
                <a:lnTo>
                  <a:pt x="954" y="487"/>
                </a:lnTo>
                <a:lnTo>
                  <a:pt x="954" y="494"/>
                </a:lnTo>
                <a:close/>
                <a:moveTo>
                  <a:pt x="971" y="494"/>
                </a:moveTo>
                <a:lnTo>
                  <a:pt x="978" y="494"/>
                </a:lnTo>
                <a:lnTo>
                  <a:pt x="978" y="487"/>
                </a:lnTo>
                <a:lnTo>
                  <a:pt x="971" y="487"/>
                </a:lnTo>
                <a:lnTo>
                  <a:pt x="971" y="494"/>
                </a:lnTo>
                <a:close/>
                <a:moveTo>
                  <a:pt x="987" y="494"/>
                </a:moveTo>
                <a:lnTo>
                  <a:pt x="994" y="494"/>
                </a:lnTo>
                <a:lnTo>
                  <a:pt x="994" y="487"/>
                </a:lnTo>
                <a:lnTo>
                  <a:pt x="987" y="487"/>
                </a:lnTo>
                <a:lnTo>
                  <a:pt x="987" y="494"/>
                </a:lnTo>
                <a:close/>
                <a:moveTo>
                  <a:pt x="1371" y="494"/>
                </a:moveTo>
                <a:lnTo>
                  <a:pt x="1378" y="494"/>
                </a:lnTo>
                <a:lnTo>
                  <a:pt x="1378" y="487"/>
                </a:lnTo>
                <a:lnTo>
                  <a:pt x="1371" y="487"/>
                </a:lnTo>
                <a:lnTo>
                  <a:pt x="1371" y="494"/>
                </a:lnTo>
                <a:close/>
                <a:moveTo>
                  <a:pt x="1390" y="494"/>
                </a:moveTo>
                <a:lnTo>
                  <a:pt x="1394" y="494"/>
                </a:lnTo>
                <a:lnTo>
                  <a:pt x="1394" y="487"/>
                </a:lnTo>
                <a:lnTo>
                  <a:pt x="1390" y="487"/>
                </a:lnTo>
                <a:lnTo>
                  <a:pt x="1390" y="494"/>
                </a:lnTo>
                <a:close/>
                <a:moveTo>
                  <a:pt x="1406" y="494"/>
                </a:moveTo>
                <a:lnTo>
                  <a:pt x="1413" y="494"/>
                </a:lnTo>
                <a:lnTo>
                  <a:pt x="1413" y="487"/>
                </a:lnTo>
                <a:lnTo>
                  <a:pt x="1406" y="487"/>
                </a:lnTo>
                <a:lnTo>
                  <a:pt x="1406" y="494"/>
                </a:lnTo>
                <a:close/>
                <a:moveTo>
                  <a:pt x="1423" y="494"/>
                </a:moveTo>
                <a:lnTo>
                  <a:pt x="1430" y="494"/>
                </a:lnTo>
                <a:lnTo>
                  <a:pt x="1430" y="487"/>
                </a:lnTo>
                <a:lnTo>
                  <a:pt x="1423" y="487"/>
                </a:lnTo>
                <a:lnTo>
                  <a:pt x="1423" y="494"/>
                </a:lnTo>
                <a:close/>
                <a:moveTo>
                  <a:pt x="1439" y="494"/>
                </a:moveTo>
                <a:lnTo>
                  <a:pt x="1447" y="494"/>
                </a:lnTo>
                <a:lnTo>
                  <a:pt x="1447" y="487"/>
                </a:lnTo>
                <a:lnTo>
                  <a:pt x="1439" y="487"/>
                </a:lnTo>
                <a:lnTo>
                  <a:pt x="1439" y="494"/>
                </a:lnTo>
                <a:close/>
                <a:moveTo>
                  <a:pt x="1456" y="494"/>
                </a:moveTo>
                <a:lnTo>
                  <a:pt x="1463" y="494"/>
                </a:lnTo>
                <a:lnTo>
                  <a:pt x="1463" y="487"/>
                </a:lnTo>
                <a:lnTo>
                  <a:pt x="1456" y="487"/>
                </a:lnTo>
                <a:lnTo>
                  <a:pt x="1456" y="494"/>
                </a:lnTo>
                <a:close/>
                <a:moveTo>
                  <a:pt x="1473" y="494"/>
                </a:moveTo>
                <a:lnTo>
                  <a:pt x="1480" y="494"/>
                </a:lnTo>
                <a:lnTo>
                  <a:pt x="1480" y="487"/>
                </a:lnTo>
                <a:lnTo>
                  <a:pt x="1473" y="487"/>
                </a:lnTo>
                <a:lnTo>
                  <a:pt x="1473" y="494"/>
                </a:lnTo>
                <a:close/>
                <a:moveTo>
                  <a:pt x="1489" y="494"/>
                </a:moveTo>
                <a:lnTo>
                  <a:pt x="1496" y="494"/>
                </a:lnTo>
                <a:lnTo>
                  <a:pt x="1496" y="487"/>
                </a:lnTo>
                <a:lnTo>
                  <a:pt x="1489" y="487"/>
                </a:lnTo>
                <a:lnTo>
                  <a:pt x="1489" y="494"/>
                </a:lnTo>
                <a:close/>
                <a:moveTo>
                  <a:pt x="1506" y="494"/>
                </a:moveTo>
                <a:lnTo>
                  <a:pt x="1513" y="494"/>
                </a:lnTo>
                <a:lnTo>
                  <a:pt x="1513" y="487"/>
                </a:lnTo>
                <a:lnTo>
                  <a:pt x="1506" y="487"/>
                </a:lnTo>
                <a:lnTo>
                  <a:pt x="1506" y="494"/>
                </a:lnTo>
                <a:close/>
                <a:moveTo>
                  <a:pt x="1522" y="494"/>
                </a:moveTo>
                <a:lnTo>
                  <a:pt x="1529" y="494"/>
                </a:lnTo>
                <a:lnTo>
                  <a:pt x="1529" y="487"/>
                </a:lnTo>
                <a:lnTo>
                  <a:pt x="1522" y="487"/>
                </a:lnTo>
                <a:lnTo>
                  <a:pt x="1522" y="494"/>
                </a:lnTo>
                <a:close/>
                <a:moveTo>
                  <a:pt x="1539" y="494"/>
                </a:moveTo>
                <a:lnTo>
                  <a:pt x="1546" y="494"/>
                </a:lnTo>
                <a:lnTo>
                  <a:pt x="1546" y="487"/>
                </a:lnTo>
                <a:lnTo>
                  <a:pt x="1539" y="487"/>
                </a:lnTo>
                <a:lnTo>
                  <a:pt x="1539" y="494"/>
                </a:lnTo>
                <a:close/>
                <a:moveTo>
                  <a:pt x="1555" y="494"/>
                </a:moveTo>
                <a:lnTo>
                  <a:pt x="1563" y="494"/>
                </a:lnTo>
                <a:lnTo>
                  <a:pt x="1563" y="487"/>
                </a:lnTo>
                <a:lnTo>
                  <a:pt x="1555" y="487"/>
                </a:lnTo>
                <a:lnTo>
                  <a:pt x="1555" y="494"/>
                </a:lnTo>
                <a:close/>
                <a:moveTo>
                  <a:pt x="1572" y="494"/>
                </a:moveTo>
                <a:lnTo>
                  <a:pt x="1579" y="494"/>
                </a:lnTo>
                <a:lnTo>
                  <a:pt x="1579" y="487"/>
                </a:lnTo>
                <a:lnTo>
                  <a:pt x="1572" y="487"/>
                </a:lnTo>
                <a:lnTo>
                  <a:pt x="1572" y="494"/>
                </a:lnTo>
                <a:close/>
                <a:moveTo>
                  <a:pt x="1589" y="494"/>
                </a:moveTo>
                <a:lnTo>
                  <a:pt x="1596" y="494"/>
                </a:lnTo>
                <a:lnTo>
                  <a:pt x="1596" y="487"/>
                </a:lnTo>
                <a:lnTo>
                  <a:pt x="1589" y="487"/>
                </a:lnTo>
                <a:lnTo>
                  <a:pt x="1589" y="494"/>
                </a:lnTo>
                <a:close/>
                <a:moveTo>
                  <a:pt x="1605" y="494"/>
                </a:moveTo>
                <a:lnTo>
                  <a:pt x="1612" y="494"/>
                </a:lnTo>
                <a:lnTo>
                  <a:pt x="1612" y="487"/>
                </a:lnTo>
                <a:lnTo>
                  <a:pt x="1605" y="487"/>
                </a:lnTo>
                <a:lnTo>
                  <a:pt x="1605" y="494"/>
                </a:lnTo>
                <a:close/>
                <a:moveTo>
                  <a:pt x="1622" y="494"/>
                </a:moveTo>
                <a:lnTo>
                  <a:pt x="1629" y="494"/>
                </a:lnTo>
                <a:lnTo>
                  <a:pt x="1629" y="487"/>
                </a:lnTo>
                <a:lnTo>
                  <a:pt x="1622" y="487"/>
                </a:lnTo>
                <a:lnTo>
                  <a:pt x="1622" y="494"/>
                </a:lnTo>
                <a:close/>
                <a:moveTo>
                  <a:pt x="1638" y="494"/>
                </a:moveTo>
                <a:lnTo>
                  <a:pt x="1645" y="494"/>
                </a:lnTo>
                <a:lnTo>
                  <a:pt x="1645" y="487"/>
                </a:lnTo>
                <a:lnTo>
                  <a:pt x="1638" y="487"/>
                </a:lnTo>
                <a:lnTo>
                  <a:pt x="1638" y="494"/>
                </a:lnTo>
                <a:close/>
                <a:moveTo>
                  <a:pt x="1657" y="494"/>
                </a:moveTo>
                <a:lnTo>
                  <a:pt x="1664" y="494"/>
                </a:lnTo>
                <a:lnTo>
                  <a:pt x="1664" y="487"/>
                </a:lnTo>
                <a:lnTo>
                  <a:pt x="1657" y="487"/>
                </a:lnTo>
                <a:lnTo>
                  <a:pt x="1657" y="494"/>
                </a:lnTo>
                <a:close/>
                <a:moveTo>
                  <a:pt x="1674" y="494"/>
                </a:moveTo>
                <a:lnTo>
                  <a:pt x="1681" y="494"/>
                </a:lnTo>
                <a:lnTo>
                  <a:pt x="1681" y="487"/>
                </a:lnTo>
                <a:lnTo>
                  <a:pt x="1674" y="487"/>
                </a:lnTo>
                <a:lnTo>
                  <a:pt x="1674" y="494"/>
                </a:lnTo>
                <a:close/>
                <a:moveTo>
                  <a:pt x="1690" y="494"/>
                </a:moveTo>
                <a:lnTo>
                  <a:pt x="1698" y="494"/>
                </a:lnTo>
                <a:lnTo>
                  <a:pt x="1698" y="487"/>
                </a:lnTo>
                <a:lnTo>
                  <a:pt x="1690" y="487"/>
                </a:lnTo>
                <a:lnTo>
                  <a:pt x="1690" y="494"/>
                </a:lnTo>
                <a:close/>
                <a:moveTo>
                  <a:pt x="1707" y="494"/>
                </a:moveTo>
                <a:lnTo>
                  <a:pt x="1714" y="494"/>
                </a:lnTo>
                <a:lnTo>
                  <a:pt x="1714" y="487"/>
                </a:lnTo>
                <a:lnTo>
                  <a:pt x="1707" y="487"/>
                </a:lnTo>
                <a:lnTo>
                  <a:pt x="1707" y="494"/>
                </a:lnTo>
                <a:close/>
                <a:moveTo>
                  <a:pt x="1724" y="494"/>
                </a:moveTo>
                <a:lnTo>
                  <a:pt x="1731" y="494"/>
                </a:lnTo>
                <a:lnTo>
                  <a:pt x="1731" y="487"/>
                </a:lnTo>
                <a:lnTo>
                  <a:pt x="1724" y="487"/>
                </a:lnTo>
                <a:lnTo>
                  <a:pt x="1724" y="494"/>
                </a:lnTo>
                <a:close/>
                <a:moveTo>
                  <a:pt x="1740" y="494"/>
                </a:moveTo>
                <a:lnTo>
                  <a:pt x="1747" y="494"/>
                </a:lnTo>
                <a:lnTo>
                  <a:pt x="1747" y="487"/>
                </a:lnTo>
                <a:lnTo>
                  <a:pt x="1740" y="487"/>
                </a:lnTo>
                <a:lnTo>
                  <a:pt x="1740" y="494"/>
                </a:lnTo>
                <a:close/>
                <a:moveTo>
                  <a:pt x="1757" y="494"/>
                </a:moveTo>
                <a:lnTo>
                  <a:pt x="1764" y="494"/>
                </a:lnTo>
                <a:lnTo>
                  <a:pt x="1764" y="487"/>
                </a:lnTo>
                <a:lnTo>
                  <a:pt x="1757" y="487"/>
                </a:lnTo>
                <a:lnTo>
                  <a:pt x="1757" y="494"/>
                </a:lnTo>
                <a:close/>
                <a:moveTo>
                  <a:pt x="1773" y="494"/>
                </a:moveTo>
                <a:lnTo>
                  <a:pt x="1780" y="494"/>
                </a:lnTo>
                <a:lnTo>
                  <a:pt x="1780" y="487"/>
                </a:lnTo>
                <a:lnTo>
                  <a:pt x="1773" y="487"/>
                </a:lnTo>
                <a:lnTo>
                  <a:pt x="1773" y="494"/>
                </a:lnTo>
                <a:close/>
                <a:moveTo>
                  <a:pt x="1790" y="494"/>
                </a:moveTo>
                <a:lnTo>
                  <a:pt x="1797" y="494"/>
                </a:lnTo>
                <a:lnTo>
                  <a:pt x="1797" y="487"/>
                </a:lnTo>
                <a:lnTo>
                  <a:pt x="1790" y="487"/>
                </a:lnTo>
                <a:lnTo>
                  <a:pt x="1790" y="494"/>
                </a:lnTo>
                <a:close/>
                <a:moveTo>
                  <a:pt x="1806" y="494"/>
                </a:moveTo>
                <a:lnTo>
                  <a:pt x="1814" y="494"/>
                </a:lnTo>
                <a:lnTo>
                  <a:pt x="1814" y="487"/>
                </a:lnTo>
                <a:lnTo>
                  <a:pt x="1806" y="487"/>
                </a:lnTo>
                <a:lnTo>
                  <a:pt x="1806" y="494"/>
                </a:lnTo>
                <a:close/>
                <a:moveTo>
                  <a:pt x="1823" y="494"/>
                </a:moveTo>
                <a:lnTo>
                  <a:pt x="1830" y="494"/>
                </a:lnTo>
                <a:lnTo>
                  <a:pt x="1830" y="487"/>
                </a:lnTo>
                <a:lnTo>
                  <a:pt x="1823" y="487"/>
                </a:lnTo>
                <a:lnTo>
                  <a:pt x="1823" y="494"/>
                </a:lnTo>
                <a:close/>
                <a:moveTo>
                  <a:pt x="1840" y="494"/>
                </a:moveTo>
                <a:lnTo>
                  <a:pt x="1847" y="494"/>
                </a:lnTo>
                <a:lnTo>
                  <a:pt x="1847" y="487"/>
                </a:lnTo>
                <a:lnTo>
                  <a:pt x="1840" y="487"/>
                </a:lnTo>
                <a:lnTo>
                  <a:pt x="1840" y="494"/>
                </a:lnTo>
                <a:close/>
                <a:moveTo>
                  <a:pt x="1856" y="494"/>
                </a:moveTo>
                <a:lnTo>
                  <a:pt x="1863" y="494"/>
                </a:lnTo>
                <a:lnTo>
                  <a:pt x="1863" y="487"/>
                </a:lnTo>
                <a:lnTo>
                  <a:pt x="1856" y="487"/>
                </a:lnTo>
                <a:lnTo>
                  <a:pt x="1856" y="494"/>
                </a:lnTo>
                <a:close/>
                <a:moveTo>
                  <a:pt x="1873" y="494"/>
                </a:moveTo>
                <a:lnTo>
                  <a:pt x="1880" y="494"/>
                </a:lnTo>
                <a:lnTo>
                  <a:pt x="1880" y="487"/>
                </a:lnTo>
                <a:lnTo>
                  <a:pt x="1873" y="487"/>
                </a:lnTo>
                <a:lnTo>
                  <a:pt x="1873" y="494"/>
                </a:lnTo>
                <a:close/>
                <a:moveTo>
                  <a:pt x="1889" y="494"/>
                </a:moveTo>
                <a:lnTo>
                  <a:pt x="1896" y="494"/>
                </a:lnTo>
                <a:lnTo>
                  <a:pt x="1896" y="487"/>
                </a:lnTo>
                <a:lnTo>
                  <a:pt x="1889" y="487"/>
                </a:lnTo>
                <a:lnTo>
                  <a:pt x="1889" y="494"/>
                </a:lnTo>
                <a:close/>
                <a:moveTo>
                  <a:pt x="1908" y="494"/>
                </a:moveTo>
                <a:lnTo>
                  <a:pt x="1915" y="494"/>
                </a:lnTo>
                <a:lnTo>
                  <a:pt x="1915" y="487"/>
                </a:lnTo>
                <a:lnTo>
                  <a:pt x="1908" y="487"/>
                </a:lnTo>
                <a:lnTo>
                  <a:pt x="1908" y="494"/>
                </a:lnTo>
                <a:close/>
                <a:moveTo>
                  <a:pt x="1925" y="494"/>
                </a:moveTo>
                <a:lnTo>
                  <a:pt x="1932" y="494"/>
                </a:lnTo>
                <a:lnTo>
                  <a:pt x="1932" y="487"/>
                </a:lnTo>
                <a:lnTo>
                  <a:pt x="1925" y="487"/>
                </a:lnTo>
                <a:lnTo>
                  <a:pt x="1925" y="494"/>
                </a:lnTo>
                <a:close/>
                <a:moveTo>
                  <a:pt x="1941" y="494"/>
                </a:moveTo>
                <a:lnTo>
                  <a:pt x="1949" y="494"/>
                </a:lnTo>
                <a:lnTo>
                  <a:pt x="1949" y="487"/>
                </a:lnTo>
                <a:lnTo>
                  <a:pt x="1941" y="487"/>
                </a:lnTo>
                <a:lnTo>
                  <a:pt x="1941" y="494"/>
                </a:lnTo>
                <a:close/>
                <a:moveTo>
                  <a:pt x="1958" y="494"/>
                </a:moveTo>
                <a:lnTo>
                  <a:pt x="1965" y="494"/>
                </a:lnTo>
                <a:lnTo>
                  <a:pt x="1965" y="487"/>
                </a:lnTo>
                <a:lnTo>
                  <a:pt x="1958" y="487"/>
                </a:lnTo>
                <a:lnTo>
                  <a:pt x="1958" y="494"/>
                </a:lnTo>
                <a:close/>
                <a:moveTo>
                  <a:pt x="1975" y="494"/>
                </a:moveTo>
                <a:lnTo>
                  <a:pt x="1982" y="494"/>
                </a:lnTo>
                <a:lnTo>
                  <a:pt x="1982" y="487"/>
                </a:lnTo>
                <a:lnTo>
                  <a:pt x="1975" y="487"/>
                </a:lnTo>
                <a:lnTo>
                  <a:pt x="1975" y="494"/>
                </a:lnTo>
                <a:close/>
                <a:moveTo>
                  <a:pt x="1991" y="494"/>
                </a:moveTo>
                <a:lnTo>
                  <a:pt x="1998" y="494"/>
                </a:lnTo>
                <a:lnTo>
                  <a:pt x="1998" y="487"/>
                </a:lnTo>
                <a:lnTo>
                  <a:pt x="1991" y="487"/>
                </a:lnTo>
                <a:lnTo>
                  <a:pt x="1991" y="494"/>
                </a:lnTo>
                <a:close/>
                <a:moveTo>
                  <a:pt x="2008" y="494"/>
                </a:moveTo>
                <a:lnTo>
                  <a:pt x="2015" y="494"/>
                </a:lnTo>
                <a:lnTo>
                  <a:pt x="2015" y="487"/>
                </a:lnTo>
                <a:lnTo>
                  <a:pt x="2008" y="487"/>
                </a:lnTo>
                <a:lnTo>
                  <a:pt x="2008" y="494"/>
                </a:lnTo>
                <a:close/>
                <a:moveTo>
                  <a:pt x="2024" y="494"/>
                </a:moveTo>
                <a:lnTo>
                  <a:pt x="2031" y="494"/>
                </a:lnTo>
                <a:lnTo>
                  <a:pt x="2031" y="487"/>
                </a:lnTo>
                <a:lnTo>
                  <a:pt x="2024" y="487"/>
                </a:lnTo>
                <a:lnTo>
                  <a:pt x="2024" y="494"/>
                </a:lnTo>
                <a:close/>
                <a:moveTo>
                  <a:pt x="2041" y="494"/>
                </a:moveTo>
                <a:lnTo>
                  <a:pt x="2048" y="494"/>
                </a:lnTo>
                <a:lnTo>
                  <a:pt x="2048" y="487"/>
                </a:lnTo>
                <a:lnTo>
                  <a:pt x="2041" y="487"/>
                </a:lnTo>
                <a:lnTo>
                  <a:pt x="2041" y="494"/>
                </a:lnTo>
                <a:close/>
                <a:moveTo>
                  <a:pt x="2057" y="494"/>
                </a:moveTo>
                <a:lnTo>
                  <a:pt x="2065" y="494"/>
                </a:lnTo>
                <a:lnTo>
                  <a:pt x="2065" y="487"/>
                </a:lnTo>
                <a:lnTo>
                  <a:pt x="2057" y="487"/>
                </a:lnTo>
                <a:lnTo>
                  <a:pt x="2057" y="494"/>
                </a:lnTo>
                <a:close/>
                <a:moveTo>
                  <a:pt x="2074" y="494"/>
                </a:moveTo>
                <a:lnTo>
                  <a:pt x="2081" y="494"/>
                </a:lnTo>
                <a:lnTo>
                  <a:pt x="2081" y="487"/>
                </a:lnTo>
                <a:lnTo>
                  <a:pt x="2074" y="487"/>
                </a:lnTo>
                <a:lnTo>
                  <a:pt x="2074" y="494"/>
                </a:lnTo>
                <a:close/>
                <a:moveTo>
                  <a:pt x="2091" y="494"/>
                </a:moveTo>
                <a:lnTo>
                  <a:pt x="2098" y="494"/>
                </a:lnTo>
                <a:lnTo>
                  <a:pt x="2098" y="487"/>
                </a:lnTo>
                <a:lnTo>
                  <a:pt x="2091" y="487"/>
                </a:lnTo>
                <a:lnTo>
                  <a:pt x="2091" y="494"/>
                </a:lnTo>
                <a:close/>
                <a:moveTo>
                  <a:pt x="2107" y="494"/>
                </a:moveTo>
                <a:lnTo>
                  <a:pt x="2114" y="494"/>
                </a:lnTo>
                <a:lnTo>
                  <a:pt x="2114" y="487"/>
                </a:lnTo>
                <a:lnTo>
                  <a:pt x="2107" y="487"/>
                </a:lnTo>
                <a:lnTo>
                  <a:pt x="2107" y="494"/>
                </a:lnTo>
                <a:close/>
                <a:moveTo>
                  <a:pt x="2124" y="494"/>
                </a:moveTo>
                <a:lnTo>
                  <a:pt x="2131" y="494"/>
                </a:lnTo>
                <a:lnTo>
                  <a:pt x="2131" y="487"/>
                </a:lnTo>
                <a:lnTo>
                  <a:pt x="2124" y="487"/>
                </a:lnTo>
                <a:lnTo>
                  <a:pt x="2124" y="494"/>
                </a:lnTo>
                <a:close/>
                <a:moveTo>
                  <a:pt x="2140" y="494"/>
                </a:moveTo>
                <a:lnTo>
                  <a:pt x="2147" y="494"/>
                </a:lnTo>
                <a:lnTo>
                  <a:pt x="2147" y="487"/>
                </a:lnTo>
                <a:lnTo>
                  <a:pt x="2140" y="487"/>
                </a:lnTo>
                <a:lnTo>
                  <a:pt x="2140" y="494"/>
                </a:lnTo>
                <a:close/>
                <a:moveTo>
                  <a:pt x="2159" y="494"/>
                </a:moveTo>
                <a:lnTo>
                  <a:pt x="2164" y="494"/>
                </a:lnTo>
                <a:lnTo>
                  <a:pt x="2164" y="487"/>
                </a:lnTo>
                <a:lnTo>
                  <a:pt x="2159" y="487"/>
                </a:lnTo>
                <a:lnTo>
                  <a:pt x="2159" y="494"/>
                </a:lnTo>
                <a:close/>
                <a:moveTo>
                  <a:pt x="2176" y="494"/>
                </a:moveTo>
                <a:lnTo>
                  <a:pt x="2183" y="494"/>
                </a:lnTo>
                <a:lnTo>
                  <a:pt x="2183" y="487"/>
                </a:lnTo>
                <a:lnTo>
                  <a:pt x="2176" y="487"/>
                </a:lnTo>
                <a:lnTo>
                  <a:pt x="2176" y="494"/>
                </a:lnTo>
                <a:close/>
                <a:moveTo>
                  <a:pt x="2192" y="494"/>
                </a:moveTo>
                <a:lnTo>
                  <a:pt x="2200" y="494"/>
                </a:lnTo>
                <a:lnTo>
                  <a:pt x="2200" y="487"/>
                </a:lnTo>
                <a:lnTo>
                  <a:pt x="2192" y="487"/>
                </a:lnTo>
                <a:lnTo>
                  <a:pt x="2192" y="494"/>
                </a:lnTo>
                <a:close/>
                <a:moveTo>
                  <a:pt x="2209" y="494"/>
                </a:moveTo>
                <a:lnTo>
                  <a:pt x="2216" y="494"/>
                </a:lnTo>
                <a:lnTo>
                  <a:pt x="2216" y="487"/>
                </a:lnTo>
                <a:lnTo>
                  <a:pt x="2209" y="487"/>
                </a:lnTo>
                <a:lnTo>
                  <a:pt x="2209" y="494"/>
                </a:lnTo>
                <a:close/>
                <a:moveTo>
                  <a:pt x="2226" y="494"/>
                </a:moveTo>
                <a:lnTo>
                  <a:pt x="2233" y="494"/>
                </a:lnTo>
                <a:lnTo>
                  <a:pt x="2233" y="487"/>
                </a:lnTo>
                <a:lnTo>
                  <a:pt x="2226" y="487"/>
                </a:lnTo>
                <a:lnTo>
                  <a:pt x="2226" y="494"/>
                </a:lnTo>
                <a:close/>
                <a:moveTo>
                  <a:pt x="2242" y="494"/>
                </a:moveTo>
                <a:lnTo>
                  <a:pt x="2249" y="494"/>
                </a:lnTo>
                <a:lnTo>
                  <a:pt x="2249" y="487"/>
                </a:lnTo>
                <a:lnTo>
                  <a:pt x="2242" y="487"/>
                </a:lnTo>
                <a:lnTo>
                  <a:pt x="2242" y="494"/>
                </a:lnTo>
                <a:close/>
                <a:moveTo>
                  <a:pt x="2259" y="494"/>
                </a:moveTo>
                <a:lnTo>
                  <a:pt x="2266" y="494"/>
                </a:lnTo>
                <a:lnTo>
                  <a:pt x="2266" y="487"/>
                </a:lnTo>
                <a:lnTo>
                  <a:pt x="2259" y="487"/>
                </a:lnTo>
                <a:lnTo>
                  <a:pt x="2259" y="494"/>
                </a:lnTo>
                <a:close/>
                <a:moveTo>
                  <a:pt x="2275" y="494"/>
                </a:moveTo>
                <a:lnTo>
                  <a:pt x="2282" y="494"/>
                </a:lnTo>
                <a:lnTo>
                  <a:pt x="2282" y="487"/>
                </a:lnTo>
                <a:lnTo>
                  <a:pt x="2275" y="487"/>
                </a:lnTo>
                <a:lnTo>
                  <a:pt x="2275" y="494"/>
                </a:lnTo>
                <a:close/>
                <a:moveTo>
                  <a:pt x="2292" y="494"/>
                </a:moveTo>
                <a:lnTo>
                  <a:pt x="2299" y="494"/>
                </a:lnTo>
                <a:lnTo>
                  <a:pt x="2299" y="487"/>
                </a:lnTo>
                <a:lnTo>
                  <a:pt x="2292" y="487"/>
                </a:lnTo>
                <a:lnTo>
                  <a:pt x="2292" y="494"/>
                </a:lnTo>
                <a:close/>
                <a:moveTo>
                  <a:pt x="2308" y="494"/>
                </a:moveTo>
                <a:lnTo>
                  <a:pt x="2316" y="494"/>
                </a:lnTo>
                <a:lnTo>
                  <a:pt x="2316" y="487"/>
                </a:lnTo>
                <a:lnTo>
                  <a:pt x="2308" y="487"/>
                </a:lnTo>
                <a:lnTo>
                  <a:pt x="2308" y="494"/>
                </a:lnTo>
                <a:close/>
                <a:moveTo>
                  <a:pt x="2325" y="494"/>
                </a:moveTo>
                <a:lnTo>
                  <a:pt x="2332" y="494"/>
                </a:lnTo>
                <a:lnTo>
                  <a:pt x="2332" y="487"/>
                </a:lnTo>
                <a:lnTo>
                  <a:pt x="2325" y="487"/>
                </a:lnTo>
                <a:lnTo>
                  <a:pt x="2325" y="494"/>
                </a:lnTo>
                <a:close/>
                <a:moveTo>
                  <a:pt x="2342" y="494"/>
                </a:moveTo>
                <a:lnTo>
                  <a:pt x="2349" y="494"/>
                </a:lnTo>
                <a:lnTo>
                  <a:pt x="2349" y="487"/>
                </a:lnTo>
                <a:lnTo>
                  <a:pt x="2342" y="487"/>
                </a:lnTo>
                <a:lnTo>
                  <a:pt x="2342" y="494"/>
                </a:lnTo>
                <a:close/>
                <a:moveTo>
                  <a:pt x="2358" y="494"/>
                </a:moveTo>
                <a:lnTo>
                  <a:pt x="2365" y="494"/>
                </a:lnTo>
                <a:lnTo>
                  <a:pt x="2365" y="487"/>
                </a:lnTo>
                <a:lnTo>
                  <a:pt x="2358" y="487"/>
                </a:lnTo>
                <a:lnTo>
                  <a:pt x="2358" y="494"/>
                </a:lnTo>
                <a:close/>
                <a:moveTo>
                  <a:pt x="2375" y="494"/>
                </a:moveTo>
                <a:lnTo>
                  <a:pt x="2382" y="494"/>
                </a:lnTo>
                <a:lnTo>
                  <a:pt x="2382" y="487"/>
                </a:lnTo>
                <a:lnTo>
                  <a:pt x="2375" y="487"/>
                </a:lnTo>
                <a:lnTo>
                  <a:pt x="2375" y="494"/>
                </a:lnTo>
                <a:close/>
                <a:moveTo>
                  <a:pt x="2391" y="494"/>
                </a:moveTo>
                <a:lnTo>
                  <a:pt x="2398" y="494"/>
                </a:lnTo>
                <a:lnTo>
                  <a:pt x="2398" y="487"/>
                </a:lnTo>
                <a:lnTo>
                  <a:pt x="2391" y="487"/>
                </a:lnTo>
                <a:lnTo>
                  <a:pt x="2391" y="494"/>
                </a:lnTo>
                <a:close/>
                <a:moveTo>
                  <a:pt x="2408" y="494"/>
                </a:moveTo>
                <a:lnTo>
                  <a:pt x="2415" y="494"/>
                </a:lnTo>
                <a:lnTo>
                  <a:pt x="2415" y="487"/>
                </a:lnTo>
                <a:lnTo>
                  <a:pt x="2408" y="487"/>
                </a:lnTo>
                <a:lnTo>
                  <a:pt x="2408" y="494"/>
                </a:lnTo>
                <a:close/>
                <a:moveTo>
                  <a:pt x="2427" y="494"/>
                </a:moveTo>
                <a:lnTo>
                  <a:pt x="2434" y="494"/>
                </a:lnTo>
                <a:lnTo>
                  <a:pt x="2434" y="487"/>
                </a:lnTo>
                <a:lnTo>
                  <a:pt x="2427" y="487"/>
                </a:lnTo>
                <a:lnTo>
                  <a:pt x="2427" y="494"/>
                </a:lnTo>
                <a:close/>
                <a:moveTo>
                  <a:pt x="2443" y="494"/>
                </a:moveTo>
                <a:lnTo>
                  <a:pt x="2451" y="494"/>
                </a:lnTo>
                <a:lnTo>
                  <a:pt x="2451" y="487"/>
                </a:lnTo>
                <a:lnTo>
                  <a:pt x="2443" y="487"/>
                </a:lnTo>
                <a:lnTo>
                  <a:pt x="2443" y="494"/>
                </a:lnTo>
                <a:close/>
                <a:moveTo>
                  <a:pt x="2460" y="494"/>
                </a:moveTo>
                <a:lnTo>
                  <a:pt x="2467" y="494"/>
                </a:lnTo>
                <a:lnTo>
                  <a:pt x="2467" y="487"/>
                </a:lnTo>
                <a:lnTo>
                  <a:pt x="2460" y="487"/>
                </a:lnTo>
                <a:lnTo>
                  <a:pt x="2460" y="494"/>
                </a:lnTo>
                <a:close/>
                <a:moveTo>
                  <a:pt x="2477" y="494"/>
                </a:moveTo>
                <a:lnTo>
                  <a:pt x="2484" y="494"/>
                </a:lnTo>
                <a:lnTo>
                  <a:pt x="2484" y="487"/>
                </a:lnTo>
                <a:lnTo>
                  <a:pt x="2477" y="487"/>
                </a:lnTo>
                <a:lnTo>
                  <a:pt x="2477" y="494"/>
                </a:lnTo>
                <a:close/>
                <a:moveTo>
                  <a:pt x="2493" y="494"/>
                </a:moveTo>
                <a:lnTo>
                  <a:pt x="2500" y="494"/>
                </a:lnTo>
                <a:lnTo>
                  <a:pt x="2500" y="487"/>
                </a:lnTo>
                <a:lnTo>
                  <a:pt x="2493" y="487"/>
                </a:lnTo>
                <a:lnTo>
                  <a:pt x="2493" y="494"/>
                </a:lnTo>
                <a:close/>
                <a:moveTo>
                  <a:pt x="2510" y="494"/>
                </a:moveTo>
                <a:lnTo>
                  <a:pt x="2517" y="494"/>
                </a:lnTo>
                <a:lnTo>
                  <a:pt x="2517" y="487"/>
                </a:lnTo>
                <a:lnTo>
                  <a:pt x="2510" y="487"/>
                </a:lnTo>
                <a:lnTo>
                  <a:pt x="2510" y="494"/>
                </a:lnTo>
                <a:close/>
                <a:moveTo>
                  <a:pt x="2526" y="494"/>
                </a:moveTo>
                <a:lnTo>
                  <a:pt x="2533" y="494"/>
                </a:lnTo>
                <a:lnTo>
                  <a:pt x="2533" y="487"/>
                </a:lnTo>
                <a:lnTo>
                  <a:pt x="2526" y="487"/>
                </a:lnTo>
                <a:lnTo>
                  <a:pt x="2526" y="494"/>
                </a:lnTo>
                <a:close/>
                <a:moveTo>
                  <a:pt x="2543" y="494"/>
                </a:moveTo>
                <a:lnTo>
                  <a:pt x="2550" y="494"/>
                </a:lnTo>
                <a:lnTo>
                  <a:pt x="2550" y="487"/>
                </a:lnTo>
                <a:lnTo>
                  <a:pt x="2543" y="487"/>
                </a:lnTo>
                <a:lnTo>
                  <a:pt x="2543" y="494"/>
                </a:lnTo>
                <a:close/>
                <a:moveTo>
                  <a:pt x="2560" y="494"/>
                </a:moveTo>
                <a:lnTo>
                  <a:pt x="2567" y="494"/>
                </a:lnTo>
                <a:lnTo>
                  <a:pt x="2567" y="487"/>
                </a:lnTo>
                <a:lnTo>
                  <a:pt x="2560" y="487"/>
                </a:lnTo>
                <a:lnTo>
                  <a:pt x="2560" y="494"/>
                </a:lnTo>
                <a:close/>
                <a:moveTo>
                  <a:pt x="2576" y="494"/>
                </a:moveTo>
                <a:lnTo>
                  <a:pt x="2583" y="494"/>
                </a:lnTo>
                <a:lnTo>
                  <a:pt x="2583" y="487"/>
                </a:lnTo>
                <a:lnTo>
                  <a:pt x="2576" y="487"/>
                </a:lnTo>
                <a:lnTo>
                  <a:pt x="2576" y="494"/>
                </a:lnTo>
                <a:close/>
                <a:moveTo>
                  <a:pt x="2593" y="494"/>
                </a:moveTo>
                <a:lnTo>
                  <a:pt x="2600" y="494"/>
                </a:lnTo>
                <a:lnTo>
                  <a:pt x="2600" y="487"/>
                </a:lnTo>
                <a:lnTo>
                  <a:pt x="2593" y="487"/>
                </a:lnTo>
                <a:lnTo>
                  <a:pt x="2593" y="494"/>
                </a:lnTo>
                <a:close/>
                <a:moveTo>
                  <a:pt x="2609" y="494"/>
                </a:moveTo>
                <a:lnTo>
                  <a:pt x="2616" y="494"/>
                </a:lnTo>
                <a:lnTo>
                  <a:pt x="2616" y="487"/>
                </a:lnTo>
                <a:lnTo>
                  <a:pt x="2609" y="487"/>
                </a:lnTo>
                <a:lnTo>
                  <a:pt x="2609" y="494"/>
                </a:lnTo>
                <a:close/>
                <a:moveTo>
                  <a:pt x="2626" y="494"/>
                </a:moveTo>
                <a:lnTo>
                  <a:pt x="2633" y="494"/>
                </a:lnTo>
                <a:lnTo>
                  <a:pt x="2633" y="487"/>
                </a:lnTo>
                <a:lnTo>
                  <a:pt x="2626" y="487"/>
                </a:lnTo>
                <a:lnTo>
                  <a:pt x="2626" y="494"/>
                </a:lnTo>
                <a:close/>
                <a:moveTo>
                  <a:pt x="2642" y="494"/>
                </a:moveTo>
                <a:lnTo>
                  <a:pt x="2649" y="494"/>
                </a:lnTo>
                <a:lnTo>
                  <a:pt x="2649" y="487"/>
                </a:lnTo>
                <a:lnTo>
                  <a:pt x="2642" y="487"/>
                </a:lnTo>
                <a:lnTo>
                  <a:pt x="2642" y="494"/>
                </a:lnTo>
                <a:close/>
                <a:moveTo>
                  <a:pt x="2659" y="494"/>
                </a:moveTo>
                <a:lnTo>
                  <a:pt x="2666" y="494"/>
                </a:lnTo>
                <a:lnTo>
                  <a:pt x="2666" y="487"/>
                </a:lnTo>
                <a:lnTo>
                  <a:pt x="2659" y="487"/>
                </a:lnTo>
                <a:lnTo>
                  <a:pt x="2659" y="494"/>
                </a:lnTo>
                <a:close/>
                <a:moveTo>
                  <a:pt x="2777" y="494"/>
                </a:moveTo>
                <a:lnTo>
                  <a:pt x="2784" y="494"/>
                </a:lnTo>
                <a:lnTo>
                  <a:pt x="2784" y="487"/>
                </a:lnTo>
                <a:lnTo>
                  <a:pt x="2777" y="487"/>
                </a:lnTo>
                <a:lnTo>
                  <a:pt x="2777" y="494"/>
                </a:lnTo>
                <a:close/>
                <a:moveTo>
                  <a:pt x="2794" y="494"/>
                </a:moveTo>
                <a:lnTo>
                  <a:pt x="2801" y="494"/>
                </a:lnTo>
                <a:lnTo>
                  <a:pt x="2801" y="487"/>
                </a:lnTo>
                <a:lnTo>
                  <a:pt x="2794" y="487"/>
                </a:lnTo>
                <a:lnTo>
                  <a:pt x="2794" y="494"/>
                </a:lnTo>
                <a:close/>
                <a:moveTo>
                  <a:pt x="369" y="511"/>
                </a:moveTo>
                <a:lnTo>
                  <a:pt x="376" y="511"/>
                </a:lnTo>
                <a:lnTo>
                  <a:pt x="376" y="503"/>
                </a:lnTo>
                <a:lnTo>
                  <a:pt x="369" y="503"/>
                </a:lnTo>
                <a:lnTo>
                  <a:pt x="369" y="511"/>
                </a:lnTo>
                <a:close/>
                <a:moveTo>
                  <a:pt x="386" y="511"/>
                </a:moveTo>
                <a:lnTo>
                  <a:pt x="393" y="511"/>
                </a:lnTo>
                <a:lnTo>
                  <a:pt x="393" y="503"/>
                </a:lnTo>
                <a:lnTo>
                  <a:pt x="386" y="503"/>
                </a:lnTo>
                <a:lnTo>
                  <a:pt x="386" y="511"/>
                </a:lnTo>
                <a:close/>
                <a:moveTo>
                  <a:pt x="402" y="511"/>
                </a:moveTo>
                <a:lnTo>
                  <a:pt x="409" y="511"/>
                </a:lnTo>
                <a:lnTo>
                  <a:pt x="409" y="503"/>
                </a:lnTo>
                <a:lnTo>
                  <a:pt x="402" y="503"/>
                </a:lnTo>
                <a:lnTo>
                  <a:pt x="402" y="511"/>
                </a:lnTo>
                <a:close/>
                <a:moveTo>
                  <a:pt x="419" y="511"/>
                </a:moveTo>
                <a:lnTo>
                  <a:pt x="426" y="511"/>
                </a:lnTo>
                <a:lnTo>
                  <a:pt x="426" y="503"/>
                </a:lnTo>
                <a:lnTo>
                  <a:pt x="419" y="503"/>
                </a:lnTo>
                <a:lnTo>
                  <a:pt x="419" y="511"/>
                </a:lnTo>
                <a:close/>
                <a:moveTo>
                  <a:pt x="435" y="511"/>
                </a:moveTo>
                <a:lnTo>
                  <a:pt x="442" y="511"/>
                </a:lnTo>
                <a:lnTo>
                  <a:pt x="442" y="503"/>
                </a:lnTo>
                <a:lnTo>
                  <a:pt x="435" y="503"/>
                </a:lnTo>
                <a:lnTo>
                  <a:pt x="435" y="511"/>
                </a:lnTo>
                <a:close/>
                <a:moveTo>
                  <a:pt x="452" y="511"/>
                </a:moveTo>
                <a:lnTo>
                  <a:pt x="459" y="511"/>
                </a:lnTo>
                <a:lnTo>
                  <a:pt x="459" y="503"/>
                </a:lnTo>
                <a:lnTo>
                  <a:pt x="452" y="503"/>
                </a:lnTo>
                <a:lnTo>
                  <a:pt x="452" y="511"/>
                </a:lnTo>
                <a:close/>
                <a:moveTo>
                  <a:pt x="469" y="511"/>
                </a:moveTo>
                <a:lnTo>
                  <a:pt x="476" y="511"/>
                </a:lnTo>
                <a:lnTo>
                  <a:pt x="476" y="503"/>
                </a:lnTo>
                <a:lnTo>
                  <a:pt x="469" y="503"/>
                </a:lnTo>
                <a:lnTo>
                  <a:pt x="469" y="511"/>
                </a:lnTo>
                <a:close/>
                <a:moveTo>
                  <a:pt x="485" y="511"/>
                </a:moveTo>
                <a:lnTo>
                  <a:pt x="492" y="511"/>
                </a:lnTo>
                <a:lnTo>
                  <a:pt x="492" y="503"/>
                </a:lnTo>
                <a:lnTo>
                  <a:pt x="485" y="503"/>
                </a:lnTo>
                <a:lnTo>
                  <a:pt x="485" y="511"/>
                </a:lnTo>
                <a:close/>
                <a:moveTo>
                  <a:pt x="502" y="511"/>
                </a:moveTo>
                <a:lnTo>
                  <a:pt x="509" y="511"/>
                </a:lnTo>
                <a:lnTo>
                  <a:pt x="509" y="503"/>
                </a:lnTo>
                <a:lnTo>
                  <a:pt x="502" y="503"/>
                </a:lnTo>
                <a:lnTo>
                  <a:pt x="502" y="511"/>
                </a:lnTo>
                <a:close/>
                <a:moveTo>
                  <a:pt x="518" y="511"/>
                </a:moveTo>
                <a:lnTo>
                  <a:pt x="525" y="511"/>
                </a:lnTo>
                <a:lnTo>
                  <a:pt x="525" y="503"/>
                </a:lnTo>
                <a:lnTo>
                  <a:pt x="518" y="503"/>
                </a:lnTo>
                <a:lnTo>
                  <a:pt x="518" y="511"/>
                </a:lnTo>
                <a:close/>
                <a:moveTo>
                  <a:pt x="535" y="511"/>
                </a:moveTo>
                <a:lnTo>
                  <a:pt x="542" y="511"/>
                </a:lnTo>
                <a:lnTo>
                  <a:pt x="542" y="503"/>
                </a:lnTo>
                <a:lnTo>
                  <a:pt x="535" y="503"/>
                </a:lnTo>
                <a:lnTo>
                  <a:pt x="535" y="511"/>
                </a:lnTo>
                <a:close/>
                <a:moveTo>
                  <a:pt x="551" y="511"/>
                </a:moveTo>
                <a:lnTo>
                  <a:pt x="559" y="511"/>
                </a:lnTo>
                <a:lnTo>
                  <a:pt x="559" y="503"/>
                </a:lnTo>
                <a:lnTo>
                  <a:pt x="551" y="503"/>
                </a:lnTo>
                <a:lnTo>
                  <a:pt x="551" y="511"/>
                </a:lnTo>
                <a:close/>
                <a:moveTo>
                  <a:pt x="568" y="511"/>
                </a:moveTo>
                <a:lnTo>
                  <a:pt x="575" y="511"/>
                </a:lnTo>
                <a:lnTo>
                  <a:pt x="575" y="503"/>
                </a:lnTo>
                <a:lnTo>
                  <a:pt x="568" y="503"/>
                </a:lnTo>
                <a:lnTo>
                  <a:pt x="568" y="511"/>
                </a:lnTo>
                <a:close/>
                <a:moveTo>
                  <a:pt x="585" y="511"/>
                </a:moveTo>
                <a:lnTo>
                  <a:pt x="592" y="511"/>
                </a:lnTo>
                <a:lnTo>
                  <a:pt x="592" y="503"/>
                </a:lnTo>
                <a:lnTo>
                  <a:pt x="585" y="503"/>
                </a:lnTo>
                <a:lnTo>
                  <a:pt x="585" y="511"/>
                </a:lnTo>
                <a:close/>
                <a:moveTo>
                  <a:pt x="601" y="511"/>
                </a:moveTo>
                <a:lnTo>
                  <a:pt x="608" y="511"/>
                </a:lnTo>
                <a:lnTo>
                  <a:pt x="608" y="503"/>
                </a:lnTo>
                <a:lnTo>
                  <a:pt x="601" y="503"/>
                </a:lnTo>
                <a:lnTo>
                  <a:pt x="601" y="511"/>
                </a:lnTo>
                <a:close/>
                <a:moveTo>
                  <a:pt x="620" y="511"/>
                </a:moveTo>
                <a:lnTo>
                  <a:pt x="625" y="511"/>
                </a:lnTo>
                <a:lnTo>
                  <a:pt x="625" y="503"/>
                </a:lnTo>
                <a:lnTo>
                  <a:pt x="620" y="503"/>
                </a:lnTo>
                <a:lnTo>
                  <a:pt x="620" y="511"/>
                </a:lnTo>
                <a:close/>
                <a:moveTo>
                  <a:pt x="637" y="511"/>
                </a:moveTo>
                <a:lnTo>
                  <a:pt x="644" y="511"/>
                </a:lnTo>
                <a:lnTo>
                  <a:pt x="644" y="503"/>
                </a:lnTo>
                <a:lnTo>
                  <a:pt x="637" y="503"/>
                </a:lnTo>
                <a:lnTo>
                  <a:pt x="637" y="511"/>
                </a:lnTo>
                <a:close/>
                <a:moveTo>
                  <a:pt x="653" y="511"/>
                </a:moveTo>
                <a:lnTo>
                  <a:pt x="660" y="511"/>
                </a:lnTo>
                <a:lnTo>
                  <a:pt x="660" y="503"/>
                </a:lnTo>
                <a:lnTo>
                  <a:pt x="653" y="503"/>
                </a:lnTo>
                <a:lnTo>
                  <a:pt x="653" y="511"/>
                </a:lnTo>
                <a:close/>
                <a:moveTo>
                  <a:pt x="670" y="511"/>
                </a:moveTo>
                <a:lnTo>
                  <a:pt x="677" y="511"/>
                </a:lnTo>
                <a:lnTo>
                  <a:pt x="677" y="503"/>
                </a:lnTo>
                <a:lnTo>
                  <a:pt x="670" y="503"/>
                </a:lnTo>
                <a:lnTo>
                  <a:pt x="670" y="511"/>
                </a:lnTo>
                <a:close/>
                <a:moveTo>
                  <a:pt x="686" y="511"/>
                </a:moveTo>
                <a:lnTo>
                  <a:pt x="693" y="511"/>
                </a:lnTo>
                <a:lnTo>
                  <a:pt x="693" y="503"/>
                </a:lnTo>
                <a:lnTo>
                  <a:pt x="686" y="503"/>
                </a:lnTo>
                <a:lnTo>
                  <a:pt x="686" y="511"/>
                </a:lnTo>
                <a:close/>
                <a:moveTo>
                  <a:pt x="703" y="511"/>
                </a:moveTo>
                <a:lnTo>
                  <a:pt x="710" y="511"/>
                </a:lnTo>
                <a:lnTo>
                  <a:pt x="710" y="503"/>
                </a:lnTo>
                <a:lnTo>
                  <a:pt x="703" y="503"/>
                </a:lnTo>
                <a:lnTo>
                  <a:pt x="703" y="511"/>
                </a:lnTo>
                <a:close/>
                <a:moveTo>
                  <a:pt x="720" y="511"/>
                </a:moveTo>
                <a:lnTo>
                  <a:pt x="727" y="511"/>
                </a:lnTo>
                <a:lnTo>
                  <a:pt x="727" y="503"/>
                </a:lnTo>
                <a:lnTo>
                  <a:pt x="720" y="503"/>
                </a:lnTo>
                <a:lnTo>
                  <a:pt x="720" y="511"/>
                </a:lnTo>
                <a:close/>
                <a:moveTo>
                  <a:pt x="736" y="511"/>
                </a:moveTo>
                <a:lnTo>
                  <a:pt x="743" y="511"/>
                </a:lnTo>
                <a:lnTo>
                  <a:pt x="743" y="503"/>
                </a:lnTo>
                <a:lnTo>
                  <a:pt x="736" y="503"/>
                </a:lnTo>
                <a:lnTo>
                  <a:pt x="736" y="511"/>
                </a:lnTo>
                <a:close/>
                <a:moveTo>
                  <a:pt x="753" y="511"/>
                </a:moveTo>
                <a:lnTo>
                  <a:pt x="760" y="511"/>
                </a:lnTo>
                <a:lnTo>
                  <a:pt x="760" y="503"/>
                </a:lnTo>
                <a:lnTo>
                  <a:pt x="753" y="503"/>
                </a:lnTo>
                <a:lnTo>
                  <a:pt x="753" y="511"/>
                </a:lnTo>
                <a:close/>
                <a:moveTo>
                  <a:pt x="769" y="511"/>
                </a:moveTo>
                <a:lnTo>
                  <a:pt x="776" y="511"/>
                </a:lnTo>
                <a:lnTo>
                  <a:pt x="776" y="503"/>
                </a:lnTo>
                <a:lnTo>
                  <a:pt x="769" y="503"/>
                </a:lnTo>
                <a:lnTo>
                  <a:pt x="769" y="511"/>
                </a:lnTo>
                <a:close/>
                <a:moveTo>
                  <a:pt x="786" y="511"/>
                </a:moveTo>
                <a:lnTo>
                  <a:pt x="793" y="511"/>
                </a:lnTo>
                <a:lnTo>
                  <a:pt x="793" y="503"/>
                </a:lnTo>
                <a:lnTo>
                  <a:pt x="786" y="503"/>
                </a:lnTo>
                <a:lnTo>
                  <a:pt x="786" y="511"/>
                </a:lnTo>
                <a:close/>
                <a:moveTo>
                  <a:pt x="802" y="511"/>
                </a:moveTo>
                <a:lnTo>
                  <a:pt x="810" y="511"/>
                </a:lnTo>
                <a:lnTo>
                  <a:pt x="810" y="503"/>
                </a:lnTo>
                <a:lnTo>
                  <a:pt x="802" y="503"/>
                </a:lnTo>
                <a:lnTo>
                  <a:pt x="802" y="511"/>
                </a:lnTo>
                <a:close/>
                <a:moveTo>
                  <a:pt x="819" y="511"/>
                </a:moveTo>
                <a:lnTo>
                  <a:pt x="826" y="511"/>
                </a:lnTo>
                <a:lnTo>
                  <a:pt x="826" y="503"/>
                </a:lnTo>
                <a:lnTo>
                  <a:pt x="819" y="503"/>
                </a:lnTo>
                <a:lnTo>
                  <a:pt x="819" y="511"/>
                </a:lnTo>
                <a:close/>
                <a:moveTo>
                  <a:pt x="836" y="511"/>
                </a:moveTo>
                <a:lnTo>
                  <a:pt x="843" y="511"/>
                </a:lnTo>
                <a:lnTo>
                  <a:pt x="843" y="503"/>
                </a:lnTo>
                <a:lnTo>
                  <a:pt x="836" y="503"/>
                </a:lnTo>
                <a:lnTo>
                  <a:pt x="836" y="511"/>
                </a:lnTo>
                <a:close/>
                <a:moveTo>
                  <a:pt x="852" y="511"/>
                </a:moveTo>
                <a:lnTo>
                  <a:pt x="859" y="511"/>
                </a:lnTo>
                <a:lnTo>
                  <a:pt x="859" y="503"/>
                </a:lnTo>
                <a:lnTo>
                  <a:pt x="852" y="503"/>
                </a:lnTo>
                <a:lnTo>
                  <a:pt x="852" y="511"/>
                </a:lnTo>
                <a:close/>
                <a:moveTo>
                  <a:pt x="871" y="511"/>
                </a:moveTo>
                <a:lnTo>
                  <a:pt x="876" y="511"/>
                </a:lnTo>
                <a:lnTo>
                  <a:pt x="876" y="503"/>
                </a:lnTo>
                <a:lnTo>
                  <a:pt x="871" y="503"/>
                </a:lnTo>
                <a:lnTo>
                  <a:pt x="871" y="511"/>
                </a:lnTo>
                <a:close/>
                <a:moveTo>
                  <a:pt x="888" y="511"/>
                </a:moveTo>
                <a:lnTo>
                  <a:pt x="895" y="511"/>
                </a:lnTo>
                <a:lnTo>
                  <a:pt x="895" y="503"/>
                </a:lnTo>
                <a:lnTo>
                  <a:pt x="888" y="503"/>
                </a:lnTo>
                <a:lnTo>
                  <a:pt x="888" y="511"/>
                </a:lnTo>
                <a:close/>
                <a:moveTo>
                  <a:pt x="904" y="511"/>
                </a:moveTo>
                <a:lnTo>
                  <a:pt x="911" y="511"/>
                </a:lnTo>
                <a:lnTo>
                  <a:pt x="911" y="503"/>
                </a:lnTo>
                <a:lnTo>
                  <a:pt x="904" y="503"/>
                </a:lnTo>
                <a:lnTo>
                  <a:pt x="904" y="511"/>
                </a:lnTo>
                <a:close/>
                <a:moveTo>
                  <a:pt x="921" y="511"/>
                </a:moveTo>
                <a:lnTo>
                  <a:pt x="928" y="511"/>
                </a:lnTo>
                <a:lnTo>
                  <a:pt x="928" y="503"/>
                </a:lnTo>
                <a:lnTo>
                  <a:pt x="921" y="503"/>
                </a:lnTo>
                <a:lnTo>
                  <a:pt x="921" y="511"/>
                </a:lnTo>
                <a:close/>
                <a:moveTo>
                  <a:pt x="937" y="511"/>
                </a:moveTo>
                <a:lnTo>
                  <a:pt x="944" y="511"/>
                </a:lnTo>
                <a:lnTo>
                  <a:pt x="944" y="503"/>
                </a:lnTo>
                <a:lnTo>
                  <a:pt x="937" y="503"/>
                </a:lnTo>
                <a:lnTo>
                  <a:pt x="937" y="511"/>
                </a:lnTo>
                <a:close/>
                <a:moveTo>
                  <a:pt x="954" y="511"/>
                </a:moveTo>
                <a:lnTo>
                  <a:pt x="961" y="511"/>
                </a:lnTo>
                <a:lnTo>
                  <a:pt x="961" y="503"/>
                </a:lnTo>
                <a:lnTo>
                  <a:pt x="954" y="503"/>
                </a:lnTo>
                <a:lnTo>
                  <a:pt x="954" y="511"/>
                </a:lnTo>
                <a:close/>
                <a:moveTo>
                  <a:pt x="971" y="511"/>
                </a:moveTo>
                <a:lnTo>
                  <a:pt x="978" y="511"/>
                </a:lnTo>
                <a:lnTo>
                  <a:pt x="978" y="503"/>
                </a:lnTo>
                <a:lnTo>
                  <a:pt x="971" y="503"/>
                </a:lnTo>
                <a:lnTo>
                  <a:pt x="971" y="511"/>
                </a:lnTo>
                <a:close/>
                <a:moveTo>
                  <a:pt x="1406" y="511"/>
                </a:moveTo>
                <a:lnTo>
                  <a:pt x="1413" y="511"/>
                </a:lnTo>
                <a:lnTo>
                  <a:pt x="1413" y="503"/>
                </a:lnTo>
                <a:lnTo>
                  <a:pt x="1406" y="503"/>
                </a:lnTo>
                <a:lnTo>
                  <a:pt x="1406" y="511"/>
                </a:lnTo>
                <a:close/>
                <a:moveTo>
                  <a:pt x="1423" y="511"/>
                </a:moveTo>
                <a:lnTo>
                  <a:pt x="1430" y="511"/>
                </a:lnTo>
                <a:lnTo>
                  <a:pt x="1430" y="503"/>
                </a:lnTo>
                <a:lnTo>
                  <a:pt x="1423" y="503"/>
                </a:lnTo>
                <a:lnTo>
                  <a:pt x="1423" y="511"/>
                </a:lnTo>
                <a:close/>
                <a:moveTo>
                  <a:pt x="1439" y="511"/>
                </a:moveTo>
                <a:lnTo>
                  <a:pt x="1447" y="511"/>
                </a:lnTo>
                <a:lnTo>
                  <a:pt x="1447" y="503"/>
                </a:lnTo>
                <a:lnTo>
                  <a:pt x="1439" y="503"/>
                </a:lnTo>
                <a:lnTo>
                  <a:pt x="1439" y="511"/>
                </a:lnTo>
                <a:close/>
                <a:moveTo>
                  <a:pt x="1456" y="511"/>
                </a:moveTo>
                <a:lnTo>
                  <a:pt x="1463" y="511"/>
                </a:lnTo>
                <a:lnTo>
                  <a:pt x="1463" y="503"/>
                </a:lnTo>
                <a:lnTo>
                  <a:pt x="1456" y="503"/>
                </a:lnTo>
                <a:lnTo>
                  <a:pt x="1456" y="511"/>
                </a:lnTo>
                <a:close/>
                <a:moveTo>
                  <a:pt x="1473" y="511"/>
                </a:moveTo>
                <a:lnTo>
                  <a:pt x="1480" y="511"/>
                </a:lnTo>
                <a:lnTo>
                  <a:pt x="1480" y="503"/>
                </a:lnTo>
                <a:lnTo>
                  <a:pt x="1473" y="503"/>
                </a:lnTo>
                <a:lnTo>
                  <a:pt x="1473" y="511"/>
                </a:lnTo>
                <a:close/>
                <a:moveTo>
                  <a:pt x="1489" y="511"/>
                </a:moveTo>
                <a:lnTo>
                  <a:pt x="1496" y="511"/>
                </a:lnTo>
                <a:lnTo>
                  <a:pt x="1496" y="503"/>
                </a:lnTo>
                <a:lnTo>
                  <a:pt x="1489" y="503"/>
                </a:lnTo>
                <a:lnTo>
                  <a:pt x="1489" y="511"/>
                </a:lnTo>
                <a:close/>
                <a:moveTo>
                  <a:pt x="1506" y="511"/>
                </a:moveTo>
                <a:lnTo>
                  <a:pt x="1513" y="511"/>
                </a:lnTo>
                <a:lnTo>
                  <a:pt x="1513" y="503"/>
                </a:lnTo>
                <a:lnTo>
                  <a:pt x="1506" y="503"/>
                </a:lnTo>
                <a:lnTo>
                  <a:pt x="1506" y="511"/>
                </a:lnTo>
                <a:close/>
                <a:moveTo>
                  <a:pt x="1522" y="511"/>
                </a:moveTo>
                <a:lnTo>
                  <a:pt x="1529" y="511"/>
                </a:lnTo>
                <a:lnTo>
                  <a:pt x="1529" y="503"/>
                </a:lnTo>
                <a:lnTo>
                  <a:pt x="1522" y="503"/>
                </a:lnTo>
                <a:lnTo>
                  <a:pt x="1522" y="511"/>
                </a:lnTo>
                <a:close/>
                <a:moveTo>
                  <a:pt x="1539" y="511"/>
                </a:moveTo>
                <a:lnTo>
                  <a:pt x="1546" y="511"/>
                </a:lnTo>
                <a:lnTo>
                  <a:pt x="1546" y="503"/>
                </a:lnTo>
                <a:lnTo>
                  <a:pt x="1539" y="503"/>
                </a:lnTo>
                <a:lnTo>
                  <a:pt x="1539" y="511"/>
                </a:lnTo>
                <a:close/>
                <a:moveTo>
                  <a:pt x="1555" y="511"/>
                </a:moveTo>
                <a:lnTo>
                  <a:pt x="1563" y="511"/>
                </a:lnTo>
                <a:lnTo>
                  <a:pt x="1563" y="503"/>
                </a:lnTo>
                <a:lnTo>
                  <a:pt x="1555" y="503"/>
                </a:lnTo>
                <a:lnTo>
                  <a:pt x="1555" y="511"/>
                </a:lnTo>
                <a:close/>
                <a:moveTo>
                  <a:pt x="1572" y="511"/>
                </a:moveTo>
                <a:lnTo>
                  <a:pt x="1579" y="511"/>
                </a:lnTo>
                <a:lnTo>
                  <a:pt x="1579" y="503"/>
                </a:lnTo>
                <a:lnTo>
                  <a:pt x="1572" y="503"/>
                </a:lnTo>
                <a:lnTo>
                  <a:pt x="1572" y="511"/>
                </a:lnTo>
                <a:close/>
                <a:moveTo>
                  <a:pt x="1589" y="511"/>
                </a:moveTo>
                <a:lnTo>
                  <a:pt x="1596" y="511"/>
                </a:lnTo>
                <a:lnTo>
                  <a:pt x="1596" y="503"/>
                </a:lnTo>
                <a:lnTo>
                  <a:pt x="1589" y="503"/>
                </a:lnTo>
                <a:lnTo>
                  <a:pt x="1589" y="511"/>
                </a:lnTo>
                <a:close/>
                <a:moveTo>
                  <a:pt x="1605" y="511"/>
                </a:moveTo>
                <a:lnTo>
                  <a:pt x="1612" y="511"/>
                </a:lnTo>
                <a:lnTo>
                  <a:pt x="1612" y="503"/>
                </a:lnTo>
                <a:lnTo>
                  <a:pt x="1605" y="503"/>
                </a:lnTo>
                <a:lnTo>
                  <a:pt x="1605" y="511"/>
                </a:lnTo>
                <a:close/>
                <a:moveTo>
                  <a:pt x="1622" y="511"/>
                </a:moveTo>
                <a:lnTo>
                  <a:pt x="1629" y="511"/>
                </a:lnTo>
                <a:lnTo>
                  <a:pt x="1629" y="503"/>
                </a:lnTo>
                <a:lnTo>
                  <a:pt x="1622" y="503"/>
                </a:lnTo>
                <a:lnTo>
                  <a:pt x="1622" y="511"/>
                </a:lnTo>
                <a:close/>
                <a:moveTo>
                  <a:pt x="1638" y="511"/>
                </a:moveTo>
                <a:lnTo>
                  <a:pt x="1645" y="511"/>
                </a:lnTo>
                <a:lnTo>
                  <a:pt x="1645" y="503"/>
                </a:lnTo>
                <a:lnTo>
                  <a:pt x="1638" y="503"/>
                </a:lnTo>
                <a:lnTo>
                  <a:pt x="1638" y="511"/>
                </a:lnTo>
                <a:close/>
                <a:moveTo>
                  <a:pt x="1657" y="511"/>
                </a:moveTo>
                <a:lnTo>
                  <a:pt x="1664" y="511"/>
                </a:lnTo>
                <a:lnTo>
                  <a:pt x="1664" y="503"/>
                </a:lnTo>
                <a:lnTo>
                  <a:pt x="1657" y="503"/>
                </a:lnTo>
                <a:lnTo>
                  <a:pt x="1657" y="511"/>
                </a:lnTo>
                <a:close/>
                <a:moveTo>
                  <a:pt x="1674" y="511"/>
                </a:moveTo>
                <a:lnTo>
                  <a:pt x="1681" y="511"/>
                </a:lnTo>
                <a:lnTo>
                  <a:pt x="1681" y="503"/>
                </a:lnTo>
                <a:lnTo>
                  <a:pt x="1674" y="503"/>
                </a:lnTo>
                <a:lnTo>
                  <a:pt x="1674" y="511"/>
                </a:lnTo>
                <a:close/>
                <a:moveTo>
                  <a:pt x="1690" y="511"/>
                </a:moveTo>
                <a:lnTo>
                  <a:pt x="1698" y="511"/>
                </a:lnTo>
                <a:lnTo>
                  <a:pt x="1698" y="503"/>
                </a:lnTo>
                <a:lnTo>
                  <a:pt x="1690" y="503"/>
                </a:lnTo>
                <a:lnTo>
                  <a:pt x="1690" y="511"/>
                </a:lnTo>
                <a:close/>
                <a:moveTo>
                  <a:pt x="1707" y="511"/>
                </a:moveTo>
                <a:lnTo>
                  <a:pt x="1714" y="511"/>
                </a:lnTo>
                <a:lnTo>
                  <a:pt x="1714" y="503"/>
                </a:lnTo>
                <a:lnTo>
                  <a:pt x="1707" y="503"/>
                </a:lnTo>
                <a:lnTo>
                  <a:pt x="1707" y="511"/>
                </a:lnTo>
                <a:close/>
                <a:moveTo>
                  <a:pt x="1724" y="511"/>
                </a:moveTo>
                <a:lnTo>
                  <a:pt x="1731" y="511"/>
                </a:lnTo>
                <a:lnTo>
                  <a:pt x="1731" y="503"/>
                </a:lnTo>
                <a:lnTo>
                  <a:pt x="1724" y="503"/>
                </a:lnTo>
                <a:lnTo>
                  <a:pt x="1724" y="511"/>
                </a:lnTo>
                <a:close/>
                <a:moveTo>
                  <a:pt x="1740" y="511"/>
                </a:moveTo>
                <a:lnTo>
                  <a:pt x="1747" y="511"/>
                </a:lnTo>
                <a:lnTo>
                  <a:pt x="1747" y="503"/>
                </a:lnTo>
                <a:lnTo>
                  <a:pt x="1740" y="503"/>
                </a:lnTo>
                <a:lnTo>
                  <a:pt x="1740" y="511"/>
                </a:lnTo>
                <a:close/>
                <a:moveTo>
                  <a:pt x="1757" y="511"/>
                </a:moveTo>
                <a:lnTo>
                  <a:pt x="1764" y="511"/>
                </a:lnTo>
                <a:lnTo>
                  <a:pt x="1764" y="503"/>
                </a:lnTo>
                <a:lnTo>
                  <a:pt x="1757" y="503"/>
                </a:lnTo>
                <a:lnTo>
                  <a:pt x="1757" y="511"/>
                </a:lnTo>
                <a:close/>
                <a:moveTo>
                  <a:pt x="1773" y="511"/>
                </a:moveTo>
                <a:lnTo>
                  <a:pt x="1780" y="511"/>
                </a:lnTo>
                <a:lnTo>
                  <a:pt x="1780" y="503"/>
                </a:lnTo>
                <a:lnTo>
                  <a:pt x="1773" y="503"/>
                </a:lnTo>
                <a:lnTo>
                  <a:pt x="1773" y="511"/>
                </a:lnTo>
                <a:close/>
                <a:moveTo>
                  <a:pt x="1790" y="511"/>
                </a:moveTo>
                <a:lnTo>
                  <a:pt x="1797" y="511"/>
                </a:lnTo>
                <a:lnTo>
                  <a:pt x="1797" y="503"/>
                </a:lnTo>
                <a:lnTo>
                  <a:pt x="1790" y="503"/>
                </a:lnTo>
                <a:lnTo>
                  <a:pt x="1790" y="511"/>
                </a:lnTo>
                <a:close/>
                <a:moveTo>
                  <a:pt x="1806" y="511"/>
                </a:moveTo>
                <a:lnTo>
                  <a:pt x="1814" y="511"/>
                </a:lnTo>
                <a:lnTo>
                  <a:pt x="1814" y="503"/>
                </a:lnTo>
                <a:lnTo>
                  <a:pt x="1806" y="503"/>
                </a:lnTo>
                <a:lnTo>
                  <a:pt x="1806" y="511"/>
                </a:lnTo>
                <a:close/>
                <a:moveTo>
                  <a:pt x="1823" y="511"/>
                </a:moveTo>
                <a:lnTo>
                  <a:pt x="1830" y="511"/>
                </a:lnTo>
                <a:lnTo>
                  <a:pt x="1830" y="503"/>
                </a:lnTo>
                <a:lnTo>
                  <a:pt x="1823" y="503"/>
                </a:lnTo>
                <a:lnTo>
                  <a:pt x="1823" y="511"/>
                </a:lnTo>
                <a:close/>
                <a:moveTo>
                  <a:pt x="1840" y="511"/>
                </a:moveTo>
                <a:lnTo>
                  <a:pt x="1847" y="511"/>
                </a:lnTo>
                <a:lnTo>
                  <a:pt x="1847" y="503"/>
                </a:lnTo>
                <a:lnTo>
                  <a:pt x="1840" y="503"/>
                </a:lnTo>
                <a:lnTo>
                  <a:pt x="1840" y="511"/>
                </a:lnTo>
                <a:close/>
                <a:moveTo>
                  <a:pt x="1856" y="511"/>
                </a:moveTo>
                <a:lnTo>
                  <a:pt x="1863" y="511"/>
                </a:lnTo>
                <a:lnTo>
                  <a:pt x="1863" y="503"/>
                </a:lnTo>
                <a:lnTo>
                  <a:pt x="1856" y="503"/>
                </a:lnTo>
                <a:lnTo>
                  <a:pt x="1856" y="511"/>
                </a:lnTo>
                <a:close/>
                <a:moveTo>
                  <a:pt x="1873" y="511"/>
                </a:moveTo>
                <a:lnTo>
                  <a:pt x="1880" y="511"/>
                </a:lnTo>
                <a:lnTo>
                  <a:pt x="1880" y="503"/>
                </a:lnTo>
                <a:lnTo>
                  <a:pt x="1873" y="503"/>
                </a:lnTo>
                <a:lnTo>
                  <a:pt x="1873" y="511"/>
                </a:lnTo>
                <a:close/>
                <a:moveTo>
                  <a:pt x="1889" y="511"/>
                </a:moveTo>
                <a:lnTo>
                  <a:pt x="1896" y="511"/>
                </a:lnTo>
                <a:lnTo>
                  <a:pt x="1896" y="503"/>
                </a:lnTo>
                <a:lnTo>
                  <a:pt x="1889" y="503"/>
                </a:lnTo>
                <a:lnTo>
                  <a:pt x="1889" y="511"/>
                </a:lnTo>
                <a:close/>
                <a:moveTo>
                  <a:pt x="1908" y="511"/>
                </a:moveTo>
                <a:lnTo>
                  <a:pt x="1915" y="511"/>
                </a:lnTo>
                <a:lnTo>
                  <a:pt x="1915" y="503"/>
                </a:lnTo>
                <a:lnTo>
                  <a:pt x="1908" y="503"/>
                </a:lnTo>
                <a:lnTo>
                  <a:pt x="1908" y="511"/>
                </a:lnTo>
                <a:close/>
                <a:moveTo>
                  <a:pt x="1925" y="511"/>
                </a:moveTo>
                <a:lnTo>
                  <a:pt x="1932" y="511"/>
                </a:lnTo>
                <a:lnTo>
                  <a:pt x="1932" y="503"/>
                </a:lnTo>
                <a:lnTo>
                  <a:pt x="1925" y="503"/>
                </a:lnTo>
                <a:lnTo>
                  <a:pt x="1925" y="511"/>
                </a:lnTo>
                <a:close/>
                <a:moveTo>
                  <a:pt x="1941" y="511"/>
                </a:moveTo>
                <a:lnTo>
                  <a:pt x="1949" y="511"/>
                </a:lnTo>
                <a:lnTo>
                  <a:pt x="1949" y="503"/>
                </a:lnTo>
                <a:lnTo>
                  <a:pt x="1941" y="503"/>
                </a:lnTo>
                <a:lnTo>
                  <a:pt x="1941" y="511"/>
                </a:lnTo>
                <a:close/>
                <a:moveTo>
                  <a:pt x="1958" y="511"/>
                </a:moveTo>
                <a:lnTo>
                  <a:pt x="1965" y="511"/>
                </a:lnTo>
                <a:lnTo>
                  <a:pt x="1965" y="503"/>
                </a:lnTo>
                <a:lnTo>
                  <a:pt x="1958" y="503"/>
                </a:lnTo>
                <a:lnTo>
                  <a:pt x="1958" y="511"/>
                </a:lnTo>
                <a:close/>
                <a:moveTo>
                  <a:pt x="1975" y="511"/>
                </a:moveTo>
                <a:lnTo>
                  <a:pt x="1982" y="511"/>
                </a:lnTo>
                <a:lnTo>
                  <a:pt x="1982" y="503"/>
                </a:lnTo>
                <a:lnTo>
                  <a:pt x="1975" y="503"/>
                </a:lnTo>
                <a:lnTo>
                  <a:pt x="1975" y="511"/>
                </a:lnTo>
                <a:close/>
                <a:moveTo>
                  <a:pt x="1991" y="511"/>
                </a:moveTo>
                <a:lnTo>
                  <a:pt x="1998" y="511"/>
                </a:lnTo>
                <a:lnTo>
                  <a:pt x="1998" y="503"/>
                </a:lnTo>
                <a:lnTo>
                  <a:pt x="1991" y="503"/>
                </a:lnTo>
                <a:lnTo>
                  <a:pt x="1991" y="511"/>
                </a:lnTo>
                <a:close/>
                <a:moveTo>
                  <a:pt x="2008" y="511"/>
                </a:moveTo>
                <a:lnTo>
                  <a:pt x="2015" y="511"/>
                </a:lnTo>
                <a:lnTo>
                  <a:pt x="2015" y="503"/>
                </a:lnTo>
                <a:lnTo>
                  <a:pt x="2008" y="503"/>
                </a:lnTo>
                <a:lnTo>
                  <a:pt x="2008" y="511"/>
                </a:lnTo>
                <a:close/>
                <a:moveTo>
                  <a:pt x="2024" y="511"/>
                </a:moveTo>
                <a:lnTo>
                  <a:pt x="2031" y="511"/>
                </a:lnTo>
                <a:lnTo>
                  <a:pt x="2031" y="503"/>
                </a:lnTo>
                <a:lnTo>
                  <a:pt x="2024" y="503"/>
                </a:lnTo>
                <a:lnTo>
                  <a:pt x="2024" y="511"/>
                </a:lnTo>
                <a:close/>
                <a:moveTo>
                  <a:pt x="2041" y="511"/>
                </a:moveTo>
                <a:lnTo>
                  <a:pt x="2048" y="511"/>
                </a:lnTo>
                <a:lnTo>
                  <a:pt x="2048" y="503"/>
                </a:lnTo>
                <a:lnTo>
                  <a:pt x="2041" y="503"/>
                </a:lnTo>
                <a:lnTo>
                  <a:pt x="2041" y="511"/>
                </a:lnTo>
                <a:close/>
                <a:moveTo>
                  <a:pt x="2057" y="511"/>
                </a:moveTo>
                <a:lnTo>
                  <a:pt x="2065" y="511"/>
                </a:lnTo>
                <a:lnTo>
                  <a:pt x="2065" y="503"/>
                </a:lnTo>
                <a:lnTo>
                  <a:pt x="2057" y="503"/>
                </a:lnTo>
                <a:lnTo>
                  <a:pt x="2057" y="511"/>
                </a:lnTo>
                <a:close/>
                <a:moveTo>
                  <a:pt x="2074" y="511"/>
                </a:moveTo>
                <a:lnTo>
                  <a:pt x="2081" y="511"/>
                </a:lnTo>
                <a:lnTo>
                  <a:pt x="2081" y="503"/>
                </a:lnTo>
                <a:lnTo>
                  <a:pt x="2074" y="503"/>
                </a:lnTo>
                <a:lnTo>
                  <a:pt x="2074" y="511"/>
                </a:lnTo>
                <a:close/>
                <a:moveTo>
                  <a:pt x="2091" y="511"/>
                </a:moveTo>
                <a:lnTo>
                  <a:pt x="2098" y="511"/>
                </a:lnTo>
                <a:lnTo>
                  <a:pt x="2098" y="503"/>
                </a:lnTo>
                <a:lnTo>
                  <a:pt x="2091" y="503"/>
                </a:lnTo>
                <a:lnTo>
                  <a:pt x="2091" y="511"/>
                </a:lnTo>
                <a:close/>
                <a:moveTo>
                  <a:pt x="2107" y="511"/>
                </a:moveTo>
                <a:lnTo>
                  <a:pt x="2114" y="511"/>
                </a:lnTo>
                <a:lnTo>
                  <a:pt x="2114" y="503"/>
                </a:lnTo>
                <a:lnTo>
                  <a:pt x="2107" y="503"/>
                </a:lnTo>
                <a:lnTo>
                  <a:pt x="2107" y="511"/>
                </a:lnTo>
                <a:close/>
                <a:moveTo>
                  <a:pt x="2124" y="511"/>
                </a:moveTo>
                <a:lnTo>
                  <a:pt x="2131" y="511"/>
                </a:lnTo>
                <a:lnTo>
                  <a:pt x="2131" y="503"/>
                </a:lnTo>
                <a:lnTo>
                  <a:pt x="2124" y="503"/>
                </a:lnTo>
                <a:lnTo>
                  <a:pt x="2124" y="511"/>
                </a:lnTo>
                <a:close/>
                <a:moveTo>
                  <a:pt x="2140" y="511"/>
                </a:moveTo>
                <a:lnTo>
                  <a:pt x="2147" y="511"/>
                </a:lnTo>
                <a:lnTo>
                  <a:pt x="2147" y="503"/>
                </a:lnTo>
                <a:lnTo>
                  <a:pt x="2140" y="503"/>
                </a:lnTo>
                <a:lnTo>
                  <a:pt x="2140" y="511"/>
                </a:lnTo>
                <a:close/>
                <a:moveTo>
                  <a:pt x="2159" y="511"/>
                </a:moveTo>
                <a:lnTo>
                  <a:pt x="2164" y="511"/>
                </a:lnTo>
                <a:lnTo>
                  <a:pt x="2164" y="503"/>
                </a:lnTo>
                <a:lnTo>
                  <a:pt x="2159" y="503"/>
                </a:lnTo>
                <a:lnTo>
                  <a:pt x="2159" y="511"/>
                </a:lnTo>
                <a:close/>
                <a:moveTo>
                  <a:pt x="2176" y="511"/>
                </a:moveTo>
                <a:lnTo>
                  <a:pt x="2183" y="511"/>
                </a:lnTo>
                <a:lnTo>
                  <a:pt x="2183" y="503"/>
                </a:lnTo>
                <a:lnTo>
                  <a:pt x="2176" y="503"/>
                </a:lnTo>
                <a:lnTo>
                  <a:pt x="2176" y="511"/>
                </a:lnTo>
                <a:close/>
                <a:moveTo>
                  <a:pt x="2192" y="511"/>
                </a:moveTo>
                <a:lnTo>
                  <a:pt x="2200" y="511"/>
                </a:lnTo>
                <a:lnTo>
                  <a:pt x="2200" y="503"/>
                </a:lnTo>
                <a:lnTo>
                  <a:pt x="2192" y="503"/>
                </a:lnTo>
                <a:lnTo>
                  <a:pt x="2192" y="511"/>
                </a:lnTo>
                <a:close/>
                <a:moveTo>
                  <a:pt x="2209" y="511"/>
                </a:moveTo>
                <a:lnTo>
                  <a:pt x="2216" y="511"/>
                </a:lnTo>
                <a:lnTo>
                  <a:pt x="2216" y="503"/>
                </a:lnTo>
                <a:lnTo>
                  <a:pt x="2209" y="503"/>
                </a:lnTo>
                <a:lnTo>
                  <a:pt x="2209" y="511"/>
                </a:lnTo>
                <a:close/>
                <a:moveTo>
                  <a:pt x="2226" y="511"/>
                </a:moveTo>
                <a:lnTo>
                  <a:pt x="2233" y="511"/>
                </a:lnTo>
                <a:lnTo>
                  <a:pt x="2233" y="503"/>
                </a:lnTo>
                <a:lnTo>
                  <a:pt x="2226" y="503"/>
                </a:lnTo>
                <a:lnTo>
                  <a:pt x="2226" y="511"/>
                </a:lnTo>
                <a:close/>
                <a:moveTo>
                  <a:pt x="2242" y="511"/>
                </a:moveTo>
                <a:lnTo>
                  <a:pt x="2249" y="511"/>
                </a:lnTo>
                <a:lnTo>
                  <a:pt x="2249" y="503"/>
                </a:lnTo>
                <a:lnTo>
                  <a:pt x="2242" y="503"/>
                </a:lnTo>
                <a:lnTo>
                  <a:pt x="2242" y="511"/>
                </a:lnTo>
                <a:close/>
                <a:moveTo>
                  <a:pt x="2259" y="511"/>
                </a:moveTo>
                <a:lnTo>
                  <a:pt x="2266" y="511"/>
                </a:lnTo>
                <a:lnTo>
                  <a:pt x="2266" y="503"/>
                </a:lnTo>
                <a:lnTo>
                  <a:pt x="2259" y="503"/>
                </a:lnTo>
                <a:lnTo>
                  <a:pt x="2259" y="511"/>
                </a:lnTo>
                <a:close/>
                <a:moveTo>
                  <a:pt x="2275" y="511"/>
                </a:moveTo>
                <a:lnTo>
                  <a:pt x="2282" y="511"/>
                </a:lnTo>
                <a:lnTo>
                  <a:pt x="2282" y="503"/>
                </a:lnTo>
                <a:lnTo>
                  <a:pt x="2275" y="503"/>
                </a:lnTo>
                <a:lnTo>
                  <a:pt x="2275" y="511"/>
                </a:lnTo>
                <a:close/>
                <a:moveTo>
                  <a:pt x="2292" y="511"/>
                </a:moveTo>
                <a:lnTo>
                  <a:pt x="2299" y="511"/>
                </a:lnTo>
                <a:lnTo>
                  <a:pt x="2299" y="503"/>
                </a:lnTo>
                <a:lnTo>
                  <a:pt x="2292" y="503"/>
                </a:lnTo>
                <a:lnTo>
                  <a:pt x="2292" y="511"/>
                </a:lnTo>
                <a:close/>
                <a:moveTo>
                  <a:pt x="2308" y="511"/>
                </a:moveTo>
                <a:lnTo>
                  <a:pt x="2316" y="511"/>
                </a:lnTo>
                <a:lnTo>
                  <a:pt x="2316" y="503"/>
                </a:lnTo>
                <a:lnTo>
                  <a:pt x="2308" y="503"/>
                </a:lnTo>
                <a:lnTo>
                  <a:pt x="2308" y="511"/>
                </a:lnTo>
                <a:close/>
                <a:moveTo>
                  <a:pt x="2325" y="511"/>
                </a:moveTo>
                <a:lnTo>
                  <a:pt x="2332" y="511"/>
                </a:lnTo>
                <a:lnTo>
                  <a:pt x="2332" y="503"/>
                </a:lnTo>
                <a:lnTo>
                  <a:pt x="2325" y="503"/>
                </a:lnTo>
                <a:lnTo>
                  <a:pt x="2325" y="511"/>
                </a:lnTo>
                <a:close/>
                <a:moveTo>
                  <a:pt x="2342" y="511"/>
                </a:moveTo>
                <a:lnTo>
                  <a:pt x="2349" y="511"/>
                </a:lnTo>
                <a:lnTo>
                  <a:pt x="2349" y="503"/>
                </a:lnTo>
                <a:lnTo>
                  <a:pt x="2342" y="503"/>
                </a:lnTo>
                <a:lnTo>
                  <a:pt x="2342" y="511"/>
                </a:lnTo>
                <a:close/>
                <a:moveTo>
                  <a:pt x="2358" y="511"/>
                </a:moveTo>
                <a:lnTo>
                  <a:pt x="2365" y="511"/>
                </a:lnTo>
                <a:lnTo>
                  <a:pt x="2365" y="503"/>
                </a:lnTo>
                <a:lnTo>
                  <a:pt x="2358" y="503"/>
                </a:lnTo>
                <a:lnTo>
                  <a:pt x="2358" y="511"/>
                </a:lnTo>
                <a:close/>
                <a:moveTo>
                  <a:pt x="2375" y="511"/>
                </a:moveTo>
                <a:lnTo>
                  <a:pt x="2382" y="511"/>
                </a:lnTo>
                <a:lnTo>
                  <a:pt x="2382" y="503"/>
                </a:lnTo>
                <a:lnTo>
                  <a:pt x="2375" y="503"/>
                </a:lnTo>
                <a:lnTo>
                  <a:pt x="2375" y="511"/>
                </a:lnTo>
                <a:close/>
                <a:moveTo>
                  <a:pt x="2391" y="511"/>
                </a:moveTo>
                <a:lnTo>
                  <a:pt x="2398" y="511"/>
                </a:lnTo>
                <a:lnTo>
                  <a:pt x="2398" y="503"/>
                </a:lnTo>
                <a:lnTo>
                  <a:pt x="2391" y="503"/>
                </a:lnTo>
                <a:lnTo>
                  <a:pt x="2391" y="511"/>
                </a:lnTo>
                <a:close/>
                <a:moveTo>
                  <a:pt x="2408" y="511"/>
                </a:moveTo>
                <a:lnTo>
                  <a:pt x="2415" y="511"/>
                </a:lnTo>
                <a:lnTo>
                  <a:pt x="2415" y="503"/>
                </a:lnTo>
                <a:lnTo>
                  <a:pt x="2408" y="503"/>
                </a:lnTo>
                <a:lnTo>
                  <a:pt x="2408" y="511"/>
                </a:lnTo>
                <a:close/>
                <a:moveTo>
                  <a:pt x="2427" y="511"/>
                </a:moveTo>
                <a:lnTo>
                  <a:pt x="2434" y="511"/>
                </a:lnTo>
                <a:lnTo>
                  <a:pt x="2434" y="503"/>
                </a:lnTo>
                <a:lnTo>
                  <a:pt x="2427" y="503"/>
                </a:lnTo>
                <a:lnTo>
                  <a:pt x="2427" y="511"/>
                </a:lnTo>
                <a:close/>
                <a:moveTo>
                  <a:pt x="2443" y="511"/>
                </a:moveTo>
                <a:lnTo>
                  <a:pt x="2451" y="511"/>
                </a:lnTo>
                <a:lnTo>
                  <a:pt x="2451" y="503"/>
                </a:lnTo>
                <a:lnTo>
                  <a:pt x="2443" y="503"/>
                </a:lnTo>
                <a:lnTo>
                  <a:pt x="2443" y="511"/>
                </a:lnTo>
                <a:close/>
                <a:moveTo>
                  <a:pt x="2460" y="511"/>
                </a:moveTo>
                <a:lnTo>
                  <a:pt x="2467" y="511"/>
                </a:lnTo>
                <a:lnTo>
                  <a:pt x="2467" y="503"/>
                </a:lnTo>
                <a:lnTo>
                  <a:pt x="2460" y="503"/>
                </a:lnTo>
                <a:lnTo>
                  <a:pt x="2460" y="511"/>
                </a:lnTo>
                <a:close/>
                <a:moveTo>
                  <a:pt x="2477" y="511"/>
                </a:moveTo>
                <a:lnTo>
                  <a:pt x="2484" y="511"/>
                </a:lnTo>
                <a:lnTo>
                  <a:pt x="2484" y="503"/>
                </a:lnTo>
                <a:lnTo>
                  <a:pt x="2477" y="503"/>
                </a:lnTo>
                <a:lnTo>
                  <a:pt x="2477" y="511"/>
                </a:lnTo>
                <a:close/>
                <a:moveTo>
                  <a:pt x="2493" y="511"/>
                </a:moveTo>
                <a:lnTo>
                  <a:pt x="2500" y="511"/>
                </a:lnTo>
                <a:lnTo>
                  <a:pt x="2500" y="503"/>
                </a:lnTo>
                <a:lnTo>
                  <a:pt x="2493" y="503"/>
                </a:lnTo>
                <a:lnTo>
                  <a:pt x="2493" y="511"/>
                </a:lnTo>
                <a:close/>
                <a:moveTo>
                  <a:pt x="2510" y="511"/>
                </a:moveTo>
                <a:lnTo>
                  <a:pt x="2517" y="511"/>
                </a:lnTo>
                <a:lnTo>
                  <a:pt x="2517" y="503"/>
                </a:lnTo>
                <a:lnTo>
                  <a:pt x="2510" y="503"/>
                </a:lnTo>
                <a:lnTo>
                  <a:pt x="2510" y="511"/>
                </a:lnTo>
                <a:close/>
                <a:moveTo>
                  <a:pt x="2526" y="511"/>
                </a:moveTo>
                <a:lnTo>
                  <a:pt x="2533" y="511"/>
                </a:lnTo>
                <a:lnTo>
                  <a:pt x="2533" y="503"/>
                </a:lnTo>
                <a:lnTo>
                  <a:pt x="2526" y="503"/>
                </a:lnTo>
                <a:lnTo>
                  <a:pt x="2526" y="511"/>
                </a:lnTo>
                <a:close/>
                <a:moveTo>
                  <a:pt x="2543" y="511"/>
                </a:moveTo>
                <a:lnTo>
                  <a:pt x="2550" y="511"/>
                </a:lnTo>
                <a:lnTo>
                  <a:pt x="2550" y="503"/>
                </a:lnTo>
                <a:lnTo>
                  <a:pt x="2543" y="503"/>
                </a:lnTo>
                <a:lnTo>
                  <a:pt x="2543" y="511"/>
                </a:lnTo>
                <a:close/>
                <a:moveTo>
                  <a:pt x="2560" y="511"/>
                </a:moveTo>
                <a:lnTo>
                  <a:pt x="2567" y="511"/>
                </a:lnTo>
                <a:lnTo>
                  <a:pt x="2567" y="503"/>
                </a:lnTo>
                <a:lnTo>
                  <a:pt x="2560" y="503"/>
                </a:lnTo>
                <a:lnTo>
                  <a:pt x="2560" y="511"/>
                </a:lnTo>
                <a:close/>
                <a:moveTo>
                  <a:pt x="2576" y="511"/>
                </a:moveTo>
                <a:lnTo>
                  <a:pt x="2583" y="511"/>
                </a:lnTo>
                <a:lnTo>
                  <a:pt x="2583" y="503"/>
                </a:lnTo>
                <a:lnTo>
                  <a:pt x="2576" y="503"/>
                </a:lnTo>
                <a:lnTo>
                  <a:pt x="2576" y="511"/>
                </a:lnTo>
                <a:close/>
                <a:moveTo>
                  <a:pt x="2593" y="511"/>
                </a:moveTo>
                <a:lnTo>
                  <a:pt x="2600" y="511"/>
                </a:lnTo>
                <a:lnTo>
                  <a:pt x="2600" y="503"/>
                </a:lnTo>
                <a:lnTo>
                  <a:pt x="2593" y="503"/>
                </a:lnTo>
                <a:lnTo>
                  <a:pt x="2593" y="511"/>
                </a:lnTo>
                <a:close/>
                <a:moveTo>
                  <a:pt x="2609" y="511"/>
                </a:moveTo>
                <a:lnTo>
                  <a:pt x="2616" y="511"/>
                </a:lnTo>
                <a:lnTo>
                  <a:pt x="2616" y="503"/>
                </a:lnTo>
                <a:lnTo>
                  <a:pt x="2609" y="503"/>
                </a:lnTo>
                <a:lnTo>
                  <a:pt x="2609" y="511"/>
                </a:lnTo>
                <a:close/>
                <a:moveTo>
                  <a:pt x="2626" y="511"/>
                </a:moveTo>
                <a:lnTo>
                  <a:pt x="2633" y="511"/>
                </a:lnTo>
                <a:lnTo>
                  <a:pt x="2633" y="503"/>
                </a:lnTo>
                <a:lnTo>
                  <a:pt x="2626" y="503"/>
                </a:lnTo>
                <a:lnTo>
                  <a:pt x="2626" y="511"/>
                </a:lnTo>
                <a:close/>
                <a:moveTo>
                  <a:pt x="2642" y="511"/>
                </a:moveTo>
                <a:lnTo>
                  <a:pt x="2649" y="511"/>
                </a:lnTo>
                <a:lnTo>
                  <a:pt x="2649" y="503"/>
                </a:lnTo>
                <a:lnTo>
                  <a:pt x="2642" y="503"/>
                </a:lnTo>
                <a:lnTo>
                  <a:pt x="2642" y="511"/>
                </a:lnTo>
                <a:close/>
                <a:moveTo>
                  <a:pt x="2659" y="511"/>
                </a:moveTo>
                <a:lnTo>
                  <a:pt x="2666" y="511"/>
                </a:lnTo>
                <a:lnTo>
                  <a:pt x="2666" y="503"/>
                </a:lnTo>
                <a:lnTo>
                  <a:pt x="2659" y="503"/>
                </a:lnTo>
                <a:lnTo>
                  <a:pt x="2659" y="511"/>
                </a:lnTo>
                <a:close/>
                <a:moveTo>
                  <a:pt x="2678" y="511"/>
                </a:moveTo>
                <a:lnTo>
                  <a:pt x="2683" y="511"/>
                </a:lnTo>
                <a:lnTo>
                  <a:pt x="2683" y="503"/>
                </a:lnTo>
                <a:lnTo>
                  <a:pt x="2678" y="503"/>
                </a:lnTo>
                <a:lnTo>
                  <a:pt x="2678" y="511"/>
                </a:lnTo>
                <a:close/>
                <a:moveTo>
                  <a:pt x="2761" y="511"/>
                </a:moveTo>
                <a:lnTo>
                  <a:pt x="2768" y="511"/>
                </a:lnTo>
                <a:lnTo>
                  <a:pt x="2768" y="503"/>
                </a:lnTo>
                <a:lnTo>
                  <a:pt x="2761" y="503"/>
                </a:lnTo>
                <a:lnTo>
                  <a:pt x="2761" y="511"/>
                </a:lnTo>
                <a:close/>
                <a:moveTo>
                  <a:pt x="2777" y="511"/>
                </a:moveTo>
                <a:lnTo>
                  <a:pt x="2784" y="511"/>
                </a:lnTo>
                <a:lnTo>
                  <a:pt x="2784" y="503"/>
                </a:lnTo>
                <a:lnTo>
                  <a:pt x="2777" y="503"/>
                </a:lnTo>
                <a:lnTo>
                  <a:pt x="2777" y="511"/>
                </a:lnTo>
                <a:close/>
                <a:moveTo>
                  <a:pt x="386" y="527"/>
                </a:moveTo>
                <a:lnTo>
                  <a:pt x="393" y="527"/>
                </a:lnTo>
                <a:lnTo>
                  <a:pt x="393" y="520"/>
                </a:lnTo>
                <a:lnTo>
                  <a:pt x="386" y="520"/>
                </a:lnTo>
                <a:lnTo>
                  <a:pt x="386" y="527"/>
                </a:lnTo>
                <a:close/>
                <a:moveTo>
                  <a:pt x="402" y="527"/>
                </a:moveTo>
                <a:lnTo>
                  <a:pt x="409" y="527"/>
                </a:lnTo>
                <a:lnTo>
                  <a:pt x="409" y="520"/>
                </a:lnTo>
                <a:lnTo>
                  <a:pt x="402" y="520"/>
                </a:lnTo>
                <a:lnTo>
                  <a:pt x="402" y="527"/>
                </a:lnTo>
                <a:close/>
                <a:moveTo>
                  <a:pt x="419" y="527"/>
                </a:moveTo>
                <a:lnTo>
                  <a:pt x="426" y="527"/>
                </a:lnTo>
                <a:lnTo>
                  <a:pt x="426" y="520"/>
                </a:lnTo>
                <a:lnTo>
                  <a:pt x="419" y="520"/>
                </a:lnTo>
                <a:lnTo>
                  <a:pt x="419" y="527"/>
                </a:lnTo>
                <a:close/>
                <a:moveTo>
                  <a:pt x="435" y="527"/>
                </a:moveTo>
                <a:lnTo>
                  <a:pt x="442" y="527"/>
                </a:lnTo>
                <a:lnTo>
                  <a:pt x="442" y="520"/>
                </a:lnTo>
                <a:lnTo>
                  <a:pt x="435" y="520"/>
                </a:lnTo>
                <a:lnTo>
                  <a:pt x="435" y="527"/>
                </a:lnTo>
                <a:close/>
                <a:moveTo>
                  <a:pt x="452" y="527"/>
                </a:moveTo>
                <a:lnTo>
                  <a:pt x="459" y="527"/>
                </a:lnTo>
                <a:lnTo>
                  <a:pt x="459" y="520"/>
                </a:lnTo>
                <a:lnTo>
                  <a:pt x="452" y="520"/>
                </a:lnTo>
                <a:lnTo>
                  <a:pt x="452" y="527"/>
                </a:lnTo>
                <a:close/>
                <a:moveTo>
                  <a:pt x="469" y="527"/>
                </a:moveTo>
                <a:lnTo>
                  <a:pt x="476" y="527"/>
                </a:lnTo>
                <a:lnTo>
                  <a:pt x="476" y="520"/>
                </a:lnTo>
                <a:lnTo>
                  <a:pt x="469" y="520"/>
                </a:lnTo>
                <a:lnTo>
                  <a:pt x="469" y="527"/>
                </a:lnTo>
                <a:close/>
                <a:moveTo>
                  <a:pt x="485" y="527"/>
                </a:moveTo>
                <a:lnTo>
                  <a:pt x="492" y="527"/>
                </a:lnTo>
                <a:lnTo>
                  <a:pt x="492" y="520"/>
                </a:lnTo>
                <a:lnTo>
                  <a:pt x="485" y="520"/>
                </a:lnTo>
                <a:lnTo>
                  <a:pt x="485" y="527"/>
                </a:lnTo>
                <a:close/>
                <a:moveTo>
                  <a:pt x="502" y="527"/>
                </a:moveTo>
                <a:lnTo>
                  <a:pt x="509" y="527"/>
                </a:lnTo>
                <a:lnTo>
                  <a:pt x="509" y="520"/>
                </a:lnTo>
                <a:lnTo>
                  <a:pt x="502" y="520"/>
                </a:lnTo>
                <a:lnTo>
                  <a:pt x="502" y="527"/>
                </a:lnTo>
                <a:close/>
                <a:moveTo>
                  <a:pt x="518" y="527"/>
                </a:moveTo>
                <a:lnTo>
                  <a:pt x="525" y="527"/>
                </a:lnTo>
                <a:lnTo>
                  <a:pt x="525" y="520"/>
                </a:lnTo>
                <a:lnTo>
                  <a:pt x="518" y="520"/>
                </a:lnTo>
                <a:lnTo>
                  <a:pt x="518" y="527"/>
                </a:lnTo>
                <a:close/>
                <a:moveTo>
                  <a:pt x="535" y="527"/>
                </a:moveTo>
                <a:lnTo>
                  <a:pt x="542" y="527"/>
                </a:lnTo>
                <a:lnTo>
                  <a:pt x="542" y="520"/>
                </a:lnTo>
                <a:lnTo>
                  <a:pt x="535" y="520"/>
                </a:lnTo>
                <a:lnTo>
                  <a:pt x="535" y="527"/>
                </a:lnTo>
                <a:close/>
                <a:moveTo>
                  <a:pt x="551" y="527"/>
                </a:moveTo>
                <a:lnTo>
                  <a:pt x="559" y="527"/>
                </a:lnTo>
                <a:lnTo>
                  <a:pt x="559" y="520"/>
                </a:lnTo>
                <a:lnTo>
                  <a:pt x="551" y="520"/>
                </a:lnTo>
                <a:lnTo>
                  <a:pt x="551" y="527"/>
                </a:lnTo>
                <a:close/>
                <a:moveTo>
                  <a:pt x="568" y="527"/>
                </a:moveTo>
                <a:lnTo>
                  <a:pt x="575" y="527"/>
                </a:lnTo>
                <a:lnTo>
                  <a:pt x="575" y="520"/>
                </a:lnTo>
                <a:lnTo>
                  <a:pt x="568" y="520"/>
                </a:lnTo>
                <a:lnTo>
                  <a:pt x="568" y="527"/>
                </a:lnTo>
                <a:close/>
                <a:moveTo>
                  <a:pt x="585" y="527"/>
                </a:moveTo>
                <a:lnTo>
                  <a:pt x="592" y="527"/>
                </a:lnTo>
                <a:lnTo>
                  <a:pt x="592" y="520"/>
                </a:lnTo>
                <a:lnTo>
                  <a:pt x="585" y="520"/>
                </a:lnTo>
                <a:lnTo>
                  <a:pt x="585" y="527"/>
                </a:lnTo>
                <a:close/>
                <a:moveTo>
                  <a:pt x="601" y="527"/>
                </a:moveTo>
                <a:lnTo>
                  <a:pt x="608" y="527"/>
                </a:lnTo>
                <a:lnTo>
                  <a:pt x="608" y="520"/>
                </a:lnTo>
                <a:lnTo>
                  <a:pt x="601" y="520"/>
                </a:lnTo>
                <a:lnTo>
                  <a:pt x="601" y="527"/>
                </a:lnTo>
                <a:close/>
                <a:moveTo>
                  <a:pt x="620" y="527"/>
                </a:moveTo>
                <a:lnTo>
                  <a:pt x="625" y="527"/>
                </a:lnTo>
                <a:lnTo>
                  <a:pt x="625" y="520"/>
                </a:lnTo>
                <a:lnTo>
                  <a:pt x="620" y="520"/>
                </a:lnTo>
                <a:lnTo>
                  <a:pt x="620" y="527"/>
                </a:lnTo>
                <a:close/>
                <a:moveTo>
                  <a:pt x="637" y="527"/>
                </a:moveTo>
                <a:lnTo>
                  <a:pt x="644" y="527"/>
                </a:lnTo>
                <a:lnTo>
                  <a:pt x="644" y="520"/>
                </a:lnTo>
                <a:lnTo>
                  <a:pt x="637" y="520"/>
                </a:lnTo>
                <a:lnTo>
                  <a:pt x="637" y="527"/>
                </a:lnTo>
                <a:close/>
                <a:moveTo>
                  <a:pt x="653" y="527"/>
                </a:moveTo>
                <a:lnTo>
                  <a:pt x="660" y="527"/>
                </a:lnTo>
                <a:lnTo>
                  <a:pt x="660" y="520"/>
                </a:lnTo>
                <a:lnTo>
                  <a:pt x="653" y="520"/>
                </a:lnTo>
                <a:lnTo>
                  <a:pt x="653" y="527"/>
                </a:lnTo>
                <a:close/>
                <a:moveTo>
                  <a:pt x="670" y="527"/>
                </a:moveTo>
                <a:lnTo>
                  <a:pt x="677" y="527"/>
                </a:lnTo>
                <a:lnTo>
                  <a:pt x="677" y="520"/>
                </a:lnTo>
                <a:lnTo>
                  <a:pt x="670" y="520"/>
                </a:lnTo>
                <a:lnTo>
                  <a:pt x="670" y="527"/>
                </a:lnTo>
                <a:close/>
                <a:moveTo>
                  <a:pt x="686" y="527"/>
                </a:moveTo>
                <a:lnTo>
                  <a:pt x="693" y="527"/>
                </a:lnTo>
                <a:lnTo>
                  <a:pt x="693" y="520"/>
                </a:lnTo>
                <a:lnTo>
                  <a:pt x="686" y="520"/>
                </a:lnTo>
                <a:lnTo>
                  <a:pt x="686" y="527"/>
                </a:lnTo>
                <a:close/>
                <a:moveTo>
                  <a:pt x="703" y="527"/>
                </a:moveTo>
                <a:lnTo>
                  <a:pt x="710" y="527"/>
                </a:lnTo>
                <a:lnTo>
                  <a:pt x="710" y="520"/>
                </a:lnTo>
                <a:lnTo>
                  <a:pt x="703" y="520"/>
                </a:lnTo>
                <a:lnTo>
                  <a:pt x="703" y="527"/>
                </a:lnTo>
                <a:close/>
                <a:moveTo>
                  <a:pt x="720" y="527"/>
                </a:moveTo>
                <a:lnTo>
                  <a:pt x="727" y="527"/>
                </a:lnTo>
                <a:lnTo>
                  <a:pt x="727" y="520"/>
                </a:lnTo>
                <a:lnTo>
                  <a:pt x="720" y="520"/>
                </a:lnTo>
                <a:lnTo>
                  <a:pt x="720" y="527"/>
                </a:lnTo>
                <a:close/>
                <a:moveTo>
                  <a:pt x="736" y="527"/>
                </a:moveTo>
                <a:lnTo>
                  <a:pt x="743" y="527"/>
                </a:lnTo>
                <a:lnTo>
                  <a:pt x="743" y="520"/>
                </a:lnTo>
                <a:lnTo>
                  <a:pt x="736" y="520"/>
                </a:lnTo>
                <a:lnTo>
                  <a:pt x="736" y="527"/>
                </a:lnTo>
                <a:close/>
                <a:moveTo>
                  <a:pt x="753" y="527"/>
                </a:moveTo>
                <a:lnTo>
                  <a:pt x="760" y="527"/>
                </a:lnTo>
                <a:lnTo>
                  <a:pt x="760" y="520"/>
                </a:lnTo>
                <a:lnTo>
                  <a:pt x="753" y="520"/>
                </a:lnTo>
                <a:lnTo>
                  <a:pt x="753" y="527"/>
                </a:lnTo>
                <a:close/>
                <a:moveTo>
                  <a:pt x="769" y="527"/>
                </a:moveTo>
                <a:lnTo>
                  <a:pt x="776" y="527"/>
                </a:lnTo>
                <a:lnTo>
                  <a:pt x="776" y="520"/>
                </a:lnTo>
                <a:lnTo>
                  <a:pt x="769" y="520"/>
                </a:lnTo>
                <a:lnTo>
                  <a:pt x="769" y="527"/>
                </a:lnTo>
                <a:close/>
                <a:moveTo>
                  <a:pt x="786" y="527"/>
                </a:moveTo>
                <a:lnTo>
                  <a:pt x="793" y="527"/>
                </a:lnTo>
                <a:lnTo>
                  <a:pt x="793" y="520"/>
                </a:lnTo>
                <a:lnTo>
                  <a:pt x="786" y="520"/>
                </a:lnTo>
                <a:lnTo>
                  <a:pt x="786" y="527"/>
                </a:lnTo>
                <a:close/>
                <a:moveTo>
                  <a:pt x="802" y="527"/>
                </a:moveTo>
                <a:lnTo>
                  <a:pt x="810" y="527"/>
                </a:lnTo>
                <a:lnTo>
                  <a:pt x="810" y="520"/>
                </a:lnTo>
                <a:lnTo>
                  <a:pt x="802" y="520"/>
                </a:lnTo>
                <a:lnTo>
                  <a:pt x="802" y="527"/>
                </a:lnTo>
                <a:close/>
                <a:moveTo>
                  <a:pt x="819" y="527"/>
                </a:moveTo>
                <a:lnTo>
                  <a:pt x="826" y="527"/>
                </a:lnTo>
                <a:lnTo>
                  <a:pt x="826" y="520"/>
                </a:lnTo>
                <a:lnTo>
                  <a:pt x="819" y="520"/>
                </a:lnTo>
                <a:lnTo>
                  <a:pt x="819" y="527"/>
                </a:lnTo>
                <a:close/>
                <a:moveTo>
                  <a:pt x="836" y="527"/>
                </a:moveTo>
                <a:lnTo>
                  <a:pt x="843" y="527"/>
                </a:lnTo>
                <a:lnTo>
                  <a:pt x="843" y="520"/>
                </a:lnTo>
                <a:lnTo>
                  <a:pt x="836" y="520"/>
                </a:lnTo>
                <a:lnTo>
                  <a:pt x="836" y="527"/>
                </a:lnTo>
                <a:close/>
                <a:moveTo>
                  <a:pt x="852" y="527"/>
                </a:moveTo>
                <a:lnTo>
                  <a:pt x="859" y="527"/>
                </a:lnTo>
                <a:lnTo>
                  <a:pt x="859" y="520"/>
                </a:lnTo>
                <a:lnTo>
                  <a:pt x="852" y="520"/>
                </a:lnTo>
                <a:lnTo>
                  <a:pt x="852" y="527"/>
                </a:lnTo>
                <a:close/>
                <a:moveTo>
                  <a:pt x="871" y="527"/>
                </a:moveTo>
                <a:lnTo>
                  <a:pt x="876" y="527"/>
                </a:lnTo>
                <a:lnTo>
                  <a:pt x="876" y="520"/>
                </a:lnTo>
                <a:lnTo>
                  <a:pt x="871" y="520"/>
                </a:lnTo>
                <a:lnTo>
                  <a:pt x="871" y="527"/>
                </a:lnTo>
                <a:close/>
                <a:moveTo>
                  <a:pt x="888" y="527"/>
                </a:moveTo>
                <a:lnTo>
                  <a:pt x="895" y="527"/>
                </a:lnTo>
                <a:lnTo>
                  <a:pt x="895" y="520"/>
                </a:lnTo>
                <a:lnTo>
                  <a:pt x="888" y="520"/>
                </a:lnTo>
                <a:lnTo>
                  <a:pt x="888" y="527"/>
                </a:lnTo>
                <a:close/>
                <a:moveTo>
                  <a:pt x="904" y="527"/>
                </a:moveTo>
                <a:lnTo>
                  <a:pt x="911" y="527"/>
                </a:lnTo>
                <a:lnTo>
                  <a:pt x="911" y="520"/>
                </a:lnTo>
                <a:lnTo>
                  <a:pt x="904" y="520"/>
                </a:lnTo>
                <a:lnTo>
                  <a:pt x="904" y="527"/>
                </a:lnTo>
                <a:close/>
                <a:moveTo>
                  <a:pt x="921" y="527"/>
                </a:moveTo>
                <a:lnTo>
                  <a:pt x="928" y="527"/>
                </a:lnTo>
                <a:lnTo>
                  <a:pt x="928" y="520"/>
                </a:lnTo>
                <a:lnTo>
                  <a:pt x="921" y="520"/>
                </a:lnTo>
                <a:lnTo>
                  <a:pt x="921" y="527"/>
                </a:lnTo>
                <a:close/>
                <a:moveTo>
                  <a:pt x="1423" y="527"/>
                </a:moveTo>
                <a:lnTo>
                  <a:pt x="1430" y="527"/>
                </a:lnTo>
                <a:lnTo>
                  <a:pt x="1430" y="520"/>
                </a:lnTo>
                <a:lnTo>
                  <a:pt x="1423" y="520"/>
                </a:lnTo>
                <a:lnTo>
                  <a:pt x="1423" y="527"/>
                </a:lnTo>
                <a:close/>
                <a:moveTo>
                  <a:pt x="1439" y="527"/>
                </a:moveTo>
                <a:lnTo>
                  <a:pt x="1447" y="527"/>
                </a:lnTo>
                <a:lnTo>
                  <a:pt x="1447" y="520"/>
                </a:lnTo>
                <a:lnTo>
                  <a:pt x="1439" y="520"/>
                </a:lnTo>
                <a:lnTo>
                  <a:pt x="1439" y="527"/>
                </a:lnTo>
                <a:close/>
                <a:moveTo>
                  <a:pt x="1456" y="527"/>
                </a:moveTo>
                <a:lnTo>
                  <a:pt x="1463" y="527"/>
                </a:lnTo>
                <a:lnTo>
                  <a:pt x="1463" y="520"/>
                </a:lnTo>
                <a:lnTo>
                  <a:pt x="1456" y="520"/>
                </a:lnTo>
                <a:lnTo>
                  <a:pt x="1456" y="527"/>
                </a:lnTo>
                <a:close/>
                <a:moveTo>
                  <a:pt x="1473" y="527"/>
                </a:moveTo>
                <a:lnTo>
                  <a:pt x="1480" y="527"/>
                </a:lnTo>
                <a:lnTo>
                  <a:pt x="1480" y="520"/>
                </a:lnTo>
                <a:lnTo>
                  <a:pt x="1473" y="520"/>
                </a:lnTo>
                <a:lnTo>
                  <a:pt x="1473" y="527"/>
                </a:lnTo>
                <a:close/>
                <a:moveTo>
                  <a:pt x="1489" y="527"/>
                </a:moveTo>
                <a:lnTo>
                  <a:pt x="1496" y="527"/>
                </a:lnTo>
                <a:lnTo>
                  <a:pt x="1496" y="520"/>
                </a:lnTo>
                <a:lnTo>
                  <a:pt x="1489" y="520"/>
                </a:lnTo>
                <a:lnTo>
                  <a:pt x="1489" y="527"/>
                </a:lnTo>
                <a:close/>
                <a:moveTo>
                  <a:pt x="1506" y="527"/>
                </a:moveTo>
                <a:lnTo>
                  <a:pt x="1513" y="527"/>
                </a:lnTo>
                <a:lnTo>
                  <a:pt x="1513" y="520"/>
                </a:lnTo>
                <a:lnTo>
                  <a:pt x="1506" y="520"/>
                </a:lnTo>
                <a:lnTo>
                  <a:pt x="1506" y="527"/>
                </a:lnTo>
                <a:close/>
                <a:moveTo>
                  <a:pt x="1522" y="527"/>
                </a:moveTo>
                <a:lnTo>
                  <a:pt x="1529" y="527"/>
                </a:lnTo>
                <a:lnTo>
                  <a:pt x="1529" y="520"/>
                </a:lnTo>
                <a:lnTo>
                  <a:pt x="1522" y="520"/>
                </a:lnTo>
                <a:lnTo>
                  <a:pt x="1522" y="527"/>
                </a:lnTo>
                <a:close/>
                <a:moveTo>
                  <a:pt x="1539" y="527"/>
                </a:moveTo>
                <a:lnTo>
                  <a:pt x="1546" y="527"/>
                </a:lnTo>
                <a:lnTo>
                  <a:pt x="1546" y="520"/>
                </a:lnTo>
                <a:lnTo>
                  <a:pt x="1539" y="520"/>
                </a:lnTo>
                <a:lnTo>
                  <a:pt x="1539" y="527"/>
                </a:lnTo>
                <a:close/>
                <a:moveTo>
                  <a:pt x="1555" y="527"/>
                </a:moveTo>
                <a:lnTo>
                  <a:pt x="1563" y="527"/>
                </a:lnTo>
                <a:lnTo>
                  <a:pt x="1563" y="520"/>
                </a:lnTo>
                <a:lnTo>
                  <a:pt x="1555" y="520"/>
                </a:lnTo>
                <a:lnTo>
                  <a:pt x="1555" y="527"/>
                </a:lnTo>
                <a:close/>
                <a:moveTo>
                  <a:pt x="1572" y="527"/>
                </a:moveTo>
                <a:lnTo>
                  <a:pt x="1579" y="527"/>
                </a:lnTo>
                <a:lnTo>
                  <a:pt x="1579" y="520"/>
                </a:lnTo>
                <a:lnTo>
                  <a:pt x="1572" y="520"/>
                </a:lnTo>
                <a:lnTo>
                  <a:pt x="1572" y="527"/>
                </a:lnTo>
                <a:close/>
                <a:moveTo>
                  <a:pt x="1589" y="527"/>
                </a:moveTo>
                <a:lnTo>
                  <a:pt x="1596" y="527"/>
                </a:lnTo>
                <a:lnTo>
                  <a:pt x="1596" y="520"/>
                </a:lnTo>
                <a:lnTo>
                  <a:pt x="1589" y="520"/>
                </a:lnTo>
                <a:lnTo>
                  <a:pt x="1589" y="527"/>
                </a:lnTo>
                <a:close/>
                <a:moveTo>
                  <a:pt x="1605" y="527"/>
                </a:moveTo>
                <a:lnTo>
                  <a:pt x="1612" y="527"/>
                </a:lnTo>
                <a:lnTo>
                  <a:pt x="1612" y="520"/>
                </a:lnTo>
                <a:lnTo>
                  <a:pt x="1605" y="520"/>
                </a:lnTo>
                <a:lnTo>
                  <a:pt x="1605" y="527"/>
                </a:lnTo>
                <a:close/>
                <a:moveTo>
                  <a:pt x="1622" y="527"/>
                </a:moveTo>
                <a:lnTo>
                  <a:pt x="1629" y="527"/>
                </a:lnTo>
                <a:lnTo>
                  <a:pt x="1629" y="520"/>
                </a:lnTo>
                <a:lnTo>
                  <a:pt x="1622" y="520"/>
                </a:lnTo>
                <a:lnTo>
                  <a:pt x="1622" y="527"/>
                </a:lnTo>
                <a:close/>
                <a:moveTo>
                  <a:pt x="1638" y="527"/>
                </a:moveTo>
                <a:lnTo>
                  <a:pt x="1645" y="527"/>
                </a:lnTo>
                <a:lnTo>
                  <a:pt x="1645" y="520"/>
                </a:lnTo>
                <a:lnTo>
                  <a:pt x="1638" y="520"/>
                </a:lnTo>
                <a:lnTo>
                  <a:pt x="1638" y="527"/>
                </a:lnTo>
                <a:close/>
                <a:moveTo>
                  <a:pt x="1657" y="527"/>
                </a:moveTo>
                <a:lnTo>
                  <a:pt x="1664" y="527"/>
                </a:lnTo>
                <a:lnTo>
                  <a:pt x="1664" y="520"/>
                </a:lnTo>
                <a:lnTo>
                  <a:pt x="1657" y="520"/>
                </a:lnTo>
                <a:lnTo>
                  <a:pt x="1657" y="527"/>
                </a:lnTo>
                <a:close/>
                <a:moveTo>
                  <a:pt x="1674" y="527"/>
                </a:moveTo>
                <a:lnTo>
                  <a:pt x="1681" y="527"/>
                </a:lnTo>
                <a:lnTo>
                  <a:pt x="1681" y="520"/>
                </a:lnTo>
                <a:lnTo>
                  <a:pt x="1674" y="520"/>
                </a:lnTo>
                <a:lnTo>
                  <a:pt x="1674" y="527"/>
                </a:lnTo>
                <a:close/>
                <a:moveTo>
                  <a:pt x="1690" y="527"/>
                </a:moveTo>
                <a:lnTo>
                  <a:pt x="1698" y="527"/>
                </a:lnTo>
                <a:lnTo>
                  <a:pt x="1698" y="520"/>
                </a:lnTo>
                <a:lnTo>
                  <a:pt x="1690" y="520"/>
                </a:lnTo>
                <a:lnTo>
                  <a:pt x="1690" y="527"/>
                </a:lnTo>
                <a:close/>
                <a:moveTo>
                  <a:pt x="1707" y="527"/>
                </a:moveTo>
                <a:lnTo>
                  <a:pt x="1714" y="527"/>
                </a:lnTo>
                <a:lnTo>
                  <a:pt x="1714" y="520"/>
                </a:lnTo>
                <a:lnTo>
                  <a:pt x="1707" y="520"/>
                </a:lnTo>
                <a:lnTo>
                  <a:pt x="1707" y="527"/>
                </a:lnTo>
                <a:close/>
                <a:moveTo>
                  <a:pt x="1724" y="527"/>
                </a:moveTo>
                <a:lnTo>
                  <a:pt x="1731" y="527"/>
                </a:lnTo>
                <a:lnTo>
                  <a:pt x="1731" y="520"/>
                </a:lnTo>
                <a:lnTo>
                  <a:pt x="1724" y="520"/>
                </a:lnTo>
                <a:lnTo>
                  <a:pt x="1724" y="527"/>
                </a:lnTo>
                <a:close/>
                <a:moveTo>
                  <a:pt x="1740" y="527"/>
                </a:moveTo>
                <a:lnTo>
                  <a:pt x="1747" y="527"/>
                </a:lnTo>
                <a:lnTo>
                  <a:pt x="1747" y="520"/>
                </a:lnTo>
                <a:lnTo>
                  <a:pt x="1740" y="520"/>
                </a:lnTo>
                <a:lnTo>
                  <a:pt x="1740" y="527"/>
                </a:lnTo>
                <a:close/>
                <a:moveTo>
                  <a:pt x="1757" y="527"/>
                </a:moveTo>
                <a:lnTo>
                  <a:pt x="1764" y="527"/>
                </a:lnTo>
                <a:lnTo>
                  <a:pt x="1764" y="520"/>
                </a:lnTo>
                <a:lnTo>
                  <a:pt x="1757" y="520"/>
                </a:lnTo>
                <a:lnTo>
                  <a:pt x="1757" y="527"/>
                </a:lnTo>
                <a:close/>
                <a:moveTo>
                  <a:pt x="1773" y="527"/>
                </a:moveTo>
                <a:lnTo>
                  <a:pt x="1780" y="527"/>
                </a:lnTo>
                <a:lnTo>
                  <a:pt x="1780" y="520"/>
                </a:lnTo>
                <a:lnTo>
                  <a:pt x="1773" y="520"/>
                </a:lnTo>
                <a:lnTo>
                  <a:pt x="1773" y="527"/>
                </a:lnTo>
                <a:close/>
                <a:moveTo>
                  <a:pt x="1790" y="527"/>
                </a:moveTo>
                <a:lnTo>
                  <a:pt x="1797" y="527"/>
                </a:lnTo>
                <a:lnTo>
                  <a:pt x="1797" y="520"/>
                </a:lnTo>
                <a:lnTo>
                  <a:pt x="1790" y="520"/>
                </a:lnTo>
                <a:lnTo>
                  <a:pt x="1790" y="527"/>
                </a:lnTo>
                <a:close/>
                <a:moveTo>
                  <a:pt x="1806" y="527"/>
                </a:moveTo>
                <a:lnTo>
                  <a:pt x="1814" y="527"/>
                </a:lnTo>
                <a:lnTo>
                  <a:pt x="1814" y="520"/>
                </a:lnTo>
                <a:lnTo>
                  <a:pt x="1806" y="520"/>
                </a:lnTo>
                <a:lnTo>
                  <a:pt x="1806" y="527"/>
                </a:lnTo>
                <a:close/>
                <a:moveTo>
                  <a:pt x="1823" y="527"/>
                </a:moveTo>
                <a:lnTo>
                  <a:pt x="1830" y="527"/>
                </a:lnTo>
                <a:lnTo>
                  <a:pt x="1830" y="520"/>
                </a:lnTo>
                <a:lnTo>
                  <a:pt x="1823" y="520"/>
                </a:lnTo>
                <a:lnTo>
                  <a:pt x="1823" y="527"/>
                </a:lnTo>
                <a:close/>
                <a:moveTo>
                  <a:pt x="1840" y="527"/>
                </a:moveTo>
                <a:lnTo>
                  <a:pt x="1847" y="527"/>
                </a:lnTo>
                <a:lnTo>
                  <a:pt x="1847" y="520"/>
                </a:lnTo>
                <a:lnTo>
                  <a:pt x="1840" y="520"/>
                </a:lnTo>
                <a:lnTo>
                  <a:pt x="1840" y="527"/>
                </a:lnTo>
                <a:close/>
                <a:moveTo>
                  <a:pt x="1856" y="527"/>
                </a:moveTo>
                <a:lnTo>
                  <a:pt x="1863" y="527"/>
                </a:lnTo>
                <a:lnTo>
                  <a:pt x="1863" y="520"/>
                </a:lnTo>
                <a:lnTo>
                  <a:pt x="1856" y="520"/>
                </a:lnTo>
                <a:lnTo>
                  <a:pt x="1856" y="527"/>
                </a:lnTo>
                <a:close/>
                <a:moveTo>
                  <a:pt x="1873" y="527"/>
                </a:moveTo>
                <a:lnTo>
                  <a:pt x="1880" y="527"/>
                </a:lnTo>
                <a:lnTo>
                  <a:pt x="1880" y="520"/>
                </a:lnTo>
                <a:lnTo>
                  <a:pt x="1873" y="520"/>
                </a:lnTo>
                <a:lnTo>
                  <a:pt x="1873" y="527"/>
                </a:lnTo>
                <a:close/>
                <a:moveTo>
                  <a:pt x="1889" y="527"/>
                </a:moveTo>
                <a:lnTo>
                  <a:pt x="1896" y="527"/>
                </a:lnTo>
                <a:lnTo>
                  <a:pt x="1896" y="520"/>
                </a:lnTo>
                <a:lnTo>
                  <a:pt x="1889" y="520"/>
                </a:lnTo>
                <a:lnTo>
                  <a:pt x="1889" y="527"/>
                </a:lnTo>
                <a:close/>
                <a:moveTo>
                  <a:pt x="1908" y="527"/>
                </a:moveTo>
                <a:lnTo>
                  <a:pt x="1915" y="527"/>
                </a:lnTo>
                <a:lnTo>
                  <a:pt x="1915" y="520"/>
                </a:lnTo>
                <a:lnTo>
                  <a:pt x="1908" y="520"/>
                </a:lnTo>
                <a:lnTo>
                  <a:pt x="1908" y="527"/>
                </a:lnTo>
                <a:close/>
                <a:moveTo>
                  <a:pt x="1925" y="527"/>
                </a:moveTo>
                <a:lnTo>
                  <a:pt x="1932" y="527"/>
                </a:lnTo>
                <a:lnTo>
                  <a:pt x="1932" y="520"/>
                </a:lnTo>
                <a:lnTo>
                  <a:pt x="1925" y="520"/>
                </a:lnTo>
                <a:lnTo>
                  <a:pt x="1925" y="527"/>
                </a:lnTo>
                <a:close/>
                <a:moveTo>
                  <a:pt x="1941" y="527"/>
                </a:moveTo>
                <a:lnTo>
                  <a:pt x="1949" y="527"/>
                </a:lnTo>
                <a:lnTo>
                  <a:pt x="1949" y="520"/>
                </a:lnTo>
                <a:lnTo>
                  <a:pt x="1941" y="520"/>
                </a:lnTo>
                <a:lnTo>
                  <a:pt x="1941" y="527"/>
                </a:lnTo>
                <a:close/>
                <a:moveTo>
                  <a:pt x="1958" y="527"/>
                </a:moveTo>
                <a:lnTo>
                  <a:pt x="1965" y="527"/>
                </a:lnTo>
                <a:lnTo>
                  <a:pt x="1965" y="520"/>
                </a:lnTo>
                <a:lnTo>
                  <a:pt x="1958" y="520"/>
                </a:lnTo>
                <a:lnTo>
                  <a:pt x="1958" y="527"/>
                </a:lnTo>
                <a:close/>
                <a:moveTo>
                  <a:pt x="1975" y="527"/>
                </a:moveTo>
                <a:lnTo>
                  <a:pt x="1982" y="527"/>
                </a:lnTo>
                <a:lnTo>
                  <a:pt x="1982" y="520"/>
                </a:lnTo>
                <a:lnTo>
                  <a:pt x="1975" y="520"/>
                </a:lnTo>
                <a:lnTo>
                  <a:pt x="1975" y="527"/>
                </a:lnTo>
                <a:close/>
                <a:moveTo>
                  <a:pt x="1991" y="527"/>
                </a:moveTo>
                <a:lnTo>
                  <a:pt x="1998" y="527"/>
                </a:lnTo>
                <a:lnTo>
                  <a:pt x="1998" y="520"/>
                </a:lnTo>
                <a:lnTo>
                  <a:pt x="1991" y="520"/>
                </a:lnTo>
                <a:lnTo>
                  <a:pt x="1991" y="527"/>
                </a:lnTo>
                <a:close/>
                <a:moveTo>
                  <a:pt x="2008" y="527"/>
                </a:moveTo>
                <a:lnTo>
                  <a:pt x="2015" y="527"/>
                </a:lnTo>
                <a:lnTo>
                  <a:pt x="2015" y="520"/>
                </a:lnTo>
                <a:lnTo>
                  <a:pt x="2008" y="520"/>
                </a:lnTo>
                <a:lnTo>
                  <a:pt x="2008" y="527"/>
                </a:lnTo>
                <a:close/>
                <a:moveTo>
                  <a:pt x="2024" y="527"/>
                </a:moveTo>
                <a:lnTo>
                  <a:pt x="2031" y="527"/>
                </a:lnTo>
                <a:lnTo>
                  <a:pt x="2031" y="520"/>
                </a:lnTo>
                <a:lnTo>
                  <a:pt x="2024" y="520"/>
                </a:lnTo>
                <a:lnTo>
                  <a:pt x="2024" y="527"/>
                </a:lnTo>
                <a:close/>
                <a:moveTo>
                  <a:pt x="2041" y="527"/>
                </a:moveTo>
                <a:lnTo>
                  <a:pt x="2048" y="527"/>
                </a:lnTo>
                <a:lnTo>
                  <a:pt x="2048" y="520"/>
                </a:lnTo>
                <a:lnTo>
                  <a:pt x="2041" y="520"/>
                </a:lnTo>
                <a:lnTo>
                  <a:pt x="2041" y="527"/>
                </a:lnTo>
                <a:close/>
                <a:moveTo>
                  <a:pt x="2057" y="527"/>
                </a:moveTo>
                <a:lnTo>
                  <a:pt x="2065" y="527"/>
                </a:lnTo>
                <a:lnTo>
                  <a:pt x="2065" y="520"/>
                </a:lnTo>
                <a:lnTo>
                  <a:pt x="2057" y="520"/>
                </a:lnTo>
                <a:lnTo>
                  <a:pt x="2057" y="527"/>
                </a:lnTo>
                <a:close/>
                <a:moveTo>
                  <a:pt x="2074" y="527"/>
                </a:moveTo>
                <a:lnTo>
                  <a:pt x="2081" y="527"/>
                </a:lnTo>
                <a:lnTo>
                  <a:pt x="2081" y="520"/>
                </a:lnTo>
                <a:lnTo>
                  <a:pt x="2074" y="520"/>
                </a:lnTo>
                <a:lnTo>
                  <a:pt x="2074" y="527"/>
                </a:lnTo>
                <a:close/>
                <a:moveTo>
                  <a:pt x="2091" y="527"/>
                </a:moveTo>
                <a:lnTo>
                  <a:pt x="2098" y="527"/>
                </a:lnTo>
                <a:lnTo>
                  <a:pt x="2098" y="520"/>
                </a:lnTo>
                <a:lnTo>
                  <a:pt x="2091" y="520"/>
                </a:lnTo>
                <a:lnTo>
                  <a:pt x="2091" y="527"/>
                </a:lnTo>
                <a:close/>
                <a:moveTo>
                  <a:pt x="2107" y="527"/>
                </a:moveTo>
                <a:lnTo>
                  <a:pt x="2114" y="527"/>
                </a:lnTo>
                <a:lnTo>
                  <a:pt x="2114" y="520"/>
                </a:lnTo>
                <a:lnTo>
                  <a:pt x="2107" y="520"/>
                </a:lnTo>
                <a:lnTo>
                  <a:pt x="2107" y="527"/>
                </a:lnTo>
                <a:close/>
                <a:moveTo>
                  <a:pt x="2124" y="527"/>
                </a:moveTo>
                <a:lnTo>
                  <a:pt x="2131" y="527"/>
                </a:lnTo>
                <a:lnTo>
                  <a:pt x="2131" y="520"/>
                </a:lnTo>
                <a:lnTo>
                  <a:pt x="2124" y="520"/>
                </a:lnTo>
                <a:lnTo>
                  <a:pt x="2124" y="527"/>
                </a:lnTo>
                <a:close/>
                <a:moveTo>
                  <a:pt x="2140" y="527"/>
                </a:moveTo>
                <a:lnTo>
                  <a:pt x="2147" y="527"/>
                </a:lnTo>
                <a:lnTo>
                  <a:pt x="2147" y="520"/>
                </a:lnTo>
                <a:lnTo>
                  <a:pt x="2140" y="520"/>
                </a:lnTo>
                <a:lnTo>
                  <a:pt x="2140" y="527"/>
                </a:lnTo>
                <a:close/>
                <a:moveTo>
                  <a:pt x="2159" y="527"/>
                </a:moveTo>
                <a:lnTo>
                  <a:pt x="2164" y="527"/>
                </a:lnTo>
                <a:lnTo>
                  <a:pt x="2164" y="520"/>
                </a:lnTo>
                <a:lnTo>
                  <a:pt x="2159" y="520"/>
                </a:lnTo>
                <a:lnTo>
                  <a:pt x="2159" y="527"/>
                </a:lnTo>
                <a:close/>
                <a:moveTo>
                  <a:pt x="2176" y="527"/>
                </a:moveTo>
                <a:lnTo>
                  <a:pt x="2183" y="527"/>
                </a:lnTo>
                <a:lnTo>
                  <a:pt x="2183" y="520"/>
                </a:lnTo>
                <a:lnTo>
                  <a:pt x="2176" y="520"/>
                </a:lnTo>
                <a:lnTo>
                  <a:pt x="2176" y="527"/>
                </a:lnTo>
                <a:close/>
                <a:moveTo>
                  <a:pt x="2192" y="527"/>
                </a:moveTo>
                <a:lnTo>
                  <a:pt x="2200" y="527"/>
                </a:lnTo>
                <a:lnTo>
                  <a:pt x="2200" y="520"/>
                </a:lnTo>
                <a:lnTo>
                  <a:pt x="2192" y="520"/>
                </a:lnTo>
                <a:lnTo>
                  <a:pt x="2192" y="527"/>
                </a:lnTo>
                <a:close/>
                <a:moveTo>
                  <a:pt x="2209" y="527"/>
                </a:moveTo>
                <a:lnTo>
                  <a:pt x="2216" y="527"/>
                </a:lnTo>
                <a:lnTo>
                  <a:pt x="2216" y="520"/>
                </a:lnTo>
                <a:lnTo>
                  <a:pt x="2209" y="520"/>
                </a:lnTo>
                <a:lnTo>
                  <a:pt x="2209" y="527"/>
                </a:lnTo>
                <a:close/>
                <a:moveTo>
                  <a:pt x="2226" y="527"/>
                </a:moveTo>
                <a:lnTo>
                  <a:pt x="2233" y="527"/>
                </a:lnTo>
                <a:lnTo>
                  <a:pt x="2233" y="520"/>
                </a:lnTo>
                <a:lnTo>
                  <a:pt x="2226" y="520"/>
                </a:lnTo>
                <a:lnTo>
                  <a:pt x="2226" y="527"/>
                </a:lnTo>
                <a:close/>
                <a:moveTo>
                  <a:pt x="2242" y="527"/>
                </a:moveTo>
                <a:lnTo>
                  <a:pt x="2249" y="527"/>
                </a:lnTo>
                <a:lnTo>
                  <a:pt x="2249" y="520"/>
                </a:lnTo>
                <a:lnTo>
                  <a:pt x="2242" y="520"/>
                </a:lnTo>
                <a:lnTo>
                  <a:pt x="2242" y="527"/>
                </a:lnTo>
                <a:close/>
                <a:moveTo>
                  <a:pt x="2259" y="527"/>
                </a:moveTo>
                <a:lnTo>
                  <a:pt x="2266" y="527"/>
                </a:lnTo>
                <a:lnTo>
                  <a:pt x="2266" y="520"/>
                </a:lnTo>
                <a:lnTo>
                  <a:pt x="2259" y="520"/>
                </a:lnTo>
                <a:lnTo>
                  <a:pt x="2259" y="527"/>
                </a:lnTo>
                <a:close/>
                <a:moveTo>
                  <a:pt x="2275" y="527"/>
                </a:moveTo>
                <a:lnTo>
                  <a:pt x="2282" y="527"/>
                </a:lnTo>
                <a:lnTo>
                  <a:pt x="2282" y="520"/>
                </a:lnTo>
                <a:lnTo>
                  <a:pt x="2275" y="520"/>
                </a:lnTo>
                <a:lnTo>
                  <a:pt x="2275" y="527"/>
                </a:lnTo>
                <a:close/>
                <a:moveTo>
                  <a:pt x="2292" y="527"/>
                </a:moveTo>
                <a:lnTo>
                  <a:pt x="2299" y="527"/>
                </a:lnTo>
                <a:lnTo>
                  <a:pt x="2299" y="520"/>
                </a:lnTo>
                <a:lnTo>
                  <a:pt x="2292" y="520"/>
                </a:lnTo>
                <a:lnTo>
                  <a:pt x="2292" y="527"/>
                </a:lnTo>
                <a:close/>
                <a:moveTo>
                  <a:pt x="2308" y="527"/>
                </a:moveTo>
                <a:lnTo>
                  <a:pt x="2316" y="527"/>
                </a:lnTo>
                <a:lnTo>
                  <a:pt x="2316" y="520"/>
                </a:lnTo>
                <a:lnTo>
                  <a:pt x="2308" y="520"/>
                </a:lnTo>
                <a:lnTo>
                  <a:pt x="2308" y="527"/>
                </a:lnTo>
                <a:close/>
                <a:moveTo>
                  <a:pt x="2325" y="527"/>
                </a:moveTo>
                <a:lnTo>
                  <a:pt x="2332" y="527"/>
                </a:lnTo>
                <a:lnTo>
                  <a:pt x="2332" y="520"/>
                </a:lnTo>
                <a:lnTo>
                  <a:pt x="2325" y="520"/>
                </a:lnTo>
                <a:lnTo>
                  <a:pt x="2325" y="527"/>
                </a:lnTo>
                <a:close/>
                <a:moveTo>
                  <a:pt x="2342" y="527"/>
                </a:moveTo>
                <a:lnTo>
                  <a:pt x="2349" y="527"/>
                </a:lnTo>
                <a:lnTo>
                  <a:pt x="2349" y="520"/>
                </a:lnTo>
                <a:lnTo>
                  <a:pt x="2342" y="520"/>
                </a:lnTo>
                <a:lnTo>
                  <a:pt x="2342" y="527"/>
                </a:lnTo>
                <a:close/>
                <a:moveTo>
                  <a:pt x="2358" y="527"/>
                </a:moveTo>
                <a:lnTo>
                  <a:pt x="2365" y="527"/>
                </a:lnTo>
                <a:lnTo>
                  <a:pt x="2365" y="520"/>
                </a:lnTo>
                <a:lnTo>
                  <a:pt x="2358" y="520"/>
                </a:lnTo>
                <a:lnTo>
                  <a:pt x="2358" y="527"/>
                </a:lnTo>
                <a:close/>
                <a:moveTo>
                  <a:pt x="2375" y="527"/>
                </a:moveTo>
                <a:lnTo>
                  <a:pt x="2382" y="527"/>
                </a:lnTo>
                <a:lnTo>
                  <a:pt x="2382" y="520"/>
                </a:lnTo>
                <a:lnTo>
                  <a:pt x="2375" y="520"/>
                </a:lnTo>
                <a:lnTo>
                  <a:pt x="2375" y="527"/>
                </a:lnTo>
                <a:close/>
                <a:moveTo>
                  <a:pt x="2391" y="527"/>
                </a:moveTo>
                <a:lnTo>
                  <a:pt x="2398" y="527"/>
                </a:lnTo>
                <a:lnTo>
                  <a:pt x="2398" y="520"/>
                </a:lnTo>
                <a:lnTo>
                  <a:pt x="2391" y="520"/>
                </a:lnTo>
                <a:lnTo>
                  <a:pt x="2391" y="527"/>
                </a:lnTo>
                <a:close/>
                <a:moveTo>
                  <a:pt x="2408" y="527"/>
                </a:moveTo>
                <a:lnTo>
                  <a:pt x="2415" y="527"/>
                </a:lnTo>
                <a:lnTo>
                  <a:pt x="2415" y="520"/>
                </a:lnTo>
                <a:lnTo>
                  <a:pt x="2408" y="520"/>
                </a:lnTo>
                <a:lnTo>
                  <a:pt x="2408" y="527"/>
                </a:lnTo>
                <a:close/>
                <a:moveTo>
                  <a:pt x="2427" y="527"/>
                </a:moveTo>
                <a:lnTo>
                  <a:pt x="2434" y="527"/>
                </a:lnTo>
                <a:lnTo>
                  <a:pt x="2434" y="520"/>
                </a:lnTo>
                <a:lnTo>
                  <a:pt x="2427" y="520"/>
                </a:lnTo>
                <a:lnTo>
                  <a:pt x="2427" y="527"/>
                </a:lnTo>
                <a:close/>
                <a:moveTo>
                  <a:pt x="2443" y="527"/>
                </a:moveTo>
                <a:lnTo>
                  <a:pt x="2451" y="527"/>
                </a:lnTo>
                <a:lnTo>
                  <a:pt x="2451" y="520"/>
                </a:lnTo>
                <a:lnTo>
                  <a:pt x="2443" y="520"/>
                </a:lnTo>
                <a:lnTo>
                  <a:pt x="2443" y="527"/>
                </a:lnTo>
                <a:close/>
                <a:moveTo>
                  <a:pt x="2460" y="527"/>
                </a:moveTo>
                <a:lnTo>
                  <a:pt x="2467" y="527"/>
                </a:lnTo>
                <a:lnTo>
                  <a:pt x="2467" y="520"/>
                </a:lnTo>
                <a:lnTo>
                  <a:pt x="2460" y="520"/>
                </a:lnTo>
                <a:lnTo>
                  <a:pt x="2460" y="527"/>
                </a:lnTo>
                <a:close/>
                <a:moveTo>
                  <a:pt x="2477" y="527"/>
                </a:moveTo>
                <a:lnTo>
                  <a:pt x="2484" y="527"/>
                </a:lnTo>
                <a:lnTo>
                  <a:pt x="2484" y="520"/>
                </a:lnTo>
                <a:lnTo>
                  <a:pt x="2477" y="520"/>
                </a:lnTo>
                <a:lnTo>
                  <a:pt x="2477" y="527"/>
                </a:lnTo>
                <a:close/>
                <a:moveTo>
                  <a:pt x="2493" y="527"/>
                </a:moveTo>
                <a:lnTo>
                  <a:pt x="2500" y="527"/>
                </a:lnTo>
                <a:lnTo>
                  <a:pt x="2500" y="520"/>
                </a:lnTo>
                <a:lnTo>
                  <a:pt x="2493" y="520"/>
                </a:lnTo>
                <a:lnTo>
                  <a:pt x="2493" y="527"/>
                </a:lnTo>
                <a:close/>
                <a:moveTo>
                  <a:pt x="2510" y="527"/>
                </a:moveTo>
                <a:lnTo>
                  <a:pt x="2517" y="527"/>
                </a:lnTo>
                <a:lnTo>
                  <a:pt x="2517" y="520"/>
                </a:lnTo>
                <a:lnTo>
                  <a:pt x="2510" y="520"/>
                </a:lnTo>
                <a:lnTo>
                  <a:pt x="2510" y="527"/>
                </a:lnTo>
                <a:close/>
                <a:moveTo>
                  <a:pt x="2526" y="527"/>
                </a:moveTo>
                <a:lnTo>
                  <a:pt x="2533" y="527"/>
                </a:lnTo>
                <a:lnTo>
                  <a:pt x="2533" y="520"/>
                </a:lnTo>
                <a:lnTo>
                  <a:pt x="2526" y="520"/>
                </a:lnTo>
                <a:lnTo>
                  <a:pt x="2526" y="527"/>
                </a:lnTo>
                <a:close/>
                <a:moveTo>
                  <a:pt x="2543" y="527"/>
                </a:moveTo>
                <a:lnTo>
                  <a:pt x="2550" y="527"/>
                </a:lnTo>
                <a:lnTo>
                  <a:pt x="2550" y="520"/>
                </a:lnTo>
                <a:lnTo>
                  <a:pt x="2543" y="520"/>
                </a:lnTo>
                <a:lnTo>
                  <a:pt x="2543" y="527"/>
                </a:lnTo>
                <a:close/>
                <a:moveTo>
                  <a:pt x="2560" y="527"/>
                </a:moveTo>
                <a:lnTo>
                  <a:pt x="2567" y="527"/>
                </a:lnTo>
                <a:lnTo>
                  <a:pt x="2567" y="520"/>
                </a:lnTo>
                <a:lnTo>
                  <a:pt x="2560" y="520"/>
                </a:lnTo>
                <a:lnTo>
                  <a:pt x="2560" y="527"/>
                </a:lnTo>
                <a:close/>
                <a:moveTo>
                  <a:pt x="2576" y="527"/>
                </a:moveTo>
                <a:lnTo>
                  <a:pt x="2583" y="527"/>
                </a:lnTo>
                <a:lnTo>
                  <a:pt x="2583" y="520"/>
                </a:lnTo>
                <a:lnTo>
                  <a:pt x="2576" y="520"/>
                </a:lnTo>
                <a:lnTo>
                  <a:pt x="2576" y="527"/>
                </a:lnTo>
                <a:close/>
                <a:moveTo>
                  <a:pt x="2593" y="527"/>
                </a:moveTo>
                <a:lnTo>
                  <a:pt x="2600" y="527"/>
                </a:lnTo>
                <a:lnTo>
                  <a:pt x="2600" y="520"/>
                </a:lnTo>
                <a:lnTo>
                  <a:pt x="2593" y="520"/>
                </a:lnTo>
                <a:lnTo>
                  <a:pt x="2593" y="527"/>
                </a:lnTo>
                <a:close/>
                <a:moveTo>
                  <a:pt x="2609" y="527"/>
                </a:moveTo>
                <a:lnTo>
                  <a:pt x="2616" y="527"/>
                </a:lnTo>
                <a:lnTo>
                  <a:pt x="2616" y="520"/>
                </a:lnTo>
                <a:lnTo>
                  <a:pt x="2609" y="520"/>
                </a:lnTo>
                <a:lnTo>
                  <a:pt x="2609" y="527"/>
                </a:lnTo>
                <a:close/>
                <a:moveTo>
                  <a:pt x="2626" y="527"/>
                </a:moveTo>
                <a:lnTo>
                  <a:pt x="2633" y="527"/>
                </a:lnTo>
                <a:lnTo>
                  <a:pt x="2633" y="520"/>
                </a:lnTo>
                <a:lnTo>
                  <a:pt x="2626" y="520"/>
                </a:lnTo>
                <a:lnTo>
                  <a:pt x="2626" y="527"/>
                </a:lnTo>
                <a:close/>
                <a:moveTo>
                  <a:pt x="2642" y="527"/>
                </a:moveTo>
                <a:lnTo>
                  <a:pt x="2649" y="527"/>
                </a:lnTo>
                <a:lnTo>
                  <a:pt x="2649" y="520"/>
                </a:lnTo>
                <a:lnTo>
                  <a:pt x="2642" y="520"/>
                </a:lnTo>
                <a:lnTo>
                  <a:pt x="2642" y="527"/>
                </a:lnTo>
                <a:close/>
                <a:moveTo>
                  <a:pt x="2659" y="527"/>
                </a:moveTo>
                <a:lnTo>
                  <a:pt x="2666" y="527"/>
                </a:lnTo>
                <a:lnTo>
                  <a:pt x="2666" y="520"/>
                </a:lnTo>
                <a:lnTo>
                  <a:pt x="2659" y="520"/>
                </a:lnTo>
                <a:lnTo>
                  <a:pt x="2659" y="527"/>
                </a:lnTo>
                <a:close/>
                <a:moveTo>
                  <a:pt x="2678" y="527"/>
                </a:moveTo>
                <a:lnTo>
                  <a:pt x="2683" y="527"/>
                </a:lnTo>
                <a:lnTo>
                  <a:pt x="2683" y="520"/>
                </a:lnTo>
                <a:lnTo>
                  <a:pt x="2678" y="520"/>
                </a:lnTo>
                <a:lnTo>
                  <a:pt x="2678" y="527"/>
                </a:lnTo>
                <a:close/>
                <a:moveTo>
                  <a:pt x="2761" y="527"/>
                </a:moveTo>
                <a:lnTo>
                  <a:pt x="2768" y="527"/>
                </a:lnTo>
                <a:lnTo>
                  <a:pt x="2768" y="520"/>
                </a:lnTo>
                <a:lnTo>
                  <a:pt x="2761" y="520"/>
                </a:lnTo>
                <a:lnTo>
                  <a:pt x="2761" y="527"/>
                </a:lnTo>
                <a:close/>
                <a:moveTo>
                  <a:pt x="402" y="544"/>
                </a:moveTo>
                <a:lnTo>
                  <a:pt x="409" y="544"/>
                </a:lnTo>
                <a:lnTo>
                  <a:pt x="409" y="537"/>
                </a:lnTo>
                <a:lnTo>
                  <a:pt x="402" y="537"/>
                </a:lnTo>
                <a:lnTo>
                  <a:pt x="402" y="544"/>
                </a:lnTo>
                <a:close/>
                <a:moveTo>
                  <a:pt x="419" y="544"/>
                </a:moveTo>
                <a:lnTo>
                  <a:pt x="426" y="544"/>
                </a:lnTo>
                <a:lnTo>
                  <a:pt x="426" y="537"/>
                </a:lnTo>
                <a:lnTo>
                  <a:pt x="419" y="537"/>
                </a:lnTo>
                <a:lnTo>
                  <a:pt x="419" y="544"/>
                </a:lnTo>
                <a:close/>
                <a:moveTo>
                  <a:pt x="435" y="544"/>
                </a:moveTo>
                <a:lnTo>
                  <a:pt x="442" y="544"/>
                </a:lnTo>
                <a:lnTo>
                  <a:pt x="442" y="537"/>
                </a:lnTo>
                <a:lnTo>
                  <a:pt x="435" y="537"/>
                </a:lnTo>
                <a:lnTo>
                  <a:pt x="435" y="544"/>
                </a:lnTo>
                <a:close/>
                <a:moveTo>
                  <a:pt x="452" y="544"/>
                </a:moveTo>
                <a:lnTo>
                  <a:pt x="459" y="544"/>
                </a:lnTo>
                <a:lnTo>
                  <a:pt x="459" y="537"/>
                </a:lnTo>
                <a:lnTo>
                  <a:pt x="452" y="537"/>
                </a:lnTo>
                <a:lnTo>
                  <a:pt x="452" y="544"/>
                </a:lnTo>
                <a:close/>
                <a:moveTo>
                  <a:pt x="469" y="544"/>
                </a:moveTo>
                <a:lnTo>
                  <a:pt x="476" y="544"/>
                </a:lnTo>
                <a:lnTo>
                  <a:pt x="476" y="537"/>
                </a:lnTo>
                <a:lnTo>
                  <a:pt x="469" y="537"/>
                </a:lnTo>
                <a:lnTo>
                  <a:pt x="469" y="544"/>
                </a:lnTo>
                <a:close/>
                <a:moveTo>
                  <a:pt x="485" y="544"/>
                </a:moveTo>
                <a:lnTo>
                  <a:pt x="492" y="544"/>
                </a:lnTo>
                <a:lnTo>
                  <a:pt x="492" y="537"/>
                </a:lnTo>
                <a:lnTo>
                  <a:pt x="485" y="537"/>
                </a:lnTo>
                <a:lnTo>
                  <a:pt x="485" y="544"/>
                </a:lnTo>
                <a:close/>
                <a:moveTo>
                  <a:pt x="502" y="544"/>
                </a:moveTo>
                <a:lnTo>
                  <a:pt x="509" y="544"/>
                </a:lnTo>
                <a:lnTo>
                  <a:pt x="509" y="537"/>
                </a:lnTo>
                <a:lnTo>
                  <a:pt x="502" y="537"/>
                </a:lnTo>
                <a:lnTo>
                  <a:pt x="502" y="544"/>
                </a:lnTo>
                <a:close/>
                <a:moveTo>
                  <a:pt x="518" y="544"/>
                </a:moveTo>
                <a:lnTo>
                  <a:pt x="525" y="544"/>
                </a:lnTo>
                <a:lnTo>
                  <a:pt x="525" y="537"/>
                </a:lnTo>
                <a:lnTo>
                  <a:pt x="518" y="537"/>
                </a:lnTo>
                <a:lnTo>
                  <a:pt x="518" y="544"/>
                </a:lnTo>
                <a:close/>
                <a:moveTo>
                  <a:pt x="535" y="544"/>
                </a:moveTo>
                <a:lnTo>
                  <a:pt x="542" y="544"/>
                </a:lnTo>
                <a:lnTo>
                  <a:pt x="542" y="537"/>
                </a:lnTo>
                <a:lnTo>
                  <a:pt x="535" y="537"/>
                </a:lnTo>
                <a:lnTo>
                  <a:pt x="535" y="544"/>
                </a:lnTo>
                <a:close/>
                <a:moveTo>
                  <a:pt x="551" y="544"/>
                </a:moveTo>
                <a:lnTo>
                  <a:pt x="559" y="544"/>
                </a:lnTo>
                <a:lnTo>
                  <a:pt x="559" y="537"/>
                </a:lnTo>
                <a:lnTo>
                  <a:pt x="551" y="537"/>
                </a:lnTo>
                <a:lnTo>
                  <a:pt x="551" y="544"/>
                </a:lnTo>
                <a:close/>
                <a:moveTo>
                  <a:pt x="568" y="544"/>
                </a:moveTo>
                <a:lnTo>
                  <a:pt x="575" y="544"/>
                </a:lnTo>
                <a:lnTo>
                  <a:pt x="575" y="537"/>
                </a:lnTo>
                <a:lnTo>
                  <a:pt x="568" y="537"/>
                </a:lnTo>
                <a:lnTo>
                  <a:pt x="568" y="544"/>
                </a:lnTo>
                <a:close/>
                <a:moveTo>
                  <a:pt x="585" y="544"/>
                </a:moveTo>
                <a:lnTo>
                  <a:pt x="592" y="544"/>
                </a:lnTo>
                <a:lnTo>
                  <a:pt x="592" y="537"/>
                </a:lnTo>
                <a:lnTo>
                  <a:pt x="585" y="537"/>
                </a:lnTo>
                <a:lnTo>
                  <a:pt x="585" y="544"/>
                </a:lnTo>
                <a:close/>
                <a:moveTo>
                  <a:pt x="601" y="544"/>
                </a:moveTo>
                <a:lnTo>
                  <a:pt x="608" y="544"/>
                </a:lnTo>
                <a:lnTo>
                  <a:pt x="608" y="537"/>
                </a:lnTo>
                <a:lnTo>
                  <a:pt x="601" y="537"/>
                </a:lnTo>
                <a:lnTo>
                  <a:pt x="601" y="544"/>
                </a:lnTo>
                <a:close/>
                <a:moveTo>
                  <a:pt x="620" y="544"/>
                </a:moveTo>
                <a:lnTo>
                  <a:pt x="625" y="544"/>
                </a:lnTo>
                <a:lnTo>
                  <a:pt x="625" y="537"/>
                </a:lnTo>
                <a:lnTo>
                  <a:pt x="620" y="537"/>
                </a:lnTo>
                <a:lnTo>
                  <a:pt x="620" y="544"/>
                </a:lnTo>
                <a:close/>
                <a:moveTo>
                  <a:pt x="637" y="544"/>
                </a:moveTo>
                <a:lnTo>
                  <a:pt x="644" y="544"/>
                </a:lnTo>
                <a:lnTo>
                  <a:pt x="644" y="537"/>
                </a:lnTo>
                <a:lnTo>
                  <a:pt x="637" y="537"/>
                </a:lnTo>
                <a:lnTo>
                  <a:pt x="637" y="544"/>
                </a:lnTo>
                <a:close/>
                <a:moveTo>
                  <a:pt x="653" y="544"/>
                </a:moveTo>
                <a:lnTo>
                  <a:pt x="660" y="544"/>
                </a:lnTo>
                <a:lnTo>
                  <a:pt x="660" y="537"/>
                </a:lnTo>
                <a:lnTo>
                  <a:pt x="653" y="537"/>
                </a:lnTo>
                <a:lnTo>
                  <a:pt x="653" y="544"/>
                </a:lnTo>
                <a:close/>
                <a:moveTo>
                  <a:pt x="670" y="544"/>
                </a:moveTo>
                <a:lnTo>
                  <a:pt x="677" y="544"/>
                </a:lnTo>
                <a:lnTo>
                  <a:pt x="677" y="537"/>
                </a:lnTo>
                <a:lnTo>
                  <a:pt x="670" y="537"/>
                </a:lnTo>
                <a:lnTo>
                  <a:pt x="670" y="544"/>
                </a:lnTo>
                <a:close/>
                <a:moveTo>
                  <a:pt x="686" y="544"/>
                </a:moveTo>
                <a:lnTo>
                  <a:pt x="693" y="544"/>
                </a:lnTo>
                <a:lnTo>
                  <a:pt x="693" y="537"/>
                </a:lnTo>
                <a:lnTo>
                  <a:pt x="686" y="537"/>
                </a:lnTo>
                <a:lnTo>
                  <a:pt x="686" y="544"/>
                </a:lnTo>
                <a:close/>
                <a:moveTo>
                  <a:pt x="703" y="544"/>
                </a:moveTo>
                <a:lnTo>
                  <a:pt x="710" y="544"/>
                </a:lnTo>
                <a:lnTo>
                  <a:pt x="710" y="537"/>
                </a:lnTo>
                <a:lnTo>
                  <a:pt x="703" y="537"/>
                </a:lnTo>
                <a:lnTo>
                  <a:pt x="703" y="544"/>
                </a:lnTo>
                <a:close/>
                <a:moveTo>
                  <a:pt x="720" y="544"/>
                </a:moveTo>
                <a:lnTo>
                  <a:pt x="727" y="544"/>
                </a:lnTo>
                <a:lnTo>
                  <a:pt x="727" y="537"/>
                </a:lnTo>
                <a:lnTo>
                  <a:pt x="720" y="537"/>
                </a:lnTo>
                <a:lnTo>
                  <a:pt x="720" y="544"/>
                </a:lnTo>
                <a:close/>
                <a:moveTo>
                  <a:pt x="736" y="544"/>
                </a:moveTo>
                <a:lnTo>
                  <a:pt x="743" y="544"/>
                </a:lnTo>
                <a:lnTo>
                  <a:pt x="743" y="537"/>
                </a:lnTo>
                <a:lnTo>
                  <a:pt x="736" y="537"/>
                </a:lnTo>
                <a:lnTo>
                  <a:pt x="736" y="544"/>
                </a:lnTo>
                <a:close/>
                <a:moveTo>
                  <a:pt x="753" y="544"/>
                </a:moveTo>
                <a:lnTo>
                  <a:pt x="760" y="544"/>
                </a:lnTo>
                <a:lnTo>
                  <a:pt x="760" y="537"/>
                </a:lnTo>
                <a:lnTo>
                  <a:pt x="753" y="537"/>
                </a:lnTo>
                <a:lnTo>
                  <a:pt x="753" y="544"/>
                </a:lnTo>
                <a:close/>
                <a:moveTo>
                  <a:pt x="769" y="544"/>
                </a:moveTo>
                <a:lnTo>
                  <a:pt x="776" y="544"/>
                </a:lnTo>
                <a:lnTo>
                  <a:pt x="776" y="537"/>
                </a:lnTo>
                <a:lnTo>
                  <a:pt x="769" y="537"/>
                </a:lnTo>
                <a:lnTo>
                  <a:pt x="769" y="544"/>
                </a:lnTo>
                <a:close/>
                <a:moveTo>
                  <a:pt x="786" y="544"/>
                </a:moveTo>
                <a:lnTo>
                  <a:pt x="793" y="544"/>
                </a:lnTo>
                <a:lnTo>
                  <a:pt x="793" y="537"/>
                </a:lnTo>
                <a:lnTo>
                  <a:pt x="786" y="537"/>
                </a:lnTo>
                <a:lnTo>
                  <a:pt x="786" y="544"/>
                </a:lnTo>
                <a:close/>
                <a:moveTo>
                  <a:pt x="802" y="544"/>
                </a:moveTo>
                <a:lnTo>
                  <a:pt x="810" y="544"/>
                </a:lnTo>
                <a:lnTo>
                  <a:pt x="810" y="537"/>
                </a:lnTo>
                <a:lnTo>
                  <a:pt x="802" y="537"/>
                </a:lnTo>
                <a:lnTo>
                  <a:pt x="802" y="544"/>
                </a:lnTo>
                <a:close/>
                <a:moveTo>
                  <a:pt x="819" y="544"/>
                </a:moveTo>
                <a:lnTo>
                  <a:pt x="826" y="544"/>
                </a:lnTo>
                <a:lnTo>
                  <a:pt x="826" y="537"/>
                </a:lnTo>
                <a:lnTo>
                  <a:pt x="819" y="537"/>
                </a:lnTo>
                <a:lnTo>
                  <a:pt x="819" y="544"/>
                </a:lnTo>
                <a:close/>
                <a:moveTo>
                  <a:pt x="836" y="544"/>
                </a:moveTo>
                <a:lnTo>
                  <a:pt x="843" y="544"/>
                </a:lnTo>
                <a:lnTo>
                  <a:pt x="843" y="537"/>
                </a:lnTo>
                <a:lnTo>
                  <a:pt x="836" y="537"/>
                </a:lnTo>
                <a:lnTo>
                  <a:pt x="836" y="544"/>
                </a:lnTo>
                <a:close/>
                <a:moveTo>
                  <a:pt x="852" y="544"/>
                </a:moveTo>
                <a:lnTo>
                  <a:pt x="859" y="544"/>
                </a:lnTo>
                <a:lnTo>
                  <a:pt x="859" y="537"/>
                </a:lnTo>
                <a:lnTo>
                  <a:pt x="852" y="537"/>
                </a:lnTo>
                <a:lnTo>
                  <a:pt x="852" y="544"/>
                </a:lnTo>
                <a:close/>
                <a:moveTo>
                  <a:pt x="871" y="544"/>
                </a:moveTo>
                <a:lnTo>
                  <a:pt x="876" y="544"/>
                </a:lnTo>
                <a:lnTo>
                  <a:pt x="876" y="537"/>
                </a:lnTo>
                <a:lnTo>
                  <a:pt x="871" y="537"/>
                </a:lnTo>
                <a:lnTo>
                  <a:pt x="871" y="544"/>
                </a:lnTo>
                <a:close/>
                <a:moveTo>
                  <a:pt x="888" y="544"/>
                </a:moveTo>
                <a:lnTo>
                  <a:pt x="895" y="544"/>
                </a:lnTo>
                <a:lnTo>
                  <a:pt x="895" y="537"/>
                </a:lnTo>
                <a:lnTo>
                  <a:pt x="888" y="537"/>
                </a:lnTo>
                <a:lnTo>
                  <a:pt x="888" y="544"/>
                </a:lnTo>
                <a:close/>
                <a:moveTo>
                  <a:pt x="904" y="544"/>
                </a:moveTo>
                <a:lnTo>
                  <a:pt x="911" y="544"/>
                </a:lnTo>
                <a:lnTo>
                  <a:pt x="911" y="537"/>
                </a:lnTo>
                <a:lnTo>
                  <a:pt x="904" y="537"/>
                </a:lnTo>
                <a:lnTo>
                  <a:pt x="904" y="544"/>
                </a:lnTo>
                <a:close/>
                <a:moveTo>
                  <a:pt x="921" y="544"/>
                </a:moveTo>
                <a:lnTo>
                  <a:pt x="928" y="544"/>
                </a:lnTo>
                <a:lnTo>
                  <a:pt x="928" y="537"/>
                </a:lnTo>
                <a:lnTo>
                  <a:pt x="921" y="537"/>
                </a:lnTo>
                <a:lnTo>
                  <a:pt x="921" y="544"/>
                </a:lnTo>
                <a:close/>
                <a:moveTo>
                  <a:pt x="937" y="544"/>
                </a:moveTo>
                <a:lnTo>
                  <a:pt x="944" y="544"/>
                </a:lnTo>
                <a:lnTo>
                  <a:pt x="944" y="537"/>
                </a:lnTo>
                <a:lnTo>
                  <a:pt x="937" y="537"/>
                </a:lnTo>
                <a:lnTo>
                  <a:pt x="937" y="544"/>
                </a:lnTo>
                <a:close/>
                <a:moveTo>
                  <a:pt x="954" y="544"/>
                </a:moveTo>
                <a:lnTo>
                  <a:pt x="961" y="544"/>
                </a:lnTo>
                <a:lnTo>
                  <a:pt x="961" y="537"/>
                </a:lnTo>
                <a:lnTo>
                  <a:pt x="954" y="537"/>
                </a:lnTo>
                <a:lnTo>
                  <a:pt x="954" y="544"/>
                </a:lnTo>
                <a:close/>
                <a:moveTo>
                  <a:pt x="1423" y="544"/>
                </a:moveTo>
                <a:lnTo>
                  <a:pt x="1430" y="544"/>
                </a:lnTo>
                <a:lnTo>
                  <a:pt x="1430" y="537"/>
                </a:lnTo>
                <a:lnTo>
                  <a:pt x="1423" y="537"/>
                </a:lnTo>
                <a:lnTo>
                  <a:pt x="1423" y="544"/>
                </a:lnTo>
                <a:close/>
                <a:moveTo>
                  <a:pt x="1439" y="544"/>
                </a:moveTo>
                <a:lnTo>
                  <a:pt x="1447" y="544"/>
                </a:lnTo>
                <a:lnTo>
                  <a:pt x="1447" y="537"/>
                </a:lnTo>
                <a:lnTo>
                  <a:pt x="1439" y="537"/>
                </a:lnTo>
                <a:lnTo>
                  <a:pt x="1439" y="544"/>
                </a:lnTo>
                <a:close/>
                <a:moveTo>
                  <a:pt x="1456" y="544"/>
                </a:moveTo>
                <a:lnTo>
                  <a:pt x="1463" y="544"/>
                </a:lnTo>
                <a:lnTo>
                  <a:pt x="1463" y="537"/>
                </a:lnTo>
                <a:lnTo>
                  <a:pt x="1456" y="537"/>
                </a:lnTo>
                <a:lnTo>
                  <a:pt x="1456" y="544"/>
                </a:lnTo>
                <a:close/>
                <a:moveTo>
                  <a:pt x="1473" y="544"/>
                </a:moveTo>
                <a:lnTo>
                  <a:pt x="1480" y="544"/>
                </a:lnTo>
                <a:lnTo>
                  <a:pt x="1480" y="537"/>
                </a:lnTo>
                <a:lnTo>
                  <a:pt x="1473" y="537"/>
                </a:lnTo>
                <a:lnTo>
                  <a:pt x="1473" y="544"/>
                </a:lnTo>
                <a:close/>
                <a:moveTo>
                  <a:pt x="1489" y="544"/>
                </a:moveTo>
                <a:lnTo>
                  <a:pt x="1496" y="544"/>
                </a:lnTo>
                <a:lnTo>
                  <a:pt x="1496" y="537"/>
                </a:lnTo>
                <a:lnTo>
                  <a:pt x="1489" y="537"/>
                </a:lnTo>
                <a:lnTo>
                  <a:pt x="1489" y="544"/>
                </a:lnTo>
                <a:close/>
                <a:moveTo>
                  <a:pt x="1506" y="544"/>
                </a:moveTo>
                <a:lnTo>
                  <a:pt x="1513" y="544"/>
                </a:lnTo>
                <a:lnTo>
                  <a:pt x="1513" y="537"/>
                </a:lnTo>
                <a:lnTo>
                  <a:pt x="1506" y="537"/>
                </a:lnTo>
                <a:lnTo>
                  <a:pt x="1506" y="544"/>
                </a:lnTo>
                <a:close/>
                <a:moveTo>
                  <a:pt x="1522" y="544"/>
                </a:moveTo>
                <a:lnTo>
                  <a:pt x="1529" y="544"/>
                </a:lnTo>
                <a:lnTo>
                  <a:pt x="1529" y="537"/>
                </a:lnTo>
                <a:lnTo>
                  <a:pt x="1522" y="537"/>
                </a:lnTo>
                <a:lnTo>
                  <a:pt x="1522" y="544"/>
                </a:lnTo>
                <a:close/>
                <a:moveTo>
                  <a:pt x="1539" y="544"/>
                </a:moveTo>
                <a:lnTo>
                  <a:pt x="1546" y="544"/>
                </a:lnTo>
                <a:lnTo>
                  <a:pt x="1546" y="537"/>
                </a:lnTo>
                <a:lnTo>
                  <a:pt x="1539" y="537"/>
                </a:lnTo>
                <a:lnTo>
                  <a:pt x="1539" y="544"/>
                </a:lnTo>
                <a:close/>
                <a:moveTo>
                  <a:pt x="1555" y="544"/>
                </a:moveTo>
                <a:lnTo>
                  <a:pt x="1563" y="544"/>
                </a:lnTo>
                <a:lnTo>
                  <a:pt x="1563" y="537"/>
                </a:lnTo>
                <a:lnTo>
                  <a:pt x="1555" y="537"/>
                </a:lnTo>
                <a:lnTo>
                  <a:pt x="1555" y="544"/>
                </a:lnTo>
                <a:close/>
                <a:moveTo>
                  <a:pt x="1572" y="544"/>
                </a:moveTo>
                <a:lnTo>
                  <a:pt x="1579" y="544"/>
                </a:lnTo>
                <a:lnTo>
                  <a:pt x="1579" y="537"/>
                </a:lnTo>
                <a:lnTo>
                  <a:pt x="1572" y="537"/>
                </a:lnTo>
                <a:lnTo>
                  <a:pt x="1572" y="544"/>
                </a:lnTo>
                <a:close/>
                <a:moveTo>
                  <a:pt x="1589" y="544"/>
                </a:moveTo>
                <a:lnTo>
                  <a:pt x="1596" y="544"/>
                </a:lnTo>
                <a:lnTo>
                  <a:pt x="1596" y="537"/>
                </a:lnTo>
                <a:lnTo>
                  <a:pt x="1589" y="537"/>
                </a:lnTo>
                <a:lnTo>
                  <a:pt x="1589" y="544"/>
                </a:lnTo>
                <a:close/>
                <a:moveTo>
                  <a:pt x="1605" y="544"/>
                </a:moveTo>
                <a:lnTo>
                  <a:pt x="1612" y="544"/>
                </a:lnTo>
                <a:lnTo>
                  <a:pt x="1612" y="537"/>
                </a:lnTo>
                <a:lnTo>
                  <a:pt x="1605" y="537"/>
                </a:lnTo>
                <a:lnTo>
                  <a:pt x="1605" y="544"/>
                </a:lnTo>
                <a:close/>
                <a:moveTo>
                  <a:pt x="1622" y="544"/>
                </a:moveTo>
                <a:lnTo>
                  <a:pt x="1629" y="544"/>
                </a:lnTo>
                <a:lnTo>
                  <a:pt x="1629" y="537"/>
                </a:lnTo>
                <a:lnTo>
                  <a:pt x="1622" y="537"/>
                </a:lnTo>
                <a:lnTo>
                  <a:pt x="1622" y="544"/>
                </a:lnTo>
                <a:close/>
                <a:moveTo>
                  <a:pt x="1638" y="544"/>
                </a:moveTo>
                <a:lnTo>
                  <a:pt x="1645" y="544"/>
                </a:lnTo>
                <a:lnTo>
                  <a:pt x="1645" y="537"/>
                </a:lnTo>
                <a:lnTo>
                  <a:pt x="1638" y="537"/>
                </a:lnTo>
                <a:lnTo>
                  <a:pt x="1638" y="544"/>
                </a:lnTo>
                <a:close/>
                <a:moveTo>
                  <a:pt x="1657" y="544"/>
                </a:moveTo>
                <a:lnTo>
                  <a:pt x="1664" y="544"/>
                </a:lnTo>
                <a:lnTo>
                  <a:pt x="1664" y="537"/>
                </a:lnTo>
                <a:lnTo>
                  <a:pt x="1657" y="537"/>
                </a:lnTo>
                <a:lnTo>
                  <a:pt x="1657" y="544"/>
                </a:lnTo>
                <a:close/>
                <a:moveTo>
                  <a:pt x="1674" y="544"/>
                </a:moveTo>
                <a:lnTo>
                  <a:pt x="1681" y="544"/>
                </a:lnTo>
                <a:lnTo>
                  <a:pt x="1681" y="537"/>
                </a:lnTo>
                <a:lnTo>
                  <a:pt x="1674" y="537"/>
                </a:lnTo>
                <a:lnTo>
                  <a:pt x="1674" y="544"/>
                </a:lnTo>
                <a:close/>
                <a:moveTo>
                  <a:pt x="1690" y="544"/>
                </a:moveTo>
                <a:lnTo>
                  <a:pt x="1698" y="544"/>
                </a:lnTo>
                <a:lnTo>
                  <a:pt x="1698" y="537"/>
                </a:lnTo>
                <a:lnTo>
                  <a:pt x="1690" y="537"/>
                </a:lnTo>
                <a:lnTo>
                  <a:pt x="1690" y="544"/>
                </a:lnTo>
                <a:close/>
                <a:moveTo>
                  <a:pt x="1707" y="544"/>
                </a:moveTo>
                <a:lnTo>
                  <a:pt x="1714" y="544"/>
                </a:lnTo>
                <a:lnTo>
                  <a:pt x="1714" y="537"/>
                </a:lnTo>
                <a:lnTo>
                  <a:pt x="1707" y="537"/>
                </a:lnTo>
                <a:lnTo>
                  <a:pt x="1707" y="544"/>
                </a:lnTo>
                <a:close/>
                <a:moveTo>
                  <a:pt x="1724" y="544"/>
                </a:moveTo>
                <a:lnTo>
                  <a:pt x="1731" y="544"/>
                </a:lnTo>
                <a:lnTo>
                  <a:pt x="1731" y="537"/>
                </a:lnTo>
                <a:lnTo>
                  <a:pt x="1724" y="537"/>
                </a:lnTo>
                <a:lnTo>
                  <a:pt x="1724" y="544"/>
                </a:lnTo>
                <a:close/>
                <a:moveTo>
                  <a:pt x="1740" y="544"/>
                </a:moveTo>
                <a:lnTo>
                  <a:pt x="1747" y="544"/>
                </a:lnTo>
                <a:lnTo>
                  <a:pt x="1747" y="537"/>
                </a:lnTo>
                <a:lnTo>
                  <a:pt x="1740" y="537"/>
                </a:lnTo>
                <a:lnTo>
                  <a:pt x="1740" y="544"/>
                </a:lnTo>
                <a:close/>
                <a:moveTo>
                  <a:pt x="1757" y="544"/>
                </a:moveTo>
                <a:lnTo>
                  <a:pt x="1764" y="544"/>
                </a:lnTo>
                <a:lnTo>
                  <a:pt x="1764" y="537"/>
                </a:lnTo>
                <a:lnTo>
                  <a:pt x="1757" y="537"/>
                </a:lnTo>
                <a:lnTo>
                  <a:pt x="1757" y="544"/>
                </a:lnTo>
                <a:close/>
                <a:moveTo>
                  <a:pt x="1773" y="544"/>
                </a:moveTo>
                <a:lnTo>
                  <a:pt x="1780" y="544"/>
                </a:lnTo>
                <a:lnTo>
                  <a:pt x="1780" y="537"/>
                </a:lnTo>
                <a:lnTo>
                  <a:pt x="1773" y="537"/>
                </a:lnTo>
                <a:lnTo>
                  <a:pt x="1773" y="544"/>
                </a:lnTo>
                <a:close/>
                <a:moveTo>
                  <a:pt x="1790" y="544"/>
                </a:moveTo>
                <a:lnTo>
                  <a:pt x="1797" y="544"/>
                </a:lnTo>
                <a:lnTo>
                  <a:pt x="1797" y="537"/>
                </a:lnTo>
                <a:lnTo>
                  <a:pt x="1790" y="537"/>
                </a:lnTo>
                <a:lnTo>
                  <a:pt x="1790" y="544"/>
                </a:lnTo>
                <a:close/>
                <a:moveTo>
                  <a:pt x="1806" y="544"/>
                </a:moveTo>
                <a:lnTo>
                  <a:pt x="1814" y="544"/>
                </a:lnTo>
                <a:lnTo>
                  <a:pt x="1814" y="537"/>
                </a:lnTo>
                <a:lnTo>
                  <a:pt x="1806" y="537"/>
                </a:lnTo>
                <a:lnTo>
                  <a:pt x="1806" y="544"/>
                </a:lnTo>
                <a:close/>
                <a:moveTo>
                  <a:pt x="1823" y="544"/>
                </a:moveTo>
                <a:lnTo>
                  <a:pt x="1830" y="544"/>
                </a:lnTo>
                <a:lnTo>
                  <a:pt x="1830" y="537"/>
                </a:lnTo>
                <a:lnTo>
                  <a:pt x="1823" y="537"/>
                </a:lnTo>
                <a:lnTo>
                  <a:pt x="1823" y="544"/>
                </a:lnTo>
                <a:close/>
                <a:moveTo>
                  <a:pt x="1840" y="544"/>
                </a:moveTo>
                <a:lnTo>
                  <a:pt x="1847" y="544"/>
                </a:lnTo>
                <a:lnTo>
                  <a:pt x="1847" y="537"/>
                </a:lnTo>
                <a:lnTo>
                  <a:pt x="1840" y="537"/>
                </a:lnTo>
                <a:lnTo>
                  <a:pt x="1840" y="544"/>
                </a:lnTo>
                <a:close/>
                <a:moveTo>
                  <a:pt x="1856" y="544"/>
                </a:moveTo>
                <a:lnTo>
                  <a:pt x="1863" y="544"/>
                </a:lnTo>
                <a:lnTo>
                  <a:pt x="1863" y="537"/>
                </a:lnTo>
                <a:lnTo>
                  <a:pt x="1856" y="537"/>
                </a:lnTo>
                <a:lnTo>
                  <a:pt x="1856" y="544"/>
                </a:lnTo>
                <a:close/>
                <a:moveTo>
                  <a:pt x="1873" y="544"/>
                </a:moveTo>
                <a:lnTo>
                  <a:pt x="1880" y="544"/>
                </a:lnTo>
                <a:lnTo>
                  <a:pt x="1880" y="537"/>
                </a:lnTo>
                <a:lnTo>
                  <a:pt x="1873" y="537"/>
                </a:lnTo>
                <a:lnTo>
                  <a:pt x="1873" y="544"/>
                </a:lnTo>
                <a:close/>
                <a:moveTo>
                  <a:pt x="1889" y="544"/>
                </a:moveTo>
                <a:lnTo>
                  <a:pt x="1896" y="544"/>
                </a:lnTo>
                <a:lnTo>
                  <a:pt x="1896" y="537"/>
                </a:lnTo>
                <a:lnTo>
                  <a:pt x="1889" y="537"/>
                </a:lnTo>
                <a:lnTo>
                  <a:pt x="1889" y="544"/>
                </a:lnTo>
                <a:close/>
                <a:moveTo>
                  <a:pt x="1908" y="544"/>
                </a:moveTo>
                <a:lnTo>
                  <a:pt x="1915" y="544"/>
                </a:lnTo>
                <a:lnTo>
                  <a:pt x="1915" y="537"/>
                </a:lnTo>
                <a:lnTo>
                  <a:pt x="1908" y="537"/>
                </a:lnTo>
                <a:lnTo>
                  <a:pt x="1908" y="544"/>
                </a:lnTo>
                <a:close/>
                <a:moveTo>
                  <a:pt x="1925" y="544"/>
                </a:moveTo>
                <a:lnTo>
                  <a:pt x="1932" y="544"/>
                </a:lnTo>
                <a:lnTo>
                  <a:pt x="1932" y="537"/>
                </a:lnTo>
                <a:lnTo>
                  <a:pt x="1925" y="537"/>
                </a:lnTo>
                <a:lnTo>
                  <a:pt x="1925" y="544"/>
                </a:lnTo>
                <a:close/>
                <a:moveTo>
                  <a:pt x="1941" y="544"/>
                </a:moveTo>
                <a:lnTo>
                  <a:pt x="1949" y="544"/>
                </a:lnTo>
                <a:lnTo>
                  <a:pt x="1949" y="537"/>
                </a:lnTo>
                <a:lnTo>
                  <a:pt x="1941" y="537"/>
                </a:lnTo>
                <a:lnTo>
                  <a:pt x="1941" y="544"/>
                </a:lnTo>
                <a:close/>
                <a:moveTo>
                  <a:pt x="1958" y="544"/>
                </a:moveTo>
                <a:lnTo>
                  <a:pt x="1965" y="544"/>
                </a:lnTo>
                <a:lnTo>
                  <a:pt x="1965" y="537"/>
                </a:lnTo>
                <a:lnTo>
                  <a:pt x="1958" y="537"/>
                </a:lnTo>
                <a:lnTo>
                  <a:pt x="1958" y="544"/>
                </a:lnTo>
                <a:close/>
                <a:moveTo>
                  <a:pt x="1975" y="544"/>
                </a:moveTo>
                <a:lnTo>
                  <a:pt x="1982" y="544"/>
                </a:lnTo>
                <a:lnTo>
                  <a:pt x="1982" y="537"/>
                </a:lnTo>
                <a:lnTo>
                  <a:pt x="1975" y="537"/>
                </a:lnTo>
                <a:lnTo>
                  <a:pt x="1975" y="544"/>
                </a:lnTo>
                <a:close/>
                <a:moveTo>
                  <a:pt x="1991" y="544"/>
                </a:moveTo>
                <a:lnTo>
                  <a:pt x="1998" y="544"/>
                </a:lnTo>
                <a:lnTo>
                  <a:pt x="1998" y="537"/>
                </a:lnTo>
                <a:lnTo>
                  <a:pt x="1991" y="537"/>
                </a:lnTo>
                <a:lnTo>
                  <a:pt x="1991" y="544"/>
                </a:lnTo>
                <a:close/>
                <a:moveTo>
                  <a:pt x="2008" y="544"/>
                </a:moveTo>
                <a:lnTo>
                  <a:pt x="2015" y="544"/>
                </a:lnTo>
                <a:lnTo>
                  <a:pt x="2015" y="537"/>
                </a:lnTo>
                <a:lnTo>
                  <a:pt x="2008" y="537"/>
                </a:lnTo>
                <a:lnTo>
                  <a:pt x="2008" y="544"/>
                </a:lnTo>
                <a:close/>
                <a:moveTo>
                  <a:pt x="2024" y="544"/>
                </a:moveTo>
                <a:lnTo>
                  <a:pt x="2031" y="544"/>
                </a:lnTo>
                <a:lnTo>
                  <a:pt x="2031" y="537"/>
                </a:lnTo>
                <a:lnTo>
                  <a:pt x="2024" y="537"/>
                </a:lnTo>
                <a:lnTo>
                  <a:pt x="2024" y="544"/>
                </a:lnTo>
                <a:close/>
                <a:moveTo>
                  <a:pt x="2041" y="544"/>
                </a:moveTo>
                <a:lnTo>
                  <a:pt x="2048" y="544"/>
                </a:lnTo>
                <a:lnTo>
                  <a:pt x="2048" y="537"/>
                </a:lnTo>
                <a:lnTo>
                  <a:pt x="2041" y="537"/>
                </a:lnTo>
                <a:lnTo>
                  <a:pt x="2041" y="544"/>
                </a:lnTo>
                <a:close/>
                <a:moveTo>
                  <a:pt x="2057" y="544"/>
                </a:moveTo>
                <a:lnTo>
                  <a:pt x="2065" y="544"/>
                </a:lnTo>
                <a:lnTo>
                  <a:pt x="2065" y="537"/>
                </a:lnTo>
                <a:lnTo>
                  <a:pt x="2057" y="537"/>
                </a:lnTo>
                <a:lnTo>
                  <a:pt x="2057" y="544"/>
                </a:lnTo>
                <a:close/>
                <a:moveTo>
                  <a:pt x="2074" y="544"/>
                </a:moveTo>
                <a:lnTo>
                  <a:pt x="2081" y="544"/>
                </a:lnTo>
                <a:lnTo>
                  <a:pt x="2081" y="537"/>
                </a:lnTo>
                <a:lnTo>
                  <a:pt x="2074" y="537"/>
                </a:lnTo>
                <a:lnTo>
                  <a:pt x="2074" y="544"/>
                </a:lnTo>
                <a:close/>
                <a:moveTo>
                  <a:pt x="2091" y="544"/>
                </a:moveTo>
                <a:lnTo>
                  <a:pt x="2098" y="544"/>
                </a:lnTo>
                <a:lnTo>
                  <a:pt x="2098" y="537"/>
                </a:lnTo>
                <a:lnTo>
                  <a:pt x="2091" y="537"/>
                </a:lnTo>
                <a:lnTo>
                  <a:pt x="2091" y="544"/>
                </a:lnTo>
                <a:close/>
                <a:moveTo>
                  <a:pt x="2107" y="544"/>
                </a:moveTo>
                <a:lnTo>
                  <a:pt x="2114" y="544"/>
                </a:lnTo>
                <a:lnTo>
                  <a:pt x="2114" y="537"/>
                </a:lnTo>
                <a:lnTo>
                  <a:pt x="2107" y="537"/>
                </a:lnTo>
                <a:lnTo>
                  <a:pt x="2107" y="544"/>
                </a:lnTo>
                <a:close/>
                <a:moveTo>
                  <a:pt x="2124" y="544"/>
                </a:moveTo>
                <a:lnTo>
                  <a:pt x="2131" y="544"/>
                </a:lnTo>
                <a:lnTo>
                  <a:pt x="2131" y="537"/>
                </a:lnTo>
                <a:lnTo>
                  <a:pt x="2124" y="537"/>
                </a:lnTo>
                <a:lnTo>
                  <a:pt x="2124" y="544"/>
                </a:lnTo>
                <a:close/>
                <a:moveTo>
                  <a:pt x="2140" y="544"/>
                </a:moveTo>
                <a:lnTo>
                  <a:pt x="2147" y="544"/>
                </a:lnTo>
                <a:lnTo>
                  <a:pt x="2147" y="537"/>
                </a:lnTo>
                <a:lnTo>
                  <a:pt x="2140" y="537"/>
                </a:lnTo>
                <a:lnTo>
                  <a:pt x="2140" y="544"/>
                </a:lnTo>
                <a:close/>
                <a:moveTo>
                  <a:pt x="2159" y="544"/>
                </a:moveTo>
                <a:lnTo>
                  <a:pt x="2164" y="544"/>
                </a:lnTo>
                <a:lnTo>
                  <a:pt x="2164" y="537"/>
                </a:lnTo>
                <a:lnTo>
                  <a:pt x="2159" y="537"/>
                </a:lnTo>
                <a:lnTo>
                  <a:pt x="2159" y="544"/>
                </a:lnTo>
                <a:close/>
                <a:moveTo>
                  <a:pt x="2176" y="544"/>
                </a:moveTo>
                <a:lnTo>
                  <a:pt x="2183" y="544"/>
                </a:lnTo>
                <a:lnTo>
                  <a:pt x="2183" y="537"/>
                </a:lnTo>
                <a:lnTo>
                  <a:pt x="2176" y="537"/>
                </a:lnTo>
                <a:lnTo>
                  <a:pt x="2176" y="544"/>
                </a:lnTo>
                <a:close/>
                <a:moveTo>
                  <a:pt x="2192" y="544"/>
                </a:moveTo>
                <a:lnTo>
                  <a:pt x="2200" y="544"/>
                </a:lnTo>
                <a:lnTo>
                  <a:pt x="2200" y="537"/>
                </a:lnTo>
                <a:lnTo>
                  <a:pt x="2192" y="537"/>
                </a:lnTo>
                <a:lnTo>
                  <a:pt x="2192" y="544"/>
                </a:lnTo>
                <a:close/>
                <a:moveTo>
                  <a:pt x="2209" y="544"/>
                </a:moveTo>
                <a:lnTo>
                  <a:pt x="2216" y="544"/>
                </a:lnTo>
                <a:lnTo>
                  <a:pt x="2216" y="537"/>
                </a:lnTo>
                <a:lnTo>
                  <a:pt x="2209" y="537"/>
                </a:lnTo>
                <a:lnTo>
                  <a:pt x="2209" y="544"/>
                </a:lnTo>
                <a:close/>
                <a:moveTo>
                  <a:pt x="2226" y="544"/>
                </a:moveTo>
                <a:lnTo>
                  <a:pt x="2233" y="544"/>
                </a:lnTo>
                <a:lnTo>
                  <a:pt x="2233" y="537"/>
                </a:lnTo>
                <a:lnTo>
                  <a:pt x="2226" y="537"/>
                </a:lnTo>
                <a:lnTo>
                  <a:pt x="2226" y="544"/>
                </a:lnTo>
                <a:close/>
                <a:moveTo>
                  <a:pt x="2242" y="544"/>
                </a:moveTo>
                <a:lnTo>
                  <a:pt x="2249" y="544"/>
                </a:lnTo>
                <a:lnTo>
                  <a:pt x="2249" y="537"/>
                </a:lnTo>
                <a:lnTo>
                  <a:pt x="2242" y="537"/>
                </a:lnTo>
                <a:lnTo>
                  <a:pt x="2242" y="544"/>
                </a:lnTo>
                <a:close/>
                <a:moveTo>
                  <a:pt x="2259" y="544"/>
                </a:moveTo>
                <a:lnTo>
                  <a:pt x="2266" y="544"/>
                </a:lnTo>
                <a:lnTo>
                  <a:pt x="2266" y="537"/>
                </a:lnTo>
                <a:lnTo>
                  <a:pt x="2259" y="537"/>
                </a:lnTo>
                <a:lnTo>
                  <a:pt x="2259" y="544"/>
                </a:lnTo>
                <a:close/>
                <a:moveTo>
                  <a:pt x="2275" y="544"/>
                </a:moveTo>
                <a:lnTo>
                  <a:pt x="2282" y="544"/>
                </a:lnTo>
                <a:lnTo>
                  <a:pt x="2282" y="537"/>
                </a:lnTo>
                <a:lnTo>
                  <a:pt x="2275" y="537"/>
                </a:lnTo>
                <a:lnTo>
                  <a:pt x="2275" y="544"/>
                </a:lnTo>
                <a:close/>
                <a:moveTo>
                  <a:pt x="2292" y="544"/>
                </a:moveTo>
                <a:lnTo>
                  <a:pt x="2299" y="544"/>
                </a:lnTo>
                <a:lnTo>
                  <a:pt x="2299" y="537"/>
                </a:lnTo>
                <a:lnTo>
                  <a:pt x="2292" y="537"/>
                </a:lnTo>
                <a:lnTo>
                  <a:pt x="2292" y="544"/>
                </a:lnTo>
                <a:close/>
                <a:moveTo>
                  <a:pt x="2308" y="544"/>
                </a:moveTo>
                <a:lnTo>
                  <a:pt x="2316" y="544"/>
                </a:lnTo>
                <a:lnTo>
                  <a:pt x="2316" y="537"/>
                </a:lnTo>
                <a:lnTo>
                  <a:pt x="2308" y="537"/>
                </a:lnTo>
                <a:lnTo>
                  <a:pt x="2308" y="544"/>
                </a:lnTo>
                <a:close/>
                <a:moveTo>
                  <a:pt x="2325" y="544"/>
                </a:moveTo>
                <a:lnTo>
                  <a:pt x="2332" y="544"/>
                </a:lnTo>
                <a:lnTo>
                  <a:pt x="2332" y="537"/>
                </a:lnTo>
                <a:lnTo>
                  <a:pt x="2325" y="537"/>
                </a:lnTo>
                <a:lnTo>
                  <a:pt x="2325" y="544"/>
                </a:lnTo>
                <a:close/>
                <a:moveTo>
                  <a:pt x="2342" y="544"/>
                </a:moveTo>
                <a:lnTo>
                  <a:pt x="2349" y="544"/>
                </a:lnTo>
                <a:lnTo>
                  <a:pt x="2349" y="537"/>
                </a:lnTo>
                <a:lnTo>
                  <a:pt x="2342" y="537"/>
                </a:lnTo>
                <a:lnTo>
                  <a:pt x="2342" y="544"/>
                </a:lnTo>
                <a:close/>
                <a:moveTo>
                  <a:pt x="2358" y="544"/>
                </a:moveTo>
                <a:lnTo>
                  <a:pt x="2365" y="544"/>
                </a:lnTo>
                <a:lnTo>
                  <a:pt x="2365" y="537"/>
                </a:lnTo>
                <a:lnTo>
                  <a:pt x="2358" y="537"/>
                </a:lnTo>
                <a:lnTo>
                  <a:pt x="2358" y="544"/>
                </a:lnTo>
                <a:close/>
                <a:moveTo>
                  <a:pt x="2375" y="544"/>
                </a:moveTo>
                <a:lnTo>
                  <a:pt x="2382" y="544"/>
                </a:lnTo>
                <a:lnTo>
                  <a:pt x="2382" y="537"/>
                </a:lnTo>
                <a:lnTo>
                  <a:pt x="2375" y="537"/>
                </a:lnTo>
                <a:lnTo>
                  <a:pt x="2375" y="544"/>
                </a:lnTo>
                <a:close/>
                <a:moveTo>
                  <a:pt x="2391" y="544"/>
                </a:moveTo>
                <a:lnTo>
                  <a:pt x="2398" y="544"/>
                </a:lnTo>
                <a:lnTo>
                  <a:pt x="2398" y="537"/>
                </a:lnTo>
                <a:lnTo>
                  <a:pt x="2391" y="537"/>
                </a:lnTo>
                <a:lnTo>
                  <a:pt x="2391" y="544"/>
                </a:lnTo>
                <a:close/>
                <a:moveTo>
                  <a:pt x="2408" y="544"/>
                </a:moveTo>
                <a:lnTo>
                  <a:pt x="2415" y="544"/>
                </a:lnTo>
                <a:lnTo>
                  <a:pt x="2415" y="537"/>
                </a:lnTo>
                <a:lnTo>
                  <a:pt x="2408" y="537"/>
                </a:lnTo>
                <a:lnTo>
                  <a:pt x="2408" y="544"/>
                </a:lnTo>
                <a:close/>
                <a:moveTo>
                  <a:pt x="2427" y="544"/>
                </a:moveTo>
                <a:lnTo>
                  <a:pt x="2434" y="544"/>
                </a:lnTo>
                <a:lnTo>
                  <a:pt x="2434" y="537"/>
                </a:lnTo>
                <a:lnTo>
                  <a:pt x="2427" y="537"/>
                </a:lnTo>
                <a:lnTo>
                  <a:pt x="2427" y="544"/>
                </a:lnTo>
                <a:close/>
                <a:moveTo>
                  <a:pt x="2443" y="544"/>
                </a:moveTo>
                <a:lnTo>
                  <a:pt x="2451" y="544"/>
                </a:lnTo>
                <a:lnTo>
                  <a:pt x="2451" y="537"/>
                </a:lnTo>
                <a:lnTo>
                  <a:pt x="2443" y="537"/>
                </a:lnTo>
                <a:lnTo>
                  <a:pt x="2443" y="544"/>
                </a:lnTo>
                <a:close/>
                <a:moveTo>
                  <a:pt x="2460" y="544"/>
                </a:moveTo>
                <a:lnTo>
                  <a:pt x="2467" y="544"/>
                </a:lnTo>
                <a:lnTo>
                  <a:pt x="2467" y="537"/>
                </a:lnTo>
                <a:lnTo>
                  <a:pt x="2460" y="537"/>
                </a:lnTo>
                <a:lnTo>
                  <a:pt x="2460" y="544"/>
                </a:lnTo>
                <a:close/>
                <a:moveTo>
                  <a:pt x="2477" y="544"/>
                </a:moveTo>
                <a:lnTo>
                  <a:pt x="2484" y="544"/>
                </a:lnTo>
                <a:lnTo>
                  <a:pt x="2484" y="537"/>
                </a:lnTo>
                <a:lnTo>
                  <a:pt x="2477" y="537"/>
                </a:lnTo>
                <a:lnTo>
                  <a:pt x="2477" y="544"/>
                </a:lnTo>
                <a:close/>
                <a:moveTo>
                  <a:pt x="2493" y="544"/>
                </a:moveTo>
                <a:lnTo>
                  <a:pt x="2500" y="544"/>
                </a:lnTo>
                <a:lnTo>
                  <a:pt x="2500" y="537"/>
                </a:lnTo>
                <a:lnTo>
                  <a:pt x="2493" y="537"/>
                </a:lnTo>
                <a:lnTo>
                  <a:pt x="2493" y="544"/>
                </a:lnTo>
                <a:close/>
                <a:moveTo>
                  <a:pt x="2510" y="544"/>
                </a:moveTo>
                <a:lnTo>
                  <a:pt x="2517" y="544"/>
                </a:lnTo>
                <a:lnTo>
                  <a:pt x="2517" y="537"/>
                </a:lnTo>
                <a:lnTo>
                  <a:pt x="2510" y="537"/>
                </a:lnTo>
                <a:lnTo>
                  <a:pt x="2510" y="544"/>
                </a:lnTo>
                <a:close/>
                <a:moveTo>
                  <a:pt x="2526" y="544"/>
                </a:moveTo>
                <a:lnTo>
                  <a:pt x="2533" y="544"/>
                </a:lnTo>
                <a:lnTo>
                  <a:pt x="2533" y="537"/>
                </a:lnTo>
                <a:lnTo>
                  <a:pt x="2526" y="537"/>
                </a:lnTo>
                <a:lnTo>
                  <a:pt x="2526" y="544"/>
                </a:lnTo>
                <a:close/>
                <a:moveTo>
                  <a:pt x="2543" y="544"/>
                </a:moveTo>
                <a:lnTo>
                  <a:pt x="2550" y="544"/>
                </a:lnTo>
                <a:lnTo>
                  <a:pt x="2550" y="537"/>
                </a:lnTo>
                <a:lnTo>
                  <a:pt x="2543" y="537"/>
                </a:lnTo>
                <a:lnTo>
                  <a:pt x="2543" y="544"/>
                </a:lnTo>
                <a:close/>
                <a:moveTo>
                  <a:pt x="2560" y="544"/>
                </a:moveTo>
                <a:lnTo>
                  <a:pt x="2567" y="544"/>
                </a:lnTo>
                <a:lnTo>
                  <a:pt x="2567" y="537"/>
                </a:lnTo>
                <a:lnTo>
                  <a:pt x="2560" y="537"/>
                </a:lnTo>
                <a:lnTo>
                  <a:pt x="2560" y="544"/>
                </a:lnTo>
                <a:close/>
                <a:moveTo>
                  <a:pt x="2576" y="544"/>
                </a:moveTo>
                <a:lnTo>
                  <a:pt x="2583" y="544"/>
                </a:lnTo>
                <a:lnTo>
                  <a:pt x="2583" y="537"/>
                </a:lnTo>
                <a:lnTo>
                  <a:pt x="2576" y="537"/>
                </a:lnTo>
                <a:lnTo>
                  <a:pt x="2576" y="544"/>
                </a:lnTo>
                <a:close/>
                <a:moveTo>
                  <a:pt x="2593" y="544"/>
                </a:moveTo>
                <a:lnTo>
                  <a:pt x="2600" y="544"/>
                </a:lnTo>
                <a:lnTo>
                  <a:pt x="2600" y="537"/>
                </a:lnTo>
                <a:lnTo>
                  <a:pt x="2593" y="537"/>
                </a:lnTo>
                <a:lnTo>
                  <a:pt x="2593" y="544"/>
                </a:lnTo>
                <a:close/>
                <a:moveTo>
                  <a:pt x="2609" y="544"/>
                </a:moveTo>
                <a:lnTo>
                  <a:pt x="2616" y="544"/>
                </a:lnTo>
                <a:lnTo>
                  <a:pt x="2616" y="537"/>
                </a:lnTo>
                <a:lnTo>
                  <a:pt x="2609" y="537"/>
                </a:lnTo>
                <a:lnTo>
                  <a:pt x="2609" y="544"/>
                </a:lnTo>
                <a:close/>
                <a:moveTo>
                  <a:pt x="2626" y="544"/>
                </a:moveTo>
                <a:lnTo>
                  <a:pt x="2633" y="544"/>
                </a:lnTo>
                <a:lnTo>
                  <a:pt x="2633" y="537"/>
                </a:lnTo>
                <a:lnTo>
                  <a:pt x="2626" y="537"/>
                </a:lnTo>
                <a:lnTo>
                  <a:pt x="2626" y="544"/>
                </a:lnTo>
                <a:close/>
                <a:moveTo>
                  <a:pt x="2642" y="544"/>
                </a:moveTo>
                <a:lnTo>
                  <a:pt x="2649" y="544"/>
                </a:lnTo>
                <a:lnTo>
                  <a:pt x="2649" y="537"/>
                </a:lnTo>
                <a:lnTo>
                  <a:pt x="2642" y="537"/>
                </a:lnTo>
                <a:lnTo>
                  <a:pt x="2642" y="544"/>
                </a:lnTo>
                <a:close/>
                <a:moveTo>
                  <a:pt x="2659" y="544"/>
                </a:moveTo>
                <a:lnTo>
                  <a:pt x="2666" y="544"/>
                </a:lnTo>
                <a:lnTo>
                  <a:pt x="2666" y="537"/>
                </a:lnTo>
                <a:lnTo>
                  <a:pt x="2659" y="537"/>
                </a:lnTo>
                <a:lnTo>
                  <a:pt x="2659" y="544"/>
                </a:lnTo>
                <a:close/>
                <a:moveTo>
                  <a:pt x="2728" y="544"/>
                </a:moveTo>
                <a:lnTo>
                  <a:pt x="2735" y="544"/>
                </a:lnTo>
                <a:lnTo>
                  <a:pt x="2735" y="537"/>
                </a:lnTo>
                <a:lnTo>
                  <a:pt x="2728" y="537"/>
                </a:lnTo>
                <a:lnTo>
                  <a:pt x="2728" y="544"/>
                </a:lnTo>
                <a:close/>
                <a:moveTo>
                  <a:pt x="2744" y="544"/>
                </a:moveTo>
                <a:lnTo>
                  <a:pt x="2751" y="544"/>
                </a:lnTo>
                <a:lnTo>
                  <a:pt x="2751" y="537"/>
                </a:lnTo>
                <a:lnTo>
                  <a:pt x="2744" y="537"/>
                </a:lnTo>
                <a:lnTo>
                  <a:pt x="2744" y="544"/>
                </a:lnTo>
                <a:close/>
                <a:moveTo>
                  <a:pt x="419" y="560"/>
                </a:moveTo>
                <a:lnTo>
                  <a:pt x="426" y="560"/>
                </a:lnTo>
                <a:lnTo>
                  <a:pt x="426" y="553"/>
                </a:lnTo>
                <a:lnTo>
                  <a:pt x="419" y="553"/>
                </a:lnTo>
                <a:lnTo>
                  <a:pt x="419" y="560"/>
                </a:lnTo>
                <a:close/>
                <a:moveTo>
                  <a:pt x="435" y="560"/>
                </a:moveTo>
                <a:lnTo>
                  <a:pt x="442" y="560"/>
                </a:lnTo>
                <a:lnTo>
                  <a:pt x="442" y="553"/>
                </a:lnTo>
                <a:lnTo>
                  <a:pt x="435" y="553"/>
                </a:lnTo>
                <a:lnTo>
                  <a:pt x="435" y="560"/>
                </a:lnTo>
                <a:close/>
                <a:moveTo>
                  <a:pt x="452" y="560"/>
                </a:moveTo>
                <a:lnTo>
                  <a:pt x="459" y="560"/>
                </a:lnTo>
                <a:lnTo>
                  <a:pt x="459" y="553"/>
                </a:lnTo>
                <a:lnTo>
                  <a:pt x="452" y="553"/>
                </a:lnTo>
                <a:lnTo>
                  <a:pt x="452" y="560"/>
                </a:lnTo>
                <a:close/>
                <a:moveTo>
                  <a:pt x="469" y="560"/>
                </a:moveTo>
                <a:lnTo>
                  <a:pt x="476" y="560"/>
                </a:lnTo>
                <a:lnTo>
                  <a:pt x="476" y="553"/>
                </a:lnTo>
                <a:lnTo>
                  <a:pt x="469" y="553"/>
                </a:lnTo>
                <a:lnTo>
                  <a:pt x="469" y="560"/>
                </a:lnTo>
                <a:close/>
                <a:moveTo>
                  <a:pt x="485" y="560"/>
                </a:moveTo>
                <a:lnTo>
                  <a:pt x="492" y="560"/>
                </a:lnTo>
                <a:lnTo>
                  <a:pt x="492" y="553"/>
                </a:lnTo>
                <a:lnTo>
                  <a:pt x="485" y="553"/>
                </a:lnTo>
                <a:lnTo>
                  <a:pt x="485" y="560"/>
                </a:lnTo>
                <a:close/>
                <a:moveTo>
                  <a:pt x="502" y="560"/>
                </a:moveTo>
                <a:lnTo>
                  <a:pt x="509" y="560"/>
                </a:lnTo>
                <a:lnTo>
                  <a:pt x="509" y="553"/>
                </a:lnTo>
                <a:lnTo>
                  <a:pt x="502" y="553"/>
                </a:lnTo>
                <a:lnTo>
                  <a:pt x="502" y="560"/>
                </a:lnTo>
                <a:close/>
                <a:moveTo>
                  <a:pt x="518" y="560"/>
                </a:moveTo>
                <a:lnTo>
                  <a:pt x="525" y="560"/>
                </a:lnTo>
                <a:lnTo>
                  <a:pt x="525" y="553"/>
                </a:lnTo>
                <a:lnTo>
                  <a:pt x="518" y="553"/>
                </a:lnTo>
                <a:lnTo>
                  <a:pt x="518" y="560"/>
                </a:lnTo>
                <a:close/>
                <a:moveTo>
                  <a:pt x="535" y="560"/>
                </a:moveTo>
                <a:lnTo>
                  <a:pt x="542" y="560"/>
                </a:lnTo>
                <a:lnTo>
                  <a:pt x="542" y="553"/>
                </a:lnTo>
                <a:lnTo>
                  <a:pt x="535" y="553"/>
                </a:lnTo>
                <a:lnTo>
                  <a:pt x="535" y="560"/>
                </a:lnTo>
                <a:close/>
                <a:moveTo>
                  <a:pt x="551" y="560"/>
                </a:moveTo>
                <a:lnTo>
                  <a:pt x="559" y="560"/>
                </a:lnTo>
                <a:lnTo>
                  <a:pt x="559" y="553"/>
                </a:lnTo>
                <a:lnTo>
                  <a:pt x="551" y="553"/>
                </a:lnTo>
                <a:lnTo>
                  <a:pt x="551" y="560"/>
                </a:lnTo>
                <a:close/>
                <a:moveTo>
                  <a:pt x="568" y="560"/>
                </a:moveTo>
                <a:lnTo>
                  <a:pt x="575" y="560"/>
                </a:lnTo>
                <a:lnTo>
                  <a:pt x="575" y="553"/>
                </a:lnTo>
                <a:lnTo>
                  <a:pt x="568" y="553"/>
                </a:lnTo>
                <a:lnTo>
                  <a:pt x="568" y="560"/>
                </a:lnTo>
                <a:close/>
                <a:moveTo>
                  <a:pt x="585" y="560"/>
                </a:moveTo>
                <a:lnTo>
                  <a:pt x="592" y="560"/>
                </a:lnTo>
                <a:lnTo>
                  <a:pt x="592" y="553"/>
                </a:lnTo>
                <a:lnTo>
                  <a:pt x="585" y="553"/>
                </a:lnTo>
                <a:lnTo>
                  <a:pt x="585" y="560"/>
                </a:lnTo>
                <a:close/>
                <a:moveTo>
                  <a:pt x="601" y="560"/>
                </a:moveTo>
                <a:lnTo>
                  <a:pt x="608" y="560"/>
                </a:lnTo>
                <a:lnTo>
                  <a:pt x="608" y="553"/>
                </a:lnTo>
                <a:lnTo>
                  <a:pt x="601" y="553"/>
                </a:lnTo>
                <a:lnTo>
                  <a:pt x="601" y="560"/>
                </a:lnTo>
                <a:close/>
                <a:moveTo>
                  <a:pt x="620" y="560"/>
                </a:moveTo>
                <a:lnTo>
                  <a:pt x="625" y="560"/>
                </a:lnTo>
                <a:lnTo>
                  <a:pt x="625" y="553"/>
                </a:lnTo>
                <a:lnTo>
                  <a:pt x="620" y="553"/>
                </a:lnTo>
                <a:lnTo>
                  <a:pt x="620" y="560"/>
                </a:lnTo>
                <a:close/>
                <a:moveTo>
                  <a:pt x="637" y="560"/>
                </a:moveTo>
                <a:lnTo>
                  <a:pt x="644" y="560"/>
                </a:lnTo>
                <a:lnTo>
                  <a:pt x="644" y="553"/>
                </a:lnTo>
                <a:lnTo>
                  <a:pt x="637" y="553"/>
                </a:lnTo>
                <a:lnTo>
                  <a:pt x="637" y="560"/>
                </a:lnTo>
                <a:close/>
                <a:moveTo>
                  <a:pt x="653" y="560"/>
                </a:moveTo>
                <a:lnTo>
                  <a:pt x="660" y="560"/>
                </a:lnTo>
                <a:lnTo>
                  <a:pt x="660" y="553"/>
                </a:lnTo>
                <a:lnTo>
                  <a:pt x="653" y="553"/>
                </a:lnTo>
                <a:lnTo>
                  <a:pt x="653" y="560"/>
                </a:lnTo>
                <a:close/>
                <a:moveTo>
                  <a:pt x="670" y="560"/>
                </a:moveTo>
                <a:lnTo>
                  <a:pt x="677" y="560"/>
                </a:lnTo>
                <a:lnTo>
                  <a:pt x="677" y="553"/>
                </a:lnTo>
                <a:lnTo>
                  <a:pt x="670" y="553"/>
                </a:lnTo>
                <a:lnTo>
                  <a:pt x="670" y="560"/>
                </a:lnTo>
                <a:close/>
                <a:moveTo>
                  <a:pt x="686" y="560"/>
                </a:moveTo>
                <a:lnTo>
                  <a:pt x="693" y="560"/>
                </a:lnTo>
                <a:lnTo>
                  <a:pt x="693" y="553"/>
                </a:lnTo>
                <a:lnTo>
                  <a:pt x="686" y="553"/>
                </a:lnTo>
                <a:lnTo>
                  <a:pt x="686" y="560"/>
                </a:lnTo>
                <a:close/>
                <a:moveTo>
                  <a:pt x="703" y="560"/>
                </a:moveTo>
                <a:lnTo>
                  <a:pt x="710" y="560"/>
                </a:lnTo>
                <a:lnTo>
                  <a:pt x="710" y="553"/>
                </a:lnTo>
                <a:lnTo>
                  <a:pt x="703" y="553"/>
                </a:lnTo>
                <a:lnTo>
                  <a:pt x="703" y="560"/>
                </a:lnTo>
                <a:close/>
                <a:moveTo>
                  <a:pt x="720" y="560"/>
                </a:moveTo>
                <a:lnTo>
                  <a:pt x="727" y="560"/>
                </a:lnTo>
                <a:lnTo>
                  <a:pt x="727" y="553"/>
                </a:lnTo>
                <a:lnTo>
                  <a:pt x="720" y="553"/>
                </a:lnTo>
                <a:lnTo>
                  <a:pt x="720" y="560"/>
                </a:lnTo>
                <a:close/>
                <a:moveTo>
                  <a:pt x="736" y="560"/>
                </a:moveTo>
                <a:lnTo>
                  <a:pt x="743" y="560"/>
                </a:lnTo>
                <a:lnTo>
                  <a:pt x="743" y="553"/>
                </a:lnTo>
                <a:lnTo>
                  <a:pt x="736" y="553"/>
                </a:lnTo>
                <a:lnTo>
                  <a:pt x="736" y="560"/>
                </a:lnTo>
                <a:close/>
                <a:moveTo>
                  <a:pt x="753" y="560"/>
                </a:moveTo>
                <a:lnTo>
                  <a:pt x="760" y="560"/>
                </a:lnTo>
                <a:lnTo>
                  <a:pt x="760" y="553"/>
                </a:lnTo>
                <a:lnTo>
                  <a:pt x="753" y="553"/>
                </a:lnTo>
                <a:lnTo>
                  <a:pt x="753" y="560"/>
                </a:lnTo>
                <a:close/>
                <a:moveTo>
                  <a:pt x="769" y="560"/>
                </a:moveTo>
                <a:lnTo>
                  <a:pt x="776" y="560"/>
                </a:lnTo>
                <a:lnTo>
                  <a:pt x="776" y="553"/>
                </a:lnTo>
                <a:lnTo>
                  <a:pt x="769" y="553"/>
                </a:lnTo>
                <a:lnTo>
                  <a:pt x="769" y="560"/>
                </a:lnTo>
                <a:close/>
                <a:moveTo>
                  <a:pt x="786" y="560"/>
                </a:moveTo>
                <a:lnTo>
                  <a:pt x="793" y="560"/>
                </a:lnTo>
                <a:lnTo>
                  <a:pt x="793" y="553"/>
                </a:lnTo>
                <a:lnTo>
                  <a:pt x="786" y="553"/>
                </a:lnTo>
                <a:lnTo>
                  <a:pt x="786" y="560"/>
                </a:lnTo>
                <a:close/>
                <a:moveTo>
                  <a:pt x="802" y="560"/>
                </a:moveTo>
                <a:lnTo>
                  <a:pt x="810" y="560"/>
                </a:lnTo>
                <a:lnTo>
                  <a:pt x="810" y="553"/>
                </a:lnTo>
                <a:lnTo>
                  <a:pt x="802" y="553"/>
                </a:lnTo>
                <a:lnTo>
                  <a:pt x="802" y="560"/>
                </a:lnTo>
                <a:close/>
                <a:moveTo>
                  <a:pt x="819" y="560"/>
                </a:moveTo>
                <a:lnTo>
                  <a:pt x="826" y="560"/>
                </a:lnTo>
                <a:lnTo>
                  <a:pt x="826" y="553"/>
                </a:lnTo>
                <a:lnTo>
                  <a:pt x="819" y="553"/>
                </a:lnTo>
                <a:lnTo>
                  <a:pt x="819" y="560"/>
                </a:lnTo>
                <a:close/>
                <a:moveTo>
                  <a:pt x="836" y="560"/>
                </a:moveTo>
                <a:lnTo>
                  <a:pt x="843" y="560"/>
                </a:lnTo>
                <a:lnTo>
                  <a:pt x="843" y="553"/>
                </a:lnTo>
                <a:lnTo>
                  <a:pt x="836" y="553"/>
                </a:lnTo>
                <a:lnTo>
                  <a:pt x="836" y="560"/>
                </a:lnTo>
                <a:close/>
                <a:moveTo>
                  <a:pt x="852" y="560"/>
                </a:moveTo>
                <a:lnTo>
                  <a:pt x="859" y="560"/>
                </a:lnTo>
                <a:lnTo>
                  <a:pt x="859" y="553"/>
                </a:lnTo>
                <a:lnTo>
                  <a:pt x="852" y="553"/>
                </a:lnTo>
                <a:lnTo>
                  <a:pt x="852" y="560"/>
                </a:lnTo>
                <a:close/>
                <a:moveTo>
                  <a:pt x="871" y="560"/>
                </a:moveTo>
                <a:lnTo>
                  <a:pt x="876" y="560"/>
                </a:lnTo>
                <a:lnTo>
                  <a:pt x="876" y="553"/>
                </a:lnTo>
                <a:lnTo>
                  <a:pt x="871" y="553"/>
                </a:lnTo>
                <a:lnTo>
                  <a:pt x="871" y="560"/>
                </a:lnTo>
                <a:close/>
                <a:moveTo>
                  <a:pt x="888" y="560"/>
                </a:moveTo>
                <a:lnTo>
                  <a:pt x="895" y="560"/>
                </a:lnTo>
                <a:lnTo>
                  <a:pt x="895" y="553"/>
                </a:lnTo>
                <a:lnTo>
                  <a:pt x="888" y="553"/>
                </a:lnTo>
                <a:lnTo>
                  <a:pt x="888" y="560"/>
                </a:lnTo>
                <a:close/>
                <a:moveTo>
                  <a:pt x="904" y="560"/>
                </a:moveTo>
                <a:lnTo>
                  <a:pt x="911" y="560"/>
                </a:lnTo>
                <a:lnTo>
                  <a:pt x="911" y="553"/>
                </a:lnTo>
                <a:lnTo>
                  <a:pt x="904" y="553"/>
                </a:lnTo>
                <a:lnTo>
                  <a:pt x="904" y="560"/>
                </a:lnTo>
                <a:close/>
                <a:moveTo>
                  <a:pt x="921" y="560"/>
                </a:moveTo>
                <a:lnTo>
                  <a:pt x="928" y="560"/>
                </a:lnTo>
                <a:lnTo>
                  <a:pt x="928" y="553"/>
                </a:lnTo>
                <a:lnTo>
                  <a:pt x="921" y="553"/>
                </a:lnTo>
                <a:lnTo>
                  <a:pt x="921" y="560"/>
                </a:lnTo>
                <a:close/>
                <a:moveTo>
                  <a:pt x="937" y="560"/>
                </a:moveTo>
                <a:lnTo>
                  <a:pt x="944" y="560"/>
                </a:lnTo>
                <a:lnTo>
                  <a:pt x="944" y="553"/>
                </a:lnTo>
                <a:lnTo>
                  <a:pt x="937" y="553"/>
                </a:lnTo>
                <a:lnTo>
                  <a:pt x="937" y="560"/>
                </a:lnTo>
                <a:close/>
                <a:moveTo>
                  <a:pt x="954" y="560"/>
                </a:moveTo>
                <a:lnTo>
                  <a:pt x="961" y="560"/>
                </a:lnTo>
                <a:lnTo>
                  <a:pt x="961" y="553"/>
                </a:lnTo>
                <a:lnTo>
                  <a:pt x="954" y="553"/>
                </a:lnTo>
                <a:lnTo>
                  <a:pt x="954" y="560"/>
                </a:lnTo>
                <a:close/>
                <a:moveTo>
                  <a:pt x="1439" y="560"/>
                </a:moveTo>
                <a:lnTo>
                  <a:pt x="1447" y="560"/>
                </a:lnTo>
                <a:lnTo>
                  <a:pt x="1447" y="553"/>
                </a:lnTo>
                <a:lnTo>
                  <a:pt x="1439" y="553"/>
                </a:lnTo>
                <a:lnTo>
                  <a:pt x="1439" y="560"/>
                </a:lnTo>
                <a:close/>
                <a:moveTo>
                  <a:pt x="1456" y="560"/>
                </a:moveTo>
                <a:lnTo>
                  <a:pt x="1463" y="560"/>
                </a:lnTo>
                <a:lnTo>
                  <a:pt x="1463" y="553"/>
                </a:lnTo>
                <a:lnTo>
                  <a:pt x="1456" y="553"/>
                </a:lnTo>
                <a:lnTo>
                  <a:pt x="1456" y="560"/>
                </a:lnTo>
                <a:close/>
                <a:moveTo>
                  <a:pt x="1473" y="560"/>
                </a:moveTo>
                <a:lnTo>
                  <a:pt x="1480" y="560"/>
                </a:lnTo>
                <a:lnTo>
                  <a:pt x="1480" y="553"/>
                </a:lnTo>
                <a:lnTo>
                  <a:pt x="1473" y="553"/>
                </a:lnTo>
                <a:lnTo>
                  <a:pt x="1473" y="560"/>
                </a:lnTo>
                <a:close/>
                <a:moveTo>
                  <a:pt x="1489" y="560"/>
                </a:moveTo>
                <a:lnTo>
                  <a:pt x="1496" y="560"/>
                </a:lnTo>
                <a:lnTo>
                  <a:pt x="1496" y="553"/>
                </a:lnTo>
                <a:lnTo>
                  <a:pt x="1489" y="553"/>
                </a:lnTo>
                <a:lnTo>
                  <a:pt x="1489" y="560"/>
                </a:lnTo>
                <a:close/>
                <a:moveTo>
                  <a:pt x="1506" y="560"/>
                </a:moveTo>
                <a:lnTo>
                  <a:pt x="1513" y="560"/>
                </a:lnTo>
                <a:lnTo>
                  <a:pt x="1513" y="553"/>
                </a:lnTo>
                <a:lnTo>
                  <a:pt x="1506" y="553"/>
                </a:lnTo>
                <a:lnTo>
                  <a:pt x="1506" y="560"/>
                </a:lnTo>
                <a:close/>
                <a:moveTo>
                  <a:pt x="1522" y="560"/>
                </a:moveTo>
                <a:lnTo>
                  <a:pt x="1529" y="560"/>
                </a:lnTo>
                <a:lnTo>
                  <a:pt x="1529" y="553"/>
                </a:lnTo>
                <a:lnTo>
                  <a:pt x="1522" y="553"/>
                </a:lnTo>
                <a:lnTo>
                  <a:pt x="1522" y="560"/>
                </a:lnTo>
                <a:close/>
                <a:moveTo>
                  <a:pt x="1539" y="560"/>
                </a:moveTo>
                <a:lnTo>
                  <a:pt x="1546" y="560"/>
                </a:lnTo>
                <a:lnTo>
                  <a:pt x="1546" y="553"/>
                </a:lnTo>
                <a:lnTo>
                  <a:pt x="1539" y="553"/>
                </a:lnTo>
                <a:lnTo>
                  <a:pt x="1539" y="560"/>
                </a:lnTo>
                <a:close/>
                <a:moveTo>
                  <a:pt x="1555" y="560"/>
                </a:moveTo>
                <a:lnTo>
                  <a:pt x="1563" y="560"/>
                </a:lnTo>
                <a:lnTo>
                  <a:pt x="1563" y="553"/>
                </a:lnTo>
                <a:lnTo>
                  <a:pt x="1555" y="553"/>
                </a:lnTo>
                <a:lnTo>
                  <a:pt x="1555" y="560"/>
                </a:lnTo>
                <a:close/>
                <a:moveTo>
                  <a:pt x="1572" y="560"/>
                </a:moveTo>
                <a:lnTo>
                  <a:pt x="1579" y="560"/>
                </a:lnTo>
                <a:lnTo>
                  <a:pt x="1579" y="553"/>
                </a:lnTo>
                <a:lnTo>
                  <a:pt x="1572" y="553"/>
                </a:lnTo>
                <a:lnTo>
                  <a:pt x="1572" y="560"/>
                </a:lnTo>
                <a:close/>
                <a:moveTo>
                  <a:pt x="1589" y="560"/>
                </a:moveTo>
                <a:lnTo>
                  <a:pt x="1596" y="560"/>
                </a:lnTo>
                <a:lnTo>
                  <a:pt x="1596" y="553"/>
                </a:lnTo>
                <a:lnTo>
                  <a:pt x="1589" y="553"/>
                </a:lnTo>
                <a:lnTo>
                  <a:pt x="1589" y="560"/>
                </a:lnTo>
                <a:close/>
                <a:moveTo>
                  <a:pt x="1605" y="560"/>
                </a:moveTo>
                <a:lnTo>
                  <a:pt x="1612" y="560"/>
                </a:lnTo>
                <a:lnTo>
                  <a:pt x="1612" y="553"/>
                </a:lnTo>
                <a:lnTo>
                  <a:pt x="1605" y="553"/>
                </a:lnTo>
                <a:lnTo>
                  <a:pt x="1605" y="560"/>
                </a:lnTo>
                <a:close/>
                <a:moveTo>
                  <a:pt x="1622" y="560"/>
                </a:moveTo>
                <a:lnTo>
                  <a:pt x="1629" y="560"/>
                </a:lnTo>
                <a:lnTo>
                  <a:pt x="1629" y="553"/>
                </a:lnTo>
                <a:lnTo>
                  <a:pt x="1622" y="553"/>
                </a:lnTo>
                <a:lnTo>
                  <a:pt x="1622" y="560"/>
                </a:lnTo>
                <a:close/>
                <a:moveTo>
                  <a:pt x="1638" y="560"/>
                </a:moveTo>
                <a:lnTo>
                  <a:pt x="1645" y="560"/>
                </a:lnTo>
                <a:lnTo>
                  <a:pt x="1645" y="553"/>
                </a:lnTo>
                <a:lnTo>
                  <a:pt x="1638" y="553"/>
                </a:lnTo>
                <a:lnTo>
                  <a:pt x="1638" y="560"/>
                </a:lnTo>
                <a:close/>
                <a:moveTo>
                  <a:pt x="1657" y="560"/>
                </a:moveTo>
                <a:lnTo>
                  <a:pt x="1664" y="560"/>
                </a:lnTo>
                <a:lnTo>
                  <a:pt x="1664" y="553"/>
                </a:lnTo>
                <a:lnTo>
                  <a:pt x="1657" y="553"/>
                </a:lnTo>
                <a:lnTo>
                  <a:pt x="1657" y="560"/>
                </a:lnTo>
                <a:close/>
                <a:moveTo>
                  <a:pt x="1674" y="560"/>
                </a:moveTo>
                <a:lnTo>
                  <a:pt x="1681" y="560"/>
                </a:lnTo>
                <a:lnTo>
                  <a:pt x="1681" y="553"/>
                </a:lnTo>
                <a:lnTo>
                  <a:pt x="1674" y="553"/>
                </a:lnTo>
                <a:lnTo>
                  <a:pt x="1674" y="560"/>
                </a:lnTo>
                <a:close/>
                <a:moveTo>
                  <a:pt x="1690" y="560"/>
                </a:moveTo>
                <a:lnTo>
                  <a:pt x="1698" y="560"/>
                </a:lnTo>
                <a:lnTo>
                  <a:pt x="1698" y="553"/>
                </a:lnTo>
                <a:lnTo>
                  <a:pt x="1690" y="553"/>
                </a:lnTo>
                <a:lnTo>
                  <a:pt x="1690" y="560"/>
                </a:lnTo>
                <a:close/>
                <a:moveTo>
                  <a:pt x="1707" y="560"/>
                </a:moveTo>
                <a:lnTo>
                  <a:pt x="1714" y="560"/>
                </a:lnTo>
                <a:lnTo>
                  <a:pt x="1714" y="553"/>
                </a:lnTo>
                <a:lnTo>
                  <a:pt x="1707" y="553"/>
                </a:lnTo>
                <a:lnTo>
                  <a:pt x="1707" y="560"/>
                </a:lnTo>
                <a:close/>
                <a:moveTo>
                  <a:pt x="1724" y="560"/>
                </a:moveTo>
                <a:lnTo>
                  <a:pt x="1731" y="560"/>
                </a:lnTo>
                <a:lnTo>
                  <a:pt x="1731" y="553"/>
                </a:lnTo>
                <a:lnTo>
                  <a:pt x="1724" y="553"/>
                </a:lnTo>
                <a:lnTo>
                  <a:pt x="1724" y="560"/>
                </a:lnTo>
                <a:close/>
                <a:moveTo>
                  <a:pt x="1740" y="560"/>
                </a:moveTo>
                <a:lnTo>
                  <a:pt x="1747" y="560"/>
                </a:lnTo>
                <a:lnTo>
                  <a:pt x="1747" y="553"/>
                </a:lnTo>
                <a:lnTo>
                  <a:pt x="1740" y="553"/>
                </a:lnTo>
                <a:lnTo>
                  <a:pt x="1740" y="560"/>
                </a:lnTo>
                <a:close/>
                <a:moveTo>
                  <a:pt x="1757" y="560"/>
                </a:moveTo>
                <a:lnTo>
                  <a:pt x="1764" y="560"/>
                </a:lnTo>
                <a:lnTo>
                  <a:pt x="1764" y="553"/>
                </a:lnTo>
                <a:lnTo>
                  <a:pt x="1757" y="553"/>
                </a:lnTo>
                <a:lnTo>
                  <a:pt x="1757" y="560"/>
                </a:lnTo>
                <a:close/>
                <a:moveTo>
                  <a:pt x="1773" y="560"/>
                </a:moveTo>
                <a:lnTo>
                  <a:pt x="1780" y="560"/>
                </a:lnTo>
                <a:lnTo>
                  <a:pt x="1780" y="553"/>
                </a:lnTo>
                <a:lnTo>
                  <a:pt x="1773" y="553"/>
                </a:lnTo>
                <a:lnTo>
                  <a:pt x="1773" y="560"/>
                </a:lnTo>
                <a:close/>
                <a:moveTo>
                  <a:pt x="1790" y="560"/>
                </a:moveTo>
                <a:lnTo>
                  <a:pt x="1797" y="560"/>
                </a:lnTo>
                <a:lnTo>
                  <a:pt x="1797" y="553"/>
                </a:lnTo>
                <a:lnTo>
                  <a:pt x="1790" y="553"/>
                </a:lnTo>
                <a:lnTo>
                  <a:pt x="1790" y="560"/>
                </a:lnTo>
                <a:close/>
                <a:moveTo>
                  <a:pt x="1806" y="560"/>
                </a:moveTo>
                <a:lnTo>
                  <a:pt x="1814" y="560"/>
                </a:lnTo>
                <a:lnTo>
                  <a:pt x="1814" y="553"/>
                </a:lnTo>
                <a:lnTo>
                  <a:pt x="1806" y="553"/>
                </a:lnTo>
                <a:lnTo>
                  <a:pt x="1806" y="560"/>
                </a:lnTo>
                <a:close/>
                <a:moveTo>
                  <a:pt x="1823" y="560"/>
                </a:moveTo>
                <a:lnTo>
                  <a:pt x="1830" y="560"/>
                </a:lnTo>
                <a:lnTo>
                  <a:pt x="1830" y="553"/>
                </a:lnTo>
                <a:lnTo>
                  <a:pt x="1823" y="553"/>
                </a:lnTo>
                <a:lnTo>
                  <a:pt x="1823" y="560"/>
                </a:lnTo>
                <a:close/>
                <a:moveTo>
                  <a:pt x="1840" y="560"/>
                </a:moveTo>
                <a:lnTo>
                  <a:pt x="1847" y="560"/>
                </a:lnTo>
                <a:lnTo>
                  <a:pt x="1847" y="553"/>
                </a:lnTo>
                <a:lnTo>
                  <a:pt x="1840" y="553"/>
                </a:lnTo>
                <a:lnTo>
                  <a:pt x="1840" y="560"/>
                </a:lnTo>
                <a:close/>
                <a:moveTo>
                  <a:pt x="1856" y="560"/>
                </a:moveTo>
                <a:lnTo>
                  <a:pt x="1863" y="560"/>
                </a:lnTo>
                <a:lnTo>
                  <a:pt x="1863" y="553"/>
                </a:lnTo>
                <a:lnTo>
                  <a:pt x="1856" y="553"/>
                </a:lnTo>
                <a:lnTo>
                  <a:pt x="1856" y="560"/>
                </a:lnTo>
                <a:close/>
                <a:moveTo>
                  <a:pt x="1873" y="560"/>
                </a:moveTo>
                <a:lnTo>
                  <a:pt x="1880" y="560"/>
                </a:lnTo>
                <a:lnTo>
                  <a:pt x="1880" y="553"/>
                </a:lnTo>
                <a:lnTo>
                  <a:pt x="1873" y="553"/>
                </a:lnTo>
                <a:lnTo>
                  <a:pt x="1873" y="560"/>
                </a:lnTo>
                <a:close/>
                <a:moveTo>
                  <a:pt x="1889" y="560"/>
                </a:moveTo>
                <a:lnTo>
                  <a:pt x="1896" y="560"/>
                </a:lnTo>
                <a:lnTo>
                  <a:pt x="1896" y="553"/>
                </a:lnTo>
                <a:lnTo>
                  <a:pt x="1889" y="553"/>
                </a:lnTo>
                <a:lnTo>
                  <a:pt x="1889" y="560"/>
                </a:lnTo>
                <a:close/>
                <a:moveTo>
                  <a:pt x="1908" y="560"/>
                </a:moveTo>
                <a:lnTo>
                  <a:pt x="1915" y="560"/>
                </a:lnTo>
                <a:lnTo>
                  <a:pt x="1915" y="553"/>
                </a:lnTo>
                <a:lnTo>
                  <a:pt x="1908" y="553"/>
                </a:lnTo>
                <a:lnTo>
                  <a:pt x="1908" y="560"/>
                </a:lnTo>
                <a:close/>
                <a:moveTo>
                  <a:pt x="1925" y="560"/>
                </a:moveTo>
                <a:lnTo>
                  <a:pt x="1932" y="560"/>
                </a:lnTo>
                <a:lnTo>
                  <a:pt x="1932" y="553"/>
                </a:lnTo>
                <a:lnTo>
                  <a:pt x="1925" y="553"/>
                </a:lnTo>
                <a:lnTo>
                  <a:pt x="1925" y="560"/>
                </a:lnTo>
                <a:close/>
                <a:moveTo>
                  <a:pt x="1941" y="560"/>
                </a:moveTo>
                <a:lnTo>
                  <a:pt x="1949" y="560"/>
                </a:lnTo>
                <a:lnTo>
                  <a:pt x="1949" y="553"/>
                </a:lnTo>
                <a:lnTo>
                  <a:pt x="1941" y="553"/>
                </a:lnTo>
                <a:lnTo>
                  <a:pt x="1941" y="560"/>
                </a:lnTo>
                <a:close/>
                <a:moveTo>
                  <a:pt x="1958" y="560"/>
                </a:moveTo>
                <a:lnTo>
                  <a:pt x="1965" y="560"/>
                </a:lnTo>
                <a:lnTo>
                  <a:pt x="1965" y="553"/>
                </a:lnTo>
                <a:lnTo>
                  <a:pt x="1958" y="553"/>
                </a:lnTo>
                <a:lnTo>
                  <a:pt x="1958" y="560"/>
                </a:lnTo>
                <a:close/>
                <a:moveTo>
                  <a:pt x="1975" y="560"/>
                </a:moveTo>
                <a:lnTo>
                  <a:pt x="1982" y="560"/>
                </a:lnTo>
                <a:lnTo>
                  <a:pt x="1982" y="553"/>
                </a:lnTo>
                <a:lnTo>
                  <a:pt x="1975" y="553"/>
                </a:lnTo>
                <a:lnTo>
                  <a:pt x="1975" y="560"/>
                </a:lnTo>
                <a:close/>
                <a:moveTo>
                  <a:pt x="1991" y="560"/>
                </a:moveTo>
                <a:lnTo>
                  <a:pt x="1998" y="560"/>
                </a:lnTo>
                <a:lnTo>
                  <a:pt x="1998" y="553"/>
                </a:lnTo>
                <a:lnTo>
                  <a:pt x="1991" y="553"/>
                </a:lnTo>
                <a:lnTo>
                  <a:pt x="1991" y="560"/>
                </a:lnTo>
                <a:close/>
                <a:moveTo>
                  <a:pt x="2008" y="560"/>
                </a:moveTo>
                <a:lnTo>
                  <a:pt x="2015" y="560"/>
                </a:lnTo>
                <a:lnTo>
                  <a:pt x="2015" y="553"/>
                </a:lnTo>
                <a:lnTo>
                  <a:pt x="2008" y="553"/>
                </a:lnTo>
                <a:lnTo>
                  <a:pt x="2008" y="560"/>
                </a:lnTo>
                <a:close/>
                <a:moveTo>
                  <a:pt x="2024" y="560"/>
                </a:moveTo>
                <a:lnTo>
                  <a:pt x="2031" y="560"/>
                </a:lnTo>
                <a:lnTo>
                  <a:pt x="2031" y="553"/>
                </a:lnTo>
                <a:lnTo>
                  <a:pt x="2024" y="553"/>
                </a:lnTo>
                <a:lnTo>
                  <a:pt x="2024" y="560"/>
                </a:lnTo>
                <a:close/>
                <a:moveTo>
                  <a:pt x="2041" y="560"/>
                </a:moveTo>
                <a:lnTo>
                  <a:pt x="2048" y="560"/>
                </a:lnTo>
                <a:lnTo>
                  <a:pt x="2048" y="553"/>
                </a:lnTo>
                <a:lnTo>
                  <a:pt x="2041" y="553"/>
                </a:lnTo>
                <a:lnTo>
                  <a:pt x="2041" y="560"/>
                </a:lnTo>
                <a:close/>
                <a:moveTo>
                  <a:pt x="2057" y="560"/>
                </a:moveTo>
                <a:lnTo>
                  <a:pt x="2065" y="560"/>
                </a:lnTo>
                <a:lnTo>
                  <a:pt x="2065" y="553"/>
                </a:lnTo>
                <a:lnTo>
                  <a:pt x="2057" y="553"/>
                </a:lnTo>
                <a:lnTo>
                  <a:pt x="2057" y="560"/>
                </a:lnTo>
                <a:close/>
                <a:moveTo>
                  <a:pt x="2074" y="560"/>
                </a:moveTo>
                <a:lnTo>
                  <a:pt x="2081" y="560"/>
                </a:lnTo>
                <a:lnTo>
                  <a:pt x="2081" y="553"/>
                </a:lnTo>
                <a:lnTo>
                  <a:pt x="2074" y="553"/>
                </a:lnTo>
                <a:lnTo>
                  <a:pt x="2074" y="560"/>
                </a:lnTo>
                <a:close/>
                <a:moveTo>
                  <a:pt x="2091" y="560"/>
                </a:moveTo>
                <a:lnTo>
                  <a:pt x="2098" y="560"/>
                </a:lnTo>
                <a:lnTo>
                  <a:pt x="2098" y="553"/>
                </a:lnTo>
                <a:lnTo>
                  <a:pt x="2091" y="553"/>
                </a:lnTo>
                <a:lnTo>
                  <a:pt x="2091" y="560"/>
                </a:lnTo>
                <a:close/>
                <a:moveTo>
                  <a:pt x="2107" y="560"/>
                </a:moveTo>
                <a:lnTo>
                  <a:pt x="2114" y="560"/>
                </a:lnTo>
                <a:lnTo>
                  <a:pt x="2114" y="553"/>
                </a:lnTo>
                <a:lnTo>
                  <a:pt x="2107" y="553"/>
                </a:lnTo>
                <a:lnTo>
                  <a:pt x="2107" y="560"/>
                </a:lnTo>
                <a:close/>
                <a:moveTo>
                  <a:pt x="2124" y="560"/>
                </a:moveTo>
                <a:lnTo>
                  <a:pt x="2131" y="560"/>
                </a:lnTo>
                <a:lnTo>
                  <a:pt x="2131" y="553"/>
                </a:lnTo>
                <a:lnTo>
                  <a:pt x="2124" y="553"/>
                </a:lnTo>
                <a:lnTo>
                  <a:pt x="2124" y="560"/>
                </a:lnTo>
                <a:close/>
                <a:moveTo>
                  <a:pt x="2140" y="560"/>
                </a:moveTo>
                <a:lnTo>
                  <a:pt x="2147" y="560"/>
                </a:lnTo>
                <a:lnTo>
                  <a:pt x="2147" y="553"/>
                </a:lnTo>
                <a:lnTo>
                  <a:pt x="2140" y="553"/>
                </a:lnTo>
                <a:lnTo>
                  <a:pt x="2140" y="560"/>
                </a:lnTo>
                <a:close/>
                <a:moveTo>
                  <a:pt x="2159" y="560"/>
                </a:moveTo>
                <a:lnTo>
                  <a:pt x="2164" y="560"/>
                </a:lnTo>
                <a:lnTo>
                  <a:pt x="2164" y="553"/>
                </a:lnTo>
                <a:lnTo>
                  <a:pt x="2159" y="553"/>
                </a:lnTo>
                <a:lnTo>
                  <a:pt x="2159" y="560"/>
                </a:lnTo>
                <a:close/>
                <a:moveTo>
                  <a:pt x="2176" y="560"/>
                </a:moveTo>
                <a:lnTo>
                  <a:pt x="2183" y="560"/>
                </a:lnTo>
                <a:lnTo>
                  <a:pt x="2183" y="553"/>
                </a:lnTo>
                <a:lnTo>
                  <a:pt x="2176" y="553"/>
                </a:lnTo>
                <a:lnTo>
                  <a:pt x="2176" y="560"/>
                </a:lnTo>
                <a:close/>
                <a:moveTo>
                  <a:pt x="2192" y="560"/>
                </a:moveTo>
                <a:lnTo>
                  <a:pt x="2200" y="560"/>
                </a:lnTo>
                <a:lnTo>
                  <a:pt x="2200" y="553"/>
                </a:lnTo>
                <a:lnTo>
                  <a:pt x="2192" y="553"/>
                </a:lnTo>
                <a:lnTo>
                  <a:pt x="2192" y="560"/>
                </a:lnTo>
                <a:close/>
                <a:moveTo>
                  <a:pt x="2209" y="560"/>
                </a:moveTo>
                <a:lnTo>
                  <a:pt x="2216" y="560"/>
                </a:lnTo>
                <a:lnTo>
                  <a:pt x="2216" y="553"/>
                </a:lnTo>
                <a:lnTo>
                  <a:pt x="2209" y="553"/>
                </a:lnTo>
                <a:lnTo>
                  <a:pt x="2209" y="560"/>
                </a:lnTo>
                <a:close/>
                <a:moveTo>
                  <a:pt x="2226" y="560"/>
                </a:moveTo>
                <a:lnTo>
                  <a:pt x="2233" y="560"/>
                </a:lnTo>
                <a:lnTo>
                  <a:pt x="2233" y="553"/>
                </a:lnTo>
                <a:lnTo>
                  <a:pt x="2226" y="553"/>
                </a:lnTo>
                <a:lnTo>
                  <a:pt x="2226" y="560"/>
                </a:lnTo>
                <a:close/>
                <a:moveTo>
                  <a:pt x="2242" y="560"/>
                </a:moveTo>
                <a:lnTo>
                  <a:pt x="2249" y="560"/>
                </a:lnTo>
                <a:lnTo>
                  <a:pt x="2249" y="553"/>
                </a:lnTo>
                <a:lnTo>
                  <a:pt x="2242" y="553"/>
                </a:lnTo>
                <a:lnTo>
                  <a:pt x="2242" y="560"/>
                </a:lnTo>
                <a:close/>
                <a:moveTo>
                  <a:pt x="2259" y="560"/>
                </a:moveTo>
                <a:lnTo>
                  <a:pt x="2266" y="560"/>
                </a:lnTo>
                <a:lnTo>
                  <a:pt x="2266" y="553"/>
                </a:lnTo>
                <a:lnTo>
                  <a:pt x="2259" y="553"/>
                </a:lnTo>
                <a:lnTo>
                  <a:pt x="2259" y="560"/>
                </a:lnTo>
                <a:close/>
                <a:moveTo>
                  <a:pt x="2275" y="560"/>
                </a:moveTo>
                <a:lnTo>
                  <a:pt x="2282" y="560"/>
                </a:lnTo>
                <a:lnTo>
                  <a:pt x="2282" y="553"/>
                </a:lnTo>
                <a:lnTo>
                  <a:pt x="2275" y="553"/>
                </a:lnTo>
                <a:lnTo>
                  <a:pt x="2275" y="560"/>
                </a:lnTo>
                <a:close/>
                <a:moveTo>
                  <a:pt x="2292" y="560"/>
                </a:moveTo>
                <a:lnTo>
                  <a:pt x="2299" y="560"/>
                </a:lnTo>
                <a:lnTo>
                  <a:pt x="2299" y="553"/>
                </a:lnTo>
                <a:lnTo>
                  <a:pt x="2292" y="553"/>
                </a:lnTo>
                <a:lnTo>
                  <a:pt x="2292" y="560"/>
                </a:lnTo>
                <a:close/>
                <a:moveTo>
                  <a:pt x="2308" y="560"/>
                </a:moveTo>
                <a:lnTo>
                  <a:pt x="2316" y="560"/>
                </a:lnTo>
                <a:lnTo>
                  <a:pt x="2316" y="553"/>
                </a:lnTo>
                <a:lnTo>
                  <a:pt x="2308" y="553"/>
                </a:lnTo>
                <a:lnTo>
                  <a:pt x="2308" y="560"/>
                </a:lnTo>
                <a:close/>
                <a:moveTo>
                  <a:pt x="2325" y="560"/>
                </a:moveTo>
                <a:lnTo>
                  <a:pt x="2332" y="560"/>
                </a:lnTo>
                <a:lnTo>
                  <a:pt x="2332" y="553"/>
                </a:lnTo>
                <a:lnTo>
                  <a:pt x="2325" y="553"/>
                </a:lnTo>
                <a:lnTo>
                  <a:pt x="2325" y="560"/>
                </a:lnTo>
                <a:close/>
                <a:moveTo>
                  <a:pt x="2342" y="560"/>
                </a:moveTo>
                <a:lnTo>
                  <a:pt x="2349" y="560"/>
                </a:lnTo>
                <a:lnTo>
                  <a:pt x="2349" y="553"/>
                </a:lnTo>
                <a:lnTo>
                  <a:pt x="2342" y="553"/>
                </a:lnTo>
                <a:lnTo>
                  <a:pt x="2342" y="560"/>
                </a:lnTo>
                <a:close/>
                <a:moveTo>
                  <a:pt x="2358" y="560"/>
                </a:moveTo>
                <a:lnTo>
                  <a:pt x="2365" y="560"/>
                </a:lnTo>
                <a:lnTo>
                  <a:pt x="2365" y="553"/>
                </a:lnTo>
                <a:lnTo>
                  <a:pt x="2358" y="553"/>
                </a:lnTo>
                <a:lnTo>
                  <a:pt x="2358" y="560"/>
                </a:lnTo>
                <a:close/>
                <a:moveTo>
                  <a:pt x="2375" y="560"/>
                </a:moveTo>
                <a:lnTo>
                  <a:pt x="2382" y="560"/>
                </a:lnTo>
                <a:lnTo>
                  <a:pt x="2382" y="553"/>
                </a:lnTo>
                <a:lnTo>
                  <a:pt x="2375" y="553"/>
                </a:lnTo>
                <a:lnTo>
                  <a:pt x="2375" y="560"/>
                </a:lnTo>
                <a:close/>
                <a:moveTo>
                  <a:pt x="2391" y="560"/>
                </a:moveTo>
                <a:lnTo>
                  <a:pt x="2398" y="560"/>
                </a:lnTo>
                <a:lnTo>
                  <a:pt x="2398" y="553"/>
                </a:lnTo>
                <a:lnTo>
                  <a:pt x="2391" y="553"/>
                </a:lnTo>
                <a:lnTo>
                  <a:pt x="2391" y="560"/>
                </a:lnTo>
                <a:close/>
                <a:moveTo>
                  <a:pt x="2408" y="560"/>
                </a:moveTo>
                <a:lnTo>
                  <a:pt x="2415" y="560"/>
                </a:lnTo>
                <a:lnTo>
                  <a:pt x="2415" y="553"/>
                </a:lnTo>
                <a:lnTo>
                  <a:pt x="2408" y="553"/>
                </a:lnTo>
                <a:lnTo>
                  <a:pt x="2408" y="560"/>
                </a:lnTo>
                <a:close/>
                <a:moveTo>
                  <a:pt x="2427" y="560"/>
                </a:moveTo>
                <a:lnTo>
                  <a:pt x="2434" y="560"/>
                </a:lnTo>
                <a:lnTo>
                  <a:pt x="2434" y="553"/>
                </a:lnTo>
                <a:lnTo>
                  <a:pt x="2427" y="553"/>
                </a:lnTo>
                <a:lnTo>
                  <a:pt x="2427" y="560"/>
                </a:lnTo>
                <a:close/>
                <a:moveTo>
                  <a:pt x="2443" y="560"/>
                </a:moveTo>
                <a:lnTo>
                  <a:pt x="2451" y="560"/>
                </a:lnTo>
                <a:lnTo>
                  <a:pt x="2451" y="553"/>
                </a:lnTo>
                <a:lnTo>
                  <a:pt x="2443" y="553"/>
                </a:lnTo>
                <a:lnTo>
                  <a:pt x="2443" y="560"/>
                </a:lnTo>
                <a:close/>
                <a:moveTo>
                  <a:pt x="2460" y="560"/>
                </a:moveTo>
                <a:lnTo>
                  <a:pt x="2467" y="560"/>
                </a:lnTo>
                <a:lnTo>
                  <a:pt x="2467" y="553"/>
                </a:lnTo>
                <a:lnTo>
                  <a:pt x="2460" y="553"/>
                </a:lnTo>
                <a:lnTo>
                  <a:pt x="2460" y="560"/>
                </a:lnTo>
                <a:close/>
                <a:moveTo>
                  <a:pt x="2477" y="560"/>
                </a:moveTo>
                <a:lnTo>
                  <a:pt x="2484" y="560"/>
                </a:lnTo>
                <a:lnTo>
                  <a:pt x="2484" y="553"/>
                </a:lnTo>
                <a:lnTo>
                  <a:pt x="2477" y="553"/>
                </a:lnTo>
                <a:lnTo>
                  <a:pt x="2477" y="560"/>
                </a:lnTo>
                <a:close/>
                <a:moveTo>
                  <a:pt x="2493" y="560"/>
                </a:moveTo>
                <a:lnTo>
                  <a:pt x="2500" y="560"/>
                </a:lnTo>
                <a:lnTo>
                  <a:pt x="2500" y="553"/>
                </a:lnTo>
                <a:lnTo>
                  <a:pt x="2493" y="553"/>
                </a:lnTo>
                <a:lnTo>
                  <a:pt x="2493" y="560"/>
                </a:lnTo>
                <a:close/>
                <a:moveTo>
                  <a:pt x="2510" y="560"/>
                </a:moveTo>
                <a:lnTo>
                  <a:pt x="2517" y="560"/>
                </a:lnTo>
                <a:lnTo>
                  <a:pt x="2517" y="553"/>
                </a:lnTo>
                <a:lnTo>
                  <a:pt x="2510" y="553"/>
                </a:lnTo>
                <a:lnTo>
                  <a:pt x="2510" y="560"/>
                </a:lnTo>
                <a:close/>
                <a:moveTo>
                  <a:pt x="2526" y="560"/>
                </a:moveTo>
                <a:lnTo>
                  <a:pt x="2533" y="560"/>
                </a:lnTo>
                <a:lnTo>
                  <a:pt x="2533" y="553"/>
                </a:lnTo>
                <a:lnTo>
                  <a:pt x="2526" y="553"/>
                </a:lnTo>
                <a:lnTo>
                  <a:pt x="2526" y="560"/>
                </a:lnTo>
                <a:close/>
                <a:moveTo>
                  <a:pt x="2543" y="560"/>
                </a:moveTo>
                <a:lnTo>
                  <a:pt x="2550" y="560"/>
                </a:lnTo>
                <a:lnTo>
                  <a:pt x="2550" y="553"/>
                </a:lnTo>
                <a:lnTo>
                  <a:pt x="2543" y="553"/>
                </a:lnTo>
                <a:lnTo>
                  <a:pt x="2543" y="560"/>
                </a:lnTo>
                <a:close/>
                <a:moveTo>
                  <a:pt x="2560" y="560"/>
                </a:moveTo>
                <a:lnTo>
                  <a:pt x="2567" y="560"/>
                </a:lnTo>
                <a:lnTo>
                  <a:pt x="2567" y="553"/>
                </a:lnTo>
                <a:lnTo>
                  <a:pt x="2560" y="553"/>
                </a:lnTo>
                <a:lnTo>
                  <a:pt x="2560" y="560"/>
                </a:lnTo>
                <a:close/>
                <a:moveTo>
                  <a:pt x="2576" y="560"/>
                </a:moveTo>
                <a:lnTo>
                  <a:pt x="2583" y="560"/>
                </a:lnTo>
                <a:lnTo>
                  <a:pt x="2583" y="553"/>
                </a:lnTo>
                <a:lnTo>
                  <a:pt x="2576" y="553"/>
                </a:lnTo>
                <a:lnTo>
                  <a:pt x="2576" y="560"/>
                </a:lnTo>
                <a:close/>
                <a:moveTo>
                  <a:pt x="2593" y="560"/>
                </a:moveTo>
                <a:lnTo>
                  <a:pt x="2600" y="560"/>
                </a:lnTo>
                <a:lnTo>
                  <a:pt x="2600" y="553"/>
                </a:lnTo>
                <a:lnTo>
                  <a:pt x="2593" y="553"/>
                </a:lnTo>
                <a:lnTo>
                  <a:pt x="2593" y="560"/>
                </a:lnTo>
                <a:close/>
                <a:moveTo>
                  <a:pt x="2609" y="560"/>
                </a:moveTo>
                <a:lnTo>
                  <a:pt x="2616" y="560"/>
                </a:lnTo>
                <a:lnTo>
                  <a:pt x="2616" y="553"/>
                </a:lnTo>
                <a:lnTo>
                  <a:pt x="2609" y="553"/>
                </a:lnTo>
                <a:lnTo>
                  <a:pt x="2609" y="560"/>
                </a:lnTo>
                <a:close/>
                <a:moveTo>
                  <a:pt x="2626" y="560"/>
                </a:moveTo>
                <a:lnTo>
                  <a:pt x="2633" y="560"/>
                </a:lnTo>
                <a:lnTo>
                  <a:pt x="2633" y="553"/>
                </a:lnTo>
                <a:lnTo>
                  <a:pt x="2626" y="553"/>
                </a:lnTo>
                <a:lnTo>
                  <a:pt x="2626" y="560"/>
                </a:lnTo>
                <a:close/>
                <a:moveTo>
                  <a:pt x="2642" y="560"/>
                </a:moveTo>
                <a:lnTo>
                  <a:pt x="2649" y="560"/>
                </a:lnTo>
                <a:lnTo>
                  <a:pt x="2649" y="553"/>
                </a:lnTo>
                <a:lnTo>
                  <a:pt x="2642" y="553"/>
                </a:lnTo>
                <a:lnTo>
                  <a:pt x="2642" y="560"/>
                </a:lnTo>
                <a:close/>
                <a:moveTo>
                  <a:pt x="2659" y="560"/>
                </a:moveTo>
                <a:lnTo>
                  <a:pt x="2666" y="560"/>
                </a:lnTo>
                <a:lnTo>
                  <a:pt x="2666" y="553"/>
                </a:lnTo>
                <a:lnTo>
                  <a:pt x="2659" y="553"/>
                </a:lnTo>
                <a:lnTo>
                  <a:pt x="2659" y="560"/>
                </a:lnTo>
                <a:close/>
                <a:moveTo>
                  <a:pt x="2694" y="560"/>
                </a:moveTo>
                <a:lnTo>
                  <a:pt x="2702" y="560"/>
                </a:lnTo>
                <a:lnTo>
                  <a:pt x="2702" y="553"/>
                </a:lnTo>
                <a:lnTo>
                  <a:pt x="2694" y="553"/>
                </a:lnTo>
                <a:lnTo>
                  <a:pt x="2694" y="560"/>
                </a:lnTo>
                <a:close/>
                <a:moveTo>
                  <a:pt x="2711" y="560"/>
                </a:moveTo>
                <a:lnTo>
                  <a:pt x="2718" y="560"/>
                </a:lnTo>
                <a:lnTo>
                  <a:pt x="2718" y="553"/>
                </a:lnTo>
                <a:lnTo>
                  <a:pt x="2711" y="553"/>
                </a:lnTo>
                <a:lnTo>
                  <a:pt x="2711" y="560"/>
                </a:lnTo>
                <a:close/>
                <a:moveTo>
                  <a:pt x="2728" y="560"/>
                </a:moveTo>
                <a:lnTo>
                  <a:pt x="2735" y="560"/>
                </a:lnTo>
                <a:lnTo>
                  <a:pt x="2735" y="553"/>
                </a:lnTo>
                <a:lnTo>
                  <a:pt x="2728" y="553"/>
                </a:lnTo>
                <a:lnTo>
                  <a:pt x="2728" y="560"/>
                </a:lnTo>
                <a:close/>
                <a:moveTo>
                  <a:pt x="402" y="577"/>
                </a:moveTo>
                <a:lnTo>
                  <a:pt x="409" y="577"/>
                </a:lnTo>
                <a:lnTo>
                  <a:pt x="409" y="570"/>
                </a:lnTo>
                <a:lnTo>
                  <a:pt x="402" y="570"/>
                </a:lnTo>
                <a:lnTo>
                  <a:pt x="402" y="577"/>
                </a:lnTo>
                <a:close/>
                <a:moveTo>
                  <a:pt x="419" y="577"/>
                </a:moveTo>
                <a:lnTo>
                  <a:pt x="426" y="577"/>
                </a:lnTo>
                <a:lnTo>
                  <a:pt x="426" y="570"/>
                </a:lnTo>
                <a:lnTo>
                  <a:pt x="419" y="570"/>
                </a:lnTo>
                <a:lnTo>
                  <a:pt x="419" y="577"/>
                </a:lnTo>
                <a:close/>
                <a:moveTo>
                  <a:pt x="435" y="577"/>
                </a:moveTo>
                <a:lnTo>
                  <a:pt x="442" y="577"/>
                </a:lnTo>
                <a:lnTo>
                  <a:pt x="442" y="570"/>
                </a:lnTo>
                <a:lnTo>
                  <a:pt x="435" y="570"/>
                </a:lnTo>
                <a:lnTo>
                  <a:pt x="435" y="577"/>
                </a:lnTo>
                <a:close/>
                <a:moveTo>
                  <a:pt x="452" y="577"/>
                </a:moveTo>
                <a:lnTo>
                  <a:pt x="459" y="577"/>
                </a:lnTo>
                <a:lnTo>
                  <a:pt x="459" y="570"/>
                </a:lnTo>
                <a:lnTo>
                  <a:pt x="452" y="570"/>
                </a:lnTo>
                <a:lnTo>
                  <a:pt x="452" y="577"/>
                </a:lnTo>
                <a:close/>
                <a:moveTo>
                  <a:pt x="469" y="577"/>
                </a:moveTo>
                <a:lnTo>
                  <a:pt x="476" y="577"/>
                </a:lnTo>
                <a:lnTo>
                  <a:pt x="476" y="570"/>
                </a:lnTo>
                <a:lnTo>
                  <a:pt x="469" y="570"/>
                </a:lnTo>
                <a:lnTo>
                  <a:pt x="469" y="577"/>
                </a:lnTo>
                <a:close/>
                <a:moveTo>
                  <a:pt x="485" y="577"/>
                </a:moveTo>
                <a:lnTo>
                  <a:pt x="492" y="577"/>
                </a:lnTo>
                <a:lnTo>
                  <a:pt x="492" y="570"/>
                </a:lnTo>
                <a:lnTo>
                  <a:pt x="485" y="570"/>
                </a:lnTo>
                <a:lnTo>
                  <a:pt x="485" y="577"/>
                </a:lnTo>
                <a:close/>
                <a:moveTo>
                  <a:pt x="502" y="577"/>
                </a:moveTo>
                <a:lnTo>
                  <a:pt x="509" y="577"/>
                </a:lnTo>
                <a:lnTo>
                  <a:pt x="509" y="570"/>
                </a:lnTo>
                <a:lnTo>
                  <a:pt x="502" y="570"/>
                </a:lnTo>
                <a:lnTo>
                  <a:pt x="502" y="577"/>
                </a:lnTo>
                <a:close/>
                <a:moveTo>
                  <a:pt x="518" y="577"/>
                </a:moveTo>
                <a:lnTo>
                  <a:pt x="525" y="577"/>
                </a:lnTo>
                <a:lnTo>
                  <a:pt x="525" y="570"/>
                </a:lnTo>
                <a:lnTo>
                  <a:pt x="518" y="570"/>
                </a:lnTo>
                <a:lnTo>
                  <a:pt x="518" y="577"/>
                </a:lnTo>
                <a:close/>
                <a:moveTo>
                  <a:pt x="535" y="577"/>
                </a:moveTo>
                <a:lnTo>
                  <a:pt x="542" y="577"/>
                </a:lnTo>
                <a:lnTo>
                  <a:pt x="542" y="570"/>
                </a:lnTo>
                <a:lnTo>
                  <a:pt x="535" y="570"/>
                </a:lnTo>
                <a:lnTo>
                  <a:pt x="535" y="577"/>
                </a:lnTo>
                <a:close/>
                <a:moveTo>
                  <a:pt x="551" y="577"/>
                </a:moveTo>
                <a:lnTo>
                  <a:pt x="559" y="577"/>
                </a:lnTo>
                <a:lnTo>
                  <a:pt x="559" y="570"/>
                </a:lnTo>
                <a:lnTo>
                  <a:pt x="551" y="570"/>
                </a:lnTo>
                <a:lnTo>
                  <a:pt x="551" y="577"/>
                </a:lnTo>
                <a:close/>
                <a:moveTo>
                  <a:pt x="568" y="577"/>
                </a:moveTo>
                <a:lnTo>
                  <a:pt x="575" y="577"/>
                </a:lnTo>
                <a:lnTo>
                  <a:pt x="575" y="570"/>
                </a:lnTo>
                <a:lnTo>
                  <a:pt x="568" y="570"/>
                </a:lnTo>
                <a:lnTo>
                  <a:pt x="568" y="577"/>
                </a:lnTo>
                <a:close/>
                <a:moveTo>
                  <a:pt x="585" y="577"/>
                </a:moveTo>
                <a:lnTo>
                  <a:pt x="592" y="577"/>
                </a:lnTo>
                <a:lnTo>
                  <a:pt x="592" y="570"/>
                </a:lnTo>
                <a:lnTo>
                  <a:pt x="585" y="570"/>
                </a:lnTo>
                <a:lnTo>
                  <a:pt x="585" y="577"/>
                </a:lnTo>
                <a:close/>
                <a:moveTo>
                  <a:pt x="601" y="577"/>
                </a:moveTo>
                <a:lnTo>
                  <a:pt x="608" y="577"/>
                </a:lnTo>
                <a:lnTo>
                  <a:pt x="608" y="570"/>
                </a:lnTo>
                <a:lnTo>
                  <a:pt x="601" y="570"/>
                </a:lnTo>
                <a:lnTo>
                  <a:pt x="601" y="577"/>
                </a:lnTo>
                <a:close/>
                <a:moveTo>
                  <a:pt x="620" y="577"/>
                </a:moveTo>
                <a:lnTo>
                  <a:pt x="625" y="577"/>
                </a:lnTo>
                <a:lnTo>
                  <a:pt x="625" y="570"/>
                </a:lnTo>
                <a:lnTo>
                  <a:pt x="620" y="570"/>
                </a:lnTo>
                <a:lnTo>
                  <a:pt x="620" y="577"/>
                </a:lnTo>
                <a:close/>
                <a:moveTo>
                  <a:pt x="637" y="577"/>
                </a:moveTo>
                <a:lnTo>
                  <a:pt x="644" y="577"/>
                </a:lnTo>
                <a:lnTo>
                  <a:pt x="644" y="570"/>
                </a:lnTo>
                <a:lnTo>
                  <a:pt x="637" y="570"/>
                </a:lnTo>
                <a:lnTo>
                  <a:pt x="637" y="577"/>
                </a:lnTo>
                <a:close/>
                <a:moveTo>
                  <a:pt x="653" y="577"/>
                </a:moveTo>
                <a:lnTo>
                  <a:pt x="660" y="577"/>
                </a:lnTo>
                <a:lnTo>
                  <a:pt x="660" y="570"/>
                </a:lnTo>
                <a:lnTo>
                  <a:pt x="653" y="570"/>
                </a:lnTo>
                <a:lnTo>
                  <a:pt x="653" y="577"/>
                </a:lnTo>
                <a:close/>
                <a:moveTo>
                  <a:pt x="670" y="577"/>
                </a:moveTo>
                <a:lnTo>
                  <a:pt x="677" y="577"/>
                </a:lnTo>
                <a:lnTo>
                  <a:pt x="677" y="570"/>
                </a:lnTo>
                <a:lnTo>
                  <a:pt x="670" y="570"/>
                </a:lnTo>
                <a:lnTo>
                  <a:pt x="670" y="577"/>
                </a:lnTo>
                <a:close/>
                <a:moveTo>
                  <a:pt x="686" y="577"/>
                </a:moveTo>
                <a:lnTo>
                  <a:pt x="693" y="577"/>
                </a:lnTo>
                <a:lnTo>
                  <a:pt x="693" y="570"/>
                </a:lnTo>
                <a:lnTo>
                  <a:pt x="686" y="570"/>
                </a:lnTo>
                <a:lnTo>
                  <a:pt x="686" y="577"/>
                </a:lnTo>
                <a:close/>
                <a:moveTo>
                  <a:pt x="703" y="577"/>
                </a:moveTo>
                <a:lnTo>
                  <a:pt x="710" y="577"/>
                </a:lnTo>
                <a:lnTo>
                  <a:pt x="710" y="570"/>
                </a:lnTo>
                <a:lnTo>
                  <a:pt x="703" y="570"/>
                </a:lnTo>
                <a:lnTo>
                  <a:pt x="703" y="577"/>
                </a:lnTo>
                <a:close/>
                <a:moveTo>
                  <a:pt x="720" y="577"/>
                </a:moveTo>
                <a:lnTo>
                  <a:pt x="727" y="577"/>
                </a:lnTo>
                <a:lnTo>
                  <a:pt x="727" y="570"/>
                </a:lnTo>
                <a:lnTo>
                  <a:pt x="720" y="570"/>
                </a:lnTo>
                <a:lnTo>
                  <a:pt x="720" y="577"/>
                </a:lnTo>
                <a:close/>
                <a:moveTo>
                  <a:pt x="736" y="577"/>
                </a:moveTo>
                <a:lnTo>
                  <a:pt x="743" y="577"/>
                </a:lnTo>
                <a:lnTo>
                  <a:pt x="743" y="570"/>
                </a:lnTo>
                <a:lnTo>
                  <a:pt x="736" y="570"/>
                </a:lnTo>
                <a:lnTo>
                  <a:pt x="736" y="577"/>
                </a:lnTo>
                <a:close/>
                <a:moveTo>
                  <a:pt x="753" y="577"/>
                </a:moveTo>
                <a:lnTo>
                  <a:pt x="760" y="577"/>
                </a:lnTo>
                <a:lnTo>
                  <a:pt x="760" y="570"/>
                </a:lnTo>
                <a:lnTo>
                  <a:pt x="753" y="570"/>
                </a:lnTo>
                <a:lnTo>
                  <a:pt x="753" y="577"/>
                </a:lnTo>
                <a:close/>
                <a:moveTo>
                  <a:pt x="769" y="577"/>
                </a:moveTo>
                <a:lnTo>
                  <a:pt x="776" y="577"/>
                </a:lnTo>
                <a:lnTo>
                  <a:pt x="776" y="570"/>
                </a:lnTo>
                <a:lnTo>
                  <a:pt x="769" y="570"/>
                </a:lnTo>
                <a:lnTo>
                  <a:pt x="769" y="577"/>
                </a:lnTo>
                <a:close/>
                <a:moveTo>
                  <a:pt x="786" y="577"/>
                </a:moveTo>
                <a:lnTo>
                  <a:pt x="793" y="577"/>
                </a:lnTo>
                <a:lnTo>
                  <a:pt x="793" y="570"/>
                </a:lnTo>
                <a:lnTo>
                  <a:pt x="786" y="570"/>
                </a:lnTo>
                <a:lnTo>
                  <a:pt x="786" y="577"/>
                </a:lnTo>
                <a:close/>
                <a:moveTo>
                  <a:pt x="802" y="577"/>
                </a:moveTo>
                <a:lnTo>
                  <a:pt x="810" y="577"/>
                </a:lnTo>
                <a:lnTo>
                  <a:pt x="810" y="570"/>
                </a:lnTo>
                <a:lnTo>
                  <a:pt x="802" y="570"/>
                </a:lnTo>
                <a:lnTo>
                  <a:pt x="802" y="577"/>
                </a:lnTo>
                <a:close/>
                <a:moveTo>
                  <a:pt x="819" y="577"/>
                </a:moveTo>
                <a:lnTo>
                  <a:pt x="826" y="577"/>
                </a:lnTo>
                <a:lnTo>
                  <a:pt x="826" y="570"/>
                </a:lnTo>
                <a:lnTo>
                  <a:pt x="819" y="570"/>
                </a:lnTo>
                <a:lnTo>
                  <a:pt x="819" y="577"/>
                </a:lnTo>
                <a:close/>
                <a:moveTo>
                  <a:pt x="836" y="577"/>
                </a:moveTo>
                <a:lnTo>
                  <a:pt x="843" y="577"/>
                </a:lnTo>
                <a:lnTo>
                  <a:pt x="843" y="570"/>
                </a:lnTo>
                <a:lnTo>
                  <a:pt x="836" y="570"/>
                </a:lnTo>
                <a:lnTo>
                  <a:pt x="836" y="577"/>
                </a:lnTo>
                <a:close/>
                <a:moveTo>
                  <a:pt x="852" y="577"/>
                </a:moveTo>
                <a:lnTo>
                  <a:pt x="859" y="577"/>
                </a:lnTo>
                <a:lnTo>
                  <a:pt x="859" y="570"/>
                </a:lnTo>
                <a:lnTo>
                  <a:pt x="852" y="570"/>
                </a:lnTo>
                <a:lnTo>
                  <a:pt x="852" y="577"/>
                </a:lnTo>
                <a:close/>
                <a:moveTo>
                  <a:pt x="871" y="577"/>
                </a:moveTo>
                <a:lnTo>
                  <a:pt x="876" y="577"/>
                </a:lnTo>
                <a:lnTo>
                  <a:pt x="876" y="570"/>
                </a:lnTo>
                <a:lnTo>
                  <a:pt x="871" y="570"/>
                </a:lnTo>
                <a:lnTo>
                  <a:pt x="871" y="577"/>
                </a:lnTo>
                <a:close/>
                <a:moveTo>
                  <a:pt x="888" y="577"/>
                </a:moveTo>
                <a:lnTo>
                  <a:pt x="895" y="577"/>
                </a:lnTo>
                <a:lnTo>
                  <a:pt x="895" y="570"/>
                </a:lnTo>
                <a:lnTo>
                  <a:pt x="888" y="570"/>
                </a:lnTo>
                <a:lnTo>
                  <a:pt x="888" y="577"/>
                </a:lnTo>
                <a:close/>
                <a:moveTo>
                  <a:pt x="904" y="577"/>
                </a:moveTo>
                <a:lnTo>
                  <a:pt x="911" y="577"/>
                </a:lnTo>
                <a:lnTo>
                  <a:pt x="911" y="570"/>
                </a:lnTo>
                <a:lnTo>
                  <a:pt x="904" y="570"/>
                </a:lnTo>
                <a:lnTo>
                  <a:pt x="904" y="577"/>
                </a:lnTo>
                <a:close/>
                <a:moveTo>
                  <a:pt x="921" y="577"/>
                </a:moveTo>
                <a:lnTo>
                  <a:pt x="928" y="577"/>
                </a:lnTo>
                <a:lnTo>
                  <a:pt x="928" y="570"/>
                </a:lnTo>
                <a:lnTo>
                  <a:pt x="921" y="570"/>
                </a:lnTo>
                <a:lnTo>
                  <a:pt x="921" y="577"/>
                </a:lnTo>
                <a:close/>
                <a:moveTo>
                  <a:pt x="937" y="577"/>
                </a:moveTo>
                <a:lnTo>
                  <a:pt x="944" y="577"/>
                </a:lnTo>
                <a:lnTo>
                  <a:pt x="944" y="570"/>
                </a:lnTo>
                <a:lnTo>
                  <a:pt x="937" y="570"/>
                </a:lnTo>
                <a:lnTo>
                  <a:pt x="937" y="577"/>
                </a:lnTo>
                <a:close/>
                <a:moveTo>
                  <a:pt x="1390" y="577"/>
                </a:moveTo>
                <a:lnTo>
                  <a:pt x="1394" y="577"/>
                </a:lnTo>
                <a:lnTo>
                  <a:pt x="1394" y="570"/>
                </a:lnTo>
                <a:lnTo>
                  <a:pt x="1390" y="570"/>
                </a:lnTo>
                <a:lnTo>
                  <a:pt x="1390" y="577"/>
                </a:lnTo>
                <a:close/>
                <a:moveTo>
                  <a:pt x="1406" y="577"/>
                </a:moveTo>
                <a:lnTo>
                  <a:pt x="1413" y="577"/>
                </a:lnTo>
                <a:lnTo>
                  <a:pt x="1413" y="570"/>
                </a:lnTo>
                <a:lnTo>
                  <a:pt x="1406" y="570"/>
                </a:lnTo>
                <a:lnTo>
                  <a:pt x="1406" y="577"/>
                </a:lnTo>
                <a:close/>
                <a:moveTo>
                  <a:pt x="1423" y="577"/>
                </a:moveTo>
                <a:lnTo>
                  <a:pt x="1430" y="577"/>
                </a:lnTo>
                <a:lnTo>
                  <a:pt x="1430" y="570"/>
                </a:lnTo>
                <a:lnTo>
                  <a:pt x="1423" y="570"/>
                </a:lnTo>
                <a:lnTo>
                  <a:pt x="1423" y="577"/>
                </a:lnTo>
                <a:close/>
                <a:moveTo>
                  <a:pt x="1439" y="577"/>
                </a:moveTo>
                <a:lnTo>
                  <a:pt x="1447" y="577"/>
                </a:lnTo>
                <a:lnTo>
                  <a:pt x="1447" y="570"/>
                </a:lnTo>
                <a:lnTo>
                  <a:pt x="1439" y="570"/>
                </a:lnTo>
                <a:lnTo>
                  <a:pt x="1439" y="577"/>
                </a:lnTo>
                <a:close/>
                <a:moveTo>
                  <a:pt x="1456" y="577"/>
                </a:moveTo>
                <a:lnTo>
                  <a:pt x="1463" y="577"/>
                </a:lnTo>
                <a:lnTo>
                  <a:pt x="1463" y="570"/>
                </a:lnTo>
                <a:lnTo>
                  <a:pt x="1456" y="570"/>
                </a:lnTo>
                <a:lnTo>
                  <a:pt x="1456" y="577"/>
                </a:lnTo>
                <a:close/>
                <a:moveTo>
                  <a:pt x="1473" y="577"/>
                </a:moveTo>
                <a:lnTo>
                  <a:pt x="1480" y="577"/>
                </a:lnTo>
                <a:lnTo>
                  <a:pt x="1480" y="570"/>
                </a:lnTo>
                <a:lnTo>
                  <a:pt x="1473" y="570"/>
                </a:lnTo>
                <a:lnTo>
                  <a:pt x="1473" y="577"/>
                </a:lnTo>
                <a:close/>
                <a:moveTo>
                  <a:pt x="1489" y="577"/>
                </a:moveTo>
                <a:lnTo>
                  <a:pt x="1496" y="577"/>
                </a:lnTo>
                <a:lnTo>
                  <a:pt x="1496" y="570"/>
                </a:lnTo>
                <a:lnTo>
                  <a:pt x="1489" y="570"/>
                </a:lnTo>
                <a:lnTo>
                  <a:pt x="1489" y="577"/>
                </a:lnTo>
                <a:close/>
                <a:moveTo>
                  <a:pt x="1506" y="577"/>
                </a:moveTo>
                <a:lnTo>
                  <a:pt x="1513" y="577"/>
                </a:lnTo>
                <a:lnTo>
                  <a:pt x="1513" y="570"/>
                </a:lnTo>
                <a:lnTo>
                  <a:pt x="1506" y="570"/>
                </a:lnTo>
                <a:lnTo>
                  <a:pt x="1506" y="577"/>
                </a:lnTo>
                <a:close/>
                <a:moveTo>
                  <a:pt x="1522" y="577"/>
                </a:moveTo>
                <a:lnTo>
                  <a:pt x="1529" y="577"/>
                </a:lnTo>
                <a:lnTo>
                  <a:pt x="1529" y="570"/>
                </a:lnTo>
                <a:lnTo>
                  <a:pt x="1522" y="570"/>
                </a:lnTo>
                <a:lnTo>
                  <a:pt x="1522" y="577"/>
                </a:lnTo>
                <a:close/>
                <a:moveTo>
                  <a:pt x="1539" y="577"/>
                </a:moveTo>
                <a:lnTo>
                  <a:pt x="1546" y="577"/>
                </a:lnTo>
                <a:lnTo>
                  <a:pt x="1546" y="570"/>
                </a:lnTo>
                <a:lnTo>
                  <a:pt x="1539" y="570"/>
                </a:lnTo>
                <a:lnTo>
                  <a:pt x="1539" y="577"/>
                </a:lnTo>
                <a:close/>
                <a:moveTo>
                  <a:pt x="1555" y="577"/>
                </a:moveTo>
                <a:lnTo>
                  <a:pt x="1563" y="577"/>
                </a:lnTo>
                <a:lnTo>
                  <a:pt x="1563" y="570"/>
                </a:lnTo>
                <a:lnTo>
                  <a:pt x="1555" y="570"/>
                </a:lnTo>
                <a:lnTo>
                  <a:pt x="1555" y="577"/>
                </a:lnTo>
                <a:close/>
                <a:moveTo>
                  <a:pt x="1572" y="577"/>
                </a:moveTo>
                <a:lnTo>
                  <a:pt x="1579" y="577"/>
                </a:lnTo>
                <a:lnTo>
                  <a:pt x="1579" y="570"/>
                </a:lnTo>
                <a:lnTo>
                  <a:pt x="1572" y="570"/>
                </a:lnTo>
                <a:lnTo>
                  <a:pt x="1572" y="577"/>
                </a:lnTo>
                <a:close/>
                <a:moveTo>
                  <a:pt x="1589" y="577"/>
                </a:moveTo>
                <a:lnTo>
                  <a:pt x="1596" y="577"/>
                </a:lnTo>
                <a:lnTo>
                  <a:pt x="1596" y="570"/>
                </a:lnTo>
                <a:lnTo>
                  <a:pt x="1589" y="570"/>
                </a:lnTo>
                <a:lnTo>
                  <a:pt x="1589" y="577"/>
                </a:lnTo>
                <a:close/>
                <a:moveTo>
                  <a:pt x="1605" y="577"/>
                </a:moveTo>
                <a:lnTo>
                  <a:pt x="1612" y="577"/>
                </a:lnTo>
                <a:lnTo>
                  <a:pt x="1612" y="570"/>
                </a:lnTo>
                <a:lnTo>
                  <a:pt x="1605" y="570"/>
                </a:lnTo>
                <a:lnTo>
                  <a:pt x="1605" y="577"/>
                </a:lnTo>
                <a:close/>
                <a:moveTo>
                  <a:pt x="1622" y="577"/>
                </a:moveTo>
                <a:lnTo>
                  <a:pt x="1629" y="577"/>
                </a:lnTo>
                <a:lnTo>
                  <a:pt x="1629" y="570"/>
                </a:lnTo>
                <a:lnTo>
                  <a:pt x="1622" y="570"/>
                </a:lnTo>
                <a:lnTo>
                  <a:pt x="1622" y="577"/>
                </a:lnTo>
                <a:close/>
                <a:moveTo>
                  <a:pt x="1638" y="577"/>
                </a:moveTo>
                <a:lnTo>
                  <a:pt x="1645" y="577"/>
                </a:lnTo>
                <a:lnTo>
                  <a:pt x="1645" y="570"/>
                </a:lnTo>
                <a:lnTo>
                  <a:pt x="1638" y="570"/>
                </a:lnTo>
                <a:lnTo>
                  <a:pt x="1638" y="577"/>
                </a:lnTo>
                <a:close/>
                <a:moveTo>
                  <a:pt x="1657" y="577"/>
                </a:moveTo>
                <a:lnTo>
                  <a:pt x="1664" y="577"/>
                </a:lnTo>
                <a:lnTo>
                  <a:pt x="1664" y="570"/>
                </a:lnTo>
                <a:lnTo>
                  <a:pt x="1657" y="570"/>
                </a:lnTo>
                <a:lnTo>
                  <a:pt x="1657" y="577"/>
                </a:lnTo>
                <a:close/>
                <a:moveTo>
                  <a:pt x="1674" y="577"/>
                </a:moveTo>
                <a:lnTo>
                  <a:pt x="1681" y="577"/>
                </a:lnTo>
                <a:lnTo>
                  <a:pt x="1681" y="570"/>
                </a:lnTo>
                <a:lnTo>
                  <a:pt x="1674" y="570"/>
                </a:lnTo>
                <a:lnTo>
                  <a:pt x="1674" y="577"/>
                </a:lnTo>
                <a:close/>
                <a:moveTo>
                  <a:pt x="1690" y="577"/>
                </a:moveTo>
                <a:lnTo>
                  <a:pt x="1698" y="577"/>
                </a:lnTo>
                <a:lnTo>
                  <a:pt x="1698" y="570"/>
                </a:lnTo>
                <a:lnTo>
                  <a:pt x="1690" y="570"/>
                </a:lnTo>
                <a:lnTo>
                  <a:pt x="1690" y="577"/>
                </a:lnTo>
                <a:close/>
                <a:moveTo>
                  <a:pt x="1707" y="577"/>
                </a:moveTo>
                <a:lnTo>
                  <a:pt x="1714" y="577"/>
                </a:lnTo>
                <a:lnTo>
                  <a:pt x="1714" y="570"/>
                </a:lnTo>
                <a:lnTo>
                  <a:pt x="1707" y="570"/>
                </a:lnTo>
                <a:lnTo>
                  <a:pt x="1707" y="577"/>
                </a:lnTo>
                <a:close/>
                <a:moveTo>
                  <a:pt x="1740" y="577"/>
                </a:moveTo>
                <a:lnTo>
                  <a:pt x="1747" y="577"/>
                </a:lnTo>
                <a:lnTo>
                  <a:pt x="1747" y="570"/>
                </a:lnTo>
                <a:lnTo>
                  <a:pt x="1740" y="570"/>
                </a:lnTo>
                <a:lnTo>
                  <a:pt x="1740" y="577"/>
                </a:lnTo>
                <a:close/>
                <a:moveTo>
                  <a:pt x="1757" y="577"/>
                </a:moveTo>
                <a:lnTo>
                  <a:pt x="1764" y="577"/>
                </a:lnTo>
                <a:lnTo>
                  <a:pt x="1764" y="570"/>
                </a:lnTo>
                <a:lnTo>
                  <a:pt x="1757" y="570"/>
                </a:lnTo>
                <a:lnTo>
                  <a:pt x="1757" y="577"/>
                </a:lnTo>
                <a:close/>
                <a:moveTo>
                  <a:pt x="1773" y="577"/>
                </a:moveTo>
                <a:lnTo>
                  <a:pt x="1780" y="577"/>
                </a:lnTo>
                <a:lnTo>
                  <a:pt x="1780" y="570"/>
                </a:lnTo>
                <a:lnTo>
                  <a:pt x="1773" y="570"/>
                </a:lnTo>
                <a:lnTo>
                  <a:pt x="1773" y="577"/>
                </a:lnTo>
                <a:close/>
                <a:moveTo>
                  <a:pt x="1790" y="577"/>
                </a:moveTo>
                <a:lnTo>
                  <a:pt x="1797" y="577"/>
                </a:lnTo>
                <a:lnTo>
                  <a:pt x="1797" y="570"/>
                </a:lnTo>
                <a:lnTo>
                  <a:pt x="1790" y="570"/>
                </a:lnTo>
                <a:lnTo>
                  <a:pt x="1790" y="577"/>
                </a:lnTo>
                <a:close/>
                <a:moveTo>
                  <a:pt x="1806" y="577"/>
                </a:moveTo>
                <a:lnTo>
                  <a:pt x="1814" y="577"/>
                </a:lnTo>
                <a:lnTo>
                  <a:pt x="1814" y="570"/>
                </a:lnTo>
                <a:lnTo>
                  <a:pt x="1806" y="570"/>
                </a:lnTo>
                <a:lnTo>
                  <a:pt x="1806" y="577"/>
                </a:lnTo>
                <a:close/>
                <a:moveTo>
                  <a:pt x="1823" y="577"/>
                </a:moveTo>
                <a:lnTo>
                  <a:pt x="1830" y="577"/>
                </a:lnTo>
                <a:lnTo>
                  <a:pt x="1830" y="570"/>
                </a:lnTo>
                <a:lnTo>
                  <a:pt x="1823" y="570"/>
                </a:lnTo>
                <a:lnTo>
                  <a:pt x="1823" y="577"/>
                </a:lnTo>
                <a:close/>
                <a:moveTo>
                  <a:pt x="1840" y="577"/>
                </a:moveTo>
                <a:lnTo>
                  <a:pt x="1847" y="577"/>
                </a:lnTo>
                <a:lnTo>
                  <a:pt x="1847" y="570"/>
                </a:lnTo>
                <a:lnTo>
                  <a:pt x="1840" y="570"/>
                </a:lnTo>
                <a:lnTo>
                  <a:pt x="1840" y="577"/>
                </a:lnTo>
                <a:close/>
                <a:moveTo>
                  <a:pt x="1856" y="577"/>
                </a:moveTo>
                <a:lnTo>
                  <a:pt x="1863" y="577"/>
                </a:lnTo>
                <a:lnTo>
                  <a:pt x="1863" y="570"/>
                </a:lnTo>
                <a:lnTo>
                  <a:pt x="1856" y="570"/>
                </a:lnTo>
                <a:lnTo>
                  <a:pt x="1856" y="577"/>
                </a:lnTo>
                <a:close/>
                <a:moveTo>
                  <a:pt x="1873" y="577"/>
                </a:moveTo>
                <a:lnTo>
                  <a:pt x="1880" y="577"/>
                </a:lnTo>
                <a:lnTo>
                  <a:pt x="1880" y="570"/>
                </a:lnTo>
                <a:lnTo>
                  <a:pt x="1873" y="570"/>
                </a:lnTo>
                <a:lnTo>
                  <a:pt x="1873" y="577"/>
                </a:lnTo>
                <a:close/>
                <a:moveTo>
                  <a:pt x="1889" y="577"/>
                </a:moveTo>
                <a:lnTo>
                  <a:pt x="1896" y="577"/>
                </a:lnTo>
                <a:lnTo>
                  <a:pt x="1896" y="570"/>
                </a:lnTo>
                <a:lnTo>
                  <a:pt x="1889" y="570"/>
                </a:lnTo>
                <a:lnTo>
                  <a:pt x="1889" y="577"/>
                </a:lnTo>
                <a:close/>
                <a:moveTo>
                  <a:pt x="1908" y="577"/>
                </a:moveTo>
                <a:lnTo>
                  <a:pt x="1915" y="577"/>
                </a:lnTo>
                <a:lnTo>
                  <a:pt x="1915" y="570"/>
                </a:lnTo>
                <a:lnTo>
                  <a:pt x="1908" y="570"/>
                </a:lnTo>
                <a:lnTo>
                  <a:pt x="1908" y="577"/>
                </a:lnTo>
                <a:close/>
                <a:moveTo>
                  <a:pt x="1925" y="577"/>
                </a:moveTo>
                <a:lnTo>
                  <a:pt x="1932" y="577"/>
                </a:lnTo>
                <a:lnTo>
                  <a:pt x="1932" y="570"/>
                </a:lnTo>
                <a:lnTo>
                  <a:pt x="1925" y="570"/>
                </a:lnTo>
                <a:lnTo>
                  <a:pt x="1925" y="577"/>
                </a:lnTo>
                <a:close/>
                <a:moveTo>
                  <a:pt x="1941" y="577"/>
                </a:moveTo>
                <a:lnTo>
                  <a:pt x="1949" y="577"/>
                </a:lnTo>
                <a:lnTo>
                  <a:pt x="1949" y="570"/>
                </a:lnTo>
                <a:lnTo>
                  <a:pt x="1941" y="570"/>
                </a:lnTo>
                <a:lnTo>
                  <a:pt x="1941" y="577"/>
                </a:lnTo>
                <a:close/>
                <a:moveTo>
                  <a:pt x="1958" y="577"/>
                </a:moveTo>
                <a:lnTo>
                  <a:pt x="1965" y="577"/>
                </a:lnTo>
                <a:lnTo>
                  <a:pt x="1965" y="570"/>
                </a:lnTo>
                <a:lnTo>
                  <a:pt x="1958" y="570"/>
                </a:lnTo>
                <a:lnTo>
                  <a:pt x="1958" y="577"/>
                </a:lnTo>
                <a:close/>
                <a:moveTo>
                  <a:pt x="1975" y="577"/>
                </a:moveTo>
                <a:lnTo>
                  <a:pt x="1982" y="577"/>
                </a:lnTo>
                <a:lnTo>
                  <a:pt x="1982" y="570"/>
                </a:lnTo>
                <a:lnTo>
                  <a:pt x="1975" y="570"/>
                </a:lnTo>
                <a:lnTo>
                  <a:pt x="1975" y="577"/>
                </a:lnTo>
                <a:close/>
                <a:moveTo>
                  <a:pt x="1991" y="577"/>
                </a:moveTo>
                <a:lnTo>
                  <a:pt x="1998" y="577"/>
                </a:lnTo>
                <a:lnTo>
                  <a:pt x="1998" y="570"/>
                </a:lnTo>
                <a:lnTo>
                  <a:pt x="1991" y="570"/>
                </a:lnTo>
                <a:lnTo>
                  <a:pt x="1991" y="577"/>
                </a:lnTo>
                <a:close/>
                <a:moveTo>
                  <a:pt x="2008" y="577"/>
                </a:moveTo>
                <a:lnTo>
                  <a:pt x="2015" y="577"/>
                </a:lnTo>
                <a:lnTo>
                  <a:pt x="2015" y="570"/>
                </a:lnTo>
                <a:lnTo>
                  <a:pt x="2008" y="570"/>
                </a:lnTo>
                <a:lnTo>
                  <a:pt x="2008" y="577"/>
                </a:lnTo>
                <a:close/>
                <a:moveTo>
                  <a:pt x="2024" y="577"/>
                </a:moveTo>
                <a:lnTo>
                  <a:pt x="2031" y="577"/>
                </a:lnTo>
                <a:lnTo>
                  <a:pt x="2031" y="570"/>
                </a:lnTo>
                <a:lnTo>
                  <a:pt x="2024" y="570"/>
                </a:lnTo>
                <a:lnTo>
                  <a:pt x="2024" y="577"/>
                </a:lnTo>
                <a:close/>
                <a:moveTo>
                  <a:pt x="2041" y="577"/>
                </a:moveTo>
                <a:lnTo>
                  <a:pt x="2048" y="577"/>
                </a:lnTo>
                <a:lnTo>
                  <a:pt x="2048" y="570"/>
                </a:lnTo>
                <a:lnTo>
                  <a:pt x="2041" y="570"/>
                </a:lnTo>
                <a:lnTo>
                  <a:pt x="2041" y="577"/>
                </a:lnTo>
                <a:close/>
                <a:moveTo>
                  <a:pt x="2057" y="577"/>
                </a:moveTo>
                <a:lnTo>
                  <a:pt x="2065" y="577"/>
                </a:lnTo>
                <a:lnTo>
                  <a:pt x="2065" y="570"/>
                </a:lnTo>
                <a:lnTo>
                  <a:pt x="2057" y="570"/>
                </a:lnTo>
                <a:lnTo>
                  <a:pt x="2057" y="577"/>
                </a:lnTo>
                <a:close/>
                <a:moveTo>
                  <a:pt x="2074" y="577"/>
                </a:moveTo>
                <a:lnTo>
                  <a:pt x="2081" y="577"/>
                </a:lnTo>
                <a:lnTo>
                  <a:pt x="2081" y="570"/>
                </a:lnTo>
                <a:lnTo>
                  <a:pt x="2074" y="570"/>
                </a:lnTo>
                <a:lnTo>
                  <a:pt x="2074" y="577"/>
                </a:lnTo>
                <a:close/>
                <a:moveTo>
                  <a:pt x="2091" y="577"/>
                </a:moveTo>
                <a:lnTo>
                  <a:pt x="2098" y="577"/>
                </a:lnTo>
                <a:lnTo>
                  <a:pt x="2098" y="570"/>
                </a:lnTo>
                <a:lnTo>
                  <a:pt x="2091" y="570"/>
                </a:lnTo>
                <a:lnTo>
                  <a:pt x="2091" y="577"/>
                </a:lnTo>
                <a:close/>
                <a:moveTo>
                  <a:pt x="2107" y="577"/>
                </a:moveTo>
                <a:lnTo>
                  <a:pt x="2114" y="577"/>
                </a:lnTo>
                <a:lnTo>
                  <a:pt x="2114" y="570"/>
                </a:lnTo>
                <a:lnTo>
                  <a:pt x="2107" y="570"/>
                </a:lnTo>
                <a:lnTo>
                  <a:pt x="2107" y="577"/>
                </a:lnTo>
                <a:close/>
                <a:moveTo>
                  <a:pt x="2124" y="577"/>
                </a:moveTo>
                <a:lnTo>
                  <a:pt x="2131" y="577"/>
                </a:lnTo>
                <a:lnTo>
                  <a:pt x="2131" y="570"/>
                </a:lnTo>
                <a:lnTo>
                  <a:pt x="2124" y="570"/>
                </a:lnTo>
                <a:lnTo>
                  <a:pt x="2124" y="577"/>
                </a:lnTo>
                <a:close/>
                <a:moveTo>
                  <a:pt x="2140" y="577"/>
                </a:moveTo>
                <a:lnTo>
                  <a:pt x="2147" y="577"/>
                </a:lnTo>
                <a:lnTo>
                  <a:pt x="2147" y="570"/>
                </a:lnTo>
                <a:lnTo>
                  <a:pt x="2140" y="570"/>
                </a:lnTo>
                <a:lnTo>
                  <a:pt x="2140" y="577"/>
                </a:lnTo>
                <a:close/>
                <a:moveTo>
                  <a:pt x="2159" y="577"/>
                </a:moveTo>
                <a:lnTo>
                  <a:pt x="2164" y="577"/>
                </a:lnTo>
                <a:lnTo>
                  <a:pt x="2164" y="570"/>
                </a:lnTo>
                <a:lnTo>
                  <a:pt x="2159" y="570"/>
                </a:lnTo>
                <a:lnTo>
                  <a:pt x="2159" y="577"/>
                </a:lnTo>
                <a:close/>
                <a:moveTo>
                  <a:pt x="2176" y="577"/>
                </a:moveTo>
                <a:lnTo>
                  <a:pt x="2183" y="577"/>
                </a:lnTo>
                <a:lnTo>
                  <a:pt x="2183" y="570"/>
                </a:lnTo>
                <a:lnTo>
                  <a:pt x="2176" y="570"/>
                </a:lnTo>
                <a:lnTo>
                  <a:pt x="2176" y="577"/>
                </a:lnTo>
                <a:close/>
                <a:moveTo>
                  <a:pt x="2192" y="577"/>
                </a:moveTo>
                <a:lnTo>
                  <a:pt x="2200" y="577"/>
                </a:lnTo>
                <a:lnTo>
                  <a:pt x="2200" y="570"/>
                </a:lnTo>
                <a:lnTo>
                  <a:pt x="2192" y="570"/>
                </a:lnTo>
                <a:lnTo>
                  <a:pt x="2192" y="577"/>
                </a:lnTo>
                <a:close/>
                <a:moveTo>
                  <a:pt x="2209" y="577"/>
                </a:moveTo>
                <a:lnTo>
                  <a:pt x="2216" y="577"/>
                </a:lnTo>
                <a:lnTo>
                  <a:pt x="2216" y="570"/>
                </a:lnTo>
                <a:lnTo>
                  <a:pt x="2209" y="570"/>
                </a:lnTo>
                <a:lnTo>
                  <a:pt x="2209" y="577"/>
                </a:lnTo>
                <a:close/>
                <a:moveTo>
                  <a:pt x="2226" y="577"/>
                </a:moveTo>
                <a:lnTo>
                  <a:pt x="2233" y="577"/>
                </a:lnTo>
                <a:lnTo>
                  <a:pt x="2233" y="570"/>
                </a:lnTo>
                <a:lnTo>
                  <a:pt x="2226" y="570"/>
                </a:lnTo>
                <a:lnTo>
                  <a:pt x="2226" y="577"/>
                </a:lnTo>
                <a:close/>
                <a:moveTo>
                  <a:pt x="2242" y="577"/>
                </a:moveTo>
                <a:lnTo>
                  <a:pt x="2249" y="577"/>
                </a:lnTo>
                <a:lnTo>
                  <a:pt x="2249" y="570"/>
                </a:lnTo>
                <a:lnTo>
                  <a:pt x="2242" y="570"/>
                </a:lnTo>
                <a:lnTo>
                  <a:pt x="2242" y="577"/>
                </a:lnTo>
                <a:close/>
                <a:moveTo>
                  <a:pt x="2259" y="577"/>
                </a:moveTo>
                <a:lnTo>
                  <a:pt x="2266" y="577"/>
                </a:lnTo>
                <a:lnTo>
                  <a:pt x="2266" y="570"/>
                </a:lnTo>
                <a:lnTo>
                  <a:pt x="2259" y="570"/>
                </a:lnTo>
                <a:lnTo>
                  <a:pt x="2259" y="577"/>
                </a:lnTo>
                <a:close/>
                <a:moveTo>
                  <a:pt x="2275" y="577"/>
                </a:moveTo>
                <a:lnTo>
                  <a:pt x="2282" y="577"/>
                </a:lnTo>
                <a:lnTo>
                  <a:pt x="2282" y="570"/>
                </a:lnTo>
                <a:lnTo>
                  <a:pt x="2275" y="570"/>
                </a:lnTo>
                <a:lnTo>
                  <a:pt x="2275" y="577"/>
                </a:lnTo>
                <a:close/>
                <a:moveTo>
                  <a:pt x="2292" y="577"/>
                </a:moveTo>
                <a:lnTo>
                  <a:pt x="2299" y="577"/>
                </a:lnTo>
                <a:lnTo>
                  <a:pt x="2299" y="570"/>
                </a:lnTo>
                <a:lnTo>
                  <a:pt x="2292" y="570"/>
                </a:lnTo>
                <a:lnTo>
                  <a:pt x="2292" y="577"/>
                </a:lnTo>
                <a:close/>
                <a:moveTo>
                  <a:pt x="2308" y="577"/>
                </a:moveTo>
                <a:lnTo>
                  <a:pt x="2316" y="577"/>
                </a:lnTo>
                <a:lnTo>
                  <a:pt x="2316" y="570"/>
                </a:lnTo>
                <a:lnTo>
                  <a:pt x="2308" y="570"/>
                </a:lnTo>
                <a:lnTo>
                  <a:pt x="2308" y="577"/>
                </a:lnTo>
                <a:close/>
                <a:moveTo>
                  <a:pt x="2325" y="577"/>
                </a:moveTo>
                <a:lnTo>
                  <a:pt x="2332" y="577"/>
                </a:lnTo>
                <a:lnTo>
                  <a:pt x="2332" y="570"/>
                </a:lnTo>
                <a:lnTo>
                  <a:pt x="2325" y="570"/>
                </a:lnTo>
                <a:lnTo>
                  <a:pt x="2325" y="577"/>
                </a:lnTo>
                <a:close/>
                <a:moveTo>
                  <a:pt x="2342" y="577"/>
                </a:moveTo>
                <a:lnTo>
                  <a:pt x="2349" y="577"/>
                </a:lnTo>
                <a:lnTo>
                  <a:pt x="2349" y="570"/>
                </a:lnTo>
                <a:lnTo>
                  <a:pt x="2342" y="570"/>
                </a:lnTo>
                <a:lnTo>
                  <a:pt x="2342" y="577"/>
                </a:lnTo>
                <a:close/>
                <a:moveTo>
                  <a:pt x="2358" y="577"/>
                </a:moveTo>
                <a:lnTo>
                  <a:pt x="2365" y="577"/>
                </a:lnTo>
                <a:lnTo>
                  <a:pt x="2365" y="570"/>
                </a:lnTo>
                <a:lnTo>
                  <a:pt x="2358" y="570"/>
                </a:lnTo>
                <a:lnTo>
                  <a:pt x="2358" y="577"/>
                </a:lnTo>
                <a:close/>
                <a:moveTo>
                  <a:pt x="2375" y="577"/>
                </a:moveTo>
                <a:lnTo>
                  <a:pt x="2382" y="577"/>
                </a:lnTo>
                <a:lnTo>
                  <a:pt x="2382" y="570"/>
                </a:lnTo>
                <a:lnTo>
                  <a:pt x="2375" y="570"/>
                </a:lnTo>
                <a:lnTo>
                  <a:pt x="2375" y="577"/>
                </a:lnTo>
                <a:close/>
                <a:moveTo>
                  <a:pt x="2391" y="577"/>
                </a:moveTo>
                <a:lnTo>
                  <a:pt x="2398" y="577"/>
                </a:lnTo>
                <a:lnTo>
                  <a:pt x="2398" y="570"/>
                </a:lnTo>
                <a:lnTo>
                  <a:pt x="2391" y="570"/>
                </a:lnTo>
                <a:lnTo>
                  <a:pt x="2391" y="577"/>
                </a:lnTo>
                <a:close/>
                <a:moveTo>
                  <a:pt x="2408" y="577"/>
                </a:moveTo>
                <a:lnTo>
                  <a:pt x="2415" y="577"/>
                </a:lnTo>
                <a:lnTo>
                  <a:pt x="2415" y="570"/>
                </a:lnTo>
                <a:lnTo>
                  <a:pt x="2408" y="570"/>
                </a:lnTo>
                <a:lnTo>
                  <a:pt x="2408" y="577"/>
                </a:lnTo>
                <a:close/>
                <a:moveTo>
                  <a:pt x="2427" y="577"/>
                </a:moveTo>
                <a:lnTo>
                  <a:pt x="2434" y="577"/>
                </a:lnTo>
                <a:lnTo>
                  <a:pt x="2434" y="570"/>
                </a:lnTo>
                <a:lnTo>
                  <a:pt x="2427" y="570"/>
                </a:lnTo>
                <a:lnTo>
                  <a:pt x="2427" y="577"/>
                </a:lnTo>
                <a:close/>
                <a:moveTo>
                  <a:pt x="2443" y="577"/>
                </a:moveTo>
                <a:lnTo>
                  <a:pt x="2451" y="577"/>
                </a:lnTo>
                <a:lnTo>
                  <a:pt x="2451" y="570"/>
                </a:lnTo>
                <a:lnTo>
                  <a:pt x="2443" y="570"/>
                </a:lnTo>
                <a:lnTo>
                  <a:pt x="2443" y="577"/>
                </a:lnTo>
                <a:close/>
                <a:moveTo>
                  <a:pt x="2460" y="577"/>
                </a:moveTo>
                <a:lnTo>
                  <a:pt x="2467" y="577"/>
                </a:lnTo>
                <a:lnTo>
                  <a:pt x="2467" y="570"/>
                </a:lnTo>
                <a:lnTo>
                  <a:pt x="2460" y="570"/>
                </a:lnTo>
                <a:lnTo>
                  <a:pt x="2460" y="577"/>
                </a:lnTo>
                <a:close/>
                <a:moveTo>
                  <a:pt x="2477" y="577"/>
                </a:moveTo>
                <a:lnTo>
                  <a:pt x="2484" y="577"/>
                </a:lnTo>
                <a:lnTo>
                  <a:pt x="2484" y="570"/>
                </a:lnTo>
                <a:lnTo>
                  <a:pt x="2477" y="570"/>
                </a:lnTo>
                <a:lnTo>
                  <a:pt x="2477" y="577"/>
                </a:lnTo>
                <a:close/>
                <a:moveTo>
                  <a:pt x="2493" y="577"/>
                </a:moveTo>
                <a:lnTo>
                  <a:pt x="2500" y="577"/>
                </a:lnTo>
                <a:lnTo>
                  <a:pt x="2500" y="570"/>
                </a:lnTo>
                <a:lnTo>
                  <a:pt x="2493" y="570"/>
                </a:lnTo>
                <a:lnTo>
                  <a:pt x="2493" y="577"/>
                </a:lnTo>
                <a:close/>
                <a:moveTo>
                  <a:pt x="2510" y="577"/>
                </a:moveTo>
                <a:lnTo>
                  <a:pt x="2517" y="577"/>
                </a:lnTo>
                <a:lnTo>
                  <a:pt x="2517" y="570"/>
                </a:lnTo>
                <a:lnTo>
                  <a:pt x="2510" y="570"/>
                </a:lnTo>
                <a:lnTo>
                  <a:pt x="2510" y="577"/>
                </a:lnTo>
                <a:close/>
                <a:moveTo>
                  <a:pt x="2526" y="577"/>
                </a:moveTo>
                <a:lnTo>
                  <a:pt x="2533" y="577"/>
                </a:lnTo>
                <a:lnTo>
                  <a:pt x="2533" y="570"/>
                </a:lnTo>
                <a:lnTo>
                  <a:pt x="2526" y="570"/>
                </a:lnTo>
                <a:lnTo>
                  <a:pt x="2526" y="577"/>
                </a:lnTo>
                <a:close/>
                <a:moveTo>
                  <a:pt x="2543" y="577"/>
                </a:moveTo>
                <a:lnTo>
                  <a:pt x="2550" y="577"/>
                </a:lnTo>
                <a:lnTo>
                  <a:pt x="2550" y="570"/>
                </a:lnTo>
                <a:lnTo>
                  <a:pt x="2543" y="570"/>
                </a:lnTo>
                <a:lnTo>
                  <a:pt x="2543" y="577"/>
                </a:lnTo>
                <a:close/>
                <a:moveTo>
                  <a:pt x="2560" y="577"/>
                </a:moveTo>
                <a:lnTo>
                  <a:pt x="2567" y="577"/>
                </a:lnTo>
                <a:lnTo>
                  <a:pt x="2567" y="570"/>
                </a:lnTo>
                <a:lnTo>
                  <a:pt x="2560" y="570"/>
                </a:lnTo>
                <a:lnTo>
                  <a:pt x="2560" y="577"/>
                </a:lnTo>
                <a:close/>
                <a:moveTo>
                  <a:pt x="2576" y="577"/>
                </a:moveTo>
                <a:lnTo>
                  <a:pt x="2583" y="577"/>
                </a:lnTo>
                <a:lnTo>
                  <a:pt x="2583" y="570"/>
                </a:lnTo>
                <a:lnTo>
                  <a:pt x="2576" y="570"/>
                </a:lnTo>
                <a:lnTo>
                  <a:pt x="2576" y="577"/>
                </a:lnTo>
                <a:close/>
                <a:moveTo>
                  <a:pt x="2593" y="577"/>
                </a:moveTo>
                <a:lnTo>
                  <a:pt x="2600" y="577"/>
                </a:lnTo>
                <a:lnTo>
                  <a:pt x="2600" y="570"/>
                </a:lnTo>
                <a:lnTo>
                  <a:pt x="2593" y="570"/>
                </a:lnTo>
                <a:lnTo>
                  <a:pt x="2593" y="577"/>
                </a:lnTo>
                <a:close/>
                <a:moveTo>
                  <a:pt x="2609" y="577"/>
                </a:moveTo>
                <a:lnTo>
                  <a:pt x="2616" y="577"/>
                </a:lnTo>
                <a:lnTo>
                  <a:pt x="2616" y="570"/>
                </a:lnTo>
                <a:lnTo>
                  <a:pt x="2609" y="570"/>
                </a:lnTo>
                <a:lnTo>
                  <a:pt x="2609" y="577"/>
                </a:lnTo>
                <a:close/>
                <a:moveTo>
                  <a:pt x="2642" y="577"/>
                </a:moveTo>
                <a:lnTo>
                  <a:pt x="2649" y="577"/>
                </a:lnTo>
                <a:lnTo>
                  <a:pt x="2649" y="570"/>
                </a:lnTo>
                <a:lnTo>
                  <a:pt x="2642" y="570"/>
                </a:lnTo>
                <a:lnTo>
                  <a:pt x="2642" y="577"/>
                </a:lnTo>
                <a:close/>
                <a:moveTo>
                  <a:pt x="2659" y="577"/>
                </a:moveTo>
                <a:lnTo>
                  <a:pt x="2666" y="577"/>
                </a:lnTo>
                <a:lnTo>
                  <a:pt x="2666" y="570"/>
                </a:lnTo>
                <a:lnTo>
                  <a:pt x="2659" y="570"/>
                </a:lnTo>
                <a:lnTo>
                  <a:pt x="2659" y="577"/>
                </a:lnTo>
                <a:close/>
                <a:moveTo>
                  <a:pt x="2678" y="577"/>
                </a:moveTo>
                <a:lnTo>
                  <a:pt x="2683" y="577"/>
                </a:lnTo>
                <a:lnTo>
                  <a:pt x="2683" y="570"/>
                </a:lnTo>
                <a:lnTo>
                  <a:pt x="2678" y="570"/>
                </a:lnTo>
                <a:lnTo>
                  <a:pt x="2678" y="577"/>
                </a:lnTo>
                <a:close/>
                <a:moveTo>
                  <a:pt x="2694" y="577"/>
                </a:moveTo>
                <a:lnTo>
                  <a:pt x="2702" y="577"/>
                </a:lnTo>
                <a:lnTo>
                  <a:pt x="2702" y="570"/>
                </a:lnTo>
                <a:lnTo>
                  <a:pt x="2694" y="570"/>
                </a:lnTo>
                <a:lnTo>
                  <a:pt x="2694" y="577"/>
                </a:lnTo>
                <a:close/>
                <a:moveTo>
                  <a:pt x="402" y="594"/>
                </a:moveTo>
                <a:lnTo>
                  <a:pt x="409" y="594"/>
                </a:lnTo>
                <a:lnTo>
                  <a:pt x="409" y="586"/>
                </a:lnTo>
                <a:lnTo>
                  <a:pt x="402" y="586"/>
                </a:lnTo>
                <a:lnTo>
                  <a:pt x="402" y="594"/>
                </a:lnTo>
                <a:close/>
                <a:moveTo>
                  <a:pt x="419" y="594"/>
                </a:moveTo>
                <a:lnTo>
                  <a:pt x="426" y="594"/>
                </a:lnTo>
                <a:lnTo>
                  <a:pt x="426" y="586"/>
                </a:lnTo>
                <a:lnTo>
                  <a:pt x="419" y="586"/>
                </a:lnTo>
                <a:lnTo>
                  <a:pt x="419" y="594"/>
                </a:lnTo>
                <a:close/>
                <a:moveTo>
                  <a:pt x="435" y="594"/>
                </a:moveTo>
                <a:lnTo>
                  <a:pt x="442" y="594"/>
                </a:lnTo>
                <a:lnTo>
                  <a:pt x="442" y="586"/>
                </a:lnTo>
                <a:lnTo>
                  <a:pt x="435" y="586"/>
                </a:lnTo>
                <a:lnTo>
                  <a:pt x="435" y="594"/>
                </a:lnTo>
                <a:close/>
                <a:moveTo>
                  <a:pt x="452" y="594"/>
                </a:moveTo>
                <a:lnTo>
                  <a:pt x="459" y="594"/>
                </a:lnTo>
                <a:lnTo>
                  <a:pt x="459" y="586"/>
                </a:lnTo>
                <a:lnTo>
                  <a:pt x="452" y="586"/>
                </a:lnTo>
                <a:lnTo>
                  <a:pt x="452" y="594"/>
                </a:lnTo>
                <a:close/>
                <a:moveTo>
                  <a:pt x="469" y="594"/>
                </a:moveTo>
                <a:lnTo>
                  <a:pt x="476" y="594"/>
                </a:lnTo>
                <a:lnTo>
                  <a:pt x="476" y="586"/>
                </a:lnTo>
                <a:lnTo>
                  <a:pt x="469" y="586"/>
                </a:lnTo>
                <a:lnTo>
                  <a:pt x="469" y="594"/>
                </a:lnTo>
                <a:close/>
                <a:moveTo>
                  <a:pt x="485" y="594"/>
                </a:moveTo>
                <a:lnTo>
                  <a:pt x="492" y="594"/>
                </a:lnTo>
                <a:lnTo>
                  <a:pt x="492" y="586"/>
                </a:lnTo>
                <a:lnTo>
                  <a:pt x="485" y="586"/>
                </a:lnTo>
                <a:lnTo>
                  <a:pt x="485" y="594"/>
                </a:lnTo>
                <a:close/>
                <a:moveTo>
                  <a:pt x="502" y="594"/>
                </a:moveTo>
                <a:lnTo>
                  <a:pt x="509" y="594"/>
                </a:lnTo>
                <a:lnTo>
                  <a:pt x="509" y="586"/>
                </a:lnTo>
                <a:lnTo>
                  <a:pt x="502" y="586"/>
                </a:lnTo>
                <a:lnTo>
                  <a:pt x="502" y="594"/>
                </a:lnTo>
                <a:close/>
                <a:moveTo>
                  <a:pt x="518" y="594"/>
                </a:moveTo>
                <a:lnTo>
                  <a:pt x="525" y="594"/>
                </a:lnTo>
                <a:lnTo>
                  <a:pt x="525" y="586"/>
                </a:lnTo>
                <a:lnTo>
                  <a:pt x="518" y="586"/>
                </a:lnTo>
                <a:lnTo>
                  <a:pt x="518" y="594"/>
                </a:lnTo>
                <a:close/>
                <a:moveTo>
                  <a:pt x="535" y="594"/>
                </a:moveTo>
                <a:lnTo>
                  <a:pt x="542" y="594"/>
                </a:lnTo>
                <a:lnTo>
                  <a:pt x="542" y="586"/>
                </a:lnTo>
                <a:lnTo>
                  <a:pt x="535" y="586"/>
                </a:lnTo>
                <a:lnTo>
                  <a:pt x="535" y="594"/>
                </a:lnTo>
                <a:close/>
                <a:moveTo>
                  <a:pt x="551" y="594"/>
                </a:moveTo>
                <a:lnTo>
                  <a:pt x="559" y="594"/>
                </a:lnTo>
                <a:lnTo>
                  <a:pt x="559" y="586"/>
                </a:lnTo>
                <a:lnTo>
                  <a:pt x="551" y="586"/>
                </a:lnTo>
                <a:lnTo>
                  <a:pt x="551" y="594"/>
                </a:lnTo>
                <a:close/>
                <a:moveTo>
                  <a:pt x="568" y="594"/>
                </a:moveTo>
                <a:lnTo>
                  <a:pt x="575" y="594"/>
                </a:lnTo>
                <a:lnTo>
                  <a:pt x="575" y="586"/>
                </a:lnTo>
                <a:lnTo>
                  <a:pt x="568" y="586"/>
                </a:lnTo>
                <a:lnTo>
                  <a:pt x="568" y="594"/>
                </a:lnTo>
                <a:close/>
                <a:moveTo>
                  <a:pt x="585" y="594"/>
                </a:moveTo>
                <a:lnTo>
                  <a:pt x="592" y="594"/>
                </a:lnTo>
                <a:lnTo>
                  <a:pt x="592" y="586"/>
                </a:lnTo>
                <a:lnTo>
                  <a:pt x="585" y="586"/>
                </a:lnTo>
                <a:lnTo>
                  <a:pt x="585" y="594"/>
                </a:lnTo>
                <a:close/>
                <a:moveTo>
                  <a:pt x="601" y="594"/>
                </a:moveTo>
                <a:lnTo>
                  <a:pt x="608" y="594"/>
                </a:lnTo>
                <a:lnTo>
                  <a:pt x="608" y="586"/>
                </a:lnTo>
                <a:lnTo>
                  <a:pt x="601" y="586"/>
                </a:lnTo>
                <a:lnTo>
                  <a:pt x="601" y="594"/>
                </a:lnTo>
                <a:close/>
                <a:moveTo>
                  <a:pt x="620" y="594"/>
                </a:moveTo>
                <a:lnTo>
                  <a:pt x="625" y="594"/>
                </a:lnTo>
                <a:lnTo>
                  <a:pt x="625" y="586"/>
                </a:lnTo>
                <a:lnTo>
                  <a:pt x="620" y="586"/>
                </a:lnTo>
                <a:lnTo>
                  <a:pt x="620" y="594"/>
                </a:lnTo>
                <a:close/>
                <a:moveTo>
                  <a:pt x="637" y="594"/>
                </a:moveTo>
                <a:lnTo>
                  <a:pt x="644" y="594"/>
                </a:lnTo>
                <a:lnTo>
                  <a:pt x="644" y="586"/>
                </a:lnTo>
                <a:lnTo>
                  <a:pt x="637" y="586"/>
                </a:lnTo>
                <a:lnTo>
                  <a:pt x="637" y="594"/>
                </a:lnTo>
                <a:close/>
                <a:moveTo>
                  <a:pt x="653" y="594"/>
                </a:moveTo>
                <a:lnTo>
                  <a:pt x="660" y="594"/>
                </a:lnTo>
                <a:lnTo>
                  <a:pt x="660" y="586"/>
                </a:lnTo>
                <a:lnTo>
                  <a:pt x="653" y="586"/>
                </a:lnTo>
                <a:lnTo>
                  <a:pt x="653" y="594"/>
                </a:lnTo>
                <a:close/>
                <a:moveTo>
                  <a:pt x="670" y="594"/>
                </a:moveTo>
                <a:lnTo>
                  <a:pt x="677" y="594"/>
                </a:lnTo>
                <a:lnTo>
                  <a:pt x="677" y="586"/>
                </a:lnTo>
                <a:lnTo>
                  <a:pt x="670" y="586"/>
                </a:lnTo>
                <a:lnTo>
                  <a:pt x="670" y="594"/>
                </a:lnTo>
                <a:close/>
                <a:moveTo>
                  <a:pt x="686" y="594"/>
                </a:moveTo>
                <a:lnTo>
                  <a:pt x="693" y="594"/>
                </a:lnTo>
                <a:lnTo>
                  <a:pt x="693" y="586"/>
                </a:lnTo>
                <a:lnTo>
                  <a:pt x="686" y="586"/>
                </a:lnTo>
                <a:lnTo>
                  <a:pt x="686" y="594"/>
                </a:lnTo>
                <a:close/>
                <a:moveTo>
                  <a:pt x="703" y="594"/>
                </a:moveTo>
                <a:lnTo>
                  <a:pt x="710" y="594"/>
                </a:lnTo>
                <a:lnTo>
                  <a:pt x="710" y="586"/>
                </a:lnTo>
                <a:lnTo>
                  <a:pt x="703" y="586"/>
                </a:lnTo>
                <a:lnTo>
                  <a:pt x="703" y="594"/>
                </a:lnTo>
                <a:close/>
                <a:moveTo>
                  <a:pt x="720" y="594"/>
                </a:moveTo>
                <a:lnTo>
                  <a:pt x="727" y="594"/>
                </a:lnTo>
                <a:lnTo>
                  <a:pt x="727" y="586"/>
                </a:lnTo>
                <a:lnTo>
                  <a:pt x="720" y="586"/>
                </a:lnTo>
                <a:lnTo>
                  <a:pt x="720" y="594"/>
                </a:lnTo>
                <a:close/>
                <a:moveTo>
                  <a:pt x="736" y="594"/>
                </a:moveTo>
                <a:lnTo>
                  <a:pt x="743" y="594"/>
                </a:lnTo>
                <a:lnTo>
                  <a:pt x="743" y="586"/>
                </a:lnTo>
                <a:lnTo>
                  <a:pt x="736" y="586"/>
                </a:lnTo>
                <a:lnTo>
                  <a:pt x="736" y="594"/>
                </a:lnTo>
                <a:close/>
                <a:moveTo>
                  <a:pt x="753" y="594"/>
                </a:moveTo>
                <a:lnTo>
                  <a:pt x="760" y="594"/>
                </a:lnTo>
                <a:lnTo>
                  <a:pt x="760" y="586"/>
                </a:lnTo>
                <a:lnTo>
                  <a:pt x="753" y="586"/>
                </a:lnTo>
                <a:lnTo>
                  <a:pt x="753" y="594"/>
                </a:lnTo>
                <a:close/>
                <a:moveTo>
                  <a:pt x="769" y="594"/>
                </a:moveTo>
                <a:lnTo>
                  <a:pt x="776" y="594"/>
                </a:lnTo>
                <a:lnTo>
                  <a:pt x="776" y="586"/>
                </a:lnTo>
                <a:lnTo>
                  <a:pt x="769" y="586"/>
                </a:lnTo>
                <a:lnTo>
                  <a:pt x="769" y="594"/>
                </a:lnTo>
                <a:close/>
                <a:moveTo>
                  <a:pt x="786" y="594"/>
                </a:moveTo>
                <a:lnTo>
                  <a:pt x="793" y="594"/>
                </a:lnTo>
                <a:lnTo>
                  <a:pt x="793" y="586"/>
                </a:lnTo>
                <a:lnTo>
                  <a:pt x="786" y="586"/>
                </a:lnTo>
                <a:lnTo>
                  <a:pt x="786" y="594"/>
                </a:lnTo>
                <a:close/>
                <a:moveTo>
                  <a:pt x="802" y="594"/>
                </a:moveTo>
                <a:lnTo>
                  <a:pt x="810" y="594"/>
                </a:lnTo>
                <a:lnTo>
                  <a:pt x="810" y="586"/>
                </a:lnTo>
                <a:lnTo>
                  <a:pt x="802" y="586"/>
                </a:lnTo>
                <a:lnTo>
                  <a:pt x="802" y="594"/>
                </a:lnTo>
                <a:close/>
                <a:moveTo>
                  <a:pt x="819" y="594"/>
                </a:moveTo>
                <a:lnTo>
                  <a:pt x="826" y="594"/>
                </a:lnTo>
                <a:lnTo>
                  <a:pt x="826" y="586"/>
                </a:lnTo>
                <a:lnTo>
                  <a:pt x="819" y="586"/>
                </a:lnTo>
                <a:lnTo>
                  <a:pt x="819" y="594"/>
                </a:lnTo>
                <a:close/>
                <a:moveTo>
                  <a:pt x="836" y="594"/>
                </a:moveTo>
                <a:lnTo>
                  <a:pt x="843" y="594"/>
                </a:lnTo>
                <a:lnTo>
                  <a:pt x="843" y="586"/>
                </a:lnTo>
                <a:lnTo>
                  <a:pt x="836" y="586"/>
                </a:lnTo>
                <a:lnTo>
                  <a:pt x="836" y="594"/>
                </a:lnTo>
                <a:close/>
                <a:moveTo>
                  <a:pt x="852" y="594"/>
                </a:moveTo>
                <a:lnTo>
                  <a:pt x="859" y="594"/>
                </a:lnTo>
                <a:lnTo>
                  <a:pt x="859" y="586"/>
                </a:lnTo>
                <a:lnTo>
                  <a:pt x="852" y="586"/>
                </a:lnTo>
                <a:lnTo>
                  <a:pt x="852" y="594"/>
                </a:lnTo>
                <a:close/>
                <a:moveTo>
                  <a:pt x="871" y="594"/>
                </a:moveTo>
                <a:lnTo>
                  <a:pt x="876" y="594"/>
                </a:lnTo>
                <a:lnTo>
                  <a:pt x="876" y="586"/>
                </a:lnTo>
                <a:lnTo>
                  <a:pt x="871" y="586"/>
                </a:lnTo>
                <a:lnTo>
                  <a:pt x="871" y="594"/>
                </a:lnTo>
                <a:close/>
                <a:moveTo>
                  <a:pt x="1371" y="594"/>
                </a:moveTo>
                <a:lnTo>
                  <a:pt x="1378" y="594"/>
                </a:lnTo>
                <a:lnTo>
                  <a:pt x="1378" y="586"/>
                </a:lnTo>
                <a:lnTo>
                  <a:pt x="1371" y="586"/>
                </a:lnTo>
                <a:lnTo>
                  <a:pt x="1371" y="594"/>
                </a:lnTo>
                <a:close/>
                <a:moveTo>
                  <a:pt x="1390" y="594"/>
                </a:moveTo>
                <a:lnTo>
                  <a:pt x="1394" y="594"/>
                </a:lnTo>
                <a:lnTo>
                  <a:pt x="1394" y="586"/>
                </a:lnTo>
                <a:lnTo>
                  <a:pt x="1390" y="586"/>
                </a:lnTo>
                <a:lnTo>
                  <a:pt x="1390" y="594"/>
                </a:lnTo>
                <a:close/>
                <a:moveTo>
                  <a:pt x="1406" y="594"/>
                </a:moveTo>
                <a:lnTo>
                  <a:pt x="1413" y="594"/>
                </a:lnTo>
                <a:lnTo>
                  <a:pt x="1413" y="586"/>
                </a:lnTo>
                <a:lnTo>
                  <a:pt x="1406" y="586"/>
                </a:lnTo>
                <a:lnTo>
                  <a:pt x="1406" y="594"/>
                </a:lnTo>
                <a:close/>
                <a:moveTo>
                  <a:pt x="1423" y="594"/>
                </a:moveTo>
                <a:lnTo>
                  <a:pt x="1430" y="594"/>
                </a:lnTo>
                <a:lnTo>
                  <a:pt x="1430" y="586"/>
                </a:lnTo>
                <a:lnTo>
                  <a:pt x="1423" y="586"/>
                </a:lnTo>
                <a:lnTo>
                  <a:pt x="1423" y="594"/>
                </a:lnTo>
                <a:close/>
                <a:moveTo>
                  <a:pt x="1439" y="594"/>
                </a:moveTo>
                <a:lnTo>
                  <a:pt x="1447" y="594"/>
                </a:lnTo>
                <a:lnTo>
                  <a:pt x="1447" y="586"/>
                </a:lnTo>
                <a:lnTo>
                  <a:pt x="1439" y="586"/>
                </a:lnTo>
                <a:lnTo>
                  <a:pt x="1439" y="594"/>
                </a:lnTo>
                <a:close/>
                <a:moveTo>
                  <a:pt x="1456" y="594"/>
                </a:moveTo>
                <a:lnTo>
                  <a:pt x="1463" y="594"/>
                </a:lnTo>
                <a:lnTo>
                  <a:pt x="1463" y="586"/>
                </a:lnTo>
                <a:lnTo>
                  <a:pt x="1456" y="586"/>
                </a:lnTo>
                <a:lnTo>
                  <a:pt x="1456" y="594"/>
                </a:lnTo>
                <a:close/>
                <a:moveTo>
                  <a:pt x="1473" y="594"/>
                </a:moveTo>
                <a:lnTo>
                  <a:pt x="1480" y="594"/>
                </a:lnTo>
                <a:lnTo>
                  <a:pt x="1480" y="586"/>
                </a:lnTo>
                <a:lnTo>
                  <a:pt x="1473" y="586"/>
                </a:lnTo>
                <a:lnTo>
                  <a:pt x="1473" y="594"/>
                </a:lnTo>
                <a:close/>
                <a:moveTo>
                  <a:pt x="1489" y="594"/>
                </a:moveTo>
                <a:lnTo>
                  <a:pt x="1496" y="594"/>
                </a:lnTo>
                <a:lnTo>
                  <a:pt x="1496" y="586"/>
                </a:lnTo>
                <a:lnTo>
                  <a:pt x="1489" y="586"/>
                </a:lnTo>
                <a:lnTo>
                  <a:pt x="1489" y="594"/>
                </a:lnTo>
                <a:close/>
                <a:moveTo>
                  <a:pt x="1506" y="594"/>
                </a:moveTo>
                <a:lnTo>
                  <a:pt x="1513" y="594"/>
                </a:lnTo>
                <a:lnTo>
                  <a:pt x="1513" y="586"/>
                </a:lnTo>
                <a:lnTo>
                  <a:pt x="1506" y="586"/>
                </a:lnTo>
                <a:lnTo>
                  <a:pt x="1506" y="594"/>
                </a:lnTo>
                <a:close/>
                <a:moveTo>
                  <a:pt x="1522" y="594"/>
                </a:moveTo>
                <a:lnTo>
                  <a:pt x="1529" y="594"/>
                </a:lnTo>
                <a:lnTo>
                  <a:pt x="1529" y="586"/>
                </a:lnTo>
                <a:lnTo>
                  <a:pt x="1522" y="586"/>
                </a:lnTo>
                <a:lnTo>
                  <a:pt x="1522" y="594"/>
                </a:lnTo>
                <a:close/>
                <a:moveTo>
                  <a:pt x="1539" y="594"/>
                </a:moveTo>
                <a:lnTo>
                  <a:pt x="1546" y="594"/>
                </a:lnTo>
                <a:lnTo>
                  <a:pt x="1546" y="586"/>
                </a:lnTo>
                <a:lnTo>
                  <a:pt x="1539" y="586"/>
                </a:lnTo>
                <a:lnTo>
                  <a:pt x="1539" y="594"/>
                </a:lnTo>
                <a:close/>
                <a:moveTo>
                  <a:pt x="1555" y="594"/>
                </a:moveTo>
                <a:lnTo>
                  <a:pt x="1563" y="594"/>
                </a:lnTo>
                <a:lnTo>
                  <a:pt x="1563" y="586"/>
                </a:lnTo>
                <a:lnTo>
                  <a:pt x="1555" y="586"/>
                </a:lnTo>
                <a:lnTo>
                  <a:pt x="1555" y="594"/>
                </a:lnTo>
                <a:close/>
                <a:moveTo>
                  <a:pt x="1572" y="594"/>
                </a:moveTo>
                <a:lnTo>
                  <a:pt x="1579" y="594"/>
                </a:lnTo>
                <a:lnTo>
                  <a:pt x="1579" y="586"/>
                </a:lnTo>
                <a:lnTo>
                  <a:pt x="1572" y="586"/>
                </a:lnTo>
                <a:lnTo>
                  <a:pt x="1572" y="594"/>
                </a:lnTo>
                <a:close/>
                <a:moveTo>
                  <a:pt x="1589" y="594"/>
                </a:moveTo>
                <a:lnTo>
                  <a:pt x="1596" y="594"/>
                </a:lnTo>
                <a:lnTo>
                  <a:pt x="1596" y="586"/>
                </a:lnTo>
                <a:lnTo>
                  <a:pt x="1589" y="586"/>
                </a:lnTo>
                <a:lnTo>
                  <a:pt x="1589" y="594"/>
                </a:lnTo>
                <a:close/>
                <a:moveTo>
                  <a:pt x="1605" y="594"/>
                </a:moveTo>
                <a:lnTo>
                  <a:pt x="1612" y="594"/>
                </a:lnTo>
                <a:lnTo>
                  <a:pt x="1612" y="586"/>
                </a:lnTo>
                <a:lnTo>
                  <a:pt x="1605" y="586"/>
                </a:lnTo>
                <a:lnTo>
                  <a:pt x="1605" y="594"/>
                </a:lnTo>
                <a:close/>
                <a:moveTo>
                  <a:pt x="1622" y="594"/>
                </a:moveTo>
                <a:lnTo>
                  <a:pt x="1629" y="594"/>
                </a:lnTo>
                <a:lnTo>
                  <a:pt x="1629" y="586"/>
                </a:lnTo>
                <a:lnTo>
                  <a:pt x="1622" y="586"/>
                </a:lnTo>
                <a:lnTo>
                  <a:pt x="1622" y="594"/>
                </a:lnTo>
                <a:close/>
                <a:moveTo>
                  <a:pt x="1638" y="594"/>
                </a:moveTo>
                <a:lnTo>
                  <a:pt x="1645" y="594"/>
                </a:lnTo>
                <a:lnTo>
                  <a:pt x="1645" y="586"/>
                </a:lnTo>
                <a:lnTo>
                  <a:pt x="1638" y="586"/>
                </a:lnTo>
                <a:lnTo>
                  <a:pt x="1638" y="594"/>
                </a:lnTo>
                <a:close/>
                <a:moveTo>
                  <a:pt x="1657" y="594"/>
                </a:moveTo>
                <a:lnTo>
                  <a:pt x="1664" y="594"/>
                </a:lnTo>
                <a:lnTo>
                  <a:pt x="1664" y="586"/>
                </a:lnTo>
                <a:lnTo>
                  <a:pt x="1657" y="586"/>
                </a:lnTo>
                <a:lnTo>
                  <a:pt x="1657" y="594"/>
                </a:lnTo>
                <a:close/>
                <a:moveTo>
                  <a:pt x="1674" y="594"/>
                </a:moveTo>
                <a:lnTo>
                  <a:pt x="1681" y="594"/>
                </a:lnTo>
                <a:lnTo>
                  <a:pt x="1681" y="586"/>
                </a:lnTo>
                <a:lnTo>
                  <a:pt x="1674" y="586"/>
                </a:lnTo>
                <a:lnTo>
                  <a:pt x="1674" y="594"/>
                </a:lnTo>
                <a:close/>
                <a:moveTo>
                  <a:pt x="1690" y="594"/>
                </a:moveTo>
                <a:lnTo>
                  <a:pt x="1698" y="594"/>
                </a:lnTo>
                <a:lnTo>
                  <a:pt x="1698" y="586"/>
                </a:lnTo>
                <a:lnTo>
                  <a:pt x="1690" y="586"/>
                </a:lnTo>
                <a:lnTo>
                  <a:pt x="1690" y="594"/>
                </a:lnTo>
                <a:close/>
                <a:moveTo>
                  <a:pt x="1724" y="594"/>
                </a:moveTo>
                <a:lnTo>
                  <a:pt x="1731" y="594"/>
                </a:lnTo>
                <a:lnTo>
                  <a:pt x="1731" y="586"/>
                </a:lnTo>
                <a:lnTo>
                  <a:pt x="1724" y="586"/>
                </a:lnTo>
                <a:lnTo>
                  <a:pt x="1724" y="594"/>
                </a:lnTo>
                <a:close/>
                <a:moveTo>
                  <a:pt x="1740" y="594"/>
                </a:moveTo>
                <a:lnTo>
                  <a:pt x="1747" y="594"/>
                </a:lnTo>
                <a:lnTo>
                  <a:pt x="1747" y="586"/>
                </a:lnTo>
                <a:lnTo>
                  <a:pt x="1740" y="586"/>
                </a:lnTo>
                <a:lnTo>
                  <a:pt x="1740" y="594"/>
                </a:lnTo>
                <a:close/>
                <a:moveTo>
                  <a:pt x="1757" y="594"/>
                </a:moveTo>
                <a:lnTo>
                  <a:pt x="1764" y="594"/>
                </a:lnTo>
                <a:lnTo>
                  <a:pt x="1764" y="586"/>
                </a:lnTo>
                <a:lnTo>
                  <a:pt x="1757" y="586"/>
                </a:lnTo>
                <a:lnTo>
                  <a:pt x="1757" y="594"/>
                </a:lnTo>
                <a:close/>
                <a:moveTo>
                  <a:pt x="1790" y="594"/>
                </a:moveTo>
                <a:lnTo>
                  <a:pt x="1797" y="594"/>
                </a:lnTo>
                <a:lnTo>
                  <a:pt x="1797" y="586"/>
                </a:lnTo>
                <a:lnTo>
                  <a:pt x="1790" y="586"/>
                </a:lnTo>
                <a:lnTo>
                  <a:pt x="1790" y="594"/>
                </a:lnTo>
                <a:close/>
                <a:moveTo>
                  <a:pt x="1806" y="594"/>
                </a:moveTo>
                <a:lnTo>
                  <a:pt x="1814" y="594"/>
                </a:lnTo>
                <a:lnTo>
                  <a:pt x="1814" y="586"/>
                </a:lnTo>
                <a:lnTo>
                  <a:pt x="1806" y="586"/>
                </a:lnTo>
                <a:lnTo>
                  <a:pt x="1806" y="594"/>
                </a:lnTo>
                <a:close/>
                <a:moveTo>
                  <a:pt x="1823" y="594"/>
                </a:moveTo>
                <a:lnTo>
                  <a:pt x="1830" y="594"/>
                </a:lnTo>
                <a:lnTo>
                  <a:pt x="1830" y="586"/>
                </a:lnTo>
                <a:lnTo>
                  <a:pt x="1823" y="586"/>
                </a:lnTo>
                <a:lnTo>
                  <a:pt x="1823" y="594"/>
                </a:lnTo>
                <a:close/>
                <a:moveTo>
                  <a:pt x="1840" y="594"/>
                </a:moveTo>
                <a:lnTo>
                  <a:pt x="1847" y="594"/>
                </a:lnTo>
                <a:lnTo>
                  <a:pt x="1847" y="586"/>
                </a:lnTo>
                <a:lnTo>
                  <a:pt x="1840" y="586"/>
                </a:lnTo>
                <a:lnTo>
                  <a:pt x="1840" y="594"/>
                </a:lnTo>
                <a:close/>
                <a:moveTo>
                  <a:pt x="1856" y="594"/>
                </a:moveTo>
                <a:lnTo>
                  <a:pt x="1863" y="594"/>
                </a:lnTo>
                <a:lnTo>
                  <a:pt x="1863" y="586"/>
                </a:lnTo>
                <a:lnTo>
                  <a:pt x="1856" y="586"/>
                </a:lnTo>
                <a:lnTo>
                  <a:pt x="1856" y="594"/>
                </a:lnTo>
                <a:close/>
                <a:moveTo>
                  <a:pt x="1873" y="594"/>
                </a:moveTo>
                <a:lnTo>
                  <a:pt x="1880" y="594"/>
                </a:lnTo>
                <a:lnTo>
                  <a:pt x="1880" y="586"/>
                </a:lnTo>
                <a:lnTo>
                  <a:pt x="1873" y="586"/>
                </a:lnTo>
                <a:lnTo>
                  <a:pt x="1873" y="594"/>
                </a:lnTo>
                <a:close/>
                <a:moveTo>
                  <a:pt x="1889" y="594"/>
                </a:moveTo>
                <a:lnTo>
                  <a:pt x="1896" y="594"/>
                </a:lnTo>
                <a:lnTo>
                  <a:pt x="1896" y="586"/>
                </a:lnTo>
                <a:lnTo>
                  <a:pt x="1889" y="586"/>
                </a:lnTo>
                <a:lnTo>
                  <a:pt x="1889" y="594"/>
                </a:lnTo>
                <a:close/>
                <a:moveTo>
                  <a:pt x="1908" y="594"/>
                </a:moveTo>
                <a:lnTo>
                  <a:pt x="1915" y="594"/>
                </a:lnTo>
                <a:lnTo>
                  <a:pt x="1915" y="586"/>
                </a:lnTo>
                <a:lnTo>
                  <a:pt x="1908" y="586"/>
                </a:lnTo>
                <a:lnTo>
                  <a:pt x="1908" y="594"/>
                </a:lnTo>
                <a:close/>
                <a:moveTo>
                  <a:pt x="1925" y="594"/>
                </a:moveTo>
                <a:lnTo>
                  <a:pt x="1932" y="594"/>
                </a:lnTo>
                <a:lnTo>
                  <a:pt x="1932" y="586"/>
                </a:lnTo>
                <a:lnTo>
                  <a:pt x="1925" y="586"/>
                </a:lnTo>
                <a:lnTo>
                  <a:pt x="1925" y="594"/>
                </a:lnTo>
                <a:close/>
                <a:moveTo>
                  <a:pt x="1941" y="594"/>
                </a:moveTo>
                <a:lnTo>
                  <a:pt x="1949" y="594"/>
                </a:lnTo>
                <a:lnTo>
                  <a:pt x="1949" y="586"/>
                </a:lnTo>
                <a:lnTo>
                  <a:pt x="1941" y="586"/>
                </a:lnTo>
                <a:lnTo>
                  <a:pt x="1941" y="594"/>
                </a:lnTo>
                <a:close/>
                <a:moveTo>
                  <a:pt x="1958" y="594"/>
                </a:moveTo>
                <a:lnTo>
                  <a:pt x="1965" y="594"/>
                </a:lnTo>
                <a:lnTo>
                  <a:pt x="1965" y="586"/>
                </a:lnTo>
                <a:lnTo>
                  <a:pt x="1958" y="586"/>
                </a:lnTo>
                <a:lnTo>
                  <a:pt x="1958" y="594"/>
                </a:lnTo>
                <a:close/>
                <a:moveTo>
                  <a:pt x="1975" y="594"/>
                </a:moveTo>
                <a:lnTo>
                  <a:pt x="1982" y="594"/>
                </a:lnTo>
                <a:lnTo>
                  <a:pt x="1982" y="586"/>
                </a:lnTo>
                <a:lnTo>
                  <a:pt x="1975" y="586"/>
                </a:lnTo>
                <a:lnTo>
                  <a:pt x="1975" y="594"/>
                </a:lnTo>
                <a:close/>
                <a:moveTo>
                  <a:pt x="1991" y="594"/>
                </a:moveTo>
                <a:lnTo>
                  <a:pt x="1998" y="594"/>
                </a:lnTo>
                <a:lnTo>
                  <a:pt x="1998" y="586"/>
                </a:lnTo>
                <a:lnTo>
                  <a:pt x="1991" y="586"/>
                </a:lnTo>
                <a:lnTo>
                  <a:pt x="1991" y="594"/>
                </a:lnTo>
                <a:close/>
                <a:moveTo>
                  <a:pt x="2008" y="594"/>
                </a:moveTo>
                <a:lnTo>
                  <a:pt x="2015" y="594"/>
                </a:lnTo>
                <a:lnTo>
                  <a:pt x="2015" y="586"/>
                </a:lnTo>
                <a:lnTo>
                  <a:pt x="2008" y="586"/>
                </a:lnTo>
                <a:lnTo>
                  <a:pt x="2008" y="594"/>
                </a:lnTo>
                <a:close/>
                <a:moveTo>
                  <a:pt x="2024" y="594"/>
                </a:moveTo>
                <a:lnTo>
                  <a:pt x="2031" y="594"/>
                </a:lnTo>
                <a:lnTo>
                  <a:pt x="2031" y="586"/>
                </a:lnTo>
                <a:lnTo>
                  <a:pt x="2024" y="586"/>
                </a:lnTo>
                <a:lnTo>
                  <a:pt x="2024" y="594"/>
                </a:lnTo>
                <a:close/>
                <a:moveTo>
                  <a:pt x="2041" y="594"/>
                </a:moveTo>
                <a:lnTo>
                  <a:pt x="2048" y="594"/>
                </a:lnTo>
                <a:lnTo>
                  <a:pt x="2048" y="586"/>
                </a:lnTo>
                <a:lnTo>
                  <a:pt x="2041" y="586"/>
                </a:lnTo>
                <a:lnTo>
                  <a:pt x="2041" y="594"/>
                </a:lnTo>
                <a:close/>
                <a:moveTo>
                  <a:pt x="2057" y="594"/>
                </a:moveTo>
                <a:lnTo>
                  <a:pt x="2065" y="594"/>
                </a:lnTo>
                <a:lnTo>
                  <a:pt x="2065" y="586"/>
                </a:lnTo>
                <a:lnTo>
                  <a:pt x="2057" y="586"/>
                </a:lnTo>
                <a:lnTo>
                  <a:pt x="2057" y="594"/>
                </a:lnTo>
                <a:close/>
                <a:moveTo>
                  <a:pt x="2074" y="594"/>
                </a:moveTo>
                <a:lnTo>
                  <a:pt x="2081" y="594"/>
                </a:lnTo>
                <a:lnTo>
                  <a:pt x="2081" y="586"/>
                </a:lnTo>
                <a:lnTo>
                  <a:pt x="2074" y="586"/>
                </a:lnTo>
                <a:lnTo>
                  <a:pt x="2074" y="594"/>
                </a:lnTo>
                <a:close/>
                <a:moveTo>
                  <a:pt x="2091" y="594"/>
                </a:moveTo>
                <a:lnTo>
                  <a:pt x="2098" y="594"/>
                </a:lnTo>
                <a:lnTo>
                  <a:pt x="2098" y="586"/>
                </a:lnTo>
                <a:lnTo>
                  <a:pt x="2091" y="586"/>
                </a:lnTo>
                <a:lnTo>
                  <a:pt x="2091" y="594"/>
                </a:lnTo>
                <a:close/>
                <a:moveTo>
                  <a:pt x="2107" y="594"/>
                </a:moveTo>
                <a:lnTo>
                  <a:pt x="2114" y="594"/>
                </a:lnTo>
                <a:lnTo>
                  <a:pt x="2114" y="586"/>
                </a:lnTo>
                <a:lnTo>
                  <a:pt x="2107" y="586"/>
                </a:lnTo>
                <a:lnTo>
                  <a:pt x="2107" y="594"/>
                </a:lnTo>
                <a:close/>
                <a:moveTo>
                  <a:pt x="2124" y="594"/>
                </a:moveTo>
                <a:lnTo>
                  <a:pt x="2131" y="594"/>
                </a:lnTo>
                <a:lnTo>
                  <a:pt x="2131" y="586"/>
                </a:lnTo>
                <a:lnTo>
                  <a:pt x="2124" y="586"/>
                </a:lnTo>
                <a:lnTo>
                  <a:pt x="2124" y="594"/>
                </a:lnTo>
                <a:close/>
                <a:moveTo>
                  <a:pt x="2140" y="594"/>
                </a:moveTo>
                <a:lnTo>
                  <a:pt x="2147" y="594"/>
                </a:lnTo>
                <a:lnTo>
                  <a:pt x="2147" y="586"/>
                </a:lnTo>
                <a:lnTo>
                  <a:pt x="2140" y="586"/>
                </a:lnTo>
                <a:lnTo>
                  <a:pt x="2140" y="594"/>
                </a:lnTo>
                <a:close/>
                <a:moveTo>
                  <a:pt x="2159" y="594"/>
                </a:moveTo>
                <a:lnTo>
                  <a:pt x="2164" y="594"/>
                </a:lnTo>
                <a:lnTo>
                  <a:pt x="2164" y="586"/>
                </a:lnTo>
                <a:lnTo>
                  <a:pt x="2159" y="586"/>
                </a:lnTo>
                <a:lnTo>
                  <a:pt x="2159" y="594"/>
                </a:lnTo>
                <a:close/>
                <a:moveTo>
                  <a:pt x="2176" y="594"/>
                </a:moveTo>
                <a:lnTo>
                  <a:pt x="2183" y="594"/>
                </a:lnTo>
                <a:lnTo>
                  <a:pt x="2183" y="586"/>
                </a:lnTo>
                <a:lnTo>
                  <a:pt x="2176" y="586"/>
                </a:lnTo>
                <a:lnTo>
                  <a:pt x="2176" y="594"/>
                </a:lnTo>
                <a:close/>
                <a:moveTo>
                  <a:pt x="2192" y="594"/>
                </a:moveTo>
                <a:lnTo>
                  <a:pt x="2200" y="594"/>
                </a:lnTo>
                <a:lnTo>
                  <a:pt x="2200" y="586"/>
                </a:lnTo>
                <a:lnTo>
                  <a:pt x="2192" y="586"/>
                </a:lnTo>
                <a:lnTo>
                  <a:pt x="2192" y="594"/>
                </a:lnTo>
                <a:close/>
                <a:moveTo>
                  <a:pt x="2209" y="594"/>
                </a:moveTo>
                <a:lnTo>
                  <a:pt x="2216" y="594"/>
                </a:lnTo>
                <a:lnTo>
                  <a:pt x="2216" y="586"/>
                </a:lnTo>
                <a:lnTo>
                  <a:pt x="2209" y="586"/>
                </a:lnTo>
                <a:lnTo>
                  <a:pt x="2209" y="594"/>
                </a:lnTo>
                <a:close/>
                <a:moveTo>
                  <a:pt x="2226" y="594"/>
                </a:moveTo>
                <a:lnTo>
                  <a:pt x="2233" y="594"/>
                </a:lnTo>
                <a:lnTo>
                  <a:pt x="2233" y="586"/>
                </a:lnTo>
                <a:lnTo>
                  <a:pt x="2226" y="586"/>
                </a:lnTo>
                <a:lnTo>
                  <a:pt x="2226" y="594"/>
                </a:lnTo>
                <a:close/>
                <a:moveTo>
                  <a:pt x="2242" y="594"/>
                </a:moveTo>
                <a:lnTo>
                  <a:pt x="2249" y="594"/>
                </a:lnTo>
                <a:lnTo>
                  <a:pt x="2249" y="586"/>
                </a:lnTo>
                <a:lnTo>
                  <a:pt x="2242" y="586"/>
                </a:lnTo>
                <a:lnTo>
                  <a:pt x="2242" y="594"/>
                </a:lnTo>
                <a:close/>
                <a:moveTo>
                  <a:pt x="2259" y="594"/>
                </a:moveTo>
                <a:lnTo>
                  <a:pt x="2266" y="594"/>
                </a:lnTo>
                <a:lnTo>
                  <a:pt x="2266" y="586"/>
                </a:lnTo>
                <a:lnTo>
                  <a:pt x="2259" y="586"/>
                </a:lnTo>
                <a:lnTo>
                  <a:pt x="2259" y="594"/>
                </a:lnTo>
                <a:close/>
                <a:moveTo>
                  <a:pt x="2275" y="594"/>
                </a:moveTo>
                <a:lnTo>
                  <a:pt x="2282" y="594"/>
                </a:lnTo>
                <a:lnTo>
                  <a:pt x="2282" y="586"/>
                </a:lnTo>
                <a:lnTo>
                  <a:pt x="2275" y="586"/>
                </a:lnTo>
                <a:lnTo>
                  <a:pt x="2275" y="594"/>
                </a:lnTo>
                <a:close/>
                <a:moveTo>
                  <a:pt x="2292" y="594"/>
                </a:moveTo>
                <a:lnTo>
                  <a:pt x="2299" y="594"/>
                </a:lnTo>
                <a:lnTo>
                  <a:pt x="2299" y="586"/>
                </a:lnTo>
                <a:lnTo>
                  <a:pt x="2292" y="586"/>
                </a:lnTo>
                <a:lnTo>
                  <a:pt x="2292" y="594"/>
                </a:lnTo>
                <a:close/>
                <a:moveTo>
                  <a:pt x="2308" y="594"/>
                </a:moveTo>
                <a:lnTo>
                  <a:pt x="2316" y="594"/>
                </a:lnTo>
                <a:lnTo>
                  <a:pt x="2316" y="586"/>
                </a:lnTo>
                <a:lnTo>
                  <a:pt x="2308" y="586"/>
                </a:lnTo>
                <a:lnTo>
                  <a:pt x="2308" y="594"/>
                </a:lnTo>
                <a:close/>
                <a:moveTo>
                  <a:pt x="2325" y="594"/>
                </a:moveTo>
                <a:lnTo>
                  <a:pt x="2332" y="594"/>
                </a:lnTo>
                <a:lnTo>
                  <a:pt x="2332" y="586"/>
                </a:lnTo>
                <a:lnTo>
                  <a:pt x="2325" y="586"/>
                </a:lnTo>
                <a:lnTo>
                  <a:pt x="2325" y="594"/>
                </a:lnTo>
                <a:close/>
                <a:moveTo>
                  <a:pt x="2342" y="594"/>
                </a:moveTo>
                <a:lnTo>
                  <a:pt x="2349" y="594"/>
                </a:lnTo>
                <a:lnTo>
                  <a:pt x="2349" y="586"/>
                </a:lnTo>
                <a:lnTo>
                  <a:pt x="2342" y="586"/>
                </a:lnTo>
                <a:lnTo>
                  <a:pt x="2342" y="594"/>
                </a:lnTo>
                <a:close/>
                <a:moveTo>
                  <a:pt x="2358" y="594"/>
                </a:moveTo>
                <a:lnTo>
                  <a:pt x="2365" y="594"/>
                </a:lnTo>
                <a:lnTo>
                  <a:pt x="2365" y="586"/>
                </a:lnTo>
                <a:lnTo>
                  <a:pt x="2358" y="586"/>
                </a:lnTo>
                <a:lnTo>
                  <a:pt x="2358" y="594"/>
                </a:lnTo>
                <a:close/>
                <a:moveTo>
                  <a:pt x="2375" y="594"/>
                </a:moveTo>
                <a:lnTo>
                  <a:pt x="2382" y="594"/>
                </a:lnTo>
                <a:lnTo>
                  <a:pt x="2382" y="586"/>
                </a:lnTo>
                <a:lnTo>
                  <a:pt x="2375" y="586"/>
                </a:lnTo>
                <a:lnTo>
                  <a:pt x="2375" y="594"/>
                </a:lnTo>
                <a:close/>
                <a:moveTo>
                  <a:pt x="2391" y="594"/>
                </a:moveTo>
                <a:lnTo>
                  <a:pt x="2398" y="594"/>
                </a:lnTo>
                <a:lnTo>
                  <a:pt x="2398" y="586"/>
                </a:lnTo>
                <a:lnTo>
                  <a:pt x="2391" y="586"/>
                </a:lnTo>
                <a:lnTo>
                  <a:pt x="2391" y="594"/>
                </a:lnTo>
                <a:close/>
                <a:moveTo>
                  <a:pt x="2408" y="594"/>
                </a:moveTo>
                <a:lnTo>
                  <a:pt x="2415" y="594"/>
                </a:lnTo>
                <a:lnTo>
                  <a:pt x="2415" y="586"/>
                </a:lnTo>
                <a:lnTo>
                  <a:pt x="2408" y="586"/>
                </a:lnTo>
                <a:lnTo>
                  <a:pt x="2408" y="594"/>
                </a:lnTo>
                <a:close/>
                <a:moveTo>
                  <a:pt x="2427" y="594"/>
                </a:moveTo>
                <a:lnTo>
                  <a:pt x="2434" y="594"/>
                </a:lnTo>
                <a:lnTo>
                  <a:pt x="2434" y="586"/>
                </a:lnTo>
                <a:lnTo>
                  <a:pt x="2427" y="586"/>
                </a:lnTo>
                <a:lnTo>
                  <a:pt x="2427" y="594"/>
                </a:lnTo>
                <a:close/>
                <a:moveTo>
                  <a:pt x="2443" y="594"/>
                </a:moveTo>
                <a:lnTo>
                  <a:pt x="2451" y="594"/>
                </a:lnTo>
                <a:lnTo>
                  <a:pt x="2451" y="586"/>
                </a:lnTo>
                <a:lnTo>
                  <a:pt x="2443" y="586"/>
                </a:lnTo>
                <a:lnTo>
                  <a:pt x="2443" y="594"/>
                </a:lnTo>
                <a:close/>
                <a:moveTo>
                  <a:pt x="2460" y="594"/>
                </a:moveTo>
                <a:lnTo>
                  <a:pt x="2467" y="594"/>
                </a:lnTo>
                <a:lnTo>
                  <a:pt x="2467" y="586"/>
                </a:lnTo>
                <a:lnTo>
                  <a:pt x="2460" y="586"/>
                </a:lnTo>
                <a:lnTo>
                  <a:pt x="2460" y="594"/>
                </a:lnTo>
                <a:close/>
                <a:moveTo>
                  <a:pt x="2477" y="594"/>
                </a:moveTo>
                <a:lnTo>
                  <a:pt x="2484" y="594"/>
                </a:lnTo>
                <a:lnTo>
                  <a:pt x="2484" y="586"/>
                </a:lnTo>
                <a:lnTo>
                  <a:pt x="2477" y="586"/>
                </a:lnTo>
                <a:lnTo>
                  <a:pt x="2477" y="594"/>
                </a:lnTo>
                <a:close/>
                <a:moveTo>
                  <a:pt x="2493" y="594"/>
                </a:moveTo>
                <a:lnTo>
                  <a:pt x="2500" y="594"/>
                </a:lnTo>
                <a:lnTo>
                  <a:pt x="2500" y="586"/>
                </a:lnTo>
                <a:lnTo>
                  <a:pt x="2493" y="586"/>
                </a:lnTo>
                <a:lnTo>
                  <a:pt x="2493" y="594"/>
                </a:lnTo>
                <a:close/>
                <a:moveTo>
                  <a:pt x="2510" y="594"/>
                </a:moveTo>
                <a:lnTo>
                  <a:pt x="2517" y="594"/>
                </a:lnTo>
                <a:lnTo>
                  <a:pt x="2517" y="586"/>
                </a:lnTo>
                <a:lnTo>
                  <a:pt x="2510" y="586"/>
                </a:lnTo>
                <a:lnTo>
                  <a:pt x="2510" y="594"/>
                </a:lnTo>
                <a:close/>
                <a:moveTo>
                  <a:pt x="2526" y="594"/>
                </a:moveTo>
                <a:lnTo>
                  <a:pt x="2533" y="594"/>
                </a:lnTo>
                <a:lnTo>
                  <a:pt x="2533" y="586"/>
                </a:lnTo>
                <a:lnTo>
                  <a:pt x="2526" y="586"/>
                </a:lnTo>
                <a:lnTo>
                  <a:pt x="2526" y="594"/>
                </a:lnTo>
                <a:close/>
                <a:moveTo>
                  <a:pt x="2543" y="594"/>
                </a:moveTo>
                <a:lnTo>
                  <a:pt x="2550" y="594"/>
                </a:lnTo>
                <a:lnTo>
                  <a:pt x="2550" y="586"/>
                </a:lnTo>
                <a:lnTo>
                  <a:pt x="2543" y="586"/>
                </a:lnTo>
                <a:lnTo>
                  <a:pt x="2543" y="594"/>
                </a:lnTo>
                <a:close/>
                <a:moveTo>
                  <a:pt x="2560" y="594"/>
                </a:moveTo>
                <a:lnTo>
                  <a:pt x="2567" y="594"/>
                </a:lnTo>
                <a:lnTo>
                  <a:pt x="2567" y="586"/>
                </a:lnTo>
                <a:lnTo>
                  <a:pt x="2560" y="586"/>
                </a:lnTo>
                <a:lnTo>
                  <a:pt x="2560" y="594"/>
                </a:lnTo>
                <a:close/>
                <a:moveTo>
                  <a:pt x="2576" y="594"/>
                </a:moveTo>
                <a:lnTo>
                  <a:pt x="2583" y="594"/>
                </a:lnTo>
                <a:lnTo>
                  <a:pt x="2583" y="586"/>
                </a:lnTo>
                <a:lnTo>
                  <a:pt x="2576" y="586"/>
                </a:lnTo>
                <a:lnTo>
                  <a:pt x="2576" y="594"/>
                </a:lnTo>
                <a:close/>
                <a:moveTo>
                  <a:pt x="2593" y="594"/>
                </a:moveTo>
                <a:lnTo>
                  <a:pt x="2600" y="594"/>
                </a:lnTo>
                <a:lnTo>
                  <a:pt x="2600" y="586"/>
                </a:lnTo>
                <a:lnTo>
                  <a:pt x="2593" y="586"/>
                </a:lnTo>
                <a:lnTo>
                  <a:pt x="2593" y="594"/>
                </a:lnTo>
                <a:close/>
                <a:moveTo>
                  <a:pt x="2626" y="594"/>
                </a:moveTo>
                <a:lnTo>
                  <a:pt x="2633" y="594"/>
                </a:lnTo>
                <a:lnTo>
                  <a:pt x="2633" y="586"/>
                </a:lnTo>
                <a:lnTo>
                  <a:pt x="2626" y="586"/>
                </a:lnTo>
                <a:lnTo>
                  <a:pt x="2626" y="594"/>
                </a:lnTo>
                <a:close/>
                <a:moveTo>
                  <a:pt x="2642" y="594"/>
                </a:moveTo>
                <a:lnTo>
                  <a:pt x="2649" y="594"/>
                </a:lnTo>
                <a:lnTo>
                  <a:pt x="2649" y="586"/>
                </a:lnTo>
                <a:lnTo>
                  <a:pt x="2642" y="586"/>
                </a:lnTo>
                <a:lnTo>
                  <a:pt x="2642" y="594"/>
                </a:lnTo>
                <a:close/>
                <a:moveTo>
                  <a:pt x="2659" y="594"/>
                </a:moveTo>
                <a:lnTo>
                  <a:pt x="2666" y="594"/>
                </a:lnTo>
                <a:lnTo>
                  <a:pt x="2666" y="586"/>
                </a:lnTo>
                <a:lnTo>
                  <a:pt x="2659" y="586"/>
                </a:lnTo>
                <a:lnTo>
                  <a:pt x="2659" y="594"/>
                </a:lnTo>
                <a:close/>
                <a:moveTo>
                  <a:pt x="2678" y="594"/>
                </a:moveTo>
                <a:lnTo>
                  <a:pt x="2683" y="594"/>
                </a:lnTo>
                <a:lnTo>
                  <a:pt x="2683" y="586"/>
                </a:lnTo>
                <a:lnTo>
                  <a:pt x="2678" y="586"/>
                </a:lnTo>
                <a:lnTo>
                  <a:pt x="2678" y="594"/>
                </a:lnTo>
                <a:close/>
                <a:moveTo>
                  <a:pt x="402" y="610"/>
                </a:moveTo>
                <a:lnTo>
                  <a:pt x="409" y="610"/>
                </a:lnTo>
                <a:lnTo>
                  <a:pt x="409" y="605"/>
                </a:lnTo>
                <a:lnTo>
                  <a:pt x="402" y="605"/>
                </a:lnTo>
                <a:lnTo>
                  <a:pt x="402" y="610"/>
                </a:lnTo>
                <a:close/>
                <a:moveTo>
                  <a:pt x="419" y="610"/>
                </a:moveTo>
                <a:lnTo>
                  <a:pt x="426" y="610"/>
                </a:lnTo>
                <a:lnTo>
                  <a:pt x="426" y="605"/>
                </a:lnTo>
                <a:lnTo>
                  <a:pt x="419" y="605"/>
                </a:lnTo>
                <a:lnTo>
                  <a:pt x="419" y="610"/>
                </a:lnTo>
                <a:close/>
                <a:moveTo>
                  <a:pt x="435" y="610"/>
                </a:moveTo>
                <a:lnTo>
                  <a:pt x="442" y="610"/>
                </a:lnTo>
                <a:lnTo>
                  <a:pt x="442" y="605"/>
                </a:lnTo>
                <a:lnTo>
                  <a:pt x="435" y="605"/>
                </a:lnTo>
                <a:lnTo>
                  <a:pt x="435" y="610"/>
                </a:lnTo>
                <a:close/>
                <a:moveTo>
                  <a:pt x="452" y="610"/>
                </a:moveTo>
                <a:lnTo>
                  <a:pt x="459" y="610"/>
                </a:lnTo>
                <a:lnTo>
                  <a:pt x="459" y="605"/>
                </a:lnTo>
                <a:lnTo>
                  <a:pt x="452" y="605"/>
                </a:lnTo>
                <a:lnTo>
                  <a:pt x="452" y="610"/>
                </a:lnTo>
                <a:close/>
                <a:moveTo>
                  <a:pt x="469" y="610"/>
                </a:moveTo>
                <a:lnTo>
                  <a:pt x="476" y="610"/>
                </a:lnTo>
                <a:lnTo>
                  <a:pt x="476" y="605"/>
                </a:lnTo>
                <a:lnTo>
                  <a:pt x="469" y="605"/>
                </a:lnTo>
                <a:lnTo>
                  <a:pt x="469" y="610"/>
                </a:lnTo>
                <a:close/>
                <a:moveTo>
                  <a:pt x="485" y="610"/>
                </a:moveTo>
                <a:lnTo>
                  <a:pt x="492" y="610"/>
                </a:lnTo>
                <a:lnTo>
                  <a:pt x="492" y="605"/>
                </a:lnTo>
                <a:lnTo>
                  <a:pt x="485" y="605"/>
                </a:lnTo>
                <a:lnTo>
                  <a:pt x="485" y="610"/>
                </a:lnTo>
                <a:close/>
                <a:moveTo>
                  <a:pt x="502" y="610"/>
                </a:moveTo>
                <a:lnTo>
                  <a:pt x="509" y="610"/>
                </a:lnTo>
                <a:lnTo>
                  <a:pt x="509" y="605"/>
                </a:lnTo>
                <a:lnTo>
                  <a:pt x="502" y="605"/>
                </a:lnTo>
                <a:lnTo>
                  <a:pt x="502" y="610"/>
                </a:lnTo>
                <a:close/>
                <a:moveTo>
                  <a:pt x="518" y="610"/>
                </a:moveTo>
                <a:lnTo>
                  <a:pt x="525" y="610"/>
                </a:lnTo>
                <a:lnTo>
                  <a:pt x="525" y="605"/>
                </a:lnTo>
                <a:lnTo>
                  <a:pt x="518" y="605"/>
                </a:lnTo>
                <a:lnTo>
                  <a:pt x="518" y="610"/>
                </a:lnTo>
                <a:close/>
                <a:moveTo>
                  <a:pt x="535" y="610"/>
                </a:moveTo>
                <a:lnTo>
                  <a:pt x="542" y="610"/>
                </a:lnTo>
                <a:lnTo>
                  <a:pt x="542" y="605"/>
                </a:lnTo>
                <a:lnTo>
                  <a:pt x="535" y="605"/>
                </a:lnTo>
                <a:lnTo>
                  <a:pt x="535" y="610"/>
                </a:lnTo>
                <a:close/>
                <a:moveTo>
                  <a:pt x="551" y="610"/>
                </a:moveTo>
                <a:lnTo>
                  <a:pt x="559" y="610"/>
                </a:lnTo>
                <a:lnTo>
                  <a:pt x="559" y="605"/>
                </a:lnTo>
                <a:lnTo>
                  <a:pt x="551" y="605"/>
                </a:lnTo>
                <a:lnTo>
                  <a:pt x="551" y="610"/>
                </a:lnTo>
                <a:close/>
                <a:moveTo>
                  <a:pt x="568" y="610"/>
                </a:moveTo>
                <a:lnTo>
                  <a:pt x="575" y="610"/>
                </a:lnTo>
                <a:lnTo>
                  <a:pt x="575" y="605"/>
                </a:lnTo>
                <a:lnTo>
                  <a:pt x="568" y="605"/>
                </a:lnTo>
                <a:lnTo>
                  <a:pt x="568" y="610"/>
                </a:lnTo>
                <a:close/>
                <a:moveTo>
                  <a:pt x="585" y="610"/>
                </a:moveTo>
                <a:lnTo>
                  <a:pt x="592" y="610"/>
                </a:lnTo>
                <a:lnTo>
                  <a:pt x="592" y="605"/>
                </a:lnTo>
                <a:lnTo>
                  <a:pt x="585" y="605"/>
                </a:lnTo>
                <a:lnTo>
                  <a:pt x="585" y="610"/>
                </a:lnTo>
                <a:close/>
                <a:moveTo>
                  <a:pt x="601" y="610"/>
                </a:moveTo>
                <a:lnTo>
                  <a:pt x="608" y="610"/>
                </a:lnTo>
                <a:lnTo>
                  <a:pt x="608" y="605"/>
                </a:lnTo>
                <a:lnTo>
                  <a:pt x="601" y="605"/>
                </a:lnTo>
                <a:lnTo>
                  <a:pt x="601" y="610"/>
                </a:lnTo>
                <a:close/>
                <a:moveTo>
                  <a:pt x="620" y="610"/>
                </a:moveTo>
                <a:lnTo>
                  <a:pt x="625" y="610"/>
                </a:lnTo>
                <a:lnTo>
                  <a:pt x="625" y="605"/>
                </a:lnTo>
                <a:lnTo>
                  <a:pt x="620" y="605"/>
                </a:lnTo>
                <a:lnTo>
                  <a:pt x="620" y="610"/>
                </a:lnTo>
                <a:close/>
                <a:moveTo>
                  <a:pt x="637" y="610"/>
                </a:moveTo>
                <a:lnTo>
                  <a:pt x="644" y="610"/>
                </a:lnTo>
                <a:lnTo>
                  <a:pt x="644" y="605"/>
                </a:lnTo>
                <a:lnTo>
                  <a:pt x="637" y="605"/>
                </a:lnTo>
                <a:lnTo>
                  <a:pt x="637" y="610"/>
                </a:lnTo>
                <a:close/>
                <a:moveTo>
                  <a:pt x="653" y="610"/>
                </a:moveTo>
                <a:lnTo>
                  <a:pt x="660" y="610"/>
                </a:lnTo>
                <a:lnTo>
                  <a:pt x="660" y="605"/>
                </a:lnTo>
                <a:lnTo>
                  <a:pt x="653" y="605"/>
                </a:lnTo>
                <a:lnTo>
                  <a:pt x="653" y="610"/>
                </a:lnTo>
                <a:close/>
                <a:moveTo>
                  <a:pt x="670" y="610"/>
                </a:moveTo>
                <a:lnTo>
                  <a:pt x="677" y="610"/>
                </a:lnTo>
                <a:lnTo>
                  <a:pt x="677" y="605"/>
                </a:lnTo>
                <a:lnTo>
                  <a:pt x="670" y="605"/>
                </a:lnTo>
                <a:lnTo>
                  <a:pt x="670" y="610"/>
                </a:lnTo>
                <a:close/>
                <a:moveTo>
                  <a:pt x="686" y="610"/>
                </a:moveTo>
                <a:lnTo>
                  <a:pt x="693" y="610"/>
                </a:lnTo>
                <a:lnTo>
                  <a:pt x="693" y="605"/>
                </a:lnTo>
                <a:lnTo>
                  <a:pt x="686" y="605"/>
                </a:lnTo>
                <a:lnTo>
                  <a:pt x="686" y="610"/>
                </a:lnTo>
                <a:close/>
                <a:moveTo>
                  <a:pt x="703" y="610"/>
                </a:moveTo>
                <a:lnTo>
                  <a:pt x="710" y="610"/>
                </a:lnTo>
                <a:lnTo>
                  <a:pt x="710" y="605"/>
                </a:lnTo>
                <a:lnTo>
                  <a:pt x="703" y="605"/>
                </a:lnTo>
                <a:lnTo>
                  <a:pt x="703" y="610"/>
                </a:lnTo>
                <a:close/>
                <a:moveTo>
                  <a:pt x="720" y="610"/>
                </a:moveTo>
                <a:lnTo>
                  <a:pt x="727" y="610"/>
                </a:lnTo>
                <a:lnTo>
                  <a:pt x="727" y="605"/>
                </a:lnTo>
                <a:lnTo>
                  <a:pt x="720" y="605"/>
                </a:lnTo>
                <a:lnTo>
                  <a:pt x="720" y="610"/>
                </a:lnTo>
                <a:close/>
                <a:moveTo>
                  <a:pt x="736" y="610"/>
                </a:moveTo>
                <a:lnTo>
                  <a:pt x="743" y="610"/>
                </a:lnTo>
                <a:lnTo>
                  <a:pt x="743" y="605"/>
                </a:lnTo>
                <a:lnTo>
                  <a:pt x="736" y="605"/>
                </a:lnTo>
                <a:lnTo>
                  <a:pt x="736" y="610"/>
                </a:lnTo>
                <a:close/>
                <a:moveTo>
                  <a:pt x="753" y="610"/>
                </a:moveTo>
                <a:lnTo>
                  <a:pt x="760" y="610"/>
                </a:lnTo>
                <a:lnTo>
                  <a:pt x="760" y="605"/>
                </a:lnTo>
                <a:lnTo>
                  <a:pt x="753" y="605"/>
                </a:lnTo>
                <a:lnTo>
                  <a:pt x="753" y="610"/>
                </a:lnTo>
                <a:close/>
                <a:moveTo>
                  <a:pt x="769" y="610"/>
                </a:moveTo>
                <a:lnTo>
                  <a:pt x="776" y="610"/>
                </a:lnTo>
                <a:lnTo>
                  <a:pt x="776" y="605"/>
                </a:lnTo>
                <a:lnTo>
                  <a:pt x="769" y="605"/>
                </a:lnTo>
                <a:lnTo>
                  <a:pt x="769" y="610"/>
                </a:lnTo>
                <a:close/>
                <a:moveTo>
                  <a:pt x="786" y="610"/>
                </a:moveTo>
                <a:lnTo>
                  <a:pt x="793" y="610"/>
                </a:lnTo>
                <a:lnTo>
                  <a:pt x="793" y="605"/>
                </a:lnTo>
                <a:lnTo>
                  <a:pt x="786" y="605"/>
                </a:lnTo>
                <a:lnTo>
                  <a:pt x="786" y="610"/>
                </a:lnTo>
                <a:close/>
                <a:moveTo>
                  <a:pt x="802" y="610"/>
                </a:moveTo>
                <a:lnTo>
                  <a:pt x="810" y="610"/>
                </a:lnTo>
                <a:lnTo>
                  <a:pt x="810" y="605"/>
                </a:lnTo>
                <a:lnTo>
                  <a:pt x="802" y="605"/>
                </a:lnTo>
                <a:lnTo>
                  <a:pt x="802" y="610"/>
                </a:lnTo>
                <a:close/>
                <a:moveTo>
                  <a:pt x="819" y="610"/>
                </a:moveTo>
                <a:lnTo>
                  <a:pt x="826" y="610"/>
                </a:lnTo>
                <a:lnTo>
                  <a:pt x="826" y="605"/>
                </a:lnTo>
                <a:lnTo>
                  <a:pt x="819" y="605"/>
                </a:lnTo>
                <a:lnTo>
                  <a:pt x="819" y="610"/>
                </a:lnTo>
                <a:close/>
                <a:moveTo>
                  <a:pt x="836" y="610"/>
                </a:moveTo>
                <a:lnTo>
                  <a:pt x="843" y="610"/>
                </a:lnTo>
                <a:lnTo>
                  <a:pt x="843" y="605"/>
                </a:lnTo>
                <a:lnTo>
                  <a:pt x="836" y="605"/>
                </a:lnTo>
                <a:lnTo>
                  <a:pt x="836" y="610"/>
                </a:lnTo>
                <a:close/>
                <a:moveTo>
                  <a:pt x="852" y="610"/>
                </a:moveTo>
                <a:lnTo>
                  <a:pt x="859" y="610"/>
                </a:lnTo>
                <a:lnTo>
                  <a:pt x="859" y="605"/>
                </a:lnTo>
                <a:lnTo>
                  <a:pt x="852" y="605"/>
                </a:lnTo>
                <a:lnTo>
                  <a:pt x="852" y="610"/>
                </a:lnTo>
                <a:close/>
                <a:moveTo>
                  <a:pt x="871" y="610"/>
                </a:moveTo>
                <a:lnTo>
                  <a:pt x="876" y="610"/>
                </a:lnTo>
                <a:lnTo>
                  <a:pt x="876" y="605"/>
                </a:lnTo>
                <a:lnTo>
                  <a:pt x="871" y="605"/>
                </a:lnTo>
                <a:lnTo>
                  <a:pt x="871" y="610"/>
                </a:lnTo>
                <a:close/>
                <a:moveTo>
                  <a:pt x="1371" y="610"/>
                </a:moveTo>
                <a:lnTo>
                  <a:pt x="1378" y="610"/>
                </a:lnTo>
                <a:lnTo>
                  <a:pt x="1378" y="605"/>
                </a:lnTo>
                <a:lnTo>
                  <a:pt x="1371" y="605"/>
                </a:lnTo>
                <a:lnTo>
                  <a:pt x="1371" y="610"/>
                </a:lnTo>
                <a:close/>
                <a:moveTo>
                  <a:pt x="1390" y="610"/>
                </a:moveTo>
                <a:lnTo>
                  <a:pt x="1394" y="610"/>
                </a:lnTo>
                <a:lnTo>
                  <a:pt x="1394" y="605"/>
                </a:lnTo>
                <a:lnTo>
                  <a:pt x="1390" y="605"/>
                </a:lnTo>
                <a:lnTo>
                  <a:pt x="1390" y="610"/>
                </a:lnTo>
                <a:close/>
                <a:moveTo>
                  <a:pt x="1406" y="610"/>
                </a:moveTo>
                <a:lnTo>
                  <a:pt x="1413" y="610"/>
                </a:lnTo>
                <a:lnTo>
                  <a:pt x="1413" y="605"/>
                </a:lnTo>
                <a:lnTo>
                  <a:pt x="1406" y="605"/>
                </a:lnTo>
                <a:lnTo>
                  <a:pt x="1406" y="610"/>
                </a:lnTo>
                <a:close/>
                <a:moveTo>
                  <a:pt x="1423" y="610"/>
                </a:moveTo>
                <a:lnTo>
                  <a:pt x="1430" y="610"/>
                </a:lnTo>
                <a:lnTo>
                  <a:pt x="1430" y="605"/>
                </a:lnTo>
                <a:lnTo>
                  <a:pt x="1423" y="605"/>
                </a:lnTo>
                <a:lnTo>
                  <a:pt x="1423" y="610"/>
                </a:lnTo>
                <a:close/>
                <a:moveTo>
                  <a:pt x="1439" y="610"/>
                </a:moveTo>
                <a:lnTo>
                  <a:pt x="1447" y="610"/>
                </a:lnTo>
                <a:lnTo>
                  <a:pt x="1447" y="605"/>
                </a:lnTo>
                <a:lnTo>
                  <a:pt x="1439" y="605"/>
                </a:lnTo>
                <a:lnTo>
                  <a:pt x="1439" y="610"/>
                </a:lnTo>
                <a:close/>
                <a:moveTo>
                  <a:pt x="1456" y="610"/>
                </a:moveTo>
                <a:lnTo>
                  <a:pt x="1463" y="610"/>
                </a:lnTo>
                <a:lnTo>
                  <a:pt x="1463" y="605"/>
                </a:lnTo>
                <a:lnTo>
                  <a:pt x="1456" y="605"/>
                </a:lnTo>
                <a:lnTo>
                  <a:pt x="1456" y="610"/>
                </a:lnTo>
                <a:close/>
                <a:moveTo>
                  <a:pt x="1473" y="610"/>
                </a:moveTo>
                <a:lnTo>
                  <a:pt x="1480" y="610"/>
                </a:lnTo>
                <a:lnTo>
                  <a:pt x="1480" y="605"/>
                </a:lnTo>
                <a:lnTo>
                  <a:pt x="1473" y="605"/>
                </a:lnTo>
                <a:lnTo>
                  <a:pt x="1473" y="610"/>
                </a:lnTo>
                <a:close/>
                <a:moveTo>
                  <a:pt x="1522" y="610"/>
                </a:moveTo>
                <a:lnTo>
                  <a:pt x="1529" y="610"/>
                </a:lnTo>
                <a:lnTo>
                  <a:pt x="1529" y="605"/>
                </a:lnTo>
                <a:lnTo>
                  <a:pt x="1522" y="605"/>
                </a:lnTo>
                <a:lnTo>
                  <a:pt x="1522" y="610"/>
                </a:lnTo>
                <a:close/>
                <a:moveTo>
                  <a:pt x="1539" y="610"/>
                </a:moveTo>
                <a:lnTo>
                  <a:pt x="1546" y="610"/>
                </a:lnTo>
                <a:lnTo>
                  <a:pt x="1546" y="605"/>
                </a:lnTo>
                <a:lnTo>
                  <a:pt x="1539" y="605"/>
                </a:lnTo>
                <a:lnTo>
                  <a:pt x="1539" y="610"/>
                </a:lnTo>
                <a:close/>
                <a:moveTo>
                  <a:pt x="1555" y="610"/>
                </a:moveTo>
                <a:lnTo>
                  <a:pt x="1563" y="610"/>
                </a:lnTo>
                <a:lnTo>
                  <a:pt x="1563" y="605"/>
                </a:lnTo>
                <a:lnTo>
                  <a:pt x="1555" y="605"/>
                </a:lnTo>
                <a:lnTo>
                  <a:pt x="1555" y="610"/>
                </a:lnTo>
                <a:close/>
                <a:moveTo>
                  <a:pt x="1572" y="610"/>
                </a:moveTo>
                <a:lnTo>
                  <a:pt x="1579" y="610"/>
                </a:lnTo>
                <a:lnTo>
                  <a:pt x="1579" y="605"/>
                </a:lnTo>
                <a:lnTo>
                  <a:pt x="1572" y="605"/>
                </a:lnTo>
                <a:lnTo>
                  <a:pt x="1572" y="610"/>
                </a:lnTo>
                <a:close/>
                <a:moveTo>
                  <a:pt x="1589" y="610"/>
                </a:moveTo>
                <a:lnTo>
                  <a:pt x="1596" y="610"/>
                </a:lnTo>
                <a:lnTo>
                  <a:pt x="1596" y="605"/>
                </a:lnTo>
                <a:lnTo>
                  <a:pt x="1589" y="605"/>
                </a:lnTo>
                <a:lnTo>
                  <a:pt x="1589" y="610"/>
                </a:lnTo>
                <a:close/>
                <a:moveTo>
                  <a:pt x="1605" y="610"/>
                </a:moveTo>
                <a:lnTo>
                  <a:pt x="1612" y="610"/>
                </a:lnTo>
                <a:lnTo>
                  <a:pt x="1612" y="605"/>
                </a:lnTo>
                <a:lnTo>
                  <a:pt x="1605" y="605"/>
                </a:lnTo>
                <a:lnTo>
                  <a:pt x="1605" y="610"/>
                </a:lnTo>
                <a:close/>
                <a:moveTo>
                  <a:pt x="1622" y="610"/>
                </a:moveTo>
                <a:lnTo>
                  <a:pt x="1629" y="610"/>
                </a:lnTo>
                <a:lnTo>
                  <a:pt x="1629" y="605"/>
                </a:lnTo>
                <a:lnTo>
                  <a:pt x="1622" y="605"/>
                </a:lnTo>
                <a:lnTo>
                  <a:pt x="1622" y="610"/>
                </a:lnTo>
                <a:close/>
                <a:moveTo>
                  <a:pt x="1638" y="610"/>
                </a:moveTo>
                <a:lnTo>
                  <a:pt x="1645" y="610"/>
                </a:lnTo>
                <a:lnTo>
                  <a:pt x="1645" y="605"/>
                </a:lnTo>
                <a:lnTo>
                  <a:pt x="1638" y="605"/>
                </a:lnTo>
                <a:lnTo>
                  <a:pt x="1638" y="610"/>
                </a:lnTo>
                <a:close/>
                <a:moveTo>
                  <a:pt x="1657" y="610"/>
                </a:moveTo>
                <a:lnTo>
                  <a:pt x="1664" y="610"/>
                </a:lnTo>
                <a:lnTo>
                  <a:pt x="1664" y="605"/>
                </a:lnTo>
                <a:lnTo>
                  <a:pt x="1657" y="605"/>
                </a:lnTo>
                <a:lnTo>
                  <a:pt x="1657" y="610"/>
                </a:lnTo>
                <a:close/>
                <a:moveTo>
                  <a:pt x="1674" y="610"/>
                </a:moveTo>
                <a:lnTo>
                  <a:pt x="1681" y="610"/>
                </a:lnTo>
                <a:lnTo>
                  <a:pt x="1681" y="605"/>
                </a:lnTo>
                <a:lnTo>
                  <a:pt x="1674" y="605"/>
                </a:lnTo>
                <a:lnTo>
                  <a:pt x="1674" y="610"/>
                </a:lnTo>
                <a:close/>
                <a:moveTo>
                  <a:pt x="1690" y="610"/>
                </a:moveTo>
                <a:lnTo>
                  <a:pt x="1698" y="610"/>
                </a:lnTo>
                <a:lnTo>
                  <a:pt x="1698" y="605"/>
                </a:lnTo>
                <a:lnTo>
                  <a:pt x="1690" y="605"/>
                </a:lnTo>
                <a:lnTo>
                  <a:pt x="1690" y="610"/>
                </a:lnTo>
                <a:close/>
                <a:moveTo>
                  <a:pt x="1707" y="610"/>
                </a:moveTo>
                <a:lnTo>
                  <a:pt x="1714" y="610"/>
                </a:lnTo>
                <a:lnTo>
                  <a:pt x="1714" y="605"/>
                </a:lnTo>
                <a:lnTo>
                  <a:pt x="1707" y="605"/>
                </a:lnTo>
                <a:lnTo>
                  <a:pt x="1707" y="610"/>
                </a:lnTo>
                <a:close/>
                <a:moveTo>
                  <a:pt x="1724" y="610"/>
                </a:moveTo>
                <a:lnTo>
                  <a:pt x="1731" y="610"/>
                </a:lnTo>
                <a:lnTo>
                  <a:pt x="1731" y="605"/>
                </a:lnTo>
                <a:lnTo>
                  <a:pt x="1724" y="605"/>
                </a:lnTo>
                <a:lnTo>
                  <a:pt x="1724" y="610"/>
                </a:lnTo>
                <a:close/>
                <a:moveTo>
                  <a:pt x="1740" y="610"/>
                </a:moveTo>
                <a:lnTo>
                  <a:pt x="1747" y="610"/>
                </a:lnTo>
                <a:lnTo>
                  <a:pt x="1747" y="605"/>
                </a:lnTo>
                <a:lnTo>
                  <a:pt x="1740" y="605"/>
                </a:lnTo>
                <a:lnTo>
                  <a:pt x="1740" y="610"/>
                </a:lnTo>
                <a:close/>
                <a:moveTo>
                  <a:pt x="1757" y="610"/>
                </a:moveTo>
                <a:lnTo>
                  <a:pt x="1764" y="610"/>
                </a:lnTo>
                <a:lnTo>
                  <a:pt x="1764" y="605"/>
                </a:lnTo>
                <a:lnTo>
                  <a:pt x="1757" y="605"/>
                </a:lnTo>
                <a:lnTo>
                  <a:pt x="1757" y="610"/>
                </a:lnTo>
                <a:close/>
                <a:moveTo>
                  <a:pt x="1773" y="610"/>
                </a:moveTo>
                <a:lnTo>
                  <a:pt x="1780" y="610"/>
                </a:lnTo>
                <a:lnTo>
                  <a:pt x="1780" y="605"/>
                </a:lnTo>
                <a:lnTo>
                  <a:pt x="1773" y="605"/>
                </a:lnTo>
                <a:lnTo>
                  <a:pt x="1773" y="610"/>
                </a:lnTo>
                <a:close/>
                <a:moveTo>
                  <a:pt x="1790" y="610"/>
                </a:moveTo>
                <a:lnTo>
                  <a:pt x="1797" y="610"/>
                </a:lnTo>
                <a:lnTo>
                  <a:pt x="1797" y="605"/>
                </a:lnTo>
                <a:lnTo>
                  <a:pt x="1790" y="605"/>
                </a:lnTo>
                <a:lnTo>
                  <a:pt x="1790" y="610"/>
                </a:lnTo>
                <a:close/>
                <a:moveTo>
                  <a:pt x="1806" y="610"/>
                </a:moveTo>
                <a:lnTo>
                  <a:pt x="1814" y="610"/>
                </a:lnTo>
                <a:lnTo>
                  <a:pt x="1814" y="605"/>
                </a:lnTo>
                <a:lnTo>
                  <a:pt x="1806" y="605"/>
                </a:lnTo>
                <a:lnTo>
                  <a:pt x="1806" y="610"/>
                </a:lnTo>
                <a:close/>
                <a:moveTo>
                  <a:pt x="1823" y="610"/>
                </a:moveTo>
                <a:lnTo>
                  <a:pt x="1830" y="610"/>
                </a:lnTo>
                <a:lnTo>
                  <a:pt x="1830" y="605"/>
                </a:lnTo>
                <a:lnTo>
                  <a:pt x="1823" y="605"/>
                </a:lnTo>
                <a:lnTo>
                  <a:pt x="1823" y="610"/>
                </a:lnTo>
                <a:close/>
                <a:moveTo>
                  <a:pt x="1840" y="610"/>
                </a:moveTo>
                <a:lnTo>
                  <a:pt x="1847" y="610"/>
                </a:lnTo>
                <a:lnTo>
                  <a:pt x="1847" y="605"/>
                </a:lnTo>
                <a:lnTo>
                  <a:pt x="1840" y="605"/>
                </a:lnTo>
                <a:lnTo>
                  <a:pt x="1840" y="610"/>
                </a:lnTo>
                <a:close/>
                <a:moveTo>
                  <a:pt x="1856" y="610"/>
                </a:moveTo>
                <a:lnTo>
                  <a:pt x="1863" y="610"/>
                </a:lnTo>
                <a:lnTo>
                  <a:pt x="1863" y="605"/>
                </a:lnTo>
                <a:lnTo>
                  <a:pt x="1856" y="605"/>
                </a:lnTo>
                <a:lnTo>
                  <a:pt x="1856" y="610"/>
                </a:lnTo>
                <a:close/>
                <a:moveTo>
                  <a:pt x="1873" y="610"/>
                </a:moveTo>
                <a:lnTo>
                  <a:pt x="1880" y="610"/>
                </a:lnTo>
                <a:lnTo>
                  <a:pt x="1880" y="605"/>
                </a:lnTo>
                <a:lnTo>
                  <a:pt x="1873" y="605"/>
                </a:lnTo>
                <a:lnTo>
                  <a:pt x="1873" y="610"/>
                </a:lnTo>
                <a:close/>
                <a:moveTo>
                  <a:pt x="1889" y="610"/>
                </a:moveTo>
                <a:lnTo>
                  <a:pt x="1896" y="610"/>
                </a:lnTo>
                <a:lnTo>
                  <a:pt x="1896" y="605"/>
                </a:lnTo>
                <a:lnTo>
                  <a:pt x="1889" y="605"/>
                </a:lnTo>
                <a:lnTo>
                  <a:pt x="1889" y="610"/>
                </a:lnTo>
                <a:close/>
                <a:moveTo>
                  <a:pt x="1908" y="610"/>
                </a:moveTo>
                <a:lnTo>
                  <a:pt x="1915" y="610"/>
                </a:lnTo>
                <a:lnTo>
                  <a:pt x="1915" y="605"/>
                </a:lnTo>
                <a:lnTo>
                  <a:pt x="1908" y="605"/>
                </a:lnTo>
                <a:lnTo>
                  <a:pt x="1908" y="610"/>
                </a:lnTo>
                <a:close/>
                <a:moveTo>
                  <a:pt x="1925" y="610"/>
                </a:moveTo>
                <a:lnTo>
                  <a:pt x="1932" y="610"/>
                </a:lnTo>
                <a:lnTo>
                  <a:pt x="1932" y="605"/>
                </a:lnTo>
                <a:lnTo>
                  <a:pt x="1925" y="605"/>
                </a:lnTo>
                <a:lnTo>
                  <a:pt x="1925" y="610"/>
                </a:lnTo>
                <a:close/>
                <a:moveTo>
                  <a:pt x="1941" y="610"/>
                </a:moveTo>
                <a:lnTo>
                  <a:pt x="1949" y="610"/>
                </a:lnTo>
                <a:lnTo>
                  <a:pt x="1949" y="605"/>
                </a:lnTo>
                <a:lnTo>
                  <a:pt x="1941" y="605"/>
                </a:lnTo>
                <a:lnTo>
                  <a:pt x="1941" y="610"/>
                </a:lnTo>
                <a:close/>
                <a:moveTo>
                  <a:pt x="1958" y="610"/>
                </a:moveTo>
                <a:lnTo>
                  <a:pt x="1965" y="610"/>
                </a:lnTo>
                <a:lnTo>
                  <a:pt x="1965" y="605"/>
                </a:lnTo>
                <a:lnTo>
                  <a:pt x="1958" y="605"/>
                </a:lnTo>
                <a:lnTo>
                  <a:pt x="1958" y="610"/>
                </a:lnTo>
                <a:close/>
                <a:moveTo>
                  <a:pt x="1975" y="610"/>
                </a:moveTo>
                <a:lnTo>
                  <a:pt x="1982" y="610"/>
                </a:lnTo>
                <a:lnTo>
                  <a:pt x="1982" y="605"/>
                </a:lnTo>
                <a:lnTo>
                  <a:pt x="1975" y="605"/>
                </a:lnTo>
                <a:lnTo>
                  <a:pt x="1975" y="610"/>
                </a:lnTo>
                <a:close/>
                <a:moveTo>
                  <a:pt x="1991" y="610"/>
                </a:moveTo>
                <a:lnTo>
                  <a:pt x="1998" y="610"/>
                </a:lnTo>
                <a:lnTo>
                  <a:pt x="1998" y="605"/>
                </a:lnTo>
                <a:lnTo>
                  <a:pt x="1991" y="605"/>
                </a:lnTo>
                <a:lnTo>
                  <a:pt x="1991" y="610"/>
                </a:lnTo>
                <a:close/>
                <a:moveTo>
                  <a:pt x="2008" y="610"/>
                </a:moveTo>
                <a:lnTo>
                  <a:pt x="2015" y="610"/>
                </a:lnTo>
                <a:lnTo>
                  <a:pt x="2015" y="605"/>
                </a:lnTo>
                <a:lnTo>
                  <a:pt x="2008" y="605"/>
                </a:lnTo>
                <a:lnTo>
                  <a:pt x="2008" y="610"/>
                </a:lnTo>
                <a:close/>
                <a:moveTo>
                  <a:pt x="2024" y="610"/>
                </a:moveTo>
                <a:lnTo>
                  <a:pt x="2031" y="610"/>
                </a:lnTo>
                <a:lnTo>
                  <a:pt x="2031" y="605"/>
                </a:lnTo>
                <a:lnTo>
                  <a:pt x="2024" y="605"/>
                </a:lnTo>
                <a:lnTo>
                  <a:pt x="2024" y="610"/>
                </a:lnTo>
                <a:close/>
                <a:moveTo>
                  <a:pt x="2041" y="610"/>
                </a:moveTo>
                <a:lnTo>
                  <a:pt x="2048" y="610"/>
                </a:lnTo>
                <a:lnTo>
                  <a:pt x="2048" y="605"/>
                </a:lnTo>
                <a:lnTo>
                  <a:pt x="2041" y="605"/>
                </a:lnTo>
                <a:lnTo>
                  <a:pt x="2041" y="610"/>
                </a:lnTo>
                <a:close/>
                <a:moveTo>
                  <a:pt x="2057" y="610"/>
                </a:moveTo>
                <a:lnTo>
                  <a:pt x="2065" y="610"/>
                </a:lnTo>
                <a:lnTo>
                  <a:pt x="2065" y="605"/>
                </a:lnTo>
                <a:lnTo>
                  <a:pt x="2057" y="605"/>
                </a:lnTo>
                <a:lnTo>
                  <a:pt x="2057" y="610"/>
                </a:lnTo>
                <a:close/>
                <a:moveTo>
                  <a:pt x="2074" y="610"/>
                </a:moveTo>
                <a:lnTo>
                  <a:pt x="2081" y="610"/>
                </a:lnTo>
                <a:lnTo>
                  <a:pt x="2081" y="605"/>
                </a:lnTo>
                <a:lnTo>
                  <a:pt x="2074" y="605"/>
                </a:lnTo>
                <a:lnTo>
                  <a:pt x="2074" y="610"/>
                </a:lnTo>
                <a:close/>
                <a:moveTo>
                  <a:pt x="2091" y="610"/>
                </a:moveTo>
                <a:lnTo>
                  <a:pt x="2098" y="610"/>
                </a:lnTo>
                <a:lnTo>
                  <a:pt x="2098" y="605"/>
                </a:lnTo>
                <a:lnTo>
                  <a:pt x="2091" y="605"/>
                </a:lnTo>
                <a:lnTo>
                  <a:pt x="2091" y="610"/>
                </a:lnTo>
                <a:close/>
                <a:moveTo>
                  <a:pt x="2107" y="610"/>
                </a:moveTo>
                <a:lnTo>
                  <a:pt x="2114" y="610"/>
                </a:lnTo>
                <a:lnTo>
                  <a:pt x="2114" y="605"/>
                </a:lnTo>
                <a:lnTo>
                  <a:pt x="2107" y="605"/>
                </a:lnTo>
                <a:lnTo>
                  <a:pt x="2107" y="610"/>
                </a:lnTo>
                <a:close/>
                <a:moveTo>
                  <a:pt x="2124" y="610"/>
                </a:moveTo>
                <a:lnTo>
                  <a:pt x="2131" y="610"/>
                </a:lnTo>
                <a:lnTo>
                  <a:pt x="2131" y="605"/>
                </a:lnTo>
                <a:lnTo>
                  <a:pt x="2124" y="605"/>
                </a:lnTo>
                <a:lnTo>
                  <a:pt x="2124" y="610"/>
                </a:lnTo>
                <a:close/>
                <a:moveTo>
                  <a:pt x="2140" y="610"/>
                </a:moveTo>
                <a:lnTo>
                  <a:pt x="2147" y="610"/>
                </a:lnTo>
                <a:lnTo>
                  <a:pt x="2147" y="605"/>
                </a:lnTo>
                <a:lnTo>
                  <a:pt x="2140" y="605"/>
                </a:lnTo>
                <a:lnTo>
                  <a:pt x="2140" y="610"/>
                </a:lnTo>
                <a:close/>
                <a:moveTo>
                  <a:pt x="2159" y="610"/>
                </a:moveTo>
                <a:lnTo>
                  <a:pt x="2164" y="610"/>
                </a:lnTo>
                <a:lnTo>
                  <a:pt x="2164" y="605"/>
                </a:lnTo>
                <a:lnTo>
                  <a:pt x="2159" y="605"/>
                </a:lnTo>
                <a:lnTo>
                  <a:pt x="2159" y="610"/>
                </a:lnTo>
                <a:close/>
                <a:moveTo>
                  <a:pt x="2176" y="610"/>
                </a:moveTo>
                <a:lnTo>
                  <a:pt x="2183" y="610"/>
                </a:lnTo>
                <a:lnTo>
                  <a:pt x="2183" y="605"/>
                </a:lnTo>
                <a:lnTo>
                  <a:pt x="2176" y="605"/>
                </a:lnTo>
                <a:lnTo>
                  <a:pt x="2176" y="610"/>
                </a:lnTo>
                <a:close/>
                <a:moveTo>
                  <a:pt x="2192" y="610"/>
                </a:moveTo>
                <a:lnTo>
                  <a:pt x="2200" y="610"/>
                </a:lnTo>
                <a:lnTo>
                  <a:pt x="2200" y="605"/>
                </a:lnTo>
                <a:lnTo>
                  <a:pt x="2192" y="605"/>
                </a:lnTo>
                <a:lnTo>
                  <a:pt x="2192" y="610"/>
                </a:lnTo>
                <a:close/>
                <a:moveTo>
                  <a:pt x="2209" y="610"/>
                </a:moveTo>
                <a:lnTo>
                  <a:pt x="2216" y="610"/>
                </a:lnTo>
                <a:lnTo>
                  <a:pt x="2216" y="605"/>
                </a:lnTo>
                <a:lnTo>
                  <a:pt x="2209" y="605"/>
                </a:lnTo>
                <a:lnTo>
                  <a:pt x="2209" y="610"/>
                </a:lnTo>
                <a:close/>
                <a:moveTo>
                  <a:pt x="2226" y="610"/>
                </a:moveTo>
                <a:lnTo>
                  <a:pt x="2233" y="610"/>
                </a:lnTo>
                <a:lnTo>
                  <a:pt x="2233" y="605"/>
                </a:lnTo>
                <a:lnTo>
                  <a:pt x="2226" y="605"/>
                </a:lnTo>
                <a:lnTo>
                  <a:pt x="2226" y="610"/>
                </a:lnTo>
                <a:close/>
                <a:moveTo>
                  <a:pt x="2242" y="610"/>
                </a:moveTo>
                <a:lnTo>
                  <a:pt x="2249" y="610"/>
                </a:lnTo>
                <a:lnTo>
                  <a:pt x="2249" y="605"/>
                </a:lnTo>
                <a:lnTo>
                  <a:pt x="2242" y="605"/>
                </a:lnTo>
                <a:lnTo>
                  <a:pt x="2242" y="610"/>
                </a:lnTo>
                <a:close/>
                <a:moveTo>
                  <a:pt x="2259" y="610"/>
                </a:moveTo>
                <a:lnTo>
                  <a:pt x="2266" y="610"/>
                </a:lnTo>
                <a:lnTo>
                  <a:pt x="2266" y="605"/>
                </a:lnTo>
                <a:lnTo>
                  <a:pt x="2259" y="605"/>
                </a:lnTo>
                <a:lnTo>
                  <a:pt x="2259" y="610"/>
                </a:lnTo>
                <a:close/>
                <a:moveTo>
                  <a:pt x="2275" y="610"/>
                </a:moveTo>
                <a:lnTo>
                  <a:pt x="2282" y="610"/>
                </a:lnTo>
                <a:lnTo>
                  <a:pt x="2282" y="605"/>
                </a:lnTo>
                <a:lnTo>
                  <a:pt x="2275" y="605"/>
                </a:lnTo>
                <a:lnTo>
                  <a:pt x="2275" y="610"/>
                </a:lnTo>
                <a:close/>
                <a:moveTo>
                  <a:pt x="2292" y="610"/>
                </a:moveTo>
                <a:lnTo>
                  <a:pt x="2299" y="610"/>
                </a:lnTo>
                <a:lnTo>
                  <a:pt x="2299" y="605"/>
                </a:lnTo>
                <a:lnTo>
                  <a:pt x="2292" y="605"/>
                </a:lnTo>
                <a:lnTo>
                  <a:pt x="2292" y="610"/>
                </a:lnTo>
                <a:close/>
                <a:moveTo>
                  <a:pt x="2308" y="610"/>
                </a:moveTo>
                <a:lnTo>
                  <a:pt x="2316" y="610"/>
                </a:lnTo>
                <a:lnTo>
                  <a:pt x="2316" y="605"/>
                </a:lnTo>
                <a:lnTo>
                  <a:pt x="2308" y="605"/>
                </a:lnTo>
                <a:lnTo>
                  <a:pt x="2308" y="610"/>
                </a:lnTo>
                <a:close/>
                <a:moveTo>
                  <a:pt x="2325" y="610"/>
                </a:moveTo>
                <a:lnTo>
                  <a:pt x="2332" y="610"/>
                </a:lnTo>
                <a:lnTo>
                  <a:pt x="2332" y="605"/>
                </a:lnTo>
                <a:lnTo>
                  <a:pt x="2325" y="605"/>
                </a:lnTo>
                <a:lnTo>
                  <a:pt x="2325" y="610"/>
                </a:lnTo>
                <a:close/>
                <a:moveTo>
                  <a:pt x="2342" y="610"/>
                </a:moveTo>
                <a:lnTo>
                  <a:pt x="2349" y="610"/>
                </a:lnTo>
                <a:lnTo>
                  <a:pt x="2349" y="605"/>
                </a:lnTo>
                <a:lnTo>
                  <a:pt x="2342" y="605"/>
                </a:lnTo>
                <a:lnTo>
                  <a:pt x="2342" y="610"/>
                </a:lnTo>
                <a:close/>
                <a:moveTo>
                  <a:pt x="2358" y="610"/>
                </a:moveTo>
                <a:lnTo>
                  <a:pt x="2365" y="610"/>
                </a:lnTo>
                <a:lnTo>
                  <a:pt x="2365" y="605"/>
                </a:lnTo>
                <a:lnTo>
                  <a:pt x="2358" y="605"/>
                </a:lnTo>
                <a:lnTo>
                  <a:pt x="2358" y="610"/>
                </a:lnTo>
                <a:close/>
                <a:moveTo>
                  <a:pt x="2375" y="610"/>
                </a:moveTo>
                <a:lnTo>
                  <a:pt x="2382" y="610"/>
                </a:lnTo>
                <a:lnTo>
                  <a:pt x="2382" y="605"/>
                </a:lnTo>
                <a:lnTo>
                  <a:pt x="2375" y="605"/>
                </a:lnTo>
                <a:lnTo>
                  <a:pt x="2375" y="610"/>
                </a:lnTo>
                <a:close/>
                <a:moveTo>
                  <a:pt x="2391" y="610"/>
                </a:moveTo>
                <a:lnTo>
                  <a:pt x="2398" y="610"/>
                </a:lnTo>
                <a:lnTo>
                  <a:pt x="2398" y="605"/>
                </a:lnTo>
                <a:lnTo>
                  <a:pt x="2391" y="605"/>
                </a:lnTo>
                <a:lnTo>
                  <a:pt x="2391" y="610"/>
                </a:lnTo>
                <a:close/>
                <a:moveTo>
                  <a:pt x="2408" y="610"/>
                </a:moveTo>
                <a:lnTo>
                  <a:pt x="2415" y="610"/>
                </a:lnTo>
                <a:lnTo>
                  <a:pt x="2415" y="605"/>
                </a:lnTo>
                <a:lnTo>
                  <a:pt x="2408" y="605"/>
                </a:lnTo>
                <a:lnTo>
                  <a:pt x="2408" y="610"/>
                </a:lnTo>
                <a:close/>
                <a:moveTo>
                  <a:pt x="2427" y="610"/>
                </a:moveTo>
                <a:lnTo>
                  <a:pt x="2434" y="610"/>
                </a:lnTo>
                <a:lnTo>
                  <a:pt x="2434" y="605"/>
                </a:lnTo>
                <a:lnTo>
                  <a:pt x="2427" y="605"/>
                </a:lnTo>
                <a:lnTo>
                  <a:pt x="2427" y="610"/>
                </a:lnTo>
                <a:close/>
                <a:moveTo>
                  <a:pt x="2443" y="610"/>
                </a:moveTo>
                <a:lnTo>
                  <a:pt x="2451" y="610"/>
                </a:lnTo>
                <a:lnTo>
                  <a:pt x="2451" y="605"/>
                </a:lnTo>
                <a:lnTo>
                  <a:pt x="2443" y="605"/>
                </a:lnTo>
                <a:lnTo>
                  <a:pt x="2443" y="610"/>
                </a:lnTo>
                <a:close/>
                <a:moveTo>
                  <a:pt x="2460" y="610"/>
                </a:moveTo>
                <a:lnTo>
                  <a:pt x="2467" y="610"/>
                </a:lnTo>
                <a:lnTo>
                  <a:pt x="2467" y="605"/>
                </a:lnTo>
                <a:lnTo>
                  <a:pt x="2460" y="605"/>
                </a:lnTo>
                <a:lnTo>
                  <a:pt x="2460" y="610"/>
                </a:lnTo>
                <a:close/>
                <a:moveTo>
                  <a:pt x="2477" y="610"/>
                </a:moveTo>
                <a:lnTo>
                  <a:pt x="2484" y="610"/>
                </a:lnTo>
                <a:lnTo>
                  <a:pt x="2484" y="605"/>
                </a:lnTo>
                <a:lnTo>
                  <a:pt x="2477" y="605"/>
                </a:lnTo>
                <a:lnTo>
                  <a:pt x="2477" y="610"/>
                </a:lnTo>
                <a:close/>
                <a:moveTo>
                  <a:pt x="2493" y="610"/>
                </a:moveTo>
                <a:lnTo>
                  <a:pt x="2500" y="610"/>
                </a:lnTo>
                <a:lnTo>
                  <a:pt x="2500" y="605"/>
                </a:lnTo>
                <a:lnTo>
                  <a:pt x="2493" y="605"/>
                </a:lnTo>
                <a:lnTo>
                  <a:pt x="2493" y="610"/>
                </a:lnTo>
                <a:close/>
                <a:moveTo>
                  <a:pt x="2510" y="610"/>
                </a:moveTo>
                <a:lnTo>
                  <a:pt x="2517" y="610"/>
                </a:lnTo>
                <a:lnTo>
                  <a:pt x="2517" y="605"/>
                </a:lnTo>
                <a:lnTo>
                  <a:pt x="2510" y="605"/>
                </a:lnTo>
                <a:lnTo>
                  <a:pt x="2510" y="610"/>
                </a:lnTo>
                <a:close/>
                <a:moveTo>
                  <a:pt x="2526" y="610"/>
                </a:moveTo>
                <a:lnTo>
                  <a:pt x="2533" y="610"/>
                </a:lnTo>
                <a:lnTo>
                  <a:pt x="2533" y="605"/>
                </a:lnTo>
                <a:lnTo>
                  <a:pt x="2526" y="605"/>
                </a:lnTo>
                <a:lnTo>
                  <a:pt x="2526" y="610"/>
                </a:lnTo>
                <a:close/>
                <a:moveTo>
                  <a:pt x="2543" y="610"/>
                </a:moveTo>
                <a:lnTo>
                  <a:pt x="2550" y="610"/>
                </a:lnTo>
                <a:lnTo>
                  <a:pt x="2550" y="605"/>
                </a:lnTo>
                <a:lnTo>
                  <a:pt x="2543" y="605"/>
                </a:lnTo>
                <a:lnTo>
                  <a:pt x="2543" y="610"/>
                </a:lnTo>
                <a:close/>
                <a:moveTo>
                  <a:pt x="2626" y="610"/>
                </a:moveTo>
                <a:lnTo>
                  <a:pt x="2633" y="610"/>
                </a:lnTo>
                <a:lnTo>
                  <a:pt x="2633" y="605"/>
                </a:lnTo>
                <a:lnTo>
                  <a:pt x="2626" y="605"/>
                </a:lnTo>
                <a:lnTo>
                  <a:pt x="2626" y="610"/>
                </a:lnTo>
                <a:close/>
                <a:moveTo>
                  <a:pt x="2642" y="610"/>
                </a:moveTo>
                <a:lnTo>
                  <a:pt x="2649" y="610"/>
                </a:lnTo>
                <a:lnTo>
                  <a:pt x="2649" y="605"/>
                </a:lnTo>
                <a:lnTo>
                  <a:pt x="2642" y="605"/>
                </a:lnTo>
                <a:lnTo>
                  <a:pt x="2642" y="610"/>
                </a:lnTo>
                <a:close/>
                <a:moveTo>
                  <a:pt x="419" y="629"/>
                </a:moveTo>
                <a:lnTo>
                  <a:pt x="426" y="629"/>
                </a:lnTo>
                <a:lnTo>
                  <a:pt x="426" y="622"/>
                </a:lnTo>
                <a:lnTo>
                  <a:pt x="419" y="622"/>
                </a:lnTo>
                <a:lnTo>
                  <a:pt x="419" y="629"/>
                </a:lnTo>
                <a:close/>
                <a:moveTo>
                  <a:pt x="435" y="629"/>
                </a:moveTo>
                <a:lnTo>
                  <a:pt x="442" y="629"/>
                </a:lnTo>
                <a:lnTo>
                  <a:pt x="442" y="622"/>
                </a:lnTo>
                <a:lnTo>
                  <a:pt x="435" y="622"/>
                </a:lnTo>
                <a:lnTo>
                  <a:pt x="435" y="629"/>
                </a:lnTo>
                <a:close/>
                <a:moveTo>
                  <a:pt x="452" y="629"/>
                </a:moveTo>
                <a:lnTo>
                  <a:pt x="459" y="629"/>
                </a:lnTo>
                <a:lnTo>
                  <a:pt x="459" y="622"/>
                </a:lnTo>
                <a:lnTo>
                  <a:pt x="452" y="622"/>
                </a:lnTo>
                <a:lnTo>
                  <a:pt x="452" y="629"/>
                </a:lnTo>
                <a:close/>
                <a:moveTo>
                  <a:pt x="469" y="629"/>
                </a:moveTo>
                <a:lnTo>
                  <a:pt x="476" y="629"/>
                </a:lnTo>
                <a:lnTo>
                  <a:pt x="476" y="622"/>
                </a:lnTo>
                <a:lnTo>
                  <a:pt x="469" y="622"/>
                </a:lnTo>
                <a:lnTo>
                  <a:pt x="469" y="629"/>
                </a:lnTo>
                <a:close/>
                <a:moveTo>
                  <a:pt x="485" y="629"/>
                </a:moveTo>
                <a:lnTo>
                  <a:pt x="492" y="629"/>
                </a:lnTo>
                <a:lnTo>
                  <a:pt x="492" y="622"/>
                </a:lnTo>
                <a:lnTo>
                  <a:pt x="485" y="622"/>
                </a:lnTo>
                <a:lnTo>
                  <a:pt x="485" y="629"/>
                </a:lnTo>
                <a:close/>
                <a:moveTo>
                  <a:pt x="502" y="629"/>
                </a:moveTo>
                <a:lnTo>
                  <a:pt x="509" y="629"/>
                </a:lnTo>
                <a:lnTo>
                  <a:pt x="509" y="622"/>
                </a:lnTo>
                <a:lnTo>
                  <a:pt x="502" y="622"/>
                </a:lnTo>
                <a:lnTo>
                  <a:pt x="502" y="629"/>
                </a:lnTo>
                <a:close/>
                <a:moveTo>
                  <a:pt x="518" y="629"/>
                </a:moveTo>
                <a:lnTo>
                  <a:pt x="525" y="629"/>
                </a:lnTo>
                <a:lnTo>
                  <a:pt x="525" y="622"/>
                </a:lnTo>
                <a:lnTo>
                  <a:pt x="518" y="622"/>
                </a:lnTo>
                <a:lnTo>
                  <a:pt x="518" y="629"/>
                </a:lnTo>
                <a:close/>
                <a:moveTo>
                  <a:pt x="535" y="629"/>
                </a:moveTo>
                <a:lnTo>
                  <a:pt x="542" y="629"/>
                </a:lnTo>
                <a:lnTo>
                  <a:pt x="542" y="622"/>
                </a:lnTo>
                <a:lnTo>
                  <a:pt x="535" y="622"/>
                </a:lnTo>
                <a:lnTo>
                  <a:pt x="535" y="629"/>
                </a:lnTo>
                <a:close/>
                <a:moveTo>
                  <a:pt x="551" y="629"/>
                </a:moveTo>
                <a:lnTo>
                  <a:pt x="559" y="629"/>
                </a:lnTo>
                <a:lnTo>
                  <a:pt x="559" y="622"/>
                </a:lnTo>
                <a:lnTo>
                  <a:pt x="551" y="622"/>
                </a:lnTo>
                <a:lnTo>
                  <a:pt x="551" y="629"/>
                </a:lnTo>
                <a:close/>
                <a:moveTo>
                  <a:pt x="568" y="629"/>
                </a:moveTo>
                <a:lnTo>
                  <a:pt x="575" y="629"/>
                </a:lnTo>
                <a:lnTo>
                  <a:pt x="575" y="622"/>
                </a:lnTo>
                <a:lnTo>
                  <a:pt x="568" y="622"/>
                </a:lnTo>
                <a:lnTo>
                  <a:pt x="568" y="629"/>
                </a:lnTo>
                <a:close/>
                <a:moveTo>
                  <a:pt x="585" y="629"/>
                </a:moveTo>
                <a:lnTo>
                  <a:pt x="592" y="629"/>
                </a:lnTo>
                <a:lnTo>
                  <a:pt x="592" y="622"/>
                </a:lnTo>
                <a:lnTo>
                  <a:pt x="585" y="622"/>
                </a:lnTo>
                <a:lnTo>
                  <a:pt x="585" y="629"/>
                </a:lnTo>
                <a:close/>
                <a:moveTo>
                  <a:pt x="601" y="629"/>
                </a:moveTo>
                <a:lnTo>
                  <a:pt x="608" y="629"/>
                </a:lnTo>
                <a:lnTo>
                  <a:pt x="608" y="622"/>
                </a:lnTo>
                <a:lnTo>
                  <a:pt x="601" y="622"/>
                </a:lnTo>
                <a:lnTo>
                  <a:pt x="601" y="629"/>
                </a:lnTo>
                <a:close/>
                <a:moveTo>
                  <a:pt x="620" y="629"/>
                </a:moveTo>
                <a:lnTo>
                  <a:pt x="625" y="629"/>
                </a:lnTo>
                <a:lnTo>
                  <a:pt x="625" y="622"/>
                </a:lnTo>
                <a:lnTo>
                  <a:pt x="620" y="622"/>
                </a:lnTo>
                <a:lnTo>
                  <a:pt x="620" y="629"/>
                </a:lnTo>
                <a:close/>
                <a:moveTo>
                  <a:pt x="637" y="629"/>
                </a:moveTo>
                <a:lnTo>
                  <a:pt x="644" y="629"/>
                </a:lnTo>
                <a:lnTo>
                  <a:pt x="644" y="622"/>
                </a:lnTo>
                <a:lnTo>
                  <a:pt x="637" y="622"/>
                </a:lnTo>
                <a:lnTo>
                  <a:pt x="637" y="629"/>
                </a:lnTo>
                <a:close/>
                <a:moveTo>
                  <a:pt x="653" y="629"/>
                </a:moveTo>
                <a:lnTo>
                  <a:pt x="660" y="629"/>
                </a:lnTo>
                <a:lnTo>
                  <a:pt x="660" y="622"/>
                </a:lnTo>
                <a:lnTo>
                  <a:pt x="653" y="622"/>
                </a:lnTo>
                <a:lnTo>
                  <a:pt x="653" y="629"/>
                </a:lnTo>
                <a:close/>
                <a:moveTo>
                  <a:pt x="670" y="629"/>
                </a:moveTo>
                <a:lnTo>
                  <a:pt x="677" y="629"/>
                </a:lnTo>
                <a:lnTo>
                  <a:pt x="677" y="622"/>
                </a:lnTo>
                <a:lnTo>
                  <a:pt x="670" y="622"/>
                </a:lnTo>
                <a:lnTo>
                  <a:pt x="670" y="629"/>
                </a:lnTo>
                <a:close/>
                <a:moveTo>
                  <a:pt x="686" y="629"/>
                </a:moveTo>
                <a:lnTo>
                  <a:pt x="693" y="629"/>
                </a:lnTo>
                <a:lnTo>
                  <a:pt x="693" y="622"/>
                </a:lnTo>
                <a:lnTo>
                  <a:pt x="686" y="622"/>
                </a:lnTo>
                <a:lnTo>
                  <a:pt x="686" y="629"/>
                </a:lnTo>
                <a:close/>
                <a:moveTo>
                  <a:pt x="703" y="629"/>
                </a:moveTo>
                <a:lnTo>
                  <a:pt x="710" y="629"/>
                </a:lnTo>
                <a:lnTo>
                  <a:pt x="710" y="622"/>
                </a:lnTo>
                <a:lnTo>
                  <a:pt x="703" y="622"/>
                </a:lnTo>
                <a:lnTo>
                  <a:pt x="703" y="629"/>
                </a:lnTo>
                <a:close/>
                <a:moveTo>
                  <a:pt x="720" y="629"/>
                </a:moveTo>
                <a:lnTo>
                  <a:pt x="727" y="629"/>
                </a:lnTo>
                <a:lnTo>
                  <a:pt x="727" y="622"/>
                </a:lnTo>
                <a:lnTo>
                  <a:pt x="720" y="622"/>
                </a:lnTo>
                <a:lnTo>
                  <a:pt x="720" y="629"/>
                </a:lnTo>
                <a:close/>
                <a:moveTo>
                  <a:pt x="736" y="629"/>
                </a:moveTo>
                <a:lnTo>
                  <a:pt x="743" y="629"/>
                </a:lnTo>
                <a:lnTo>
                  <a:pt x="743" y="622"/>
                </a:lnTo>
                <a:lnTo>
                  <a:pt x="736" y="622"/>
                </a:lnTo>
                <a:lnTo>
                  <a:pt x="736" y="629"/>
                </a:lnTo>
                <a:close/>
                <a:moveTo>
                  <a:pt x="753" y="629"/>
                </a:moveTo>
                <a:lnTo>
                  <a:pt x="760" y="629"/>
                </a:lnTo>
                <a:lnTo>
                  <a:pt x="760" y="622"/>
                </a:lnTo>
                <a:lnTo>
                  <a:pt x="753" y="622"/>
                </a:lnTo>
                <a:lnTo>
                  <a:pt x="753" y="629"/>
                </a:lnTo>
                <a:close/>
                <a:moveTo>
                  <a:pt x="769" y="629"/>
                </a:moveTo>
                <a:lnTo>
                  <a:pt x="776" y="629"/>
                </a:lnTo>
                <a:lnTo>
                  <a:pt x="776" y="622"/>
                </a:lnTo>
                <a:lnTo>
                  <a:pt x="769" y="622"/>
                </a:lnTo>
                <a:lnTo>
                  <a:pt x="769" y="629"/>
                </a:lnTo>
                <a:close/>
                <a:moveTo>
                  <a:pt x="786" y="629"/>
                </a:moveTo>
                <a:lnTo>
                  <a:pt x="793" y="629"/>
                </a:lnTo>
                <a:lnTo>
                  <a:pt x="793" y="622"/>
                </a:lnTo>
                <a:lnTo>
                  <a:pt x="786" y="622"/>
                </a:lnTo>
                <a:lnTo>
                  <a:pt x="786" y="629"/>
                </a:lnTo>
                <a:close/>
                <a:moveTo>
                  <a:pt x="802" y="629"/>
                </a:moveTo>
                <a:lnTo>
                  <a:pt x="810" y="629"/>
                </a:lnTo>
                <a:lnTo>
                  <a:pt x="810" y="622"/>
                </a:lnTo>
                <a:lnTo>
                  <a:pt x="802" y="622"/>
                </a:lnTo>
                <a:lnTo>
                  <a:pt x="802" y="629"/>
                </a:lnTo>
                <a:close/>
                <a:moveTo>
                  <a:pt x="819" y="629"/>
                </a:moveTo>
                <a:lnTo>
                  <a:pt x="826" y="629"/>
                </a:lnTo>
                <a:lnTo>
                  <a:pt x="826" y="622"/>
                </a:lnTo>
                <a:lnTo>
                  <a:pt x="819" y="622"/>
                </a:lnTo>
                <a:lnTo>
                  <a:pt x="819" y="629"/>
                </a:lnTo>
                <a:close/>
                <a:moveTo>
                  <a:pt x="836" y="629"/>
                </a:moveTo>
                <a:lnTo>
                  <a:pt x="843" y="629"/>
                </a:lnTo>
                <a:lnTo>
                  <a:pt x="843" y="622"/>
                </a:lnTo>
                <a:lnTo>
                  <a:pt x="836" y="622"/>
                </a:lnTo>
                <a:lnTo>
                  <a:pt x="836" y="629"/>
                </a:lnTo>
                <a:close/>
                <a:moveTo>
                  <a:pt x="1371" y="629"/>
                </a:moveTo>
                <a:lnTo>
                  <a:pt x="1378" y="629"/>
                </a:lnTo>
                <a:lnTo>
                  <a:pt x="1378" y="622"/>
                </a:lnTo>
                <a:lnTo>
                  <a:pt x="1371" y="622"/>
                </a:lnTo>
                <a:lnTo>
                  <a:pt x="1371" y="629"/>
                </a:lnTo>
                <a:close/>
                <a:moveTo>
                  <a:pt x="1390" y="629"/>
                </a:moveTo>
                <a:lnTo>
                  <a:pt x="1394" y="629"/>
                </a:lnTo>
                <a:lnTo>
                  <a:pt x="1394" y="622"/>
                </a:lnTo>
                <a:lnTo>
                  <a:pt x="1390" y="622"/>
                </a:lnTo>
                <a:lnTo>
                  <a:pt x="1390" y="629"/>
                </a:lnTo>
                <a:close/>
                <a:moveTo>
                  <a:pt x="1406" y="629"/>
                </a:moveTo>
                <a:lnTo>
                  <a:pt x="1413" y="629"/>
                </a:lnTo>
                <a:lnTo>
                  <a:pt x="1413" y="622"/>
                </a:lnTo>
                <a:lnTo>
                  <a:pt x="1406" y="622"/>
                </a:lnTo>
                <a:lnTo>
                  <a:pt x="1406" y="629"/>
                </a:lnTo>
                <a:close/>
                <a:moveTo>
                  <a:pt x="1423" y="629"/>
                </a:moveTo>
                <a:lnTo>
                  <a:pt x="1430" y="629"/>
                </a:lnTo>
                <a:lnTo>
                  <a:pt x="1430" y="622"/>
                </a:lnTo>
                <a:lnTo>
                  <a:pt x="1423" y="622"/>
                </a:lnTo>
                <a:lnTo>
                  <a:pt x="1423" y="629"/>
                </a:lnTo>
                <a:close/>
                <a:moveTo>
                  <a:pt x="1439" y="629"/>
                </a:moveTo>
                <a:lnTo>
                  <a:pt x="1447" y="629"/>
                </a:lnTo>
                <a:lnTo>
                  <a:pt x="1447" y="622"/>
                </a:lnTo>
                <a:lnTo>
                  <a:pt x="1439" y="622"/>
                </a:lnTo>
                <a:lnTo>
                  <a:pt x="1439" y="629"/>
                </a:lnTo>
                <a:close/>
                <a:moveTo>
                  <a:pt x="1456" y="629"/>
                </a:moveTo>
                <a:lnTo>
                  <a:pt x="1463" y="629"/>
                </a:lnTo>
                <a:lnTo>
                  <a:pt x="1463" y="622"/>
                </a:lnTo>
                <a:lnTo>
                  <a:pt x="1456" y="622"/>
                </a:lnTo>
                <a:lnTo>
                  <a:pt x="1456" y="629"/>
                </a:lnTo>
                <a:close/>
                <a:moveTo>
                  <a:pt x="1522" y="629"/>
                </a:moveTo>
                <a:lnTo>
                  <a:pt x="1529" y="629"/>
                </a:lnTo>
                <a:lnTo>
                  <a:pt x="1529" y="622"/>
                </a:lnTo>
                <a:lnTo>
                  <a:pt x="1522" y="622"/>
                </a:lnTo>
                <a:lnTo>
                  <a:pt x="1522" y="629"/>
                </a:lnTo>
                <a:close/>
                <a:moveTo>
                  <a:pt x="1539" y="629"/>
                </a:moveTo>
                <a:lnTo>
                  <a:pt x="1546" y="629"/>
                </a:lnTo>
                <a:lnTo>
                  <a:pt x="1546" y="622"/>
                </a:lnTo>
                <a:lnTo>
                  <a:pt x="1539" y="622"/>
                </a:lnTo>
                <a:lnTo>
                  <a:pt x="1539" y="629"/>
                </a:lnTo>
                <a:close/>
                <a:moveTo>
                  <a:pt x="1589" y="629"/>
                </a:moveTo>
                <a:lnTo>
                  <a:pt x="1596" y="629"/>
                </a:lnTo>
                <a:lnTo>
                  <a:pt x="1596" y="622"/>
                </a:lnTo>
                <a:lnTo>
                  <a:pt x="1589" y="622"/>
                </a:lnTo>
                <a:lnTo>
                  <a:pt x="1589" y="629"/>
                </a:lnTo>
                <a:close/>
                <a:moveTo>
                  <a:pt x="1605" y="629"/>
                </a:moveTo>
                <a:lnTo>
                  <a:pt x="1612" y="629"/>
                </a:lnTo>
                <a:lnTo>
                  <a:pt x="1612" y="622"/>
                </a:lnTo>
                <a:lnTo>
                  <a:pt x="1605" y="622"/>
                </a:lnTo>
                <a:lnTo>
                  <a:pt x="1605" y="629"/>
                </a:lnTo>
                <a:close/>
                <a:moveTo>
                  <a:pt x="1622" y="629"/>
                </a:moveTo>
                <a:lnTo>
                  <a:pt x="1629" y="629"/>
                </a:lnTo>
                <a:lnTo>
                  <a:pt x="1629" y="622"/>
                </a:lnTo>
                <a:lnTo>
                  <a:pt x="1622" y="622"/>
                </a:lnTo>
                <a:lnTo>
                  <a:pt x="1622" y="629"/>
                </a:lnTo>
                <a:close/>
                <a:moveTo>
                  <a:pt x="1638" y="629"/>
                </a:moveTo>
                <a:lnTo>
                  <a:pt x="1645" y="629"/>
                </a:lnTo>
                <a:lnTo>
                  <a:pt x="1645" y="622"/>
                </a:lnTo>
                <a:lnTo>
                  <a:pt x="1638" y="622"/>
                </a:lnTo>
                <a:lnTo>
                  <a:pt x="1638" y="629"/>
                </a:lnTo>
                <a:close/>
                <a:moveTo>
                  <a:pt x="1657" y="629"/>
                </a:moveTo>
                <a:lnTo>
                  <a:pt x="1664" y="629"/>
                </a:lnTo>
                <a:lnTo>
                  <a:pt x="1664" y="622"/>
                </a:lnTo>
                <a:lnTo>
                  <a:pt x="1657" y="622"/>
                </a:lnTo>
                <a:lnTo>
                  <a:pt x="1657" y="629"/>
                </a:lnTo>
                <a:close/>
                <a:moveTo>
                  <a:pt x="1674" y="629"/>
                </a:moveTo>
                <a:lnTo>
                  <a:pt x="1681" y="629"/>
                </a:lnTo>
                <a:lnTo>
                  <a:pt x="1681" y="622"/>
                </a:lnTo>
                <a:lnTo>
                  <a:pt x="1674" y="622"/>
                </a:lnTo>
                <a:lnTo>
                  <a:pt x="1674" y="629"/>
                </a:lnTo>
                <a:close/>
                <a:moveTo>
                  <a:pt x="1690" y="629"/>
                </a:moveTo>
                <a:lnTo>
                  <a:pt x="1698" y="629"/>
                </a:lnTo>
                <a:lnTo>
                  <a:pt x="1698" y="622"/>
                </a:lnTo>
                <a:lnTo>
                  <a:pt x="1690" y="622"/>
                </a:lnTo>
                <a:lnTo>
                  <a:pt x="1690" y="629"/>
                </a:lnTo>
                <a:close/>
                <a:moveTo>
                  <a:pt x="1707" y="629"/>
                </a:moveTo>
                <a:lnTo>
                  <a:pt x="1714" y="629"/>
                </a:lnTo>
                <a:lnTo>
                  <a:pt x="1714" y="622"/>
                </a:lnTo>
                <a:lnTo>
                  <a:pt x="1707" y="622"/>
                </a:lnTo>
                <a:lnTo>
                  <a:pt x="1707" y="629"/>
                </a:lnTo>
                <a:close/>
                <a:moveTo>
                  <a:pt x="1724" y="629"/>
                </a:moveTo>
                <a:lnTo>
                  <a:pt x="1731" y="629"/>
                </a:lnTo>
                <a:lnTo>
                  <a:pt x="1731" y="622"/>
                </a:lnTo>
                <a:lnTo>
                  <a:pt x="1724" y="622"/>
                </a:lnTo>
                <a:lnTo>
                  <a:pt x="1724" y="629"/>
                </a:lnTo>
                <a:close/>
                <a:moveTo>
                  <a:pt x="1740" y="629"/>
                </a:moveTo>
                <a:lnTo>
                  <a:pt x="1747" y="629"/>
                </a:lnTo>
                <a:lnTo>
                  <a:pt x="1747" y="622"/>
                </a:lnTo>
                <a:lnTo>
                  <a:pt x="1740" y="622"/>
                </a:lnTo>
                <a:lnTo>
                  <a:pt x="1740" y="629"/>
                </a:lnTo>
                <a:close/>
                <a:moveTo>
                  <a:pt x="1757" y="629"/>
                </a:moveTo>
                <a:lnTo>
                  <a:pt x="1764" y="629"/>
                </a:lnTo>
                <a:lnTo>
                  <a:pt x="1764" y="622"/>
                </a:lnTo>
                <a:lnTo>
                  <a:pt x="1757" y="622"/>
                </a:lnTo>
                <a:lnTo>
                  <a:pt x="1757" y="629"/>
                </a:lnTo>
                <a:close/>
                <a:moveTo>
                  <a:pt x="1773" y="629"/>
                </a:moveTo>
                <a:lnTo>
                  <a:pt x="1780" y="629"/>
                </a:lnTo>
                <a:lnTo>
                  <a:pt x="1780" y="622"/>
                </a:lnTo>
                <a:lnTo>
                  <a:pt x="1773" y="622"/>
                </a:lnTo>
                <a:lnTo>
                  <a:pt x="1773" y="629"/>
                </a:lnTo>
                <a:close/>
                <a:moveTo>
                  <a:pt x="1790" y="629"/>
                </a:moveTo>
                <a:lnTo>
                  <a:pt x="1797" y="629"/>
                </a:lnTo>
                <a:lnTo>
                  <a:pt x="1797" y="622"/>
                </a:lnTo>
                <a:lnTo>
                  <a:pt x="1790" y="622"/>
                </a:lnTo>
                <a:lnTo>
                  <a:pt x="1790" y="629"/>
                </a:lnTo>
                <a:close/>
                <a:moveTo>
                  <a:pt x="1806" y="629"/>
                </a:moveTo>
                <a:lnTo>
                  <a:pt x="1814" y="629"/>
                </a:lnTo>
                <a:lnTo>
                  <a:pt x="1814" y="622"/>
                </a:lnTo>
                <a:lnTo>
                  <a:pt x="1806" y="622"/>
                </a:lnTo>
                <a:lnTo>
                  <a:pt x="1806" y="629"/>
                </a:lnTo>
                <a:close/>
                <a:moveTo>
                  <a:pt x="1823" y="629"/>
                </a:moveTo>
                <a:lnTo>
                  <a:pt x="1830" y="629"/>
                </a:lnTo>
                <a:lnTo>
                  <a:pt x="1830" y="622"/>
                </a:lnTo>
                <a:lnTo>
                  <a:pt x="1823" y="622"/>
                </a:lnTo>
                <a:lnTo>
                  <a:pt x="1823" y="629"/>
                </a:lnTo>
                <a:close/>
                <a:moveTo>
                  <a:pt x="1840" y="629"/>
                </a:moveTo>
                <a:lnTo>
                  <a:pt x="1847" y="629"/>
                </a:lnTo>
                <a:lnTo>
                  <a:pt x="1847" y="622"/>
                </a:lnTo>
                <a:lnTo>
                  <a:pt x="1840" y="622"/>
                </a:lnTo>
                <a:lnTo>
                  <a:pt x="1840" y="629"/>
                </a:lnTo>
                <a:close/>
                <a:moveTo>
                  <a:pt x="1856" y="629"/>
                </a:moveTo>
                <a:lnTo>
                  <a:pt x="1863" y="629"/>
                </a:lnTo>
                <a:lnTo>
                  <a:pt x="1863" y="622"/>
                </a:lnTo>
                <a:lnTo>
                  <a:pt x="1856" y="622"/>
                </a:lnTo>
                <a:lnTo>
                  <a:pt x="1856" y="629"/>
                </a:lnTo>
                <a:close/>
                <a:moveTo>
                  <a:pt x="1873" y="629"/>
                </a:moveTo>
                <a:lnTo>
                  <a:pt x="1880" y="629"/>
                </a:lnTo>
                <a:lnTo>
                  <a:pt x="1880" y="622"/>
                </a:lnTo>
                <a:lnTo>
                  <a:pt x="1873" y="622"/>
                </a:lnTo>
                <a:lnTo>
                  <a:pt x="1873" y="629"/>
                </a:lnTo>
                <a:close/>
                <a:moveTo>
                  <a:pt x="1908" y="629"/>
                </a:moveTo>
                <a:lnTo>
                  <a:pt x="1915" y="629"/>
                </a:lnTo>
                <a:lnTo>
                  <a:pt x="1915" y="622"/>
                </a:lnTo>
                <a:lnTo>
                  <a:pt x="1908" y="622"/>
                </a:lnTo>
                <a:lnTo>
                  <a:pt x="1908" y="629"/>
                </a:lnTo>
                <a:close/>
                <a:moveTo>
                  <a:pt x="1925" y="629"/>
                </a:moveTo>
                <a:lnTo>
                  <a:pt x="1932" y="629"/>
                </a:lnTo>
                <a:lnTo>
                  <a:pt x="1932" y="622"/>
                </a:lnTo>
                <a:lnTo>
                  <a:pt x="1925" y="622"/>
                </a:lnTo>
                <a:lnTo>
                  <a:pt x="1925" y="629"/>
                </a:lnTo>
                <a:close/>
                <a:moveTo>
                  <a:pt x="1941" y="629"/>
                </a:moveTo>
                <a:lnTo>
                  <a:pt x="1949" y="629"/>
                </a:lnTo>
                <a:lnTo>
                  <a:pt x="1949" y="622"/>
                </a:lnTo>
                <a:lnTo>
                  <a:pt x="1941" y="622"/>
                </a:lnTo>
                <a:lnTo>
                  <a:pt x="1941" y="629"/>
                </a:lnTo>
                <a:close/>
                <a:moveTo>
                  <a:pt x="1958" y="629"/>
                </a:moveTo>
                <a:lnTo>
                  <a:pt x="1965" y="629"/>
                </a:lnTo>
                <a:lnTo>
                  <a:pt x="1965" y="622"/>
                </a:lnTo>
                <a:lnTo>
                  <a:pt x="1958" y="622"/>
                </a:lnTo>
                <a:lnTo>
                  <a:pt x="1958" y="629"/>
                </a:lnTo>
                <a:close/>
                <a:moveTo>
                  <a:pt x="1975" y="629"/>
                </a:moveTo>
                <a:lnTo>
                  <a:pt x="1982" y="629"/>
                </a:lnTo>
                <a:lnTo>
                  <a:pt x="1982" y="622"/>
                </a:lnTo>
                <a:lnTo>
                  <a:pt x="1975" y="622"/>
                </a:lnTo>
                <a:lnTo>
                  <a:pt x="1975" y="629"/>
                </a:lnTo>
                <a:close/>
                <a:moveTo>
                  <a:pt x="1991" y="629"/>
                </a:moveTo>
                <a:lnTo>
                  <a:pt x="1998" y="629"/>
                </a:lnTo>
                <a:lnTo>
                  <a:pt x="1998" y="622"/>
                </a:lnTo>
                <a:lnTo>
                  <a:pt x="1991" y="622"/>
                </a:lnTo>
                <a:lnTo>
                  <a:pt x="1991" y="629"/>
                </a:lnTo>
                <a:close/>
                <a:moveTo>
                  <a:pt x="2008" y="629"/>
                </a:moveTo>
                <a:lnTo>
                  <a:pt x="2015" y="629"/>
                </a:lnTo>
                <a:lnTo>
                  <a:pt x="2015" y="622"/>
                </a:lnTo>
                <a:lnTo>
                  <a:pt x="2008" y="622"/>
                </a:lnTo>
                <a:lnTo>
                  <a:pt x="2008" y="629"/>
                </a:lnTo>
                <a:close/>
                <a:moveTo>
                  <a:pt x="2024" y="629"/>
                </a:moveTo>
                <a:lnTo>
                  <a:pt x="2031" y="629"/>
                </a:lnTo>
                <a:lnTo>
                  <a:pt x="2031" y="622"/>
                </a:lnTo>
                <a:lnTo>
                  <a:pt x="2024" y="622"/>
                </a:lnTo>
                <a:lnTo>
                  <a:pt x="2024" y="629"/>
                </a:lnTo>
                <a:close/>
                <a:moveTo>
                  <a:pt x="2041" y="629"/>
                </a:moveTo>
                <a:lnTo>
                  <a:pt x="2048" y="629"/>
                </a:lnTo>
                <a:lnTo>
                  <a:pt x="2048" y="622"/>
                </a:lnTo>
                <a:lnTo>
                  <a:pt x="2041" y="622"/>
                </a:lnTo>
                <a:lnTo>
                  <a:pt x="2041" y="629"/>
                </a:lnTo>
                <a:close/>
                <a:moveTo>
                  <a:pt x="2057" y="629"/>
                </a:moveTo>
                <a:lnTo>
                  <a:pt x="2065" y="629"/>
                </a:lnTo>
                <a:lnTo>
                  <a:pt x="2065" y="622"/>
                </a:lnTo>
                <a:lnTo>
                  <a:pt x="2057" y="622"/>
                </a:lnTo>
                <a:lnTo>
                  <a:pt x="2057" y="629"/>
                </a:lnTo>
                <a:close/>
                <a:moveTo>
                  <a:pt x="2074" y="629"/>
                </a:moveTo>
                <a:lnTo>
                  <a:pt x="2081" y="629"/>
                </a:lnTo>
                <a:lnTo>
                  <a:pt x="2081" y="622"/>
                </a:lnTo>
                <a:lnTo>
                  <a:pt x="2074" y="622"/>
                </a:lnTo>
                <a:lnTo>
                  <a:pt x="2074" y="629"/>
                </a:lnTo>
                <a:close/>
                <a:moveTo>
                  <a:pt x="2091" y="629"/>
                </a:moveTo>
                <a:lnTo>
                  <a:pt x="2098" y="629"/>
                </a:lnTo>
                <a:lnTo>
                  <a:pt x="2098" y="622"/>
                </a:lnTo>
                <a:lnTo>
                  <a:pt x="2091" y="622"/>
                </a:lnTo>
                <a:lnTo>
                  <a:pt x="2091" y="629"/>
                </a:lnTo>
                <a:close/>
                <a:moveTo>
                  <a:pt x="2107" y="629"/>
                </a:moveTo>
                <a:lnTo>
                  <a:pt x="2114" y="629"/>
                </a:lnTo>
                <a:lnTo>
                  <a:pt x="2114" y="622"/>
                </a:lnTo>
                <a:lnTo>
                  <a:pt x="2107" y="622"/>
                </a:lnTo>
                <a:lnTo>
                  <a:pt x="2107" y="629"/>
                </a:lnTo>
                <a:close/>
                <a:moveTo>
                  <a:pt x="2124" y="629"/>
                </a:moveTo>
                <a:lnTo>
                  <a:pt x="2131" y="629"/>
                </a:lnTo>
                <a:lnTo>
                  <a:pt x="2131" y="622"/>
                </a:lnTo>
                <a:lnTo>
                  <a:pt x="2124" y="622"/>
                </a:lnTo>
                <a:lnTo>
                  <a:pt x="2124" y="629"/>
                </a:lnTo>
                <a:close/>
                <a:moveTo>
                  <a:pt x="2140" y="629"/>
                </a:moveTo>
                <a:lnTo>
                  <a:pt x="2147" y="629"/>
                </a:lnTo>
                <a:lnTo>
                  <a:pt x="2147" y="622"/>
                </a:lnTo>
                <a:lnTo>
                  <a:pt x="2140" y="622"/>
                </a:lnTo>
                <a:lnTo>
                  <a:pt x="2140" y="629"/>
                </a:lnTo>
                <a:close/>
                <a:moveTo>
                  <a:pt x="2159" y="629"/>
                </a:moveTo>
                <a:lnTo>
                  <a:pt x="2164" y="629"/>
                </a:lnTo>
                <a:lnTo>
                  <a:pt x="2164" y="622"/>
                </a:lnTo>
                <a:lnTo>
                  <a:pt x="2159" y="622"/>
                </a:lnTo>
                <a:lnTo>
                  <a:pt x="2159" y="629"/>
                </a:lnTo>
                <a:close/>
                <a:moveTo>
                  <a:pt x="2176" y="629"/>
                </a:moveTo>
                <a:lnTo>
                  <a:pt x="2183" y="629"/>
                </a:lnTo>
                <a:lnTo>
                  <a:pt x="2183" y="622"/>
                </a:lnTo>
                <a:lnTo>
                  <a:pt x="2176" y="622"/>
                </a:lnTo>
                <a:lnTo>
                  <a:pt x="2176" y="629"/>
                </a:lnTo>
                <a:close/>
                <a:moveTo>
                  <a:pt x="2192" y="629"/>
                </a:moveTo>
                <a:lnTo>
                  <a:pt x="2200" y="629"/>
                </a:lnTo>
                <a:lnTo>
                  <a:pt x="2200" y="622"/>
                </a:lnTo>
                <a:lnTo>
                  <a:pt x="2192" y="622"/>
                </a:lnTo>
                <a:lnTo>
                  <a:pt x="2192" y="629"/>
                </a:lnTo>
                <a:close/>
                <a:moveTo>
                  <a:pt x="2209" y="629"/>
                </a:moveTo>
                <a:lnTo>
                  <a:pt x="2216" y="629"/>
                </a:lnTo>
                <a:lnTo>
                  <a:pt x="2216" y="622"/>
                </a:lnTo>
                <a:lnTo>
                  <a:pt x="2209" y="622"/>
                </a:lnTo>
                <a:lnTo>
                  <a:pt x="2209" y="629"/>
                </a:lnTo>
                <a:close/>
                <a:moveTo>
                  <a:pt x="2226" y="629"/>
                </a:moveTo>
                <a:lnTo>
                  <a:pt x="2233" y="629"/>
                </a:lnTo>
                <a:lnTo>
                  <a:pt x="2233" y="622"/>
                </a:lnTo>
                <a:lnTo>
                  <a:pt x="2226" y="622"/>
                </a:lnTo>
                <a:lnTo>
                  <a:pt x="2226" y="629"/>
                </a:lnTo>
                <a:close/>
                <a:moveTo>
                  <a:pt x="2242" y="629"/>
                </a:moveTo>
                <a:lnTo>
                  <a:pt x="2249" y="629"/>
                </a:lnTo>
                <a:lnTo>
                  <a:pt x="2249" y="622"/>
                </a:lnTo>
                <a:lnTo>
                  <a:pt x="2242" y="622"/>
                </a:lnTo>
                <a:lnTo>
                  <a:pt x="2242" y="629"/>
                </a:lnTo>
                <a:close/>
                <a:moveTo>
                  <a:pt x="2259" y="629"/>
                </a:moveTo>
                <a:lnTo>
                  <a:pt x="2266" y="629"/>
                </a:lnTo>
                <a:lnTo>
                  <a:pt x="2266" y="622"/>
                </a:lnTo>
                <a:lnTo>
                  <a:pt x="2259" y="622"/>
                </a:lnTo>
                <a:lnTo>
                  <a:pt x="2259" y="629"/>
                </a:lnTo>
                <a:close/>
                <a:moveTo>
                  <a:pt x="2275" y="629"/>
                </a:moveTo>
                <a:lnTo>
                  <a:pt x="2282" y="629"/>
                </a:lnTo>
                <a:lnTo>
                  <a:pt x="2282" y="622"/>
                </a:lnTo>
                <a:lnTo>
                  <a:pt x="2275" y="622"/>
                </a:lnTo>
                <a:lnTo>
                  <a:pt x="2275" y="629"/>
                </a:lnTo>
                <a:close/>
                <a:moveTo>
                  <a:pt x="2292" y="629"/>
                </a:moveTo>
                <a:lnTo>
                  <a:pt x="2299" y="629"/>
                </a:lnTo>
                <a:lnTo>
                  <a:pt x="2299" y="622"/>
                </a:lnTo>
                <a:lnTo>
                  <a:pt x="2292" y="622"/>
                </a:lnTo>
                <a:lnTo>
                  <a:pt x="2292" y="629"/>
                </a:lnTo>
                <a:close/>
                <a:moveTo>
                  <a:pt x="2308" y="629"/>
                </a:moveTo>
                <a:lnTo>
                  <a:pt x="2316" y="629"/>
                </a:lnTo>
                <a:lnTo>
                  <a:pt x="2316" y="622"/>
                </a:lnTo>
                <a:lnTo>
                  <a:pt x="2308" y="622"/>
                </a:lnTo>
                <a:lnTo>
                  <a:pt x="2308" y="629"/>
                </a:lnTo>
                <a:close/>
                <a:moveTo>
                  <a:pt x="2325" y="629"/>
                </a:moveTo>
                <a:lnTo>
                  <a:pt x="2332" y="629"/>
                </a:lnTo>
                <a:lnTo>
                  <a:pt x="2332" y="622"/>
                </a:lnTo>
                <a:lnTo>
                  <a:pt x="2325" y="622"/>
                </a:lnTo>
                <a:lnTo>
                  <a:pt x="2325" y="629"/>
                </a:lnTo>
                <a:close/>
                <a:moveTo>
                  <a:pt x="2342" y="629"/>
                </a:moveTo>
                <a:lnTo>
                  <a:pt x="2349" y="629"/>
                </a:lnTo>
                <a:lnTo>
                  <a:pt x="2349" y="622"/>
                </a:lnTo>
                <a:lnTo>
                  <a:pt x="2342" y="622"/>
                </a:lnTo>
                <a:lnTo>
                  <a:pt x="2342" y="629"/>
                </a:lnTo>
                <a:close/>
                <a:moveTo>
                  <a:pt x="2358" y="629"/>
                </a:moveTo>
                <a:lnTo>
                  <a:pt x="2365" y="629"/>
                </a:lnTo>
                <a:lnTo>
                  <a:pt x="2365" y="622"/>
                </a:lnTo>
                <a:lnTo>
                  <a:pt x="2358" y="622"/>
                </a:lnTo>
                <a:lnTo>
                  <a:pt x="2358" y="629"/>
                </a:lnTo>
                <a:close/>
                <a:moveTo>
                  <a:pt x="2375" y="629"/>
                </a:moveTo>
                <a:lnTo>
                  <a:pt x="2382" y="629"/>
                </a:lnTo>
                <a:lnTo>
                  <a:pt x="2382" y="622"/>
                </a:lnTo>
                <a:lnTo>
                  <a:pt x="2375" y="622"/>
                </a:lnTo>
                <a:lnTo>
                  <a:pt x="2375" y="629"/>
                </a:lnTo>
                <a:close/>
                <a:moveTo>
                  <a:pt x="2391" y="629"/>
                </a:moveTo>
                <a:lnTo>
                  <a:pt x="2398" y="629"/>
                </a:lnTo>
                <a:lnTo>
                  <a:pt x="2398" y="622"/>
                </a:lnTo>
                <a:lnTo>
                  <a:pt x="2391" y="622"/>
                </a:lnTo>
                <a:lnTo>
                  <a:pt x="2391" y="629"/>
                </a:lnTo>
                <a:close/>
                <a:moveTo>
                  <a:pt x="2408" y="629"/>
                </a:moveTo>
                <a:lnTo>
                  <a:pt x="2415" y="629"/>
                </a:lnTo>
                <a:lnTo>
                  <a:pt x="2415" y="622"/>
                </a:lnTo>
                <a:lnTo>
                  <a:pt x="2408" y="622"/>
                </a:lnTo>
                <a:lnTo>
                  <a:pt x="2408" y="629"/>
                </a:lnTo>
                <a:close/>
                <a:moveTo>
                  <a:pt x="2427" y="629"/>
                </a:moveTo>
                <a:lnTo>
                  <a:pt x="2434" y="629"/>
                </a:lnTo>
                <a:lnTo>
                  <a:pt x="2434" y="622"/>
                </a:lnTo>
                <a:lnTo>
                  <a:pt x="2427" y="622"/>
                </a:lnTo>
                <a:lnTo>
                  <a:pt x="2427" y="629"/>
                </a:lnTo>
                <a:close/>
                <a:moveTo>
                  <a:pt x="2443" y="629"/>
                </a:moveTo>
                <a:lnTo>
                  <a:pt x="2451" y="629"/>
                </a:lnTo>
                <a:lnTo>
                  <a:pt x="2451" y="622"/>
                </a:lnTo>
                <a:lnTo>
                  <a:pt x="2443" y="622"/>
                </a:lnTo>
                <a:lnTo>
                  <a:pt x="2443" y="629"/>
                </a:lnTo>
                <a:close/>
                <a:moveTo>
                  <a:pt x="2460" y="629"/>
                </a:moveTo>
                <a:lnTo>
                  <a:pt x="2467" y="629"/>
                </a:lnTo>
                <a:lnTo>
                  <a:pt x="2467" y="622"/>
                </a:lnTo>
                <a:lnTo>
                  <a:pt x="2460" y="622"/>
                </a:lnTo>
                <a:lnTo>
                  <a:pt x="2460" y="629"/>
                </a:lnTo>
                <a:close/>
                <a:moveTo>
                  <a:pt x="2477" y="629"/>
                </a:moveTo>
                <a:lnTo>
                  <a:pt x="2484" y="629"/>
                </a:lnTo>
                <a:lnTo>
                  <a:pt x="2484" y="622"/>
                </a:lnTo>
                <a:lnTo>
                  <a:pt x="2477" y="622"/>
                </a:lnTo>
                <a:lnTo>
                  <a:pt x="2477" y="629"/>
                </a:lnTo>
                <a:close/>
                <a:moveTo>
                  <a:pt x="2493" y="629"/>
                </a:moveTo>
                <a:lnTo>
                  <a:pt x="2500" y="629"/>
                </a:lnTo>
                <a:lnTo>
                  <a:pt x="2500" y="622"/>
                </a:lnTo>
                <a:lnTo>
                  <a:pt x="2493" y="622"/>
                </a:lnTo>
                <a:lnTo>
                  <a:pt x="2493" y="629"/>
                </a:lnTo>
                <a:close/>
                <a:moveTo>
                  <a:pt x="2510" y="629"/>
                </a:moveTo>
                <a:lnTo>
                  <a:pt x="2517" y="629"/>
                </a:lnTo>
                <a:lnTo>
                  <a:pt x="2517" y="622"/>
                </a:lnTo>
                <a:lnTo>
                  <a:pt x="2510" y="622"/>
                </a:lnTo>
                <a:lnTo>
                  <a:pt x="2510" y="629"/>
                </a:lnTo>
                <a:close/>
                <a:moveTo>
                  <a:pt x="2526" y="629"/>
                </a:moveTo>
                <a:lnTo>
                  <a:pt x="2533" y="629"/>
                </a:lnTo>
                <a:lnTo>
                  <a:pt x="2533" y="622"/>
                </a:lnTo>
                <a:lnTo>
                  <a:pt x="2526" y="622"/>
                </a:lnTo>
                <a:lnTo>
                  <a:pt x="2526" y="629"/>
                </a:lnTo>
                <a:close/>
                <a:moveTo>
                  <a:pt x="2543" y="629"/>
                </a:moveTo>
                <a:lnTo>
                  <a:pt x="2550" y="629"/>
                </a:lnTo>
                <a:lnTo>
                  <a:pt x="2550" y="622"/>
                </a:lnTo>
                <a:lnTo>
                  <a:pt x="2543" y="622"/>
                </a:lnTo>
                <a:lnTo>
                  <a:pt x="2543" y="629"/>
                </a:lnTo>
                <a:close/>
                <a:moveTo>
                  <a:pt x="2626" y="629"/>
                </a:moveTo>
                <a:lnTo>
                  <a:pt x="2633" y="629"/>
                </a:lnTo>
                <a:lnTo>
                  <a:pt x="2633" y="622"/>
                </a:lnTo>
                <a:lnTo>
                  <a:pt x="2626" y="622"/>
                </a:lnTo>
                <a:lnTo>
                  <a:pt x="2626" y="629"/>
                </a:lnTo>
                <a:close/>
                <a:moveTo>
                  <a:pt x="2642" y="629"/>
                </a:moveTo>
                <a:lnTo>
                  <a:pt x="2649" y="629"/>
                </a:lnTo>
                <a:lnTo>
                  <a:pt x="2649" y="622"/>
                </a:lnTo>
                <a:lnTo>
                  <a:pt x="2642" y="622"/>
                </a:lnTo>
                <a:lnTo>
                  <a:pt x="2642" y="629"/>
                </a:lnTo>
                <a:close/>
                <a:moveTo>
                  <a:pt x="419" y="646"/>
                </a:moveTo>
                <a:lnTo>
                  <a:pt x="426" y="646"/>
                </a:lnTo>
                <a:lnTo>
                  <a:pt x="426" y="639"/>
                </a:lnTo>
                <a:lnTo>
                  <a:pt x="419" y="639"/>
                </a:lnTo>
                <a:lnTo>
                  <a:pt x="419" y="646"/>
                </a:lnTo>
                <a:close/>
                <a:moveTo>
                  <a:pt x="435" y="646"/>
                </a:moveTo>
                <a:lnTo>
                  <a:pt x="442" y="646"/>
                </a:lnTo>
                <a:lnTo>
                  <a:pt x="442" y="639"/>
                </a:lnTo>
                <a:lnTo>
                  <a:pt x="435" y="639"/>
                </a:lnTo>
                <a:lnTo>
                  <a:pt x="435" y="646"/>
                </a:lnTo>
                <a:close/>
                <a:moveTo>
                  <a:pt x="452" y="646"/>
                </a:moveTo>
                <a:lnTo>
                  <a:pt x="459" y="646"/>
                </a:lnTo>
                <a:lnTo>
                  <a:pt x="459" y="639"/>
                </a:lnTo>
                <a:lnTo>
                  <a:pt x="452" y="639"/>
                </a:lnTo>
                <a:lnTo>
                  <a:pt x="452" y="646"/>
                </a:lnTo>
                <a:close/>
                <a:moveTo>
                  <a:pt x="469" y="646"/>
                </a:moveTo>
                <a:lnTo>
                  <a:pt x="476" y="646"/>
                </a:lnTo>
                <a:lnTo>
                  <a:pt x="476" y="639"/>
                </a:lnTo>
                <a:lnTo>
                  <a:pt x="469" y="639"/>
                </a:lnTo>
                <a:lnTo>
                  <a:pt x="469" y="646"/>
                </a:lnTo>
                <a:close/>
                <a:moveTo>
                  <a:pt x="485" y="646"/>
                </a:moveTo>
                <a:lnTo>
                  <a:pt x="492" y="646"/>
                </a:lnTo>
                <a:lnTo>
                  <a:pt x="492" y="639"/>
                </a:lnTo>
                <a:lnTo>
                  <a:pt x="485" y="639"/>
                </a:lnTo>
                <a:lnTo>
                  <a:pt x="485" y="646"/>
                </a:lnTo>
                <a:close/>
                <a:moveTo>
                  <a:pt x="502" y="646"/>
                </a:moveTo>
                <a:lnTo>
                  <a:pt x="509" y="646"/>
                </a:lnTo>
                <a:lnTo>
                  <a:pt x="509" y="639"/>
                </a:lnTo>
                <a:lnTo>
                  <a:pt x="502" y="639"/>
                </a:lnTo>
                <a:lnTo>
                  <a:pt x="502" y="646"/>
                </a:lnTo>
                <a:close/>
                <a:moveTo>
                  <a:pt x="518" y="646"/>
                </a:moveTo>
                <a:lnTo>
                  <a:pt x="525" y="646"/>
                </a:lnTo>
                <a:lnTo>
                  <a:pt x="525" y="639"/>
                </a:lnTo>
                <a:lnTo>
                  <a:pt x="518" y="639"/>
                </a:lnTo>
                <a:lnTo>
                  <a:pt x="518" y="646"/>
                </a:lnTo>
                <a:close/>
                <a:moveTo>
                  <a:pt x="535" y="646"/>
                </a:moveTo>
                <a:lnTo>
                  <a:pt x="542" y="646"/>
                </a:lnTo>
                <a:lnTo>
                  <a:pt x="542" y="639"/>
                </a:lnTo>
                <a:lnTo>
                  <a:pt x="535" y="639"/>
                </a:lnTo>
                <a:lnTo>
                  <a:pt x="535" y="646"/>
                </a:lnTo>
                <a:close/>
                <a:moveTo>
                  <a:pt x="551" y="646"/>
                </a:moveTo>
                <a:lnTo>
                  <a:pt x="559" y="646"/>
                </a:lnTo>
                <a:lnTo>
                  <a:pt x="559" y="639"/>
                </a:lnTo>
                <a:lnTo>
                  <a:pt x="551" y="639"/>
                </a:lnTo>
                <a:lnTo>
                  <a:pt x="551" y="646"/>
                </a:lnTo>
                <a:close/>
                <a:moveTo>
                  <a:pt x="568" y="646"/>
                </a:moveTo>
                <a:lnTo>
                  <a:pt x="575" y="646"/>
                </a:lnTo>
                <a:lnTo>
                  <a:pt x="575" y="639"/>
                </a:lnTo>
                <a:lnTo>
                  <a:pt x="568" y="639"/>
                </a:lnTo>
                <a:lnTo>
                  <a:pt x="568" y="646"/>
                </a:lnTo>
                <a:close/>
                <a:moveTo>
                  <a:pt x="585" y="646"/>
                </a:moveTo>
                <a:lnTo>
                  <a:pt x="592" y="646"/>
                </a:lnTo>
                <a:lnTo>
                  <a:pt x="592" y="639"/>
                </a:lnTo>
                <a:lnTo>
                  <a:pt x="585" y="639"/>
                </a:lnTo>
                <a:lnTo>
                  <a:pt x="585" y="646"/>
                </a:lnTo>
                <a:close/>
                <a:moveTo>
                  <a:pt x="601" y="646"/>
                </a:moveTo>
                <a:lnTo>
                  <a:pt x="608" y="646"/>
                </a:lnTo>
                <a:lnTo>
                  <a:pt x="608" y="639"/>
                </a:lnTo>
                <a:lnTo>
                  <a:pt x="601" y="639"/>
                </a:lnTo>
                <a:lnTo>
                  <a:pt x="601" y="646"/>
                </a:lnTo>
                <a:close/>
                <a:moveTo>
                  <a:pt x="620" y="646"/>
                </a:moveTo>
                <a:lnTo>
                  <a:pt x="625" y="646"/>
                </a:lnTo>
                <a:lnTo>
                  <a:pt x="625" y="639"/>
                </a:lnTo>
                <a:lnTo>
                  <a:pt x="620" y="639"/>
                </a:lnTo>
                <a:lnTo>
                  <a:pt x="620" y="646"/>
                </a:lnTo>
                <a:close/>
                <a:moveTo>
                  <a:pt x="637" y="646"/>
                </a:moveTo>
                <a:lnTo>
                  <a:pt x="644" y="646"/>
                </a:lnTo>
                <a:lnTo>
                  <a:pt x="644" y="639"/>
                </a:lnTo>
                <a:lnTo>
                  <a:pt x="637" y="639"/>
                </a:lnTo>
                <a:lnTo>
                  <a:pt x="637" y="646"/>
                </a:lnTo>
                <a:close/>
                <a:moveTo>
                  <a:pt x="653" y="646"/>
                </a:moveTo>
                <a:lnTo>
                  <a:pt x="660" y="646"/>
                </a:lnTo>
                <a:lnTo>
                  <a:pt x="660" y="639"/>
                </a:lnTo>
                <a:lnTo>
                  <a:pt x="653" y="639"/>
                </a:lnTo>
                <a:lnTo>
                  <a:pt x="653" y="646"/>
                </a:lnTo>
                <a:close/>
                <a:moveTo>
                  <a:pt x="670" y="646"/>
                </a:moveTo>
                <a:lnTo>
                  <a:pt x="677" y="646"/>
                </a:lnTo>
                <a:lnTo>
                  <a:pt x="677" y="639"/>
                </a:lnTo>
                <a:lnTo>
                  <a:pt x="670" y="639"/>
                </a:lnTo>
                <a:lnTo>
                  <a:pt x="670" y="646"/>
                </a:lnTo>
                <a:close/>
                <a:moveTo>
                  <a:pt x="686" y="646"/>
                </a:moveTo>
                <a:lnTo>
                  <a:pt x="693" y="646"/>
                </a:lnTo>
                <a:lnTo>
                  <a:pt x="693" y="639"/>
                </a:lnTo>
                <a:lnTo>
                  <a:pt x="686" y="639"/>
                </a:lnTo>
                <a:lnTo>
                  <a:pt x="686" y="646"/>
                </a:lnTo>
                <a:close/>
                <a:moveTo>
                  <a:pt x="703" y="646"/>
                </a:moveTo>
                <a:lnTo>
                  <a:pt x="710" y="646"/>
                </a:lnTo>
                <a:lnTo>
                  <a:pt x="710" y="639"/>
                </a:lnTo>
                <a:lnTo>
                  <a:pt x="703" y="639"/>
                </a:lnTo>
                <a:lnTo>
                  <a:pt x="703" y="646"/>
                </a:lnTo>
                <a:close/>
                <a:moveTo>
                  <a:pt x="720" y="646"/>
                </a:moveTo>
                <a:lnTo>
                  <a:pt x="727" y="646"/>
                </a:lnTo>
                <a:lnTo>
                  <a:pt x="727" y="639"/>
                </a:lnTo>
                <a:lnTo>
                  <a:pt x="720" y="639"/>
                </a:lnTo>
                <a:lnTo>
                  <a:pt x="720" y="646"/>
                </a:lnTo>
                <a:close/>
                <a:moveTo>
                  <a:pt x="736" y="646"/>
                </a:moveTo>
                <a:lnTo>
                  <a:pt x="743" y="646"/>
                </a:lnTo>
                <a:lnTo>
                  <a:pt x="743" y="639"/>
                </a:lnTo>
                <a:lnTo>
                  <a:pt x="736" y="639"/>
                </a:lnTo>
                <a:lnTo>
                  <a:pt x="736" y="646"/>
                </a:lnTo>
                <a:close/>
                <a:moveTo>
                  <a:pt x="753" y="646"/>
                </a:moveTo>
                <a:lnTo>
                  <a:pt x="760" y="646"/>
                </a:lnTo>
                <a:lnTo>
                  <a:pt x="760" y="639"/>
                </a:lnTo>
                <a:lnTo>
                  <a:pt x="753" y="639"/>
                </a:lnTo>
                <a:lnTo>
                  <a:pt x="753" y="646"/>
                </a:lnTo>
                <a:close/>
                <a:moveTo>
                  <a:pt x="769" y="646"/>
                </a:moveTo>
                <a:lnTo>
                  <a:pt x="776" y="646"/>
                </a:lnTo>
                <a:lnTo>
                  <a:pt x="776" y="639"/>
                </a:lnTo>
                <a:lnTo>
                  <a:pt x="769" y="639"/>
                </a:lnTo>
                <a:lnTo>
                  <a:pt x="769" y="646"/>
                </a:lnTo>
                <a:close/>
                <a:moveTo>
                  <a:pt x="786" y="646"/>
                </a:moveTo>
                <a:lnTo>
                  <a:pt x="793" y="646"/>
                </a:lnTo>
                <a:lnTo>
                  <a:pt x="793" y="639"/>
                </a:lnTo>
                <a:lnTo>
                  <a:pt x="786" y="639"/>
                </a:lnTo>
                <a:lnTo>
                  <a:pt x="786" y="646"/>
                </a:lnTo>
                <a:close/>
                <a:moveTo>
                  <a:pt x="802" y="646"/>
                </a:moveTo>
                <a:lnTo>
                  <a:pt x="810" y="646"/>
                </a:lnTo>
                <a:lnTo>
                  <a:pt x="810" y="639"/>
                </a:lnTo>
                <a:lnTo>
                  <a:pt x="802" y="639"/>
                </a:lnTo>
                <a:lnTo>
                  <a:pt x="802" y="646"/>
                </a:lnTo>
                <a:close/>
                <a:moveTo>
                  <a:pt x="819" y="646"/>
                </a:moveTo>
                <a:lnTo>
                  <a:pt x="826" y="646"/>
                </a:lnTo>
                <a:lnTo>
                  <a:pt x="826" y="639"/>
                </a:lnTo>
                <a:lnTo>
                  <a:pt x="819" y="639"/>
                </a:lnTo>
                <a:lnTo>
                  <a:pt x="819" y="646"/>
                </a:lnTo>
                <a:close/>
                <a:moveTo>
                  <a:pt x="1390" y="646"/>
                </a:moveTo>
                <a:lnTo>
                  <a:pt x="1394" y="646"/>
                </a:lnTo>
                <a:lnTo>
                  <a:pt x="1394" y="639"/>
                </a:lnTo>
                <a:lnTo>
                  <a:pt x="1390" y="639"/>
                </a:lnTo>
                <a:lnTo>
                  <a:pt x="1390" y="646"/>
                </a:lnTo>
                <a:close/>
                <a:moveTo>
                  <a:pt x="1406" y="646"/>
                </a:moveTo>
                <a:lnTo>
                  <a:pt x="1413" y="646"/>
                </a:lnTo>
                <a:lnTo>
                  <a:pt x="1413" y="639"/>
                </a:lnTo>
                <a:lnTo>
                  <a:pt x="1406" y="639"/>
                </a:lnTo>
                <a:lnTo>
                  <a:pt x="1406" y="646"/>
                </a:lnTo>
                <a:close/>
                <a:moveTo>
                  <a:pt x="1423" y="646"/>
                </a:moveTo>
                <a:lnTo>
                  <a:pt x="1430" y="646"/>
                </a:lnTo>
                <a:lnTo>
                  <a:pt x="1430" y="639"/>
                </a:lnTo>
                <a:lnTo>
                  <a:pt x="1423" y="639"/>
                </a:lnTo>
                <a:lnTo>
                  <a:pt x="1423" y="646"/>
                </a:lnTo>
                <a:close/>
                <a:moveTo>
                  <a:pt x="1439" y="646"/>
                </a:moveTo>
                <a:lnTo>
                  <a:pt x="1447" y="646"/>
                </a:lnTo>
                <a:lnTo>
                  <a:pt x="1447" y="639"/>
                </a:lnTo>
                <a:lnTo>
                  <a:pt x="1439" y="639"/>
                </a:lnTo>
                <a:lnTo>
                  <a:pt x="1439" y="646"/>
                </a:lnTo>
                <a:close/>
                <a:moveTo>
                  <a:pt x="1456" y="646"/>
                </a:moveTo>
                <a:lnTo>
                  <a:pt x="1463" y="646"/>
                </a:lnTo>
                <a:lnTo>
                  <a:pt x="1463" y="639"/>
                </a:lnTo>
                <a:lnTo>
                  <a:pt x="1456" y="639"/>
                </a:lnTo>
                <a:lnTo>
                  <a:pt x="1456" y="646"/>
                </a:lnTo>
                <a:close/>
                <a:moveTo>
                  <a:pt x="1473" y="646"/>
                </a:moveTo>
                <a:lnTo>
                  <a:pt x="1480" y="646"/>
                </a:lnTo>
                <a:lnTo>
                  <a:pt x="1480" y="639"/>
                </a:lnTo>
                <a:lnTo>
                  <a:pt x="1473" y="639"/>
                </a:lnTo>
                <a:lnTo>
                  <a:pt x="1473" y="646"/>
                </a:lnTo>
                <a:close/>
                <a:moveTo>
                  <a:pt x="1489" y="646"/>
                </a:moveTo>
                <a:lnTo>
                  <a:pt x="1496" y="646"/>
                </a:lnTo>
                <a:lnTo>
                  <a:pt x="1496" y="639"/>
                </a:lnTo>
                <a:lnTo>
                  <a:pt x="1489" y="639"/>
                </a:lnTo>
                <a:lnTo>
                  <a:pt x="1489" y="646"/>
                </a:lnTo>
                <a:close/>
                <a:moveTo>
                  <a:pt x="1506" y="646"/>
                </a:moveTo>
                <a:lnTo>
                  <a:pt x="1513" y="646"/>
                </a:lnTo>
                <a:lnTo>
                  <a:pt x="1513" y="639"/>
                </a:lnTo>
                <a:lnTo>
                  <a:pt x="1506" y="639"/>
                </a:lnTo>
                <a:lnTo>
                  <a:pt x="1506" y="646"/>
                </a:lnTo>
                <a:close/>
                <a:moveTo>
                  <a:pt x="1522" y="646"/>
                </a:moveTo>
                <a:lnTo>
                  <a:pt x="1529" y="646"/>
                </a:lnTo>
                <a:lnTo>
                  <a:pt x="1529" y="639"/>
                </a:lnTo>
                <a:lnTo>
                  <a:pt x="1522" y="639"/>
                </a:lnTo>
                <a:lnTo>
                  <a:pt x="1522" y="646"/>
                </a:lnTo>
                <a:close/>
                <a:moveTo>
                  <a:pt x="1539" y="646"/>
                </a:moveTo>
                <a:lnTo>
                  <a:pt x="1546" y="646"/>
                </a:lnTo>
                <a:lnTo>
                  <a:pt x="1546" y="639"/>
                </a:lnTo>
                <a:lnTo>
                  <a:pt x="1539" y="639"/>
                </a:lnTo>
                <a:lnTo>
                  <a:pt x="1539" y="646"/>
                </a:lnTo>
                <a:close/>
                <a:moveTo>
                  <a:pt x="1555" y="646"/>
                </a:moveTo>
                <a:lnTo>
                  <a:pt x="1563" y="646"/>
                </a:lnTo>
                <a:lnTo>
                  <a:pt x="1563" y="639"/>
                </a:lnTo>
                <a:lnTo>
                  <a:pt x="1555" y="639"/>
                </a:lnTo>
                <a:lnTo>
                  <a:pt x="1555" y="646"/>
                </a:lnTo>
                <a:close/>
                <a:moveTo>
                  <a:pt x="1572" y="646"/>
                </a:moveTo>
                <a:lnTo>
                  <a:pt x="1579" y="646"/>
                </a:lnTo>
                <a:lnTo>
                  <a:pt x="1579" y="639"/>
                </a:lnTo>
                <a:lnTo>
                  <a:pt x="1572" y="639"/>
                </a:lnTo>
                <a:lnTo>
                  <a:pt x="1572" y="646"/>
                </a:lnTo>
                <a:close/>
                <a:moveTo>
                  <a:pt x="1589" y="646"/>
                </a:moveTo>
                <a:lnTo>
                  <a:pt x="1596" y="646"/>
                </a:lnTo>
                <a:lnTo>
                  <a:pt x="1596" y="639"/>
                </a:lnTo>
                <a:lnTo>
                  <a:pt x="1589" y="639"/>
                </a:lnTo>
                <a:lnTo>
                  <a:pt x="1589" y="646"/>
                </a:lnTo>
                <a:close/>
                <a:moveTo>
                  <a:pt x="1638" y="646"/>
                </a:moveTo>
                <a:lnTo>
                  <a:pt x="1645" y="646"/>
                </a:lnTo>
                <a:lnTo>
                  <a:pt x="1645" y="639"/>
                </a:lnTo>
                <a:lnTo>
                  <a:pt x="1638" y="639"/>
                </a:lnTo>
                <a:lnTo>
                  <a:pt x="1638" y="646"/>
                </a:lnTo>
                <a:close/>
                <a:moveTo>
                  <a:pt x="1657" y="646"/>
                </a:moveTo>
                <a:lnTo>
                  <a:pt x="1664" y="646"/>
                </a:lnTo>
                <a:lnTo>
                  <a:pt x="1664" y="639"/>
                </a:lnTo>
                <a:lnTo>
                  <a:pt x="1657" y="639"/>
                </a:lnTo>
                <a:lnTo>
                  <a:pt x="1657" y="646"/>
                </a:lnTo>
                <a:close/>
                <a:moveTo>
                  <a:pt x="1674" y="646"/>
                </a:moveTo>
                <a:lnTo>
                  <a:pt x="1681" y="646"/>
                </a:lnTo>
                <a:lnTo>
                  <a:pt x="1681" y="639"/>
                </a:lnTo>
                <a:lnTo>
                  <a:pt x="1674" y="639"/>
                </a:lnTo>
                <a:lnTo>
                  <a:pt x="1674" y="646"/>
                </a:lnTo>
                <a:close/>
                <a:moveTo>
                  <a:pt x="1690" y="646"/>
                </a:moveTo>
                <a:lnTo>
                  <a:pt x="1698" y="646"/>
                </a:lnTo>
                <a:lnTo>
                  <a:pt x="1698" y="639"/>
                </a:lnTo>
                <a:lnTo>
                  <a:pt x="1690" y="639"/>
                </a:lnTo>
                <a:lnTo>
                  <a:pt x="1690" y="646"/>
                </a:lnTo>
                <a:close/>
                <a:moveTo>
                  <a:pt x="1707" y="646"/>
                </a:moveTo>
                <a:lnTo>
                  <a:pt x="1714" y="646"/>
                </a:lnTo>
                <a:lnTo>
                  <a:pt x="1714" y="639"/>
                </a:lnTo>
                <a:lnTo>
                  <a:pt x="1707" y="639"/>
                </a:lnTo>
                <a:lnTo>
                  <a:pt x="1707" y="646"/>
                </a:lnTo>
                <a:close/>
                <a:moveTo>
                  <a:pt x="1724" y="646"/>
                </a:moveTo>
                <a:lnTo>
                  <a:pt x="1731" y="646"/>
                </a:lnTo>
                <a:lnTo>
                  <a:pt x="1731" y="639"/>
                </a:lnTo>
                <a:lnTo>
                  <a:pt x="1724" y="639"/>
                </a:lnTo>
                <a:lnTo>
                  <a:pt x="1724" y="646"/>
                </a:lnTo>
                <a:close/>
                <a:moveTo>
                  <a:pt x="1740" y="646"/>
                </a:moveTo>
                <a:lnTo>
                  <a:pt x="1747" y="646"/>
                </a:lnTo>
                <a:lnTo>
                  <a:pt x="1747" y="639"/>
                </a:lnTo>
                <a:lnTo>
                  <a:pt x="1740" y="639"/>
                </a:lnTo>
                <a:lnTo>
                  <a:pt x="1740" y="646"/>
                </a:lnTo>
                <a:close/>
                <a:moveTo>
                  <a:pt x="1757" y="646"/>
                </a:moveTo>
                <a:lnTo>
                  <a:pt x="1764" y="646"/>
                </a:lnTo>
                <a:lnTo>
                  <a:pt x="1764" y="639"/>
                </a:lnTo>
                <a:lnTo>
                  <a:pt x="1757" y="639"/>
                </a:lnTo>
                <a:lnTo>
                  <a:pt x="1757" y="646"/>
                </a:lnTo>
                <a:close/>
                <a:moveTo>
                  <a:pt x="1773" y="646"/>
                </a:moveTo>
                <a:lnTo>
                  <a:pt x="1780" y="646"/>
                </a:lnTo>
                <a:lnTo>
                  <a:pt x="1780" y="639"/>
                </a:lnTo>
                <a:lnTo>
                  <a:pt x="1773" y="639"/>
                </a:lnTo>
                <a:lnTo>
                  <a:pt x="1773" y="646"/>
                </a:lnTo>
                <a:close/>
                <a:moveTo>
                  <a:pt x="1790" y="646"/>
                </a:moveTo>
                <a:lnTo>
                  <a:pt x="1797" y="646"/>
                </a:lnTo>
                <a:lnTo>
                  <a:pt x="1797" y="639"/>
                </a:lnTo>
                <a:lnTo>
                  <a:pt x="1790" y="639"/>
                </a:lnTo>
                <a:lnTo>
                  <a:pt x="1790" y="646"/>
                </a:lnTo>
                <a:close/>
                <a:moveTo>
                  <a:pt x="1806" y="646"/>
                </a:moveTo>
                <a:lnTo>
                  <a:pt x="1814" y="646"/>
                </a:lnTo>
                <a:lnTo>
                  <a:pt x="1814" y="639"/>
                </a:lnTo>
                <a:lnTo>
                  <a:pt x="1806" y="639"/>
                </a:lnTo>
                <a:lnTo>
                  <a:pt x="1806" y="646"/>
                </a:lnTo>
                <a:close/>
                <a:moveTo>
                  <a:pt x="1823" y="646"/>
                </a:moveTo>
                <a:lnTo>
                  <a:pt x="1830" y="646"/>
                </a:lnTo>
                <a:lnTo>
                  <a:pt x="1830" y="639"/>
                </a:lnTo>
                <a:lnTo>
                  <a:pt x="1823" y="639"/>
                </a:lnTo>
                <a:lnTo>
                  <a:pt x="1823" y="646"/>
                </a:lnTo>
                <a:close/>
                <a:moveTo>
                  <a:pt x="1840" y="646"/>
                </a:moveTo>
                <a:lnTo>
                  <a:pt x="1847" y="646"/>
                </a:lnTo>
                <a:lnTo>
                  <a:pt x="1847" y="639"/>
                </a:lnTo>
                <a:lnTo>
                  <a:pt x="1840" y="639"/>
                </a:lnTo>
                <a:lnTo>
                  <a:pt x="1840" y="646"/>
                </a:lnTo>
                <a:close/>
                <a:moveTo>
                  <a:pt x="1856" y="646"/>
                </a:moveTo>
                <a:lnTo>
                  <a:pt x="1863" y="646"/>
                </a:lnTo>
                <a:lnTo>
                  <a:pt x="1863" y="639"/>
                </a:lnTo>
                <a:lnTo>
                  <a:pt x="1856" y="639"/>
                </a:lnTo>
                <a:lnTo>
                  <a:pt x="1856" y="646"/>
                </a:lnTo>
                <a:close/>
                <a:moveTo>
                  <a:pt x="1873" y="646"/>
                </a:moveTo>
                <a:lnTo>
                  <a:pt x="1880" y="646"/>
                </a:lnTo>
                <a:lnTo>
                  <a:pt x="1880" y="639"/>
                </a:lnTo>
                <a:lnTo>
                  <a:pt x="1873" y="639"/>
                </a:lnTo>
                <a:lnTo>
                  <a:pt x="1873" y="646"/>
                </a:lnTo>
                <a:close/>
                <a:moveTo>
                  <a:pt x="1889" y="646"/>
                </a:moveTo>
                <a:lnTo>
                  <a:pt x="1896" y="646"/>
                </a:lnTo>
                <a:lnTo>
                  <a:pt x="1896" y="639"/>
                </a:lnTo>
                <a:lnTo>
                  <a:pt x="1889" y="639"/>
                </a:lnTo>
                <a:lnTo>
                  <a:pt x="1889" y="646"/>
                </a:lnTo>
                <a:close/>
                <a:moveTo>
                  <a:pt x="1908" y="646"/>
                </a:moveTo>
                <a:lnTo>
                  <a:pt x="1915" y="646"/>
                </a:lnTo>
                <a:lnTo>
                  <a:pt x="1915" y="639"/>
                </a:lnTo>
                <a:lnTo>
                  <a:pt x="1908" y="639"/>
                </a:lnTo>
                <a:lnTo>
                  <a:pt x="1908" y="646"/>
                </a:lnTo>
                <a:close/>
                <a:moveTo>
                  <a:pt x="1925" y="646"/>
                </a:moveTo>
                <a:lnTo>
                  <a:pt x="1932" y="646"/>
                </a:lnTo>
                <a:lnTo>
                  <a:pt x="1932" y="639"/>
                </a:lnTo>
                <a:lnTo>
                  <a:pt x="1925" y="639"/>
                </a:lnTo>
                <a:lnTo>
                  <a:pt x="1925" y="646"/>
                </a:lnTo>
                <a:close/>
                <a:moveTo>
                  <a:pt x="1941" y="646"/>
                </a:moveTo>
                <a:lnTo>
                  <a:pt x="1949" y="646"/>
                </a:lnTo>
                <a:lnTo>
                  <a:pt x="1949" y="639"/>
                </a:lnTo>
                <a:lnTo>
                  <a:pt x="1941" y="639"/>
                </a:lnTo>
                <a:lnTo>
                  <a:pt x="1941" y="646"/>
                </a:lnTo>
                <a:close/>
                <a:moveTo>
                  <a:pt x="1958" y="646"/>
                </a:moveTo>
                <a:lnTo>
                  <a:pt x="1965" y="646"/>
                </a:lnTo>
                <a:lnTo>
                  <a:pt x="1965" y="639"/>
                </a:lnTo>
                <a:lnTo>
                  <a:pt x="1958" y="639"/>
                </a:lnTo>
                <a:lnTo>
                  <a:pt x="1958" y="646"/>
                </a:lnTo>
                <a:close/>
                <a:moveTo>
                  <a:pt x="1975" y="646"/>
                </a:moveTo>
                <a:lnTo>
                  <a:pt x="1982" y="646"/>
                </a:lnTo>
                <a:lnTo>
                  <a:pt x="1982" y="639"/>
                </a:lnTo>
                <a:lnTo>
                  <a:pt x="1975" y="639"/>
                </a:lnTo>
                <a:lnTo>
                  <a:pt x="1975" y="646"/>
                </a:lnTo>
                <a:close/>
                <a:moveTo>
                  <a:pt x="1991" y="646"/>
                </a:moveTo>
                <a:lnTo>
                  <a:pt x="1998" y="646"/>
                </a:lnTo>
                <a:lnTo>
                  <a:pt x="1998" y="639"/>
                </a:lnTo>
                <a:lnTo>
                  <a:pt x="1991" y="639"/>
                </a:lnTo>
                <a:lnTo>
                  <a:pt x="1991" y="646"/>
                </a:lnTo>
                <a:close/>
                <a:moveTo>
                  <a:pt x="2008" y="646"/>
                </a:moveTo>
                <a:lnTo>
                  <a:pt x="2015" y="646"/>
                </a:lnTo>
                <a:lnTo>
                  <a:pt x="2015" y="639"/>
                </a:lnTo>
                <a:lnTo>
                  <a:pt x="2008" y="639"/>
                </a:lnTo>
                <a:lnTo>
                  <a:pt x="2008" y="646"/>
                </a:lnTo>
                <a:close/>
                <a:moveTo>
                  <a:pt x="2024" y="646"/>
                </a:moveTo>
                <a:lnTo>
                  <a:pt x="2031" y="646"/>
                </a:lnTo>
                <a:lnTo>
                  <a:pt x="2031" y="639"/>
                </a:lnTo>
                <a:lnTo>
                  <a:pt x="2024" y="639"/>
                </a:lnTo>
                <a:lnTo>
                  <a:pt x="2024" y="646"/>
                </a:lnTo>
                <a:close/>
                <a:moveTo>
                  <a:pt x="2041" y="646"/>
                </a:moveTo>
                <a:lnTo>
                  <a:pt x="2048" y="646"/>
                </a:lnTo>
                <a:lnTo>
                  <a:pt x="2048" y="639"/>
                </a:lnTo>
                <a:lnTo>
                  <a:pt x="2041" y="639"/>
                </a:lnTo>
                <a:lnTo>
                  <a:pt x="2041" y="646"/>
                </a:lnTo>
                <a:close/>
                <a:moveTo>
                  <a:pt x="2057" y="646"/>
                </a:moveTo>
                <a:lnTo>
                  <a:pt x="2065" y="646"/>
                </a:lnTo>
                <a:lnTo>
                  <a:pt x="2065" y="639"/>
                </a:lnTo>
                <a:lnTo>
                  <a:pt x="2057" y="639"/>
                </a:lnTo>
                <a:lnTo>
                  <a:pt x="2057" y="646"/>
                </a:lnTo>
                <a:close/>
                <a:moveTo>
                  <a:pt x="2074" y="646"/>
                </a:moveTo>
                <a:lnTo>
                  <a:pt x="2081" y="646"/>
                </a:lnTo>
                <a:lnTo>
                  <a:pt x="2081" y="639"/>
                </a:lnTo>
                <a:lnTo>
                  <a:pt x="2074" y="639"/>
                </a:lnTo>
                <a:lnTo>
                  <a:pt x="2074" y="646"/>
                </a:lnTo>
                <a:close/>
                <a:moveTo>
                  <a:pt x="2091" y="646"/>
                </a:moveTo>
                <a:lnTo>
                  <a:pt x="2098" y="646"/>
                </a:lnTo>
                <a:lnTo>
                  <a:pt x="2098" y="639"/>
                </a:lnTo>
                <a:lnTo>
                  <a:pt x="2091" y="639"/>
                </a:lnTo>
                <a:lnTo>
                  <a:pt x="2091" y="646"/>
                </a:lnTo>
                <a:close/>
                <a:moveTo>
                  <a:pt x="2107" y="646"/>
                </a:moveTo>
                <a:lnTo>
                  <a:pt x="2114" y="646"/>
                </a:lnTo>
                <a:lnTo>
                  <a:pt x="2114" y="639"/>
                </a:lnTo>
                <a:lnTo>
                  <a:pt x="2107" y="639"/>
                </a:lnTo>
                <a:lnTo>
                  <a:pt x="2107" y="646"/>
                </a:lnTo>
                <a:close/>
                <a:moveTo>
                  <a:pt x="2124" y="646"/>
                </a:moveTo>
                <a:lnTo>
                  <a:pt x="2131" y="646"/>
                </a:lnTo>
                <a:lnTo>
                  <a:pt x="2131" y="639"/>
                </a:lnTo>
                <a:lnTo>
                  <a:pt x="2124" y="639"/>
                </a:lnTo>
                <a:lnTo>
                  <a:pt x="2124" y="646"/>
                </a:lnTo>
                <a:close/>
                <a:moveTo>
                  <a:pt x="2140" y="646"/>
                </a:moveTo>
                <a:lnTo>
                  <a:pt x="2147" y="646"/>
                </a:lnTo>
                <a:lnTo>
                  <a:pt x="2147" y="639"/>
                </a:lnTo>
                <a:lnTo>
                  <a:pt x="2140" y="639"/>
                </a:lnTo>
                <a:lnTo>
                  <a:pt x="2140" y="646"/>
                </a:lnTo>
                <a:close/>
                <a:moveTo>
                  <a:pt x="2159" y="646"/>
                </a:moveTo>
                <a:lnTo>
                  <a:pt x="2164" y="646"/>
                </a:lnTo>
                <a:lnTo>
                  <a:pt x="2164" y="639"/>
                </a:lnTo>
                <a:lnTo>
                  <a:pt x="2159" y="639"/>
                </a:lnTo>
                <a:lnTo>
                  <a:pt x="2159" y="646"/>
                </a:lnTo>
                <a:close/>
                <a:moveTo>
                  <a:pt x="2176" y="646"/>
                </a:moveTo>
                <a:lnTo>
                  <a:pt x="2183" y="646"/>
                </a:lnTo>
                <a:lnTo>
                  <a:pt x="2183" y="639"/>
                </a:lnTo>
                <a:lnTo>
                  <a:pt x="2176" y="639"/>
                </a:lnTo>
                <a:lnTo>
                  <a:pt x="2176" y="646"/>
                </a:lnTo>
                <a:close/>
                <a:moveTo>
                  <a:pt x="2192" y="646"/>
                </a:moveTo>
                <a:lnTo>
                  <a:pt x="2200" y="646"/>
                </a:lnTo>
                <a:lnTo>
                  <a:pt x="2200" y="639"/>
                </a:lnTo>
                <a:lnTo>
                  <a:pt x="2192" y="639"/>
                </a:lnTo>
                <a:lnTo>
                  <a:pt x="2192" y="646"/>
                </a:lnTo>
                <a:close/>
                <a:moveTo>
                  <a:pt x="2209" y="646"/>
                </a:moveTo>
                <a:lnTo>
                  <a:pt x="2216" y="646"/>
                </a:lnTo>
                <a:lnTo>
                  <a:pt x="2216" y="639"/>
                </a:lnTo>
                <a:lnTo>
                  <a:pt x="2209" y="639"/>
                </a:lnTo>
                <a:lnTo>
                  <a:pt x="2209" y="646"/>
                </a:lnTo>
                <a:close/>
                <a:moveTo>
                  <a:pt x="2226" y="646"/>
                </a:moveTo>
                <a:lnTo>
                  <a:pt x="2233" y="646"/>
                </a:lnTo>
                <a:lnTo>
                  <a:pt x="2233" y="639"/>
                </a:lnTo>
                <a:lnTo>
                  <a:pt x="2226" y="639"/>
                </a:lnTo>
                <a:lnTo>
                  <a:pt x="2226" y="646"/>
                </a:lnTo>
                <a:close/>
                <a:moveTo>
                  <a:pt x="2242" y="646"/>
                </a:moveTo>
                <a:lnTo>
                  <a:pt x="2249" y="646"/>
                </a:lnTo>
                <a:lnTo>
                  <a:pt x="2249" y="639"/>
                </a:lnTo>
                <a:lnTo>
                  <a:pt x="2242" y="639"/>
                </a:lnTo>
                <a:lnTo>
                  <a:pt x="2242" y="646"/>
                </a:lnTo>
                <a:close/>
                <a:moveTo>
                  <a:pt x="2259" y="646"/>
                </a:moveTo>
                <a:lnTo>
                  <a:pt x="2266" y="646"/>
                </a:lnTo>
                <a:lnTo>
                  <a:pt x="2266" y="639"/>
                </a:lnTo>
                <a:lnTo>
                  <a:pt x="2259" y="639"/>
                </a:lnTo>
                <a:lnTo>
                  <a:pt x="2259" y="646"/>
                </a:lnTo>
                <a:close/>
                <a:moveTo>
                  <a:pt x="2275" y="646"/>
                </a:moveTo>
                <a:lnTo>
                  <a:pt x="2282" y="646"/>
                </a:lnTo>
                <a:lnTo>
                  <a:pt x="2282" y="639"/>
                </a:lnTo>
                <a:lnTo>
                  <a:pt x="2275" y="639"/>
                </a:lnTo>
                <a:lnTo>
                  <a:pt x="2275" y="646"/>
                </a:lnTo>
                <a:close/>
                <a:moveTo>
                  <a:pt x="2292" y="646"/>
                </a:moveTo>
                <a:lnTo>
                  <a:pt x="2299" y="646"/>
                </a:lnTo>
                <a:lnTo>
                  <a:pt x="2299" y="639"/>
                </a:lnTo>
                <a:lnTo>
                  <a:pt x="2292" y="639"/>
                </a:lnTo>
                <a:lnTo>
                  <a:pt x="2292" y="646"/>
                </a:lnTo>
                <a:close/>
                <a:moveTo>
                  <a:pt x="2308" y="646"/>
                </a:moveTo>
                <a:lnTo>
                  <a:pt x="2316" y="646"/>
                </a:lnTo>
                <a:lnTo>
                  <a:pt x="2316" y="639"/>
                </a:lnTo>
                <a:lnTo>
                  <a:pt x="2308" y="639"/>
                </a:lnTo>
                <a:lnTo>
                  <a:pt x="2308" y="646"/>
                </a:lnTo>
                <a:close/>
                <a:moveTo>
                  <a:pt x="2325" y="646"/>
                </a:moveTo>
                <a:lnTo>
                  <a:pt x="2332" y="646"/>
                </a:lnTo>
                <a:lnTo>
                  <a:pt x="2332" y="639"/>
                </a:lnTo>
                <a:lnTo>
                  <a:pt x="2325" y="639"/>
                </a:lnTo>
                <a:lnTo>
                  <a:pt x="2325" y="646"/>
                </a:lnTo>
                <a:close/>
                <a:moveTo>
                  <a:pt x="2342" y="646"/>
                </a:moveTo>
                <a:lnTo>
                  <a:pt x="2349" y="646"/>
                </a:lnTo>
                <a:lnTo>
                  <a:pt x="2349" y="639"/>
                </a:lnTo>
                <a:lnTo>
                  <a:pt x="2342" y="639"/>
                </a:lnTo>
                <a:lnTo>
                  <a:pt x="2342" y="646"/>
                </a:lnTo>
                <a:close/>
                <a:moveTo>
                  <a:pt x="2358" y="646"/>
                </a:moveTo>
                <a:lnTo>
                  <a:pt x="2365" y="646"/>
                </a:lnTo>
                <a:lnTo>
                  <a:pt x="2365" y="639"/>
                </a:lnTo>
                <a:lnTo>
                  <a:pt x="2358" y="639"/>
                </a:lnTo>
                <a:lnTo>
                  <a:pt x="2358" y="646"/>
                </a:lnTo>
                <a:close/>
                <a:moveTo>
                  <a:pt x="2375" y="646"/>
                </a:moveTo>
                <a:lnTo>
                  <a:pt x="2382" y="646"/>
                </a:lnTo>
                <a:lnTo>
                  <a:pt x="2382" y="639"/>
                </a:lnTo>
                <a:lnTo>
                  <a:pt x="2375" y="639"/>
                </a:lnTo>
                <a:lnTo>
                  <a:pt x="2375" y="646"/>
                </a:lnTo>
                <a:close/>
                <a:moveTo>
                  <a:pt x="2391" y="646"/>
                </a:moveTo>
                <a:lnTo>
                  <a:pt x="2398" y="646"/>
                </a:lnTo>
                <a:lnTo>
                  <a:pt x="2398" y="639"/>
                </a:lnTo>
                <a:lnTo>
                  <a:pt x="2391" y="639"/>
                </a:lnTo>
                <a:lnTo>
                  <a:pt x="2391" y="646"/>
                </a:lnTo>
                <a:close/>
                <a:moveTo>
                  <a:pt x="2408" y="646"/>
                </a:moveTo>
                <a:lnTo>
                  <a:pt x="2415" y="646"/>
                </a:lnTo>
                <a:lnTo>
                  <a:pt x="2415" y="639"/>
                </a:lnTo>
                <a:lnTo>
                  <a:pt x="2408" y="639"/>
                </a:lnTo>
                <a:lnTo>
                  <a:pt x="2408" y="646"/>
                </a:lnTo>
                <a:close/>
                <a:moveTo>
                  <a:pt x="2427" y="646"/>
                </a:moveTo>
                <a:lnTo>
                  <a:pt x="2434" y="646"/>
                </a:lnTo>
                <a:lnTo>
                  <a:pt x="2434" y="639"/>
                </a:lnTo>
                <a:lnTo>
                  <a:pt x="2427" y="639"/>
                </a:lnTo>
                <a:lnTo>
                  <a:pt x="2427" y="646"/>
                </a:lnTo>
                <a:close/>
                <a:moveTo>
                  <a:pt x="2443" y="646"/>
                </a:moveTo>
                <a:lnTo>
                  <a:pt x="2451" y="646"/>
                </a:lnTo>
                <a:lnTo>
                  <a:pt x="2451" y="639"/>
                </a:lnTo>
                <a:lnTo>
                  <a:pt x="2443" y="639"/>
                </a:lnTo>
                <a:lnTo>
                  <a:pt x="2443" y="646"/>
                </a:lnTo>
                <a:close/>
                <a:moveTo>
                  <a:pt x="2460" y="646"/>
                </a:moveTo>
                <a:lnTo>
                  <a:pt x="2467" y="646"/>
                </a:lnTo>
                <a:lnTo>
                  <a:pt x="2467" y="639"/>
                </a:lnTo>
                <a:lnTo>
                  <a:pt x="2460" y="639"/>
                </a:lnTo>
                <a:lnTo>
                  <a:pt x="2460" y="646"/>
                </a:lnTo>
                <a:close/>
                <a:moveTo>
                  <a:pt x="2477" y="646"/>
                </a:moveTo>
                <a:lnTo>
                  <a:pt x="2484" y="646"/>
                </a:lnTo>
                <a:lnTo>
                  <a:pt x="2484" y="639"/>
                </a:lnTo>
                <a:lnTo>
                  <a:pt x="2477" y="639"/>
                </a:lnTo>
                <a:lnTo>
                  <a:pt x="2477" y="646"/>
                </a:lnTo>
                <a:close/>
                <a:moveTo>
                  <a:pt x="2493" y="646"/>
                </a:moveTo>
                <a:lnTo>
                  <a:pt x="2500" y="646"/>
                </a:lnTo>
                <a:lnTo>
                  <a:pt x="2500" y="639"/>
                </a:lnTo>
                <a:lnTo>
                  <a:pt x="2493" y="639"/>
                </a:lnTo>
                <a:lnTo>
                  <a:pt x="2493" y="646"/>
                </a:lnTo>
                <a:close/>
                <a:moveTo>
                  <a:pt x="2510" y="646"/>
                </a:moveTo>
                <a:lnTo>
                  <a:pt x="2517" y="646"/>
                </a:lnTo>
                <a:lnTo>
                  <a:pt x="2517" y="639"/>
                </a:lnTo>
                <a:lnTo>
                  <a:pt x="2510" y="639"/>
                </a:lnTo>
                <a:lnTo>
                  <a:pt x="2510" y="646"/>
                </a:lnTo>
                <a:close/>
                <a:moveTo>
                  <a:pt x="2526" y="646"/>
                </a:moveTo>
                <a:lnTo>
                  <a:pt x="2533" y="646"/>
                </a:lnTo>
                <a:lnTo>
                  <a:pt x="2533" y="639"/>
                </a:lnTo>
                <a:lnTo>
                  <a:pt x="2526" y="639"/>
                </a:lnTo>
                <a:lnTo>
                  <a:pt x="2526" y="646"/>
                </a:lnTo>
                <a:close/>
                <a:moveTo>
                  <a:pt x="2543" y="646"/>
                </a:moveTo>
                <a:lnTo>
                  <a:pt x="2550" y="646"/>
                </a:lnTo>
                <a:lnTo>
                  <a:pt x="2550" y="639"/>
                </a:lnTo>
                <a:lnTo>
                  <a:pt x="2543" y="639"/>
                </a:lnTo>
                <a:lnTo>
                  <a:pt x="2543" y="646"/>
                </a:lnTo>
                <a:close/>
                <a:moveTo>
                  <a:pt x="2609" y="646"/>
                </a:moveTo>
                <a:lnTo>
                  <a:pt x="2616" y="646"/>
                </a:lnTo>
                <a:lnTo>
                  <a:pt x="2616" y="639"/>
                </a:lnTo>
                <a:lnTo>
                  <a:pt x="2609" y="639"/>
                </a:lnTo>
                <a:lnTo>
                  <a:pt x="2609" y="646"/>
                </a:lnTo>
                <a:close/>
                <a:moveTo>
                  <a:pt x="2626" y="646"/>
                </a:moveTo>
                <a:lnTo>
                  <a:pt x="2633" y="646"/>
                </a:lnTo>
                <a:lnTo>
                  <a:pt x="2633" y="639"/>
                </a:lnTo>
                <a:lnTo>
                  <a:pt x="2626" y="639"/>
                </a:lnTo>
                <a:lnTo>
                  <a:pt x="2626" y="646"/>
                </a:lnTo>
                <a:close/>
                <a:moveTo>
                  <a:pt x="2642" y="646"/>
                </a:moveTo>
                <a:lnTo>
                  <a:pt x="2649" y="646"/>
                </a:lnTo>
                <a:lnTo>
                  <a:pt x="2649" y="639"/>
                </a:lnTo>
                <a:lnTo>
                  <a:pt x="2642" y="639"/>
                </a:lnTo>
                <a:lnTo>
                  <a:pt x="2642" y="646"/>
                </a:lnTo>
                <a:close/>
                <a:moveTo>
                  <a:pt x="435" y="662"/>
                </a:moveTo>
                <a:lnTo>
                  <a:pt x="442" y="662"/>
                </a:lnTo>
                <a:lnTo>
                  <a:pt x="442" y="655"/>
                </a:lnTo>
                <a:lnTo>
                  <a:pt x="435" y="655"/>
                </a:lnTo>
                <a:lnTo>
                  <a:pt x="435" y="662"/>
                </a:lnTo>
                <a:close/>
                <a:moveTo>
                  <a:pt x="452" y="662"/>
                </a:moveTo>
                <a:lnTo>
                  <a:pt x="459" y="662"/>
                </a:lnTo>
                <a:lnTo>
                  <a:pt x="459" y="655"/>
                </a:lnTo>
                <a:lnTo>
                  <a:pt x="452" y="655"/>
                </a:lnTo>
                <a:lnTo>
                  <a:pt x="452" y="662"/>
                </a:lnTo>
                <a:close/>
                <a:moveTo>
                  <a:pt x="469" y="662"/>
                </a:moveTo>
                <a:lnTo>
                  <a:pt x="476" y="662"/>
                </a:lnTo>
                <a:lnTo>
                  <a:pt x="476" y="655"/>
                </a:lnTo>
                <a:lnTo>
                  <a:pt x="469" y="655"/>
                </a:lnTo>
                <a:lnTo>
                  <a:pt x="469" y="662"/>
                </a:lnTo>
                <a:close/>
                <a:moveTo>
                  <a:pt x="485" y="662"/>
                </a:moveTo>
                <a:lnTo>
                  <a:pt x="492" y="662"/>
                </a:lnTo>
                <a:lnTo>
                  <a:pt x="492" y="655"/>
                </a:lnTo>
                <a:lnTo>
                  <a:pt x="485" y="655"/>
                </a:lnTo>
                <a:lnTo>
                  <a:pt x="485" y="662"/>
                </a:lnTo>
                <a:close/>
                <a:moveTo>
                  <a:pt x="502" y="662"/>
                </a:moveTo>
                <a:lnTo>
                  <a:pt x="509" y="662"/>
                </a:lnTo>
                <a:lnTo>
                  <a:pt x="509" y="655"/>
                </a:lnTo>
                <a:lnTo>
                  <a:pt x="502" y="655"/>
                </a:lnTo>
                <a:lnTo>
                  <a:pt x="502" y="662"/>
                </a:lnTo>
                <a:close/>
                <a:moveTo>
                  <a:pt x="518" y="662"/>
                </a:moveTo>
                <a:lnTo>
                  <a:pt x="525" y="662"/>
                </a:lnTo>
                <a:lnTo>
                  <a:pt x="525" y="655"/>
                </a:lnTo>
                <a:lnTo>
                  <a:pt x="518" y="655"/>
                </a:lnTo>
                <a:lnTo>
                  <a:pt x="518" y="662"/>
                </a:lnTo>
                <a:close/>
                <a:moveTo>
                  <a:pt x="535" y="662"/>
                </a:moveTo>
                <a:lnTo>
                  <a:pt x="542" y="662"/>
                </a:lnTo>
                <a:lnTo>
                  <a:pt x="542" y="655"/>
                </a:lnTo>
                <a:lnTo>
                  <a:pt x="535" y="655"/>
                </a:lnTo>
                <a:lnTo>
                  <a:pt x="535" y="662"/>
                </a:lnTo>
                <a:close/>
                <a:moveTo>
                  <a:pt x="551" y="662"/>
                </a:moveTo>
                <a:lnTo>
                  <a:pt x="559" y="662"/>
                </a:lnTo>
                <a:lnTo>
                  <a:pt x="559" y="655"/>
                </a:lnTo>
                <a:lnTo>
                  <a:pt x="551" y="655"/>
                </a:lnTo>
                <a:lnTo>
                  <a:pt x="551" y="662"/>
                </a:lnTo>
                <a:close/>
                <a:moveTo>
                  <a:pt x="568" y="662"/>
                </a:moveTo>
                <a:lnTo>
                  <a:pt x="575" y="662"/>
                </a:lnTo>
                <a:lnTo>
                  <a:pt x="575" y="655"/>
                </a:lnTo>
                <a:lnTo>
                  <a:pt x="568" y="655"/>
                </a:lnTo>
                <a:lnTo>
                  <a:pt x="568" y="662"/>
                </a:lnTo>
                <a:close/>
                <a:moveTo>
                  <a:pt x="585" y="662"/>
                </a:moveTo>
                <a:lnTo>
                  <a:pt x="592" y="662"/>
                </a:lnTo>
                <a:lnTo>
                  <a:pt x="592" y="655"/>
                </a:lnTo>
                <a:lnTo>
                  <a:pt x="585" y="655"/>
                </a:lnTo>
                <a:lnTo>
                  <a:pt x="585" y="662"/>
                </a:lnTo>
                <a:close/>
                <a:moveTo>
                  <a:pt x="601" y="662"/>
                </a:moveTo>
                <a:lnTo>
                  <a:pt x="608" y="662"/>
                </a:lnTo>
                <a:lnTo>
                  <a:pt x="608" y="655"/>
                </a:lnTo>
                <a:lnTo>
                  <a:pt x="601" y="655"/>
                </a:lnTo>
                <a:lnTo>
                  <a:pt x="601" y="662"/>
                </a:lnTo>
                <a:close/>
                <a:moveTo>
                  <a:pt x="620" y="662"/>
                </a:moveTo>
                <a:lnTo>
                  <a:pt x="625" y="662"/>
                </a:lnTo>
                <a:lnTo>
                  <a:pt x="625" y="655"/>
                </a:lnTo>
                <a:lnTo>
                  <a:pt x="620" y="655"/>
                </a:lnTo>
                <a:lnTo>
                  <a:pt x="620" y="662"/>
                </a:lnTo>
                <a:close/>
                <a:moveTo>
                  <a:pt x="637" y="662"/>
                </a:moveTo>
                <a:lnTo>
                  <a:pt x="644" y="662"/>
                </a:lnTo>
                <a:lnTo>
                  <a:pt x="644" y="655"/>
                </a:lnTo>
                <a:lnTo>
                  <a:pt x="637" y="655"/>
                </a:lnTo>
                <a:lnTo>
                  <a:pt x="637" y="662"/>
                </a:lnTo>
                <a:close/>
                <a:moveTo>
                  <a:pt x="653" y="662"/>
                </a:moveTo>
                <a:lnTo>
                  <a:pt x="660" y="662"/>
                </a:lnTo>
                <a:lnTo>
                  <a:pt x="660" y="655"/>
                </a:lnTo>
                <a:lnTo>
                  <a:pt x="653" y="655"/>
                </a:lnTo>
                <a:lnTo>
                  <a:pt x="653" y="662"/>
                </a:lnTo>
                <a:close/>
                <a:moveTo>
                  <a:pt x="670" y="662"/>
                </a:moveTo>
                <a:lnTo>
                  <a:pt x="677" y="662"/>
                </a:lnTo>
                <a:lnTo>
                  <a:pt x="677" y="655"/>
                </a:lnTo>
                <a:lnTo>
                  <a:pt x="670" y="655"/>
                </a:lnTo>
                <a:lnTo>
                  <a:pt x="670" y="662"/>
                </a:lnTo>
                <a:close/>
                <a:moveTo>
                  <a:pt x="686" y="662"/>
                </a:moveTo>
                <a:lnTo>
                  <a:pt x="693" y="662"/>
                </a:lnTo>
                <a:lnTo>
                  <a:pt x="693" y="655"/>
                </a:lnTo>
                <a:lnTo>
                  <a:pt x="686" y="655"/>
                </a:lnTo>
                <a:lnTo>
                  <a:pt x="686" y="662"/>
                </a:lnTo>
                <a:close/>
                <a:moveTo>
                  <a:pt x="703" y="662"/>
                </a:moveTo>
                <a:lnTo>
                  <a:pt x="710" y="662"/>
                </a:lnTo>
                <a:lnTo>
                  <a:pt x="710" y="655"/>
                </a:lnTo>
                <a:lnTo>
                  <a:pt x="703" y="655"/>
                </a:lnTo>
                <a:lnTo>
                  <a:pt x="703" y="662"/>
                </a:lnTo>
                <a:close/>
                <a:moveTo>
                  <a:pt x="720" y="662"/>
                </a:moveTo>
                <a:lnTo>
                  <a:pt x="727" y="662"/>
                </a:lnTo>
                <a:lnTo>
                  <a:pt x="727" y="655"/>
                </a:lnTo>
                <a:lnTo>
                  <a:pt x="720" y="655"/>
                </a:lnTo>
                <a:lnTo>
                  <a:pt x="720" y="662"/>
                </a:lnTo>
                <a:close/>
                <a:moveTo>
                  <a:pt x="736" y="662"/>
                </a:moveTo>
                <a:lnTo>
                  <a:pt x="743" y="662"/>
                </a:lnTo>
                <a:lnTo>
                  <a:pt x="743" y="655"/>
                </a:lnTo>
                <a:lnTo>
                  <a:pt x="736" y="655"/>
                </a:lnTo>
                <a:lnTo>
                  <a:pt x="736" y="662"/>
                </a:lnTo>
                <a:close/>
                <a:moveTo>
                  <a:pt x="753" y="662"/>
                </a:moveTo>
                <a:lnTo>
                  <a:pt x="760" y="662"/>
                </a:lnTo>
                <a:lnTo>
                  <a:pt x="760" y="655"/>
                </a:lnTo>
                <a:lnTo>
                  <a:pt x="753" y="655"/>
                </a:lnTo>
                <a:lnTo>
                  <a:pt x="753" y="662"/>
                </a:lnTo>
                <a:close/>
                <a:moveTo>
                  <a:pt x="769" y="662"/>
                </a:moveTo>
                <a:lnTo>
                  <a:pt x="776" y="662"/>
                </a:lnTo>
                <a:lnTo>
                  <a:pt x="776" y="655"/>
                </a:lnTo>
                <a:lnTo>
                  <a:pt x="769" y="655"/>
                </a:lnTo>
                <a:lnTo>
                  <a:pt x="769" y="662"/>
                </a:lnTo>
                <a:close/>
                <a:moveTo>
                  <a:pt x="786" y="662"/>
                </a:moveTo>
                <a:lnTo>
                  <a:pt x="793" y="662"/>
                </a:lnTo>
                <a:lnTo>
                  <a:pt x="793" y="655"/>
                </a:lnTo>
                <a:lnTo>
                  <a:pt x="786" y="655"/>
                </a:lnTo>
                <a:lnTo>
                  <a:pt x="786" y="662"/>
                </a:lnTo>
                <a:close/>
                <a:moveTo>
                  <a:pt x="802" y="662"/>
                </a:moveTo>
                <a:lnTo>
                  <a:pt x="810" y="662"/>
                </a:lnTo>
                <a:lnTo>
                  <a:pt x="810" y="655"/>
                </a:lnTo>
                <a:lnTo>
                  <a:pt x="802" y="655"/>
                </a:lnTo>
                <a:lnTo>
                  <a:pt x="802" y="662"/>
                </a:lnTo>
                <a:close/>
                <a:moveTo>
                  <a:pt x="819" y="662"/>
                </a:moveTo>
                <a:lnTo>
                  <a:pt x="826" y="662"/>
                </a:lnTo>
                <a:lnTo>
                  <a:pt x="826" y="655"/>
                </a:lnTo>
                <a:lnTo>
                  <a:pt x="819" y="655"/>
                </a:lnTo>
                <a:lnTo>
                  <a:pt x="819" y="662"/>
                </a:lnTo>
                <a:close/>
                <a:moveTo>
                  <a:pt x="1406" y="662"/>
                </a:moveTo>
                <a:lnTo>
                  <a:pt x="1413" y="662"/>
                </a:lnTo>
                <a:lnTo>
                  <a:pt x="1413" y="655"/>
                </a:lnTo>
                <a:lnTo>
                  <a:pt x="1406" y="655"/>
                </a:lnTo>
                <a:lnTo>
                  <a:pt x="1406" y="662"/>
                </a:lnTo>
                <a:close/>
                <a:moveTo>
                  <a:pt x="1423" y="662"/>
                </a:moveTo>
                <a:lnTo>
                  <a:pt x="1430" y="662"/>
                </a:lnTo>
                <a:lnTo>
                  <a:pt x="1430" y="655"/>
                </a:lnTo>
                <a:lnTo>
                  <a:pt x="1423" y="655"/>
                </a:lnTo>
                <a:lnTo>
                  <a:pt x="1423" y="662"/>
                </a:lnTo>
                <a:close/>
                <a:moveTo>
                  <a:pt x="1439" y="662"/>
                </a:moveTo>
                <a:lnTo>
                  <a:pt x="1447" y="662"/>
                </a:lnTo>
                <a:lnTo>
                  <a:pt x="1447" y="655"/>
                </a:lnTo>
                <a:lnTo>
                  <a:pt x="1439" y="655"/>
                </a:lnTo>
                <a:lnTo>
                  <a:pt x="1439" y="662"/>
                </a:lnTo>
                <a:close/>
                <a:moveTo>
                  <a:pt x="1456" y="662"/>
                </a:moveTo>
                <a:lnTo>
                  <a:pt x="1463" y="662"/>
                </a:lnTo>
                <a:lnTo>
                  <a:pt x="1463" y="655"/>
                </a:lnTo>
                <a:lnTo>
                  <a:pt x="1456" y="655"/>
                </a:lnTo>
                <a:lnTo>
                  <a:pt x="1456" y="662"/>
                </a:lnTo>
                <a:close/>
                <a:moveTo>
                  <a:pt x="1473" y="662"/>
                </a:moveTo>
                <a:lnTo>
                  <a:pt x="1480" y="662"/>
                </a:lnTo>
                <a:lnTo>
                  <a:pt x="1480" y="655"/>
                </a:lnTo>
                <a:lnTo>
                  <a:pt x="1473" y="655"/>
                </a:lnTo>
                <a:lnTo>
                  <a:pt x="1473" y="662"/>
                </a:lnTo>
                <a:close/>
                <a:moveTo>
                  <a:pt x="1489" y="662"/>
                </a:moveTo>
                <a:lnTo>
                  <a:pt x="1496" y="662"/>
                </a:lnTo>
                <a:lnTo>
                  <a:pt x="1496" y="655"/>
                </a:lnTo>
                <a:lnTo>
                  <a:pt x="1489" y="655"/>
                </a:lnTo>
                <a:lnTo>
                  <a:pt x="1489" y="662"/>
                </a:lnTo>
                <a:close/>
                <a:moveTo>
                  <a:pt x="1506" y="662"/>
                </a:moveTo>
                <a:lnTo>
                  <a:pt x="1513" y="662"/>
                </a:lnTo>
                <a:lnTo>
                  <a:pt x="1513" y="655"/>
                </a:lnTo>
                <a:lnTo>
                  <a:pt x="1506" y="655"/>
                </a:lnTo>
                <a:lnTo>
                  <a:pt x="1506" y="662"/>
                </a:lnTo>
                <a:close/>
                <a:moveTo>
                  <a:pt x="1522" y="662"/>
                </a:moveTo>
                <a:lnTo>
                  <a:pt x="1529" y="662"/>
                </a:lnTo>
                <a:lnTo>
                  <a:pt x="1529" y="655"/>
                </a:lnTo>
                <a:lnTo>
                  <a:pt x="1522" y="655"/>
                </a:lnTo>
                <a:lnTo>
                  <a:pt x="1522" y="662"/>
                </a:lnTo>
                <a:close/>
                <a:moveTo>
                  <a:pt x="1539" y="662"/>
                </a:moveTo>
                <a:lnTo>
                  <a:pt x="1546" y="662"/>
                </a:lnTo>
                <a:lnTo>
                  <a:pt x="1546" y="655"/>
                </a:lnTo>
                <a:lnTo>
                  <a:pt x="1539" y="655"/>
                </a:lnTo>
                <a:lnTo>
                  <a:pt x="1539" y="662"/>
                </a:lnTo>
                <a:close/>
                <a:moveTo>
                  <a:pt x="1555" y="662"/>
                </a:moveTo>
                <a:lnTo>
                  <a:pt x="1563" y="662"/>
                </a:lnTo>
                <a:lnTo>
                  <a:pt x="1563" y="655"/>
                </a:lnTo>
                <a:lnTo>
                  <a:pt x="1555" y="655"/>
                </a:lnTo>
                <a:lnTo>
                  <a:pt x="1555" y="662"/>
                </a:lnTo>
                <a:close/>
                <a:moveTo>
                  <a:pt x="1657" y="662"/>
                </a:moveTo>
                <a:lnTo>
                  <a:pt x="1664" y="662"/>
                </a:lnTo>
                <a:lnTo>
                  <a:pt x="1664" y="655"/>
                </a:lnTo>
                <a:lnTo>
                  <a:pt x="1657" y="655"/>
                </a:lnTo>
                <a:lnTo>
                  <a:pt x="1657" y="662"/>
                </a:lnTo>
                <a:close/>
                <a:moveTo>
                  <a:pt x="1674" y="662"/>
                </a:moveTo>
                <a:lnTo>
                  <a:pt x="1681" y="662"/>
                </a:lnTo>
                <a:lnTo>
                  <a:pt x="1681" y="655"/>
                </a:lnTo>
                <a:lnTo>
                  <a:pt x="1674" y="655"/>
                </a:lnTo>
                <a:lnTo>
                  <a:pt x="1674" y="662"/>
                </a:lnTo>
                <a:close/>
                <a:moveTo>
                  <a:pt x="1690" y="662"/>
                </a:moveTo>
                <a:lnTo>
                  <a:pt x="1698" y="662"/>
                </a:lnTo>
                <a:lnTo>
                  <a:pt x="1698" y="655"/>
                </a:lnTo>
                <a:lnTo>
                  <a:pt x="1690" y="655"/>
                </a:lnTo>
                <a:lnTo>
                  <a:pt x="1690" y="662"/>
                </a:lnTo>
                <a:close/>
                <a:moveTo>
                  <a:pt x="1707" y="662"/>
                </a:moveTo>
                <a:lnTo>
                  <a:pt x="1714" y="662"/>
                </a:lnTo>
                <a:lnTo>
                  <a:pt x="1714" y="655"/>
                </a:lnTo>
                <a:lnTo>
                  <a:pt x="1707" y="655"/>
                </a:lnTo>
                <a:lnTo>
                  <a:pt x="1707" y="662"/>
                </a:lnTo>
                <a:close/>
                <a:moveTo>
                  <a:pt x="1724" y="662"/>
                </a:moveTo>
                <a:lnTo>
                  <a:pt x="1731" y="662"/>
                </a:lnTo>
                <a:lnTo>
                  <a:pt x="1731" y="655"/>
                </a:lnTo>
                <a:lnTo>
                  <a:pt x="1724" y="655"/>
                </a:lnTo>
                <a:lnTo>
                  <a:pt x="1724" y="662"/>
                </a:lnTo>
                <a:close/>
                <a:moveTo>
                  <a:pt x="1740" y="662"/>
                </a:moveTo>
                <a:lnTo>
                  <a:pt x="1747" y="662"/>
                </a:lnTo>
                <a:lnTo>
                  <a:pt x="1747" y="655"/>
                </a:lnTo>
                <a:lnTo>
                  <a:pt x="1740" y="655"/>
                </a:lnTo>
                <a:lnTo>
                  <a:pt x="1740" y="662"/>
                </a:lnTo>
                <a:close/>
                <a:moveTo>
                  <a:pt x="1757" y="662"/>
                </a:moveTo>
                <a:lnTo>
                  <a:pt x="1764" y="662"/>
                </a:lnTo>
                <a:lnTo>
                  <a:pt x="1764" y="655"/>
                </a:lnTo>
                <a:lnTo>
                  <a:pt x="1757" y="655"/>
                </a:lnTo>
                <a:lnTo>
                  <a:pt x="1757" y="662"/>
                </a:lnTo>
                <a:close/>
                <a:moveTo>
                  <a:pt x="1773" y="662"/>
                </a:moveTo>
                <a:lnTo>
                  <a:pt x="1780" y="662"/>
                </a:lnTo>
                <a:lnTo>
                  <a:pt x="1780" y="655"/>
                </a:lnTo>
                <a:lnTo>
                  <a:pt x="1773" y="655"/>
                </a:lnTo>
                <a:lnTo>
                  <a:pt x="1773" y="662"/>
                </a:lnTo>
                <a:close/>
                <a:moveTo>
                  <a:pt x="1790" y="662"/>
                </a:moveTo>
                <a:lnTo>
                  <a:pt x="1797" y="662"/>
                </a:lnTo>
                <a:lnTo>
                  <a:pt x="1797" y="655"/>
                </a:lnTo>
                <a:lnTo>
                  <a:pt x="1790" y="655"/>
                </a:lnTo>
                <a:lnTo>
                  <a:pt x="1790" y="662"/>
                </a:lnTo>
                <a:close/>
                <a:moveTo>
                  <a:pt x="1806" y="662"/>
                </a:moveTo>
                <a:lnTo>
                  <a:pt x="1814" y="662"/>
                </a:lnTo>
                <a:lnTo>
                  <a:pt x="1814" y="655"/>
                </a:lnTo>
                <a:lnTo>
                  <a:pt x="1806" y="655"/>
                </a:lnTo>
                <a:lnTo>
                  <a:pt x="1806" y="662"/>
                </a:lnTo>
                <a:close/>
                <a:moveTo>
                  <a:pt x="1823" y="662"/>
                </a:moveTo>
                <a:lnTo>
                  <a:pt x="1830" y="662"/>
                </a:lnTo>
                <a:lnTo>
                  <a:pt x="1830" y="655"/>
                </a:lnTo>
                <a:lnTo>
                  <a:pt x="1823" y="655"/>
                </a:lnTo>
                <a:lnTo>
                  <a:pt x="1823" y="662"/>
                </a:lnTo>
                <a:close/>
                <a:moveTo>
                  <a:pt x="1840" y="662"/>
                </a:moveTo>
                <a:lnTo>
                  <a:pt x="1847" y="662"/>
                </a:lnTo>
                <a:lnTo>
                  <a:pt x="1847" y="655"/>
                </a:lnTo>
                <a:lnTo>
                  <a:pt x="1840" y="655"/>
                </a:lnTo>
                <a:lnTo>
                  <a:pt x="1840" y="662"/>
                </a:lnTo>
                <a:close/>
                <a:moveTo>
                  <a:pt x="1856" y="662"/>
                </a:moveTo>
                <a:lnTo>
                  <a:pt x="1863" y="662"/>
                </a:lnTo>
                <a:lnTo>
                  <a:pt x="1863" y="655"/>
                </a:lnTo>
                <a:lnTo>
                  <a:pt x="1856" y="655"/>
                </a:lnTo>
                <a:lnTo>
                  <a:pt x="1856" y="662"/>
                </a:lnTo>
                <a:close/>
                <a:moveTo>
                  <a:pt x="1873" y="662"/>
                </a:moveTo>
                <a:lnTo>
                  <a:pt x="1880" y="662"/>
                </a:lnTo>
                <a:lnTo>
                  <a:pt x="1880" y="655"/>
                </a:lnTo>
                <a:lnTo>
                  <a:pt x="1873" y="655"/>
                </a:lnTo>
                <a:lnTo>
                  <a:pt x="1873" y="662"/>
                </a:lnTo>
                <a:close/>
                <a:moveTo>
                  <a:pt x="1889" y="662"/>
                </a:moveTo>
                <a:lnTo>
                  <a:pt x="1896" y="662"/>
                </a:lnTo>
                <a:lnTo>
                  <a:pt x="1896" y="655"/>
                </a:lnTo>
                <a:lnTo>
                  <a:pt x="1889" y="655"/>
                </a:lnTo>
                <a:lnTo>
                  <a:pt x="1889" y="662"/>
                </a:lnTo>
                <a:close/>
                <a:moveTo>
                  <a:pt x="1908" y="662"/>
                </a:moveTo>
                <a:lnTo>
                  <a:pt x="1915" y="662"/>
                </a:lnTo>
                <a:lnTo>
                  <a:pt x="1915" y="655"/>
                </a:lnTo>
                <a:lnTo>
                  <a:pt x="1908" y="655"/>
                </a:lnTo>
                <a:lnTo>
                  <a:pt x="1908" y="662"/>
                </a:lnTo>
                <a:close/>
                <a:moveTo>
                  <a:pt x="1925" y="662"/>
                </a:moveTo>
                <a:lnTo>
                  <a:pt x="1932" y="662"/>
                </a:lnTo>
                <a:lnTo>
                  <a:pt x="1932" y="655"/>
                </a:lnTo>
                <a:lnTo>
                  <a:pt x="1925" y="655"/>
                </a:lnTo>
                <a:lnTo>
                  <a:pt x="1925" y="662"/>
                </a:lnTo>
                <a:close/>
                <a:moveTo>
                  <a:pt x="1941" y="662"/>
                </a:moveTo>
                <a:lnTo>
                  <a:pt x="1949" y="662"/>
                </a:lnTo>
                <a:lnTo>
                  <a:pt x="1949" y="655"/>
                </a:lnTo>
                <a:lnTo>
                  <a:pt x="1941" y="655"/>
                </a:lnTo>
                <a:lnTo>
                  <a:pt x="1941" y="662"/>
                </a:lnTo>
                <a:close/>
                <a:moveTo>
                  <a:pt x="1958" y="662"/>
                </a:moveTo>
                <a:lnTo>
                  <a:pt x="1965" y="662"/>
                </a:lnTo>
                <a:lnTo>
                  <a:pt x="1965" y="655"/>
                </a:lnTo>
                <a:lnTo>
                  <a:pt x="1958" y="655"/>
                </a:lnTo>
                <a:lnTo>
                  <a:pt x="1958" y="662"/>
                </a:lnTo>
                <a:close/>
                <a:moveTo>
                  <a:pt x="1975" y="662"/>
                </a:moveTo>
                <a:lnTo>
                  <a:pt x="1982" y="662"/>
                </a:lnTo>
                <a:lnTo>
                  <a:pt x="1982" y="655"/>
                </a:lnTo>
                <a:lnTo>
                  <a:pt x="1975" y="655"/>
                </a:lnTo>
                <a:lnTo>
                  <a:pt x="1975" y="662"/>
                </a:lnTo>
                <a:close/>
                <a:moveTo>
                  <a:pt x="1991" y="662"/>
                </a:moveTo>
                <a:lnTo>
                  <a:pt x="1998" y="662"/>
                </a:lnTo>
                <a:lnTo>
                  <a:pt x="1998" y="655"/>
                </a:lnTo>
                <a:lnTo>
                  <a:pt x="1991" y="655"/>
                </a:lnTo>
                <a:lnTo>
                  <a:pt x="1991" y="662"/>
                </a:lnTo>
                <a:close/>
                <a:moveTo>
                  <a:pt x="2008" y="662"/>
                </a:moveTo>
                <a:lnTo>
                  <a:pt x="2015" y="662"/>
                </a:lnTo>
                <a:lnTo>
                  <a:pt x="2015" y="655"/>
                </a:lnTo>
                <a:lnTo>
                  <a:pt x="2008" y="655"/>
                </a:lnTo>
                <a:lnTo>
                  <a:pt x="2008" y="662"/>
                </a:lnTo>
                <a:close/>
                <a:moveTo>
                  <a:pt x="2024" y="662"/>
                </a:moveTo>
                <a:lnTo>
                  <a:pt x="2031" y="662"/>
                </a:lnTo>
                <a:lnTo>
                  <a:pt x="2031" y="655"/>
                </a:lnTo>
                <a:lnTo>
                  <a:pt x="2024" y="655"/>
                </a:lnTo>
                <a:lnTo>
                  <a:pt x="2024" y="662"/>
                </a:lnTo>
                <a:close/>
                <a:moveTo>
                  <a:pt x="2041" y="662"/>
                </a:moveTo>
                <a:lnTo>
                  <a:pt x="2048" y="662"/>
                </a:lnTo>
                <a:lnTo>
                  <a:pt x="2048" y="655"/>
                </a:lnTo>
                <a:lnTo>
                  <a:pt x="2041" y="655"/>
                </a:lnTo>
                <a:lnTo>
                  <a:pt x="2041" y="662"/>
                </a:lnTo>
                <a:close/>
                <a:moveTo>
                  <a:pt x="2057" y="662"/>
                </a:moveTo>
                <a:lnTo>
                  <a:pt x="2065" y="662"/>
                </a:lnTo>
                <a:lnTo>
                  <a:pt x="2065" y="655"/>
                </a:lnTo>
                <a:lnTo>
                  <a:pt x="2057" y="655"/>
                </a:lnTo>
                <a:lnTo>
                  <a:pt x="2057" y="662"/>
                </a:lnTo>
                <a:close/>
                <a:moveTo>
                  <a:pt x="2074" y="662"/>
                </a:moveTo>
                <a:lnTo>
                  <a:pt x="2081" y="662"/>
                </a:lnTo>
                <a:lnTo>
                  <a:pt x="2081" y="655"/>
                </a:lnTo>
                <a:lnTo>
                  <a:pt x="2074" y="655"/>
                </a:lnTo>
                <a:lnTo>
                  <a:pt x="2074" y="662"/>
                </a:lnTo>
                <a:close/>
                <a:moveTo>
                  <a:pt x="2091" y="662"/>
                </a:moveTo>
                <a:lnTo>
                  <a:pt x="2098" y="662"/>
                </a:lnTo>
                <a:lnTo>
                  <a:pt x="2098" y="655"/>
                </a:lnTo>
                <a:lnTo>
                  <a:pt x="2091" y="655"/>
                </a:lnTo>
                <a:lnTo>
                  <a:pt x="2091" y="662"/>
                </a:lnTo>
                <a:close/>
                <a:moveTo>
                  <a:pt x="2107" y="662"/>
                </a:moveTo>
                <a:lnTo>
                  <a:pt x="2114" y="662"/>
                </a:lnTo>
                <a:lnTo>
                  <a:pt x="2114" y="655"/>
                </a:lnTo>
                <a:lnTo>
                  <a:pt x="2107" y="655"/>
                </a:lnTo>
                <a:lnTo>
                  <a:pt x="2107" y="662"/>
                </a:lnTo>
                <a:close/>
                <a:moveTo>
                  <a:pt x="2124" y="662"/>
                </a:moveTo>
                <a:lnTo>
                  <a:pt x="2131" y="662"/>
                </a:lnTo>
                <a:lnTo>
                  <a:pt x="2131" y="655"/>
                </a:lnTo>
                <a:lnTo>
                  <a:pt x="2124" y="655"/>
                </a:lnTo>
                <a:lnTo>
                  <a:pt x="2124" y="662"/>
                </a:lnTo>
                <a:close/>
                <a:moveTo>
                  <a:pt x="2140" y="662"/>
                </a:moveTo>
                <a:lnTo>
                  <a:pt x="2147" y="662"/>
                </a:lnTo>
                <a:lnTo>
                  <a:pt x="2147" y="655"/>
                </a:lnTo>
                <a:lnTo>
                  <a:pt x="2140" y="655"/>
                </a:lnTo>
                <a:lnTo>
                  <a:pt x="2140" y="662"/>
                </a:lnTo>
                <a:close/>
                <a:moveTo>
                  <a:pt x="2159" y="662"/>
                </a:moveTo>
                <a:lnTo>
                  <a:pt x="2164" y="662"/>
                </a:lnTo>
                <a:lnTo>
                  <a:pt x="2164" y="655"/>
                </a:lnTo>
                <a:lnTo>
                  <a:pt x="2159" y="655"/>
                </a:lnTo>
                <a:lnTo>
                  <a:pt x="2159" y="662"/>
                </a:lnTo>
                <a:close/>
                <a:moveTo>
                  <a:pt x="2176" y="662"/>
                </a:moveTo>
                <a:lnTo>
                  <a:pt x="2183" y="662"/>
                </a:lnTo>
                <a:lnTo>
                  <a:pt x="2183" y="655"/>
                </a:lnTo>
                <a:lnTo>
                  <a:pt x="2176" y="655"/>
                </a:lnTo>
                <a:lnTo>
                  <a:pt x="2176" y="662"/>
                </a:lnTo>
                <a:close/>
                <a:moveTo>
                  <a:pt x="2192" y="662"/>
                </a:moveTo>
                <a:lnTo>
                  <a:pt x="2200" y="662"/>
                </a:lnTo>
                <a:lnTo>
                  <a:pt x="2200" y="655"/>
                </a:lnTo>
                <a:lnTo>
                  <a:pt x="2192" y="655"/>
                </a:lnTo>
                <a:lnTo>
                  <a:pt x="2192" y="662"/>
                </a:lnTo>
                <a:close/>
                <a:moveTo>
                  <a:pt x="2209" y="662"/>
                </a:moveTo>
                <a:lnTo>
                  <a:pt x="2216" y="662"/>
                </a:lnTo>
                <a:lnTo>
                  <a:pt x="2216" y="655"/>
                </a:lnTo>
                <a:lnTo>
                  <a:pt x="2209" y="655"/>
                </a:lnTo>
                <a:lnTo>
                  <a:pt x="2209" y="662"/>
                </a:lnTo>
                <a:close/>
                <a:moveTo>
                  <a:pt x="2226" y="662"/>
                </a:moveTo>
                <a:lnTo>
                  <a:pt x="2233" y="662"/>
                </a:lnTo>
                <a:lnTo>
                  <a:pt x="2233" y="655"/>
                </a:lnTo>
                <a:lnTo>
                  <a:pt x="2226" y="655"/>
                </a:lnTo>
                <a:lnTo>
                  <a:pt x="2226" y="662"/>
                </a:lnTo>
                <a:close/>
                <a:moveTo>
                  <a:pt x="2242" y="662"/>
                </a:moveTo>
                <a:lnTo>
                  <a:pt x="2249" y="662"/>
                </a:lnTo>
                <a:lnTo>
                  <a:pt x="2249" y="655"/>
                </a:lnTo>
                <a:lnTo>
                  <a:pt x="2242" y="655"/>
                </a:lnTo>
                <a:lnTo>
                  <a:pt x="2242" y="662"/>
                </a:lnTo>
                <a:close/>
                <a:moveTo>
                  <a:pt x="2259" y="662"/>
                </a:moveTo>
                <a:lnTo>
                  <a:pt x="2266" y="662"/>
                </a:lnTo>
                <a:lnTo>
                  <a:pt x="2266" y="655"/>
                </a:lnTo>
                <a:lnTo>
                  <a:pt x="2259" y="655"/>
                </a:lnTo>
                <a:lnTo>
                  <a:pt x="2259" y="662"/>
                </a:lnTo>
                <a:close/>
                <a:moveTo>
                  <a:pt x="2275" y="662"/>
                </a:moveTo>
                <a:lnTo>
                  <a:pt x="2282" y="662"/>
                </a:lnTo>
                <a:lnTo>
                  <a:pt x="2282" y="655"/>
                </a:lnTo>
                <a:lnTo>
                  <a:pt x="2275" y="655"/>
                </a:lnTo>
                <a:lnTo>
                  <a:pt x="2275" y="662"/>
                </a:lnTo>
                <a:close/>
                <a:moveTo>
                  <a:pt x="2292" y="662"/>
                </a:moveTo>
                <a:lnTo>
                  <a:pt x="2299" y="662"/>
                </a:lnTo>
                <a:lnTo>
                  <a:pt x="2299" y="655"/>
                </a:lnTo>
                <a:lnTo>
                  <a:pt x="2292" y="655"/>
                </a:lnTo>
                <a:lnTo>
                  <a:pt x="2292" y="662"/>
                </a:lnTo>
                <a:close/>
                <a:moveTo>
                  <a:pt x="2308" y="662"/>
                </a:moveTo>
                <a:lnTo>
                  <a:pt x="2316" y="662"/>
                </a:lnTo>
                <a:lnTo>
                  <a:pt x="2316" y="655"/>
                </a:lnTo>
                <a:lnTo>
                  <a:pt x="2308" y="655"/>
                </a:lnTo>
                <a:lnTo>
                  <a:pt x="2308" y="662"/>
                </a:lnTo>
                <a:close/>
                <a:moveTo>
                  <a:pt x="2325" y="662"/>
                </a:moveTo>
                <a:lnTo>
                  <a:pt x="2332" y="662"/>
                </a:lnTo>
                <a:lnTo>
                  <a:pt x="2332" y="655"/>
                </a:lnTo>
                <a:lnTo>
                  <a:pt x="2325" y="655"/>
                </a:lnTo>
                <a:lnTo>
                  <a:pt x="2325" y="662"/>
                </a:lnTo>
                <a:close/>
                <a:moveTo>
                  <a:pt x="2342" y="662"/>
                </a:moveTo>
                <a:lnTo>
                  <a:pt x="2349" y="662"/>
                </a:lnTo>
                <a:lnTo>
                  <a:pt x="2349" y="655"/>
                </a:lnTo>
                <a:lnTo>
                  <a:pt x="2342" y="655"/>
                </a:lnTo>
                <a:lnTo>
                  <a:pt x="2342" y="662"/>
                </a:lnTo>
                <a:close/>
                <a:moveTo>
                  <a:pt x="2358" y="662"/>
                </a:moveTo>
                <a:lnTo>
                  <a:pt x="2365" y="662"/>
                </a:lnTo>
                <a:lnTo>
                  <a:pt x="2365" y="655"/>
                </a:lnTo>
                <a:lnTo>
                  <a:pt x="2358" y="655"/>
                </a:lnTo>
                <a:lnTo>
                  <a:pt x="2358" y="662"/>
                </a:lnTo>
                <a:close/>
                <a:moveTo>
                  <a:pt x="2375" y="662"/>
                </a:moveTo>
                <a:lnTo>
                  <a:pt x="2382" y="662"/>
                </a:lnTo>
                <a:lnTo>
                  <a:pt x="2382" y="655"/>
                </a:lnTo>
                <a:lnTo>
                  <a:pt x="2375" y="655"/>
                </a:lnTo>
                <a:lnTo>
                  <a:pt x="2375" y="662"/>
                </a:lnTo>
                <a:close/>
                <a:moveTo>
                  <a:pt x="2391" y="662"/>
                </a:moveTo>
                <a:lnTo>
                  <a:pt x="2398" y="662"/>
                </a:lnTo>
                <a:lnTo>
                  <a:pt x="2398" y="655"/>
                </a:lnTo>
                <a:lnTo>
                  <a:pt x="2391" y="655"/>
                </a:lnTo>
                <a:lnTo>
                  <a:pt x="2391" y="662"/>
                </a:lnTo>
                <a:close/>
                <a:moveTo>
                  <a:pt x="2408" y="662"/>
                </a:moveTo>
                <a:lnTo>
                  <a:pt x="2415" y="662"/>
                </a:lnTo>
                <a:lnTo>
                  <a:pt x="2415" y="655"/>
                </a:lnTo>
                <a:lnTo>
                  <a:pt x="2408" y="655"/>
                </a:lnTo>
                <a:lnTo>
                  <a:pt x="2408" y="662"/>
                </a:lnTo>
                <a:close/>
                <a:moveTo>
                  <a:pt x="2427" y="662"/>
                </a:moveTo>
                <a:lnTo>
                  <a:pt x="2434" y="662"/>
                </a:lnTo>
                <a:lnTo>
                  <a:pt x="2434" y="655"/>
                </a:lnTo>
                <a:lnTo>
                  <a:pt x="2427" y="655"/>
                </a:lnTo>
                <a:lnTo>
                  <a:pt x="2427" y="662"/>
                </a:lnTo>
                <a:close/>
                <a:moveTo>
                  <a:pt x="2443" y="662"/>
                </a:moveTo>
                <a:lnTo>
                  <a:pt x="2451" y="662"/>
                </a:lnTo>
                <a:lnTo>
                  <a:pt x="2451" y="655"/>
                </a:lnTo>
                <a:lnTo>
                  <a:pt x="2443" y="655"/>
                </a:lnTo>
                <a:lnTo>
                  <a:pt x="2443" y="662"/>
                </a:lnTo>
                <a:close/>
                <a:moveTo>
                  <a:pt x="2460" y="662"/>
                </a:moveTo>
                <a:lnTo>
                  <a:pt x="2467" y="662"/>
                </a:lnTo>
                <a:lnTo>
                  <a:pt x="2467" y="655"/>
                </a:lnTo>
                <a:lnTo>
                  <a:pt x="2460" y="655"/>
                </a:lnTo>
                <a:lnTo>
                  <a:pt x="2460" y="662"/>
                </a:lnTo>
                <a:close/>
                <a:moveTo>
                  <a:pt x="2477" y="662"/>
                </a:moveTo>
                <a:lnTo>
                  <a:pt x="2484" y="662"/>
                </a:lnTo>
                <a:lnTo>
                  <a:pt x="2484" y="655"/>
                </a:lnTo>
                <a:lnTo>
                  <a:pt x="2477" y="655"/>
                </a:lnTo>
                <a:lnTo>
                  <a:pt x="2477" y="662"/>
                </a:lnTo>
                <a:close/>
                <a:moveTo>
                  <a:pt x="2526" y="662"/>
                </a:moveTo>
                <a:lnTo>
                  <a:pt x="2533" y="662"/>
                </a:lnTo>
                <a:lnTo>
                  <a:pt x="2533" y="655"/>
                </a:lnTo>
                <a:lnTo>
                  <a:pt x="2526" y="655"/>
                </a:lnTo>
                <a:lnTo>
                  <a:pt x="2526" y="662"/>
                </a:lnTo>
                <a:close/>
                <a:moveTo>
                  <a:pt x="2543" y="662"/>
                </a:moveTo>
                <a:lnTo>
                  <a:pt x="2550" y="662"/>
                </a:lnTo>
                <a:lnTo>
                  <a:pt x="2550" y="655"/>
                </a:lnTo>
                <a:lnTo>
                  <a:pt x="2543" y="655"/>
                </a:lnTo>
                <a:lnTo>
                  <a:pt x="2543" y="662"/>
                </a:lnTo>
                <a:close/>
                <a:moveTo>
                  <a:pt x="2560" y="662"/>
                </a:moveTo>
                <a:lnTo>
                  <a:pt x="2567" y="662"/>
                </a:lnTo>
                <a:lnTo>
                  <a:pt x="2567" y="655"/>
                </a:lnTo>
                <a:lnTo>
                  <a:pt x="2560" y="655"/>
                </a:lnTo>
                <a:lnTo>
                  <a:pt x="2560" y="662"/>
                </a:lnTo>
                <a:close/>
                <a:moveTo>
                  <a:pt x="2576" y="662"/>
                </a:moveTo>
                <a:lnTo>
                  <a:pt x="2583" y="662"/>
                </a:lnTo>
                <a:lnTo>
                  <a:pt x="2583" y="655"/>
                </a:lnTo>
                <a:lnTo>
                  <a:pt x="2576" y="655"/>
                </a:lnTo>
                <a:lnTo>
                  <a:pt x="2576" y="662"/>
                </a:lnTo>
                <a:close/>
                <a:moveTo>
                  <a:pt x="2593" y="662"/>
                </a:moveTo>
                <a:lnTo>
                  <a:pt x="2600" y="662"/>
                </a:lnTo>
                <a:lnTo>
                  <a:pt x="2600" y="655"/>
                </a:lnTo>
                <a:lnTo>
                  <a:pt x="2593" y="655"/>
                </a:lnTo>
                <a:lnTo>
                  <a:pt x="2593" y="662"/>
                </a:lnTo>
                <a:close/>
                <a:moveTo>
                  <a:pt x="2609" y="662"/>
                </a:moveTo>
                <a:lnTo>
                  <a:pt x="2616" y="662"/>
                </a:lnTo>
                <a:lnTo>
                  <a:pt x="2616" y="655"/>
                </a:lnTo>
                <a:lnTo>
                  <a:pt x="2609" y="655"/>
                </a:lnTo>
                <a:lnTo>
                  <a:pt x="2609" y="662"/>
                </a:lnTo>
                <a:close/>
                <a:moveTo>
                  <a:pt x="2626" y="662"/>
                </a:moveTo>
                <a:lnTo>
                  <a:pt x="2633" y="662"/>
                </a:lnTo>
                <a:lnTo>
                  <a:pt x="2633" y="655"/>
                </a:lnTo>
                <a:lnTo>
                  <a:pt x="2626" y="655"/>
                </a:lnTo>
                <a:lnTo>
                  <a:pt x="2626" y="662"/>
                </a:lnTo>
                <a:close/>
                <a:moveTo>
                  <a:pt x="2642" y="662"/>
                </a:moveTo>
                <a:lnTo>
                  <a:pt x="2649" y="662"/>
                </a:lnTo>
                <a:lnTo>
                  <a:pt x="2649" y="655"/>
                </a:lnTo>
                <a:lnTo>
                  <a:pt x="2642" y="655"/>
                </a:lnTo>
                <a:lnTo>
                  <a:pt x="2642" y="662"/>
                </a:lnTo>
                <a:close/>
                <a:moveTo>
                  <a:pt x="435" y="679"/>
                </a:moveTo>
                <a:lnTo>
                  <a:pt x="442" y="679"/>
                </a:lnTo>
                <a:lnTo>
                  <a:pt x="442" y="672"/>
                </a:lnTo>
                <a:lnTo>
                  <a:pt x="435" y="672"/>
                </a:lnTo>
                <a:lnTo>
                  <a:pt x="435" y="679"/>
                </a:lnTo>
                <a:close/>
                <a:moveTo>
                  <a:pt x="452" y="679"/>
                </a:moveTo>
                <a:lnTo>
                  <a:pt x="459" y="679"/>
                </a:lnTo>
                <a:lnTo>
                  <a:pt x="459" y="672"/>
                </a:lnTo>
                <a:lnTo>
                  <a:pt x="452" y="672"/>
                </a:lnTo>
                <a:lnTo>
                  <a:pt x="452" y="679"/>
                </a:lnTo>
                <a:close/>
                <a:moveTo>
                  <a:pt x="469" y="679"/>
                </a:moveTo>
                <a:lnTo>
                  <a:pt x="476" y="679"/>
                </a:lnTo>
                <a:lnTo>
                  <a:pt x="476" y="672"/>
                </a:lnTo>
                <a:lnTo>
                  <a:pt x="469" y="672"/>
                </a:lnTo>
                <a:lnTo>
                  <a:pt x="469" y="679"/>
                </a:lnTo>
                <a:close/>
                <a:moveTo>
                  <a:pt x="485" y="679"/>
                </a:moveTo>
                <a:lnTo>
                  <a:pt x="492" y="679"/>
                </a:lnTo>
                <a:lnTo>
                  <a:pt x="492" y="672"/>
                </a:lnTo>
                <a:lnTo>
                  <a:pt x="485" y="672"/>
                </a:lnTo>
                <a:lnTo>
                  <a:pt x="485" y="679"/>
                </a:lnTo>
                <a:close/>
                <a:moveTo>
                  <a:pt x="502" y="679"/>
                </a:moveTo>
                <a:lnTo>
                  <a:pt x="509" y="679"/>
                </a:lnTo>
                <a:lnTo>
                  <a:pt x="509" y="672"/>
                </a:lnTo>
                <a:lnTo>
                  <a:pt x="502" y="672"/>
                </a:lnTo>
                <a:lnTo>
                  <a:pt x="502" y="679"/>
                </a:lnTo>
                <a:close/>
                <a:moveTo>
                  <a:pt x="518" y="679"/>
                </a:moveTo>
                <a:lnTo>
                  <a:pt x="525" y="679"/>
                </a:lnTo>
                <a:lnTo>
                  <a:pt x="525" y="672"/>
                </a:lnTo>
                <a:lnTo>
                  <a:pt x="518" y="672"/>
                </a:lnTo>
                <a:lnTo>
                  <a:pt x="518" y="679"/>
                </a:lnTo>
                <a:close/>
                <a:moveTo>
                  <a:pt x="535" y="679"/>
                </a:moveTo>
                <a:lnTo>
                  <a:pt x="542" y="679"/>
                </a:lnTo>
                <a:lnTo>
                  <a:pt x="542" y="672"/>
                </a:lnTo>
                <a:lnTo>
                  <a:pt x="535" y="672"/>
                </a:lnTo>
                <a:lnTo>
                  <a:pt x="535" y="679"/>
                </a:lnTo>
                <a:close/>
                <a:moveTo>
                  <a:pt x="551" y="679"/>
                </a:moveTo>
                <a:lnTo>
                  <a:pt x="559" y="679"/>
                </a:lnTo>
                <a:lnTo>
                  <a:pt x="559" y="672"/>
                </a:lnTo>
                <a:lnTo>
                  <a:pt x="551" y="672"/>
                </a:lnTo>
                <a:lnTo>
                  <a:pt x="551" y="679"/>
                </a:lnTo>
                <a:close/>
                <a:moveTo>
                  <a:pt x="568" y="679"/>
                </a:moveTo>
                <a:lnTo>
                  <a:pt x="575" y="679"/>
                </a:lnTo>
                <a:lnTo>
                  <a:pt x="575" y="672"/>
                </a:lnTo>
                <a:lnTo>
                  <a:pt x="568" y="672"/>
                </a:lnTo>
                <a:lnTo>
                  <a:pt x="568" y="679"/>
                </a:lnTo>
                <a:close/>
                <a:moveTo>
                  <a:pt x="585" y="679"/>
                </a:moveTo>
                <a:lnTo>
                  <a:pt x="592" y="679"/>
                </a:lnTo>
                <a:lnTo>
                  <a:pt x="592" y="672"/>
                </a:lnTo>
                <a:lnTo>
                  <a:pt x="585" y="672"/>
                </a:lnTo>
                <a:lnTo>
                  <a:pt x="585" y="679"/>
                </a:lnTo>
                <a:close/>
                <a:moveTo>
                  <a:pt x="601" y="679"/>
                </a:moveTo>
                <a:lnTo>
                  <a:pt x="608" y="679"/>
                </a:lnTo>
                <a:lnTo>
                  <a:pt x="608" y="672"/>
                </a:lnTo>
                <a:lnTo>
                  <a:pt x="601" y="672"/>
                </a:lnTo>
                <a:lnTo>
                  <a:pt x="601" y="679"/>
                </a:lnTo>
                <a:close/>
                <a:moveTo>
                  <a:pt x="620" y="679"/>
                </a:moveTo>
                <a:lnTo>
                  <a:pt x="625" y="679"/>
                </a:lnTo>
                <a:lnTo>
                  <a:pt x="625" y="672"/>
                </a:lnTo>
                <a:lnTo>
                  <a:pt x="620" y="672"/>
                </a:lnTo>
                <a:lnTo>
                  <a:pt x="620" y="679"/>
                </a:lnTo>
                <a:close/>
                <a:moveTo>
                  <a:pt x="637" y="679"/>
                </a:moveTo>
                <a:lnTo>
                  <a:pt x="644" y="679"/>
                </a:lnTo>
                <a:lnTo>
                  <a:pt x="644" y="672"/>
                </a:lnTo>
                <a:lnTo>
                  <a:pt x="637" y="672"/>
                </a:lnTo>
                <a:lnTo>
                  <a:pt x="637" y="679"/>
                </a:lnTo>
                <a:close/>
                <a:moveTo>
                  <a:pt x="653" y="679"/>
                </a:moveTo>
                <a:lnTo>
                  <a:pt x="660" y="679"/>
                </a:lnTo>
                <a:lnTo>
                  <a:pt x="660" y="672"/>
                </a:lnTo>
                <a:lnTo>
                  <a:pt x="653" y="672"/>
                </a:lnTo>
                <a:lnTo>
                  <a:pt x="653" y="679"/>
                </a:lnTo>
                <a:close/>
                <a:moveTo>
                  <a:pt x="670" y="679"/>
                </a:moveTo>
                <a:lnTo>
                  <a:pt x="677" y="679"/>
                </a:lnTo>
                <a:lnTo>
                  <a:pt x="677" y="672"/>
                </a:lnTo>
                <a:lnTo>
                  <a:pt x="670" y="672"/>
                </a:lnTo>
                <a:lnTo>
                  <a:pt x="670" y="679"/>
                </a:lnTo>
                <a:close/>
                <a:moveTo>
                  <a:pt x="686" y="679"/>
                </a:moveTo>
                <a:lnTo>
                  <a:pt x="693" y="679"/>
                </a:lnTo>
                <a:lnTo>
                  <a:pt x="693" y="672"/>
                </a:lnTo>
                <a:lnTo>
                  <a:pt x="686" y="672"/>
                </a:lnTo>
                <a:lnTo>
                  <a:pt x="686" y="679"/>
                </a:lnTo>
                <a:close/>
                <a:moveTo>
                  <a:pt x="703" y="679"/>
                </a:moveTo>
                <a:lnTo>
                  <a:pt x="710" y="679"/>
                </a:lnTo>
                <a:lnTo>
                  <a:pt x="710" y="672"/>
                </a:lnTo>
                <a:lnTo>
                  <a:pt x="703" y="672"/>
                </a:lnTo>
                <a:lnTo>
                  <a:pt x="703" y="679"/>
                </a:lnTo>
                <a:close/>
                <a:moveTo>
                  <a:pt x="720" y="679"/>
                </a:moveTo>
                <a:lnTo>
                  <a:pt x="727" y="679"/>
                </a:lnTo>
                <a:lnTo>
                  <a:pt x="727" y="672"/>
                </a:lnTo>
                <a:lnTo>
                  <a:pt x="720" y="672"/>
                </a:lnTo>
                <a:lnTo>
                  <a:pt x="720" y="679"/>
                </a:lnTo>
                <a:close/>
                <a:moveTo>
                  <a:pt x="736" y="679"/>
                </a:moveTo>
                <a:lnTo>
                  <a:pt x="743" y="679"/>
                </a:lnTo>
                <a:lnTo>
                  <a:pt x="743" y="672"/>
                </a:lnTo>
                <a:lnTo>
                  <a:pt x="736" y="672"/>
                </a:lnTo>
                <a:lnTo>
                  <a:pt x="736" y="679"/>
                </a:lnTo>
                <a:close/>
                <a:moveTo>
                  <a:pt x="753" y="679"/>
                </a:moveTo>
                <a:lnTo>
                  <a:pt x="760" y="679"/>
                </a:lnTo>
                <a:lnTo>
                  <a:pt x="760" y="672"/>
                </a:lnTo>
                <a:lnTo>
                  <a:pt x="753" y="672"/>
                </a:lnTo>
                <a:lnTo>
                  <a:pt x="753" y="679"/>
                </a:lnTo>
                <a:close/>
                <a:moveTo>
                  <a:pt x="769" y="679"/>
                </a:moveTo>
                <a:lnTo>
                  <a:pt x="776" y="679"/>
                </a:lnTo>
                <a:lnTo>
                  <a:pt x="776" y="672"/>
                </a:lnTo>
                <a:lnTo>
                  <a:pt x="769" y="672"/>
                </a:lnTo>
                <a:lnTo>
                  <a:pt x="769" y="679"/>
                </a:lnTo>
                <a:close/>
                <a:moveTo>
                  <a:pt x="786" y="679"/>
                </a:moveTo>
                <a:lnTo>
                  <a:pt x="793" y="679"/>
                </a:lnTo>
                <a:lnTo>
                  <a:pt x="793" y="672"/>
                </a:lnTo>
                <a:lnTo>
                  <a:pt x="786" y="672"/>
                </a:lnTo>
                <a:lnTo>
                  <a:pt x="786" y="679"/>
                </a:lnTo>
                <a:close/>
                <a:moveTo>
                  <a:pt x="802" y="679"/>
                </a:moveTo>
                <a:lnTo>
                  <a:pt x="810" y="679"/>
                </a:lnTo>
                <a:lnTo>
                  <a:pt x="810" y="672"/>
                </a:lnTo>
                <a:lnTo>
                  <a:pt x="802" y="672"/>
                </a:lnTo>
                <a:lnTo>
                  <a:pt x="802" y="679"/>
                </a:lnTo>
                <a:close/>
                <a:moveTo>
                  <a:pt x="1390" y="679"/>
                </a:moveTo>
                <a:lnTo>
                  <a:pt x="1394" y="679"/>
                </a:lnTo>
                <a:lnTo>
                  <a:pt x="1394" y="672"/>
                </a:lnTo>
                <a:lnTo>
                  <a:pt x="1390" y="672"/>
                </a:lnTo>
                <a:lnTo>
                  <a:pt x="1390" y="679"/>
                </a:lnTo>
                <a:close/>
                <a:moveTo>
                  <a:pt x="1406" y="679"/>
                </a:moveTo>
                <a:lnTo>
                  <a:pt x="1413" y="679"/>
                </a:lnTo>
                <a:lnTo>
                  <a:pt x="1413" y="672"/>
                </a:lnTo>
                <a:lnTo>
                  <a:pt x="1406" y="672"/>
                </a:lnTo>
                <a:lnTo>
                  <a:pt x="1406" y="679"/>
                </a:lnTo>
                <a:close/>
                <a:moveTo>
                  <a:pt x="1423" y="679"/>
                </a:moveTo>
                <a:lnTo>
                  <a:pt x="1430" y="679"/>
                </a:lnTo>
                <a:lnTo>
                  <a:pt x="1430" y="672"/>
                </a:lnTo>
                <a:lnTo>
                  <a:pt x="1423" y="672"/>
                </a:lnTo>
                <a:lnTo>
                  <a:pt x="1423" y="679"/>
                </a:lnTo>
                <a:close/>
                <a:moveTo>
                  <a:pt x="1439" y="679"/>
                </a:moveTo>
                <a:lnTo>
                  <a:pt x="1447" y="679"/>
                </a:lnTo>
                <a:lnTo>
                  <a:pt x="1447" y="672"/>
                </a:lnTo>
                <a:lnTo>
                  <a:pt x="1439" y="672"/>
                </a:lnTo>
                <a:lnTo>
                  <a:pt x="1439" y="679"/>
                </a:lnTo>
                <a:close/>
                <a:moveTo>
                  <a:pt x="1456" y="679"/>
                </a:moveTo>
                <a:lnTo>
                  <a:pt x="1463" y="679"/>
                </a:lnTo>
                <a:lnTo>
                  <a:pt x="1463" y="672"/>
                </a:lnTo>
                <a:lnTo>
                  <a:pt x="1456" y="672"/>
                </a:lnTo>
                <a:lnTo>
                  <a:pt x="1456" y="679"/>
                </a:lnTo>
                <a:close/>
                <a:moveTo>
                  <a:pt x="1473" y="679"/>
                </a:moveTo>
                <a:lnTo>
                  <a:pt x="1480" y="679"/>
                </a:lnTo>
                <a:lnTo>
                  <a:pt x="1480" y="672"/>
                </a:lnTo>
                <a:lnTo>
                  <a:pt x="1473" y="672"/>
                </a:lnTo>
                <a:lnTo>
                  <a:pt x="1473" y="679"/>
                </a:lnTo>
                <a:close/>
                <a:moveTo>
                  <a:pt x="1489" y="679"/>
                </a:moveTo>
                <a:lnTo>
                  <a:pt x="1496" y="679"/>
                </a:lnTo>
                <a:lnTo>
                  <a:pt x="1496" y="672"/>
                </a:lnTo>
                <a:lnTo>
                  <a:pt x="1489" y="672"/>
                </a:lnTo>
                <a:lnTo>
                  <a:pt x="1489" y="679"/>
                </a:lnTo>
                <a:close/>
                <a:moveTo>
                  <a:pt x="1506" y="679"/>
                </a:moveTo>
                <a:lnTo>
                  <a:pt x="1513" y="679"/>
                </a:lnTo>
                <a:lnTo>
                  <a:pt x="1513" y="672"/>
                </a:lnTo>
                <a:lnTo>
                  <a:pt x="1506" y="672"/>
                </a:lnTo>
                <a:lnTo>
                  <a:pt x="1506" y="679"/>
                </a:lnTo>
                <a:close/>
                <a:moveTo>
                  <a:pt x="1522" y="679"/>
                </a:moveTo>
                <a:lnTo>
                  <a:pt x="1529" y="679"/>
                </a:lnTo>
                <a:lnTo>
                  <a:pt x="1529" y="672"/>
                </a:lnTo>
                <a:lnTo>
                  <a:pt x="1522" y="672"/>
                </a:lnTo>
                <a:lnTo>
                  <a:pt x="1522" y="679"/>
                </a:lnTo>
                <a:close/>
                <a:moveTo>
                  <a:pt x="1539" y="679"/>
                </a:moveTo>
                <a:lnTo>
                  <a:pt x="1546" y="679"/>
                </a:lnTo>
                <a:lnTo>
                  <a:pt x="1546" y="672"/>
                </a:lnTo>
                <a:lnTo>
                  <a:pt x="1539" y="672"/>
                </a:lnTo>
                <a:lnTo>
                  <a:pt x="1539" y="679"/>
                </a:lnTo>
                <a:close/>
                <a:moveTo>
                  <a:pt x="1555" y="679"/>
                </a:moveTo>
                <a:lnTo>
                  <a:pt x="1563" y="679"/>
                </a:lnTo>
                <a:lnTo>
                  <a:pt x="1563" y="672"/>
                </a:lnTo>
                <a:lnTo>
                  <a:pt x="1555" y="672"/>
                </a:lnTo>
                <a:lnTo>
                  <a:pt x="1555" y="679"/>
                </a:lnTo>
                <a:close/>
                <a:moveTo>
                  <a:pt x="1724" y="679"/>
                </a:moveTo>
                <a:lnTo>
                  <a:pt x="1731" y="679"/>
                </a:lnTo>
                <a:lnTo>
                  <a:pt x="1731" y="672"/>
                </a:lnTo>
                <a:lnTo>
                  <a:pt x="1724" y="672"/>
                </a:lnTo>
                <a:lnTo>
                  <a:pt x="1724" y="679"/>
                </a:lnTo>
                <a:close/>
                <a:moveTo>
                  <a:pt x="1740" y="679"/>
                </a:moveTo>
                <a:lnTo>
                  <a:pt x="1747" y="679"/>
                </a:lnTo>
                <a:lnTo>
                  <a:pt x="1747" y="672"/>
                </a:lnTo>
                <a:lnTo>
                  <a:pt x="1740" y="672"/>
                </a:lnTo>
                <a:lnTo>
                  <a:pt x="1740" y="679"/>
                </a:lnTo>
                <a:close/>
                <a:moveTo>
                  <a:pt x="1757" y="679"/>
                </a:moveTo>
                <a:lnTo>
                  <a:pt x="1764" y="679"/>
                </a:lnTo>
                <a:lnTo>
                  <a:pt x="1764" y="672"/>
                </a:lnTo>
                <a:lnTo>
                  <a:pt x="1757" y="672"/>
                </a:lnTo>
                <a:lnTo>
                  <a:pt x="1757" y="679"/>
                </a:lnTo>
                <a:close/>
                <a:moveTo>
                  <a:pt x="1773" y="679"/>
                </a:moveTo>
                <a:lnTo>
                  <a:pt x="1780" y="679"/>
                </a:lnTo>
                <a:lnTo>
                  <a:pt x="1780" y="672"/>
                </a:lnTo>
                <a:lnTo>
                  <a:pt x="1773" y="672"/>
                </a:lnTo>
                <a:lnTo>
                  <a:pt x="1773" y="679"/>
                </a:lnTo>
                <a:close/>
                <a:moveTo>
                  <a:pt x="1790" y="679"/>
                </a:moveTo>
                <a:lnTo>
                  <a:pt x="1797" y="679"/>
                </a:lnTo>
                <a:lnTo>
                  <a:pt x="1797" y="672"/>
                </a:lnTo>
                <a:lnTo>
                  <a:pt x="1790" y="672"/>
                </a:lnTo>
                <a:lnTo>
                  <a:pt x="1790" y="679"/>
                </a:lnTo>
                <a:close/>
                <a:moveTo>
                  <a:pt x="1806" y="679"/>
                </a:moveTo>
                <a:lnTo>
                  <a:pt x="1814" y="679"/>
                </a:lnTo>
                <a:lnTo>
                  <a:pt x="1814" y="672"/>
                </a:lnTo>
                <a:lnTo>
                  <a:pt x="1806" y="672"/>
                </a:lnTo>
                <a:lnTo>
                  <a:pt x="1806" y="679"/>
                </a:lnTo>
                <a:close/>
                <a:moveTo>
                  <a:pt x="1823" y="679"/>
                </a:moveTo>
                <a:lnTo>
                  <a:pt x="1830" y="679"/>
                </a:lnTo>
                <a:lnTo>
                  <a:pt x="1830" y="672"/>
                </a:lnTo>
                <a:lnTo>
                  <a:pt x="1823" y="672"/>
                </a:lnTo>
                <a:lnTo>
                  <a:pt x="1823" y="679"/>
                </a:lnTo>
                <a:close/>
                <a:moveTo>
                  <a:pt x="1840" y="679"/>
                </a:moveTo>
                <a:lnTo>
                  <a:pt x="1847" y="679"/>
                </a:lnTo>
                <a:lnTo>
                  <a:pt x="1847" y="672"/>
                </a:lnTo>
                <a:lnTo>
                  <a:pt x="1840" y="672"/>
                </a:lnTo>
                <a:lnTo>
                  <a:pt x="1840" y="679"/>
                </a:lnTo>
                <a:close/>
                <a:moveTo>
                  <a:pt x="1856" y="679"/>
                </a:moveTo>
                <a:lnTo>
                  <a:pt x="1863" y="679"/>
                </a:lnTo>
                <a:lnTo>
                  <a:pt x="1863" y="672"/>
                </a:lnTo>
                <a:lnTo>
                  <a:pt x="1856" y="672"/>
                </a:lnTo>
                <a:lnTo>
                  <a:pt x="1856" y="679"/>
                </a:lnTo>
                <a:close/>
                <a:moveTo>
                  <a:pt x="1873" y="679"/>
                </a:moveTo>
                <a:lnTo>
                  <a:pt x="1880" y="679"/>
                </a:lnTo>
                <a:lnTo>
                  <a:pt x="1880" y="672"/>
                </a:lnTo>
                <a:lnTo>
                  <a:pt x="1873" y="672"/>
                </a:lnTo>
                <a:lnTo>
                  <a:pt x="1873" y="679"/>
                </a:lnTo>
                <a:close/>
                <a:moveTo>
                  <a:pt x="1889" y="679"/>
                </a:moveTo>
                <a:lnTo>
                  <a:pt x="1896" y="679"/>
                </a:lnTo>
                <a:lnTo>
                  <a:pt x="1896" y="672"/>
                </a:lnTo>
                <a:lnTo>
                  <a:pt x="1889" y="672"/>
                </a:lnTo>
                <a:lnTo>
                  <a:pt x="1889" y="679"/>
                </a:lnTo>
                <a:close/>
                <a:moveTo>
                  <a:pt x="1908" y="679"/>
                </a:moveTo>
                <a:lnTo>
                  <a:pt x="1915" y="679"/>
                </a:lnTo>
                <a:lnTo>
                  <a:pt x="1915" y="672"/>
                </a:lnTo>
                <a:lnTo>
                  <a:pt x="1908" y="672"/>
                </a:lnTo>
                <a:lnTo>
                  <a:pt x="1908" y="679"/>
                </a:lnTo>
                <a:close/>
                <a:moveTo>
                  <a:pt x="1925" y="679"/>
                </a:moveTo>
                <a:lnTo>
                  <a:pt x="1932" y="679"/>
                </a:lnTo>
                <a:lnTo>
                  <a:pt x="1932" y="672"/>
                </a:lnTo>
                <a:lnTo>
                  <a:pt x="1925" y="672"/>
                </a:lnTo>
                <a:lnTo>
                  <a:pt x="1925" y="679"/>
                </a:lnTo>
                <a:close/>
                <a:moveTo>
                  <a:pt x="1941" y="679"/>
                </a:moveTo>
                <a:lnTo>
                  <a:pt x="1949" y="679"/>
                </a:lnTo>
                <a:lnTo>
                  <a:pt x="1949" y="672"/>
                </a:lnTo>
                <a:lnTo>
                  <a:pt x="1941" y="672"/>
                </a:lnTo>
                <a:lnTo>
                  <a:pt x="1941" y="679"/>
                </a:lnTo>
                <a:close/>
                <a:moveTo>
                  <a:pt x="1958" y="679"/>
                </a:moveTo>
                <a:lnTo>
                  <a:pt x="1965" y="679"/>
                </a:lnTo>
                <a:lnTo>
                  <a:pt x="1965" y="672"/>
                </a:lnTo>
                <a:lnTo>
                  <a:pt x="1958" y="672"/>
                </a:lnTo>
                <a:lnTo>
                  <a:pt x="1958" y="679"/>
                </a:lnTo>
                <a:close/>
                <a:moveTo>
                  <a:pt x="1975" y="679"/>
                </a:moveTo>
                <a:lnTo>
                  <a:pt x="1982" y="679"/>
                </a:lnTo>
                <a:lnTo>
                  <a:pt x="1982" y="672"/>
                </a:lnTo>
                <a:lnTo>
                  <a:pt x="1975" y="672"/>
                </a:lnTo>
                <a:lnTo>
                  <a:pt x="1975" y="679"/>
                </a:lnTo>
                <a:close/>
                <a:moveTo>
                  <a:pt x="1991" y="679"/>
                </a:moveTo>
                <a:lnTo>
                  <a:pt x="1998" y="679"/>
                </a:lnTo>
                <a:lnTo>
                  <a:pt x="1998" y="672"/>
                </a:lnTo>
                <a:lnTo>
                  <a:pt x="1991" y="672"/>
                </a:lnTo>
                <a:lnTo>
                  <a:pt x="1991" y="679"/>
                </a:lnTo>
                <a:close/>
                <a:moveTo>
                  <a:pt x="2008" y="679"/>
                </a:moveTo>
                <a:lnTo>
                  <a:pt x="2015" y="679"/>
                </a:lnTo>
                <a:lnTo>
                  <a:pt x="2015" y="672"/>
                </a:lnTo>
                <a:lnTo>
                  <a:pt x="2008" y="672"/>
                </a:lnTo>
                <a:lnTo>
                  <a:pt x="2008" y="679"/>
                </a:lnTo>
                <a:close/>
                <a:moveTo>
                  <a:pt x="2024" y="679"/>
                </a:moveTo>
                <a:lnTo>
                  <a:pt x="2031" y="679"/>
                </a:lnTo>
                <a:lnTo>
                  <a:pt x="2031" y="672"/>
                </a:lnTo>
                <a:lnTo>
                  <a:pt x="2024" y="672"/>
                </a:lnTo>
                <a:lnTo>
                  <a:pt x="2024" y="679"/>
                </a:lnTo>
                <a:close/>
                <a:moveTo>
                  <a:pt x="2041" y="679"/>
                </a:moveTo>
                <a:lnTo>
                  <a:pt x="2048" y="679"/>
                </a:lnTo>
                <a:lnTo>
                  <a:pt x="2048" y="672"/>
                </a:lnTo>
                <a:lnTo>
                  <a:pt x="2041" y="672"/>
                </a:lnTo>
                <a:lnTo>
                  <a:pt x="2041" y="679"/>
                </a:lnTo>
                <a:close/>
                <a:moveTo>
                  <a:pt x="2057" y="679"/>
                </a:moveTo>
                <a:lnTo>
                  <a:pt x="2065" y="679"/>
                </a:lnTo>
                <a:lnTo>
                  <a:pt x="2065" y="672"/>
                </a:lnTo>
                <a:lnTo>
                  <a:pt x="2057" y="672"/>
                </a:lnTo>
                <a:lnTo>
                  <a:pt x="2057" y="679"/>
                </a:lnTo>
                <a:close/>
                <a:moveTo>
                  <a:pt x="2074" y="679"/>
                </a:moveTo>
                <a:lnTo>
                  <a:pt x="2081" y="679"/>
                </a:lnTo>
                <a:lnTo>
                  <a:pt x="2081" y="672"/>
                </a:lnTo>
                <a:lnTo>
                  <a:pt x="2074" y="672"/>
                </a:lnTo>
                <a:lnTo>
                  <a:pt x="2074" y="679"/>
                </a:lnTo>
                <a:close/>
                <a:moveTo>
                  <a:pt x="2091" y="679"/>
                </a:moveTo>
                <a:lnTo>
                  <a:pt x="2098" y="679"/>
                </a:lnTo>
                <a:lnTo>
                  <a:pt x="2098" y="672"/>
                </a:lnTo>
                <a:lnTo>
                  <a:pt x="2091" y="672"/>
                </a:lnTo>
                <a:lnTo>
                  <a:pt x="2091" y="679"/>
                </a:lnTo>
                <a:close/>
                <a:moveTo>
                  <a:pt x="2107" y="679"/>
                </a:moveTo>
                <a:lnTo>
                  <a:pt x="2114" y="679"/>
                </a:lnTo>
                <a:lnTo>
                  <a:pt x="2114" y="672"/>
                </a:lnTo>
                <a:lnTo>
                  <a:pt x="2107" y="672"/>
                </a:lnTo>
                <a:lnTo>
                  <a:pt x="2107" y="679"/>
                </a:lnTo>
                <a:close/>
                <a:moveTo>
                  <a:pt x="2124" y="679"/>
                </a:moveTo>
                <a:lnTo>
                  <a:pt x="2131" y="679"/>
                </a:lnTo>
                <a:lnTo>
                  <a:pt x="2131" y="672"/>
                </a:lnTo>
                <a:lnTo>
                  <a:pt x="2124" y="672"/>
                </a:lnTo>
                <a:lnTo>
                  <a:pt x="2124" y="679"/>
                </a:lnTo>
                <a:close/>
                <a:moveTo>
                  <a:pt x="2140" y="679"/>
                </a:moveTo>
                <a:lnTo>
                  <a:pt x="2147" y="679"/>
                </a:lnTo>
                <a:lnTo>
                  <a:pt x="2147" y="672"/>
                </a:lnTo>
                <a:lnTo>
                  <a:pt x="2140" y="672"/>
                </a:lnTo>
                <a:lnTo>
                  <a:pt x="2140" y="679"/>
                </a:lnTo>
                <a:close/>
                <a:moveTo>
                  <a:pt x="2159" y="679"/>
                </a:moveTo>
                <a:lnTo>
                  <a:pt x="2164" y="679"/>
                </a:lnTo>
                <a:lnTo>
                  <a:pt x="2164" y="672"/>
                </a:lnTo>
                <a:lnTo>
                  <a:pt x="2159" y="672"/>
                </a:lnTo>
                <a:lnTo>
                  <a:pt x="2159" y="679"/>
                </a:lnTo>
                <a:close/>
                <a:moveTo>
                  <a:pt x="2176" y="679"/>
                </a:moveTo>
                <a:lnTo>
                  <a:pt x="2183" y="679"/>
                </a:lnTo>
                <a:lnTo>
                  <a:pt x="2183" y="672"/>
                </a:lnTo>
                <a:lnTo>
                  <a:pt x="2176" y="672"/>
                </a:lnTo>
                <a:lnTo>
                  <a:pt x="2176" y="679"/>
                </a:lnTo>
                <a:close/>
                <a:moveTo>
                  <a:pt x="2192" y="679"/>
                </a:moveTo>
                <a:lnTo>
                  <a:pt x="2200" y="679"/>
                </a:lnTo>
                <a:lnTo>
                  <a:pt x="2200" y="672"/>
                </a:lnTo>
                <a:lnTo>
                  <a:pt x="2192" y="672"/>
                </a:lnTo>
                <a:lnTo>
                  <a:pt x="2192" y="679"/>
                </a:lnTo>
                <a:close/>
                <a:moveTo>
                  <a:pt x="2209" y="679"/>
                </a:moveTo>
                <a:lnTo>
                  <a:pt x="2216" y="679"/>
                </a:lnTo>
                <a:lnTo>
                  <a:pt x="2216" y="672"/>
                </a:lnTo>
                <a:lnTo>
                  <a:pt x="2209" y="672"/>
                </a:lnTo>
                <a:lnTo>
                  <a:pt x="2209" y="679"/>
                </a:lnTo>
                <a:close/>
                <a:moveTo>
                  <a:pt x="2226" y="679"/>
                </a:moveTo>
                <a:lnTo>
                  <a:pt x="2233" y="679"/>
                </a:lnTo>
                <a:lnTo>
                  <a:pt x="2233" y="672"/>
                </a:lnTo>
                <a:lnTo>
                  <a:pt x="2226" y="672"/>
                </a:lnTo>
                <a:lnTo>
                  <a:pt x="2226" y="679"/>
                </a:lnTo>
                <a:close/>
                <a:moveTo>
                  <a:pt x="2242" y="679"/>
                </a:moveTo>
                <a:lnTo>
                  <a:pt x="2249" y="679"/>
                </a:lnTo>
                <a:lnTo>
                  <a:pt x="2249" y="672"/>
                </a:lnTo>
                <a:lnTo>
                  <a:pt x="2242" y="672"/>
                </a:lnTo>
                <a:lnTo>
                  <a:pt x="2242" y="679"/>
                </a:lnTo>
                <a:close/>
                <a:moveTo>
                  <a:pt x="2259" y="679"/>
                </a:moveTo>
                <a:lnTo>
                  <a:pt x="2266" y="679"/>
                </a:lnTo>
                <a:lnTo>
                  <a:pt x="2266" y="672"/>
                </a:lnTo>
                <a:lnTo>
                  <a:pt x="2259" y="672"/>
                </a:lnTo>
                <a:lnTo>
                  <a:pt x="2259" y="679"/>
                </a:lnTo>
                <a:close/>
                <a:moveTo>
                  <a:pt x="2275" y="679"/>
                </a:moveTo>
                <a:lnTo>
                  <a:pt x="2282" y="679"/>
                </a:lnTo>
                <a:lnTo>
                  <a:pt x="2282" y="672"/>
                </a:lnTo>
                <a:lnTo>
                  <a:pt x="2275" y="672"/>
                </a:lnTo>
                <a:lnTo>
                  <a:pt x="2275" y="679"/>
                </a:lnTo>
                <a:close/>
                <a:moveTo>
                  <a:pt x="2292" y="679"/>
                </a:moveTo>
                <a:lnTo>
                  <a:pt x="2299" y="679"/>
                </a:lnTo>
                <a:lnTo>
                  <a:pt x="2299" y="672"/>
                </a:lnTo>
                <a:lnTo>
                  <a:pt x="2292" y="672"/>
                </a:lnTo>
                <a:lnTo>
                  <a:pt x="2292" y="679"/>
                </a:lnTo>
                <a:close/>
                <a:moveTo>
                  <a:pt x="2308" y="679"/>
                </a:moveTo>
                <a:lnTo>
                  <a:pt x="2316" y="679"/>
                </a:lnTo>
                <a:lnTo>
                  <a:pt x="2316" y="672"/>
                </a:lnTo>
                <a:lnTo>
                  <a:pt x="2308" y="672"/>
                </a:lnTo>
                <a:lnTo>
                  <a:pt x="2308" y="679"/>
                </a:lnTo>
                <a:close/>
                <a:moveTo>
                  <a:pt x="2325" y="679"/>
                </a:moveTo>
                <a:lnTo>
                  <a:pt x="2332" y="679"/>
                </a:lnTo>
                <a:lnTo>
                  <a:pt x="2332" y="672"/>
                </a:lnTo>
                <a:lnTo>
                  <a:pt x="2325" y="672"/>
                </a:lnTo>
                <a:lnTo>
                  <a:pt x="2325" y="679"/>
                </a:lnTo>
                <a:close/>
                <a:moveTo>
                  <a:pt x="2342" y="679"/>
                </a:moveTo>
                <a:lnTo>
                  <a:pt x="2349" y="679"/>
                </a:lnTo>
                <a:lnTo>
                  <a:pt x="2349" y="672"/>
                </a:lnTo>
                <a:lnTo>
                  <a:pt x="2342" y="672"/>
                </a:lnTo>
                <a:lnTo>
                  <a:pt x="2342" y="679"/>
                </a:lnTo>
                <a:close/>
                <a:moveTo>
                  <a:pt x="2358" y="679"/>
                </a:moveTo>
                <a:lnTo>
                  <a:pt x="2365" y="679"/>
                </a:lnTo>
                <a:lnTo>
                  <a:pt x="2365" y="672"/>
                </a:lnTo>
                <a:lnTo>
                  <a:pt x="2358" y="672"/>
                </a:lnTo>
                <a:lnTo>
                  <a:pt x="2358" y="679"/>
                </a:lnTo>
                <a:close/>
                <a:moveTo>
                  <a:pt x="2375" y="679"/>
                </a:moveTo>
                <a:lnTo>
                  <a:pt x="2382" y="679"/>
                </a:lnTo>
                <a:lnTo>
                  <a:pt x="2382" y="672"/>
                </a:lnTo>
                <a:lnTo>
                  <a:pt x="2375" y="672"/>
                </a:lnTo>
                <a:lnTo>
                  <a:pt x="2375" y="679"/>
                </a:lnTo>
                <a:close/>
                <a:moveTo>
                  <a:pt x="2391" y="679"/>
                </a:moveTo>
                <a:lnTo>
                  <a:pt x="2398" y="679"/>
                </a:lnTo>
                <a:lnTo>
                  <a:pt x="2398" y="672"/>
                </a:lnTo>
                <a:lnTo>
                  <a:pt x="2391" y="672"/>
                </a:lnTo>
                <a:lnTo>
                  <a:pt x="2391" y="679"/>
                </a:lnTo>
                <a:close/>
                <a:moveTo>
                  <a:pt x="2408" y="679"/>
                </a:moveTo>
                <a:lnTo>
                  <a:pt x="2415" y="679"/>
                </a:lnTo>
                <a:lnTo>
                  <a:pt x="2415" y="672"/>
                </a:lnTo>
                <a:lnTo>
                  <a:pt x="2408" y="672"/>
                </a:lnTo>
                <a:lnTo>
                  <a:pt x="2408" y="679"/>
                </a:lnTo>
                <a:close/>
                <a:moveTo>
                  <a:pt x="2427" y="679"/>
                </a:moveTo>
                <a:lnTo>
                  <a:pt x="2434" y="679"/>
                </a:lnTo>
                <a:lnTo>
                  <a:pt x="2434" y="672"/>
                </a:lnTo>
                <a:lnTo>
                  <a:pt x="2427" y="672"/>
                </a:lnTo>
                <a:lnTo>
                  <a:pt x="2427" y="679"/>
                </a:lnTo>
                <a:close/>
                <a:moveTo>
                  <a:pt x="2443" y="679"/>
                </a:moveTo>
                <a:lnTo>
                  <a:pt x="2451" y="679"/>
                </a:lnTo>
                <a:lnTo>
                  <a:pt x="2451" y="672"/>
                </a:lnTo>
                <a:lnTo>
                  <a:pt x="2443" y="672"/>
                </a:lnTo>
                <a:lnTo>
                  <a:pt x="2443" y="679"/>
                </a:lnTo>
                <a:close/>
                <a:moveTo>
                  <a:pt x="2460" y="679"/>
                </a:moveTo>
                <a:lnTo>
                  <a:pt x="2467" y="679"/>
                </a:lnTo>
                <a:lnTo>
                  <a:pt x="2467" y="672"/>
                </a:lnTo>
                <a:lnTo>
                  <a:pt x="2460" y="672"/>
                </a:lnTo>
                <a:lnTo>
                  <a:pt x="2460" y="679"/>
                </a:lnTo>
                <a:close/>
                <a:moveTo>
                  <a:pt x="2477" y="679"/>
                </a:moveTo>
                <a:lnTo>
                  <a:pt x="2484" y="679"/>
                </a:lnTo>
                <a:lnTo>
                  <a:pt x="2484" y="672"/>
                </a:lnTo>
                <a:lnTo>
                  <a:pt x="2477" y="672"/>
                </a:lnTo>
                <a:lnTo>
                  <a:pt x="2477" y="679"/>
                </a:lnTo>
                <a:close/>
                <a:moveTo>
                  <a:pt x="2526" y="679"/>
                </a:moveTo>
                <a:lnTo>
                  <a:pt x="2533" y="679"/>
                </a:lnTo>
                <a:lnTo>
                  <a:pt x="2533" y="672"/>
                </a:lnTo>
                <a:lnTo>
                  <a:pt x="2526" y="672"/>
                </a:lnTo>
                <a:lnTo>
                  <a:pt x="2526" y="679"/>
                </a:lnTo>
                <a:close/>
                <a:moveTo>
                  <a:pt x="2543" y="679"/>
                </a:moveTo>
                <a:lnTo>
                  <a:pt x="2550" y="679"/>
                </a:lnTo>
                <a:lnTo>
                  <a:pt x="2550" y="672"/>
                </a:lnTo>
                <a:lnTo>
                  <a:pt x="2543" y="672"/>
                </a:lnTo>
                <a:lnTo>
                  <a:pt x="2543" y="679"/>
                </a:lnTo>
                <a:close/>
                <a:moveTo>
                  <a:pt x="2560" y="679"/>
                </a:moveTo>
                <a:lnTo>
                  <a:pt x="2567" y="679"/>
                </a:lnTo>
                <a:lnTo>
                  <a:pt x="2567" y="672"/>
                </a:lnTo>
                <a:lnTo>
                  <a:pt x="2560" y="672"/>
                </a:lnTo>
                <a:lnTo>
                  <a:pt x="2560" y="679"/>
                </a:lnTo>
                <a:close/>
                <a:moveTo>
                  <a:pt x="2576" y="679"/>
                </a:moveTo>
                <a:lnTo>
                  <a:pt x="2583" y="679"/>
                </a:lnTo>
                <a:lnTo>
                  <a:pt x="2583" y="672"/>
                </a:lnTo>
                <a:lnTo>
                  <a:pt x="2576" y="672"/>
                </a:lnTo>
                <a:lnTo>
                  <a:pt x="2576" y="679"/>
                </a:lnTo>
                <a:close/>
                <a:moveTo>
                  <a:pt x="2593" y="679"/>
                </a:moveTo>
                <a:lnTo>
                  <a:pt x="2600" y="679"/>
                </a:lnTo>
                <a:lnTo>
                  <a:pt x="2600" y="672"/>
                </a:lnTo>
                <a:lnTo>
                  <a:pt x="2593" y="672"/>
                </a:lnTo>
                <a:lnTo>
                  <a:pt x="2593" y="679"/>
                </a:lnTo>
                <a:close/>
                <a:moveTo>
                  <a:pt x="2609" y="679"/>
                </a:moveTo>
                <a:lnTo>
                  <a:pt x="2616" y="679"/>
                </a:lnTo>
                <a:lnTo>
                  <a:pt x="2616" y="672"/>
                </a:lnTo>
                <a:lnTo>
                  <a:pt x="2609" y="672"/>
                </a:lnTo>
                <a:lnTo>
                  <a:pt x="2609" y="679"/>
                </a:lnTo>
                <a:close/>
                <a:moveTo>
                  <a:pt x="2626" y="679"/>
                </a:moveTo>
                <a:lnTo>
                  <a:pt x="2633" y="679"/>
                </a:lnTo>
                <a:lnTo>
                  <a:pt x="2633" y="672"/>
                </a:lnTo>
                <a:lnTo>
                  <a:pt x="2626" y="672"/>
                </a:lnTo>
                <a:lnTo>
                  <a:pt x="2626" y="679"/>
                </a:lnTo>
                <a:close/>
                <a:moveTo>
                  <a:pt x="469" y="696"/>
                </a:moveTo>
                <a:lnTo>
                  <a:pt x="476" y="696"/>
                </a:lnTo>
                <a:lnTo>
                  <a:pt x="476" y="689"/>
                </a:lnTo>
                <a:lnTo>
                  <a:pt x="469" y="689"/>
                </a:lnTo>
                <a:lnTo>
                  <a:pt x="469" y="696"/>
                </a:lnTo>
                <a:close/>
                <a:moveTo>
                  <a:pt x="485" y="696"/>
                </a:moveTo>
                <a:lnTo>
                  <a:pt x="492" y="696"/>
                </a:lnTo>
                <a:lnTo>
                  <a:pt x="492" y="689"/>
                </a:lnTo>
                <a:lnTo>
                  <a:pt x="485" y="689"/>
                </a:lnTo>
                <a:lnTo>
                  <a:pt x="485" y="696"/>
                </a:lnTo>
                <a:close/>
                <a:moveTo>
                  <a:pt x="502" y="696"/>
                </a:moveTo>
                <a:lnTo>
                  <a:pt x="509" y="696"/>
                </a:lnTo>
                <a:lnTo>
                  <a:pt x="509" y="689"/>
                </a:lnTo>
                <a:lnTo>
                  <a:pt x="502" y="689"/>
                </a:lnTo>
                <a:lnTo>
                  <a:pt x="502" y="696"/>
                </a:lnTo>
                <a:close/>
                <a:moveTo>
                  <a:pt x="518" y="696"/>
                </a:moveTo>
                <a:lnTo>
                  <a:pt x="525" y="696"/>
                </a:lnTo>
                <a:lnTo>
                  <a:pt x="525" y="689"/>
                </a:lnTo>
                <a:lnTo>
                  <a:pt x="518" y="689"/>
                </a:lnTo>
                <a:lnTo>
                  <a:pt x="518" y="696"/>
                </a:lnTo>
                <a:close/>
                <a:moveTo>
                  <a:pt x="535" y="696"/>
                </a:moveTo>
                <a:lnTo>
                  <a:pt x="542" y="696"/>
                </a:lnTo>
                <a:lnTo>
                  <a:pt x="542" y="689"/>
                </a:lnTo>
                <a:lnTo>
                  <a:pt x="535" y="689"/>
                </a:lnTo>
                <a:lnTo>
                  <a:pt x="535" y="696"/>
                </a:lnTo>
                <a:close/>
                <a:moveTo>
                  <a:pt x="551" y="696"/>
                </a:moveTo>
                <a:lnTo>
                  <a:pt x="559" y="696"/>
                </a:lnTo>
                <a:lnTo>
                  <a:pt x="559" y="689"/>
                </a:lnTo>
                <a:lnTo>
                  <a:pt x="551" y="689"/>
                </a:lnTo>
                <a:lnTo>
                  <a:pt x="551" y="696"/>
                </a:lnTo>
                <a:close/>
                <a:moveTo>
                  <a:pt x="568" y="696"/>
                </a:moveTo>
                <a:lnTo>
                  <a:pt x="575" y="696"/>
                </a:lnTo>
                <a:lnTo>
                  <a:pt x="575" y="689"/>
                </a:lnTo>
                <a:lnTo>
                  <a:pt x="568" y="689"/>
                </a:lnTo>
                <a:lnTo>
                  <a:pt x="568" y="696"/>
                </a:lnTo>
                <a:close/>
                <a:moveTo>
                  <a:pt x="585" y="696"/>
                </a:moveTo>
                <a:lnTo>
                  <a:pt x="592" y="696"/>
                </a:lnTo>
                <a:lnTo>
                  <a:pt x="592" y="689"/>
                </a:lnTo>
                <a:lnTo>
                  <a:pt x="585" y="689"/>
                </a:lnTo>
                <a:lnTo>
                  <a:pt x="585" y="696"/>
                </a:lnTo>
                <a:close/>
                <a:moveTo>
                  <a:pt x="601" y="696"/>
                </a:moveTo>
                <a:lnTo>
                  <a:pt x="608" y="696"/>
                </a:lnTo>
                <a:lnTo>
                  <a:pt x="608" y="689"/>
                </a:lnTo>
                <a:lnTo>
                  <a:pt x="601" y="689"/>
                </a:lnTo>
                <a:lnTo>
                  <a:pt x="601" y="696"/>
                </a:lnTo>
                <a:close/>
                <a:moveTo>
                  <a:pt x="620" y="696"/>
                </a:moveTo>
                <a:lnTo>
                  <a:pt x="625" y="696"/>
                </a:lnTo>
                <a:lnTo>
                  <a:pt x="625" y="689"/>
                </a:lnTo>
                <a:lnTo>
                  <a:pt x="620" y="689"/>
                </a:lnTo>
                <a:lnTo>
                  <a:pt x="620" y="696"/>
                </a:lnTo>
                <a:close/>
                <a:moveTo>
                  <a:pt x="637" y="696"/>
                </a:moveTo>
                <a:lnTo>
                  <a:pt x="644" y="696"/>
                </a:lnTo>
                <a:lnTo>
                  <a:pt x="644" y="689"/>
                </a:lnTo>
                <a:lnTo>
                  <a:pt x="637" y="689"/>
                </a:lnTo>
                <a:lnTo>
                  <a:pt x="637" y="696"/>
                </a:lnTo>
                <a:close/>
                <a:moveTo>
                  <a:pt x="653" y="696"/>
                </a:moveTo>
                <a:lnTo>
                  <a:pt x="660" y="696"/>
                </a:lnTo>
                <a:lnTo>
                  <a:pt x="660" y="689"/>
                </a:lnTo>
                <a:lnTo>
                  <a:pt x="653" y="689"/>
                </a:lnTo>
                <a:lnTo>
                  <a:pt x="653" y="696"/>
                </a:lnTo>
                <a:close/>
                <a:moveTo>
                  <a:pt x="670" y="696"/>
                </a:moveTo>
                <a:lnTo>
                  <a:pt x="677" y="696"/>
                </a:lnTo>
                <a:lnTo>
                  <a:pt x="677" y="689"/>
                </a:lnTo>
                <a:lnTo>
                  <a:pt x="670" y="689"/>
                </a:lnTo>
                <a:lnTo>
                  <a:pt x="670" y="696"/>
                </a:lnTo>
                <a:close/>
                <a:moveTo>
                  <a:pt x="686" y="696"/>
                </a:moveTo>
                <a:lnTo>
                  <a:pt x="693" y="696"/>
                </a:lnTo>
                <a:lnTo>
                  <a:pt x="693" y="689"/>
                </a:lnTo>
                <a:lnTo>
                  <a:pt x="686" y="689"/>
                </a:lnTo>
                <a:lnTo>
                  <a:pt x="686" y="696"/>
                </a:lnTo>
                <a:close/>
                <a:moveTo>
                  <a:pt x="703" y="696"/>
                </a:moveTo>
                <a:lnTo>
                  <a:pt x="710" y="696"/>
                </a:lnTo>
                <a:lnTo>
                  <a:pt x="710" y="689"/>
                </a:lnTo>
                <a:lnTo>
                  <a:pt x="703" y="689"/>
                </a:lnTo>
                <a:lnTo>
                  <a:pt x="703" y="696"/>
                </a:lnTo>
                <a:close/>
                <a:moveTo>
                  <a:pt x="720" y="696"/>
                </a:moveTo>
                <a:lnTo>
                  <a:pt x="727" y="696"/>
                </a:lnTo>
                <a:lnTo>
                  <a:pt x="727" y="689"/>
                </a:lnTo>
                <a:lnTo>
                  <a:pt x="720" y="689"/>
                </a:lnTo>
                <a:lnTo>
                  <a:pt x="720" y="696"/>
                </a:lnTo>
                <a:close/>
                <a:moveTo>
                  <a:pt x="736" y="696"/>
                </a:moveTo>
                <a:lnTo>
                  <a:pt x="743" y="696"/>
                </a:lnTo>
                <a:lnTo>
                  <a:pt x="743" y="689"/>
                </a:lnTo>
                <a:lnTo>
                  <a:pt x="736" y="689"/>
                </a:lnTo>
                <a:lnTo>
                  <a:pt x="736" y="696"/>
                </a:lnTo>
                <a:close/>
                <a:moveTo>
                  <a:pt x="753" y="696"/>
                </a:moveTo>
                <a:lnTo>
                  <a:pt x="760" y="696"/>
                </a:lnTo>
                <a:lnTo>
                  <a:pt x="760" y="689"/>
                </a:lnTo>
                <a:lnTo>
                  <a:pt x="753" y="689"/>
                </a:lnTo>
                <a:lnTo>
                  <a:pt x="753" y="696"/>
                </a:lnTo>
                <a:close/>
                <a:moveTo>
                  <a:pt x="769" y="696"/>
                </a:moveTo>
                <a:lnTo>
                  <a:pt x="776" y="696"/>
                </a:lnTo>
                <a:lnTo>
                  <a:pt x="776" y="689"/>
                </a:lnTo>
                <a:lnTo>
                  <a:pt x="769" y="689"/>
                </a:lnTo>
                <a:lnTo>
                  <a:pt x="769" y="696"/>
                </a:lnTo>
                <a:close/>
                <a:moveTo>
                  <a:pt x="786" y="696"/>
                </a:moveTo>
                <a:lnTo>
                  <a:pt x="793" y="696"/>
                </a:lnTo>
                <a:lnTo>
                  <a:pt x="793" y="689"/>
                </a:lnTo>
                <a:lnTo>
                  <a:pt x="786" y="689"/>
                </a:lnTo>
                <a:lnTo>
                  <a:pt x="786" y="696"/>
                </a:lnTo>
                <a:close/>
                <a:moveTo>
                  <a:pt x="1371" y="696"/>
                </a:moveTo>
                <a:lnTo>
                  <a:pt x="1378" y="696"/>
                </a:lnTo>
                <a:lnTo>
                  <a:pt x="1378" y="689"/>
                </a:lnTo>
                <a:lnTo>
                  <a:pt x="1371" y="689"/>
                </a:lnTo>
                <a:lnTo>
                  <a:pt x="1371" y="696"/>
                </a:lnTo>
                <a:close/>
                <a:moveTo>
                  <a:pt x="1390" y="696"/>
                </a:moveTo>
                <a:lnTo>
                  <a:pt x="1394" y="696"/>
                </a:lnTo>
                <a:lnTo>
                  <a:pt x="1394" y="689"/>
                </a:lnTo>
                <a:lnTo>
                  <a:pt x="1390" y="689"/>
                </a:lnTo>
                <a:lnTo>
                  <a:pt x="1390" y="696"/>
                </a:lnTo>
                <a:close/>
                <a:moveTo>
                  <a:pt x="1406" y="696"/>
                </a:moveTo>
                <a:lnTo>
                  <a:pt x="1413" y="696"/>
                </a:lnTo>
                <a:lnTo>
                  <a:pt x="1413" y="689"/>
                </a:lnTo>
                <a:lnTo>
                  <a:pt x="1406" y="689"/>
                </a:lnTo>
                <a:lnTo>
                  <a:pt x="1406" y="696"/>
                </a:lnTo>
                <a:close/>
                <a:moveTo>
                  <a:pt x="1423" y="696"/>
                </a:moveTo>
                <a:lnTo>
                  <a:pt x="1430" y="696"/>
                </a:lnTo>
                <a:lnTo>
                  <a:pt x="1430" y="689"/>
                </a:lnTo>
                <a:lnTo>
                  <a:pt x="1423" y="689"/>
                </a:lnTo>
                <a:lnTo>
                  <a:pt x="1423" y="696"/>
                </a:lnTo>
                <a:close/>
                <a:moveTo>
                  <a:pt x="1439" y="696"/>
                </a:moveTo>
                <a:lnTo>
                  <a:pt x="1447" y="696"/>
                </a:lnTo>
                <a:lnTo>
                  <a:pt x="1447" y="689"/>
                </a:lnTo>
                <a:lnTo>
                  <a:pt x="1439" y="689"/>
                </a:lnTo>
                <a:lnTo>
                  <a:pt x="1439" y="696"/>
                </a:lnTo>
                <a:close/>
                <a:moveTo>
                  <a:pt x="1456" y="696"/>
                </a:moveTo>
                <a:lnTo>
                  <a:pt x="1463" y="696"/>
                </a:lnTo>
                <a:lnTo>
                  <a:pt x="1463" y="689"/>
                </a:lnTo>
                <a:lnTo>
                  <a:pt x="1456" y="689"/>
                </a:lnTo>
                <a:lnTo>
                  <a:pt x="1456" y="696"/>
                </a:lnTo>
                <a:close/>
                <a:moveTo>
                  <a:pt x="1473" y="696"/>
                </a:moveTo>
                <a:lnTo>
                  <a:pt x="1480" y="696"/>
                </a:lnTo>
                <a:lnTo>
                  <a:pt x="1480" y="689"/>
                </a:lnTo>
                <a:lnTo>
                  <a:pt x="1473" y="689"/>
                </a:lnTo>
                <a:lnTo>
                  <a:pt x="1473" y="696"/>
                </a:lnTo>
                <a:close/>
                <a:moveTo>
                  <a:pt x="1489" y="696"/>
                </a:moveTo>
                <a:lnTo>
                  <a:pt x="1496" y="696"/>
                </a:lnTo>
                <a:lnTo>
                  <a:pt x="1496" y="689"/>
                </a:lnTo>
                <a:lnTo>
                  <a:pt x="1489" y="689"/>
                </a:lnTo>
                <a:lnTo>
                  <a:pt x="1489" y="696"/>
                </a:lnTo>
                <a:close/>
                <a:moveTo>
                  <a:pt x="1506" y="696"/>
                </a:moveTo>
                <a:lnTo>
                  <a:pt x="1513" y="696"/>
                </a:lnTo>
                <a:lnTo>
                  <a:pt x="1513" y="689"/>
                </a:lnTo>
                <a:lnTo>
                  <a:pt x="1506" y="689"/>
                </a:lnTo>
                <a:lnTo>
                  <a:pt x="1506" y="696"/>
                </a:lnTo>
                <a:close/>
                <a:moveTo>
                  <a:pt x="1522" y="696"/>
                </a:moveTo>
                <a:lnTo>
                  <a:pt x="1529" y="696"/>
                </a:lnTo>
                <a:lnTo>
                  <a:pt x="1529" y="689"/>
                </a:lnTo>
                <a:lnTo>
                  <a:pt x="1522" y="689"/>
                </a:lnTo>
                <a:lnTo>
                  <a:pt x="1522" y="696"/>
                </a:lnTo>
                <a:close/>
                <a:moveTo>
                  <a:pt x="1539" y="696"/>
                </a:moveTo>
                <a:lnTo>
                  <a:pt x="1546" y="696"/>
                </a:lnTo>
                <a:lnTo>
                  <a:pt x="1546" y="689"/>
                </a:lnTo>
                <a:lnTo>
                  <a:pt x="1539" y="689"/>
                </a:lnTo>
                <a:lnTo>
                  <a:pt x="1539" y="696"/>
                </a:lnTo>
                <a:close/>
                <a:moveTo>
                  <a:pt x="1555" y="696"/>
                </a:moveTo>
                <a:lnTo>
                  <a:pt x="1563" y="696"/>
                </a:lnTo>
                <a:lnTo>
                  <a:pt x="1563" y="689"/>
                </a:lnTo>
                <a:lnTo>
                  <a:pt x="1555" y="689"/>
                </a:lnTo>
                <a:lnTo>
                  <a:pt x="1555" y="696"/>
                </a:lnTo>
                <a:close/>
                <a:moveTo>
                  <a:pt x="1572" y="696"/>
                </a:moveTo>
                <a:lnTo>
                  <a:pt x="1579" y="696"/>
                </a:lnTo>
                <a:lnTo>
                  <a:pt x="1579" y="689"/>
                </a:lnTo>
                <a:lnTo>
                  <a:pt x="1572" y="689"/>
                </a:lnTo>
                <a:lnTo>
                  <a:pt x="1572" y="696"/>
                </a:lnTo>
                <a:close/>
                <a:moveTo>
                  <a:pt x="1589" y="696"/>
                </a:moveTo>
                <a:lnTo>
                  <a:pt x="1596" y="696"/>
                </a:lnTo>
                <a:lnTo>
                  <a:pt x="1596" y="689"/>
                </a:lnTo>
                <a:lnTo>
                  <a:pt x="1589" y="689"/>
                </a:lnTo>
                <a:lnTo>
                  <a:pt x="1589" y="696"/>
                </a:lnTo>
                <a:close/>
                <a:moveTo>
                  <a:pt x="1622" y="696"/>
                </a:moveTo>
                <a:lnTo>
                  <a:pt x="1629" y="696"/>
                </a:lnTo>
                <a:lnTo>
                  <a:pt x="1629" y="689"/>
                </a:lnTo>
                <a:lnTo>
                  <a:pt x="1622" y="689"/>
                </a:lnTo>
                <a:lnTo>
                  <a:pt x="1622" y="696"/>
                </a:lnTo>
                <a:close/>
                <a:moveTo>
                  <a:pt x="1638" y="696"/>
                </a:moveTo>
                <a:lnTo>
                  <a:pt x="1645" y="696"/>
                </a:lnTo>
                <a:lnTo>
                  <a:pt x="1645" y="689"/>
                </a:lnTo>
                <a:lnTo>
                  <a:pt x="1638" y="689"/>
                </a:lnTo>
                <a:lnTo>
                  <a:pt x="1638" y="696"/>
                </a:lnTo>
                <a:close/>
                <a:moveTo>
                  <a:pt x="1657" y="696"/>
                </a:moveTo>
                <a:lnTo>
                  <a:pt x="1664" y="696"/>
                </a:lnTo>
                <a:lnTo>
                  <a:pt x="1664" y="689"/>
                </a:lnTo>
                <a:lnTo>
                  <a:pt x="1657" y="689"/>
                </a:lnTo>
                <a:lnTo>
                  <a:pt x="1657" y="696"/>
                </a:lnTo>
                <a:close/>
                <a:moveTo>
                  <a:pt x="1674" y="696"/>
                </a:moveTo>
                <a:lnTo>
                  <a:pt x="1681" y="696"/>
                </a:lnTo>
                <a:lnTo>
                  <a:pt x="1681" y="689"/>
                </a:lnTo>
                <a:lnTo>
                  <a:pt x="1674" y="689"/>
                </a:lnTo>
                <a:lnTo>
                  <a:pt x="1674" y="696"/>
                </a:lnTo>
                <a:close/>
                <a:moveTo>
                  <a:pt x="1690" y="696"/>
                </a:moveTo>
                <a:lnTo>
                  <a:pt x="1698" y="696"/>
                </a:lnTo>
                <a:lnTo>
                  <a:pt x="1698" y="689"/>
                </a:lnTo>
                <a:lnTo>
                  <a:pt x="1690" y="689"/>
                </a:lnTo>
                <a:lnTo>
                  <a:pt x="1690" y="696"/>
                </a:lnTo>
                <a:close/>
                <a:moveTo>
                  <a:pt x="1707" y="696"/>
                </a:moveTo>
                <a:lnTo>
                  <a:pt x="1714" y="696"/>
                </a:lnTo>
                <a:lnTo>
                  <a:pt x="1714" y="689"/>
                </a:lnTo>
                <a:lnTo>
                  <a:pt x="1707" y="689"/>
                </a:lnTo>
                <a:lnTo>
                  <a:pt x="1707" y="696"/>
                </a:lnTo>
                <a:close/>
                <a:moveTo>
                  <a:pt x="1724" y="696"/>
                </a:moveTo>
                <a:lnTo>
                  <a:pt x="1731" y="696"/>
                </a:lnTo>
                <a:lnTo>
                  <a:pt x="1731" y="689"/>
                </a:lnTo>
                <a:lnTo>
                  <a:pt x="1724" y="689"/>
                </a:lnTo>
                <a:lnTo>
                  <a:pt x="1724" y="696"/>
                </a:lnTo>
                <a:close/>
                <a:moveTo>
                  <a:pt x="1740" y="696"/>
                </a:moveTo>
                <a:lnTo>
                  <a:pt x="1747" y="696"/>
                </a:lnTo>
                <a:lnTo>
                  <a:pt x="1747" y="689"/>
                </a:lnTo>
                <a:lnTo>
                  <a:pt x="1740" y="689"/>
                </a:lnTo>
                <a:lnTo>
                  <a:pt x="1740" y="696"/>
                </a:lnTo>
                <a:close/>
                <a:moveTo>
                  <a:pt x="1757" y="696"/>
                </a:moveTo>
                <a:lnTo>
                  <a:pt x="1764" y="696"/>
                </a:lnTo>
                <a:lnTo>
                  <a:pt x="1764" y="689"/>
                </a:lnTo>
                <a:lnTo>
                  <a:pt x="1757" y="689"/>
                </a:lnTo>
                <a:lnTo>
                  <a:pt x="1757" y="696"/>
                </a:lnTo>
                <a:close/>
                <a:moveTo>
                  <a:pt x="1773" y="696"/>
                </a:moveTo>
                <a:lnTo>
                  <a:pt x="1780" y="696"/>
                </a:lnTo>
                <a:lnTo>
                  <a:pt x="1780" y="689"/>
                </a:lnTo>
                <a:lnTo>
                  <a:pt x="1773" y="689"/>
                </a:lnTo>
                <a:lnTo>
                  <a:pt x="1773" y="696"/>
                </a:lnTo>
                <a:close/>
                <a:moveTo>
                  <a:pt x="1790" y="696"/>
                </a:moveTo>
                <a:lnTo>
                  <a:pt x="1797" y="696"/>
                </a:lnTo>
                <a:lnTo>
                  <a:pt x="1797" y="689"/>
                </a:lnTo>
                <a:lnTo>
                  <a:pt x="1790" y="689"/>
                </a:lnTo>
                <a:lnTo>
                  <a:pt x="1790" y="696"/>
                </a:lnTo>
                <a:close/>
                <a:moveTo>
                  <a:pt x="1806" y="696"/>
                </a:moveTo>
                <a:lnTo>
                  <a:pt x="1814" y="696"/>
                </a:lnTo>
                <a:lnTo>
                  <a:pt x="1814" y="689"/>
                </a:lnTo>
                <a:lnTo>
                  <a:pt x="1806" y="689"/>
                </a:lnTo>
                <a:lnTo>
                  <a:pt x="1806" y="696"/>
                </a:lnTo>
                <a:close/>
                <a:moveTo>
                  <a:pt x="1823" y="696"/>
                </a:moveTo>
                <a:lnTo>
                  <a:pt x="1830" y="696"/>
                </a:lnTo>
                <a:lnTo>
                  <a:pt x="1830" y="689"/>
                </a:lnTo>
                <a:lnTo>
                  <a:pt x="1823" y="689"/>
                </a:lnTo>
                <a:lnTo>
                  <a:pt x="1823" y="696"/>
                </a:lnTo>
                <a:close/>
                <a:moveTo>
                  <a:pt x="1840" y="696"/>
                </a:moveTo>
                <a:lnTo>
                  <a:pt x="1847" y="696"/>
                </a:lnTo>
                <a:lnTo>
                  <a:pt x="1847" y="689"/>
                </a:lnTo>
                <a:lnTo>
                  <a:pt x="1840" y="689"/>
                </a:lnTo>
                <a:lnTo>
                  <a:pt x="1840" y="696"/>
                </a:lnTo>
                <a:close/>
                <a:moveTo>
                  <a:pt x="1856" y="696"/>
                </a:moveTo>
                <a:lnTo>
                  <a:pt x="1863" y="696"/>
                </a:lnTo>
                <a:lnTo>
                  <a:pt x="1863" y="689"/>
                </a:lnTo>
                <a:lnTo>
                  <a:pt x="1856" y="689"/>
                </a:lnTo>
                <a:lnTo>
                  <a:pt x="1856" y="696"/>
                </a:lnTo>
                <a:close/>
                <a:moveTo>
                  <a:pt x="1873" y="696"/>
                </a:moveTo>
                <a:lnTo>
                  <a:pt x="1880" y="696"/>
                </a:lnTo>
                <a:lnTo>
                  <a:pt x="1880" y="689"/>
                </a:lnTo>
                <a:lnTo>
                  <a:pt x="1873" y="689"/>
                </a:lnTo>
                <a:lnTo>
                  <a:pt x="1873" y="696"/>
                </a:lnTo>
                <a:close/>
                <a:moveTo>
                  <a:pt x="1889" y="696"/>
                </a:moveTo>
                <a:lnTo>
                  <a:pt x="1896" y="696"/>
                </a:lnTo>
                <a:lnTo>
                  <a:pt x="1896" y="689"/>
                </a:lnTo>
                <a:lnTo>
                  <a:pt x="1889" y="689"/>
                </a:lnTo>
                <a:lnTo>
                  <a:pt x="1889" y="696"/>
                </a:lnTo>
                <a:close/>
                <a:moveTo>
                  <a:pt x="1908" y="696"/>
                </a:moveTo>
                <a:lnTo>
                  <a:pt x="1915" y="696"/>
                </a:lnTo>
                <a:lnTo>
                  <a:pt x="1915" y="689"/>
                </a:lnTo>
                <a:lnTo>
                  <a:pt x="1908" y="689"/>
                </a:lnTo>
                <a:lnTo>
                  <a:pt x="1908" y="696"/>
                </a:lnTo>
                <a:close/>
                <a:moveTo>
                  <a:pt x="1925" y="696"/>
                </a:moveTo>
                <a:lnTo>
                  <a:pt x="1932" y="696"/>
                </a:lnTo>
                <a:lnTo>
                  <a:pt x="1932" y="689"/>
                </a:lnTo>
                <a:lnTo>
                  <a:pt x="1925" y="689"/>
                </a:lnTo>
                <a:lnTo>
                  <a:pt x="1925" y="696"/>
                </a:lnTo>
                <a:close/>
                <a:moveTo>
                  <a:pt x="1941" y="696"/>
                </a:moveTo>
                <a:lnTo>
                  <a:pt x="1949" y="696"/>
                </a:lnTo>
                <a:lnTo>
                  <a:pt x="1949" y="689"/>
                </a:lnTo>
                <a:lnTo>
                  <a:pt x="1941" y="689"/>
                </a:lnTo>
                <a:lnTo>
                  <a:pt x="1941" y="696"/>
                </a:lnTo>
                <a:close/>
                <a:moveTo>
                  <a:pt x="1958" y="696"/>
                </a:moveTo>
                <a:lnTo>
                  <a:pt x="1965" y="696"/>
                </a:lnTo>
                <a:lnTo>
                  <a:pt x="1965" y="689"/>
                </a:lnTo>
                <a:lnTo>
                  <a:pt x="1958" y="689"/>
                </a:lnTo>
                <a:lnTo>
                  <a:pt x="1958" y="696"/>
                </a:lnTo>
                <a:close/>
                <a:moveTo>
                  <a:pt x="1975" y="696"/>
                </a:moveTo>
                <a:lnTo>
                  <a:pt x="1982" y="696"/>
                </a:lnTo>
                <a:lnTo>
                  <a:pt x="1982" y="689"/>
                </a:lnTo>
                <a:lnTo>
                  <a:pt x="1975" y="689"/>
                </a:lnTo>
                <a:lnTo>
                  <a:pt x="1975" y="696"/>
                </a:lnTo>
                <a:close/>
                <a:moveTo>
                  <a:pt x="1991" y="696"/>
                </a:moveTo>
                <a:lnTo>
                  <a:pt x="1998" y="696"/>
                </a:lnTo>
                <a:lnTo>
                  <a:pt x="1998" y="689"/>
                </a:lnTo>
                <a:lnTo>
                  <a:pt x="1991" y="689"/>
                </a:lnTo>
                <a:lnTo>
                  <a:pt x="1991" y="696"/>
                </a:lnTo>
                <a:close/>
                <a:moveTo>
                  <a:pt x="2008" y="696"/>
                </a:moveTo>
                <a:lnTo>
                  <a:pt x="2015" y="696"/>
                </a:lnTo>
                <a:lnTo>
                  <a:pt x="2015" y="689"/>
                </a:lnTo>
                <a:lnTo>
                  <a:pt x="2008" y="689"/>
                </a:lnTo>
                <a:lnTo>
                  <a:pt x="2008" y="696"/>
                </a:lnTo>
                <a:close/>
                <a:moveTo>
                  <a:pt x="2024" y="696"/>
                </a:moveTo>
                <a:lnTo>
                  <a:pt x="2031" y="696"/>
                </a:lnTo>
                <a:lnTo>
                  <a:pt x="2031" y="689"/>
                </a:lnTo>
                <a:lnTo>
                  <a:pt x="2024" y="689"/>
                </a:lnTo>
                <a:lnTo>
                  <a:pt x="2024" y="696"/>
                </a:lnTo>
                <a:close/>
                <a:moveTo>
                  <a:pt x="2041" y="696"/>
                </a:moveTo>
                <a:lnTo>
                  <a:pt x="2048" y="696"/>
                </a:lnTo>
                <a:lnTo>
                  <a:pt x="2048" y="689"/>
                </a:lnTo>
                <a:lnTo>
                  <a:pt x="2041" y="689"/>
                </a:lnTo>
                <a:lnTo>
                  <a:pt x="2041" y="696"/>
                </a:lnTo>
                <a:close/>
                <a:moveTo>
                  <a:pt x="2057" y="696"/>
                </a:moveTo>
                <a:lnTo>
                  <a:pt x="2065" y="696"/>
                </a:lnTo>
                <a:lnTo>
                  <a:pt x="2065" y="689"/>
                </a:lnTo>
                <a:lnTo>
                  <a:pt x="2057" y="689"/>
                </a:lnTo>
                <a:lnTo>
                  <a:pt x="2057" y="696"/>
                </a:lnTo>
                <a:close/>
                <a:moveTo>
                  <a:pt x="2074" y="696"/>
                </a:moveTo>
                <a:lnTo>
                  <a:pt x="2081" y="696"/>
                </a:lnTo>
                <a:lnTo>
                  <a:pt x="2081" y="689"/>
                </a:lnTo>
                <a:lnTo>
                  <a:pt x="2074" y="689"/>
                </a:lnTo>
                <a:lnTo>
                  <a:pt x="2074" y="696"/>
                </a:lnTo>
                <a:close/>
                <a:moveTo>
                  <a:pt x="2091" y="696"/>
                </a:moveTo>
                <a:lnTo>
                  <a:pt x="2098" y="696"/>
                </a:lnTo>
                <a:lnTo>
                  <a:pt x="2098" y="689"/>
                </a:lnTo>
                <a:lnTo>
                  <a:pt x="2091" y="689"/>
                </a:lnTo>
                <a:lnTo>
                  <a:pt x="2091" y="696"/>
                </a:lnTo>
                <a:close/>
                <a:moveTo>
                  <a:pt x="2107" y="696"/>
                </a:moveTo>
                <a:lnTo>
                  <a:pt x="2114" y="696"/>
                </a:lnTo>
                <a:lnTo>
                  <a:pt x="2114" y="689"/>
                </a:lnTo>
                <a:lnTo>
                  <a:pt x="2107" y="689"/>
                </a:lnTo>
                <a:lnTo>
                  <a:pt x="2107" y="696"/>
                </a:lnTo>
                <a:close/>
                <a:moveTo>
                  <a:pt x="2124" y="696"/>
                </a:moveTo>
                <a:lnTo>
                  <a:pt x="2131" y="696"/>
                </a:lnTo>
                <a:lnTo>
                  <a:pt x="2131" y="689"/>
                </a:lnTo>
                <a:lnTo>
                  <a:pt x="2124" y="689"/>
                </a:lnTo>
                <a:lnTo>
                  <a:pt x="2124" y="696"/>
                </a:lnTo>
                <a:close/>
                <a:moveTo>
                  <a:pt x="2140" y="696"/>
                </a:moveTo>
                <a:lnTo>
                  <a:pt x="2147" y="696"/>
                </a:lnTo>
                <a:lnTo>
                  <a:pt x="2147" y="689"/>
                </a:lnTo>
                <a:lnTo>
                  <a:pt x="2140" y="689"/>
                </a:lnTo>
                <a:lnTo>
                  <a:pt x="2140" y="696"/>
                </a:lnTo>
                <a:close/>
                <a:moveTo>
                  <a:pt x="2159" y="696"/>
                </a:moveTo>
                <a:lnTo>
                  <a:pt x="2164" y="696"/>
                </a:lnTo>
                <a:lnTo>
                  <a:pt x="2164" y="689"/>
                </a:lnTo>
                <a:lnTo>
                  <a:pt x="2159" y="689"/>
                </a:lnTo>
                <a:lnTo>
                  <a:pt x="2159" y="696"/>
                </a:lnTo>
                <a:close/>
                <a:moveTo>
                  <a:pt x="2176" y="696"/>
                </a:moveTo>
                <a:lnTo>
                  <a:pt x="2183" y="696"/>
                </a:lnTo>
                <a:lnTo>
                  <a:pt x="2183" y="689"/>
                </a:lnTo>
                <a:lnTo>
                  <a:pt x="2176" y="689"/>
                </a:lnTo>
                <a:lnTo>
                  <a:pt x="2176" y="696"/>
                </a:lnTo>
                <a:close/>
                <a:moveTo>
                  <a:pt x="2192" y="696"/>
                </a:moveTo>
                <a:lnTo>
                  <a:pt x="2200" y="696"/>
                </a:lnTo>
                <a:lnTo>
                  <a:pt x="2200" y="689"/>
                </a:lnTo>
                <a:lnTo>
                  <a:pt x="2192" y="689"/>
                </a:lnTo>
                <a:lnTo>
                  <a:pt x="2192" y="696"/>
                </a:lnTo>
                <a:close/>
                <a:moveTo>
                  <a:pt x="2209" y="696"/>
                </a:moveTo>
                <a:lnTo>
                  <a:pt x="2216" y="696"/>
                </a:lnTo>
                <a:lnTo>
                  <a:pt x="2216" y="689"/>
                </a:lnTo>
                <a:lnTo>
                  <a:pt x="2209" y="689"/>
                </a:lnTo>
                <a:lnTo>
                  <a:pt x="2209" y="696"/>
                </a:lnTo>
                <a:close/>
                <a:moveTo>
                  <a:pt x="2226" y="696"/>
                </a:moveTo>
                <a:lnTo>
                  <a:pt x="2233" y="696"/>
                </a:lnTo>
                <a:lnTo>
                  <a:pt x="2233" y="689"/>
                </a:lnTo>
                <a:lnTo>
                  <a:pt x="2226" y="689"/>
                </a:lnTo>
                <a:lnTo>
                  <a:pt x="2226" y="696"/>
                </a:lnTo>
                <a:close/>
                <a:moveTo>
                  <a:pt x="2242" y="696"/>
                </a:moveTo>
                <a:lnTo>
                  <a:pt x="2249" y="696"/>
                </a:lnTo>
                <a:lnTo>
                  <a:pt x="2249" y="689"/>
                </a:lnTo>
                <a:lnTo>
                  <a:pt x="2242" y="689"/>
                </a:lnTo>
                <a:lnTo>
                  <a:pt x="2242" y="696"/>
                </a:lnTo>
                <a:close/>
                <a:moveTo>
                  <a:pt x="2259" y="696"/>
                </a:moveTo>
                <a:lnTo>
                  <a:pt x="2266" y="696"/>
                </a:lnTo>
                <a:lnTo>
                  <a:pt x="2266" y="689"/>
                </a:lnTo>
                <a:lnTo>
                  <a:pt x="2259" y="689"/>
                </a:lnTo>
                <a:lnTo>
                  <a:pt x="2259" y="696"/>
                </a:lnTo>
                <a:close/>
                <a:moveTo>
                  <a:pt x="2275" y="696"/>
                </a:moveTo>
                <a:lnTo>
                  <a:pt x="2282" y="696"/>
                </a:lnTo>
                <a:lnTo>
                  <a:pt x="2282" y="689"/>
                </a:lnTo>
                <a:lnTo>
                  <a:pt x="2275" y="689"/>
                </a:lnTo>
                <a:lnTo>
                  <a:pt x="2275" y="696"/>
                </a:lnTo>
                <a:close/>
                <a:moveTo>
                  <a:pt x="2292" y="696"/>
                </a:moveTo>
                <a:lnTo>
                  <a:pt x="2299" y="696"/>
                </a:lnTo>
                <a:lnTo>
                  <a:pt x="2299" y="689"/>
                </a:lnTo>
                <a:lnTo>
                  <a:pt x="2292" y="689"/>
                </a:lnTo>
                <a:lnTo>
                  <a:pt x="2292" y="696"/>
                </a:lnTo>
                <a:close/>
                <a:moveTo>
                  <a:pt x="2308" y="696"/>
                </a:moveTo>
                <a:lnTo>
                  <a:pt x="2316" y="696"/>
                </a:lnTo>
                <a:lnTo>
                  <a:pt x="2316" y="689"/>
                </a:lnTo>
                <a:lnTo>
                  <a:pt x="2308" y="689"/>
                </a:lnTo>
                <a:lnTo>
                  <a:pt x="2308" y="696"/>
                </a:lnTo>
                <a:close/>
                <a:moveTo>
                  <a:pt x="2325" y="696"/>
                </a:moveTo>
                <a:lnTo>
                  <a:pt x="2332" y="696"/>
                </a:lnTo>
                <a:lnTo>
                  <a:pt x="2332" y="689"/>
                </a:lnTo>
                <a:lnTo>
                  <a:pt x="2325" y="689"/>
                </a:lnTo>
                <a:lnTo>
                  <a:pt x="2325" y="696"/>
                </a:lnTo>
                <a:close/>
                <a:moveTo>
                  <a:pt x="2342" y="696"/>
                </a:moveTo>
                <a:lnTo>
                  <a:pt x="2349" y="696"/>
                </a:lnTo>
                <a:lnTo>
                  <a:pt x="2349" y="689"/>
                </a:lnTo>
                <a:lnTo>
                  <a:pt x="2342" y="689"/>
                </a:lnTo>
                <a:lnTo>
                  <a:pt x="2342" y="696"/>
                </a:lnTo>
                <a:close/>
                <a:moveTo>
                  <a:pt x="2358" y="696"/>
                </a:moveTo>
                <a:lnTo>
                  <a:pt x="2365" y="696"/>
                </a:lnTo>
                <a:lnTo>
                  <a:pt x="2365" y="689"/>
                </a:lnTo>
                <a:lnTo>
                  <a:pt x="2358" y="689"/>
                </a:lnTo>
                <a:lnTo>
                  <a:pt x="2358" y="696"/>
                </a:lnTo>
                <a:close/>
                <a:moveTo>
                  <a:pt x="2375" y="696"/>
                </a:moveTo>
                <a:lnTo>
                  <a:pt x="2382" y="696"/>
                </a:lnTo>
                <a:lnTo>
                  <a:pt x="2382" y="689"/>
                </a:lnTo>
                <a:lnTo>
                  <a:pt x="2375" y="689"/>
                </a:lnTo>
                <a:lnTo>
                  <a:pt x="2375" y="696"/>
                </a:lnTo>
                <a:close/>
                <a:moveTo>
                  <a:pt x="2391" y="696"/>
                </a:moveTo>
                <a:lnTo>
                  <a:pt x="2398" y="696"/>
                </a:lnTo>
                <a:lnTo>
                  <a:pt x="2398" y="689"/>
                </a:lnTo>
                <a:lnTo>
                  <a:pt x="2391" y="689"/>
                </a:lnTo>
                <a:lnTo>
                  <a:pt x="2391" y="696"/>
                </a:lnTo>
                <a:close/>
                <a:moveTo>
                  <a:pt x="2408" y="696"/>
                </a:moveTo>
                <a:lnTo>
                  <a:pt x="2415" y="696"/>
                </a:lnTo>
                <a:lnTo>
                  <a:pt x="2415" y="689"/>
                </a:lnTo>
                <a:lnTo>
                  <a:pt x="2408" y="689"/>
                </a:lnTo>
                <a:lnTo>
                  <a:pt x="2408" y="696"/>
                </a:lnTo>
                <a:close/>
                <a:moveTo>
                  <a:pt x="2427" y="696"/>
                </a:moveTo>
                <a:lnTo>
                  <a:pt x="2434" y="696"/>
                </a:lnTo>
                <a:lnTo>
                  <a:pt x="2434" y="689"/>
                </a:lnTo>
                <a:lnTo>
                  <a:pt x="2427" y="689"/>
                </a:lnTo>
                <a:lnTo>
                  <a:pt x="2427" y="696"/>
                </a:lnTo>
                <a:close/>
                <a:moveTo>
                  <a:pt x="2443" y="696"/>
                </a:moveTo>
                <a:lnTo>
                  <a:pt x="2451" y="696"/>
                </a:lnTo>
                <a:lnTo>
                  <a:pt x="2451" y="689"/>
                </a:lnTo>
                <a:lnTo>
                  <a:pt x="2443" y="689"/>
                </a:lnTo>
                <a:lnTo>
                  <a:pt x="2443" y="696"/>
                </a:lnTo>
                <a:close/>
                <a:moveTo>
                  <a:pt x="2460" y="696"/>
                </a:moveTo>
                <a:lnTo>
                  <a:pt x="2467" y="696"/>
                </a:lnTo>
                <a:lnTo>
                  <a:pt x="2467" y="689"/>
                </a:lnTo>
                <a:lnTo>
                  <a:pt x="2460" y="689"/>
                </a:lnTo>
                <a:lnTo>
                  <a:pt x="2460" y="696"/>
                </a:lnTo>
                <a:close/>
                <a:moveTo>
                  <a:pt x="2477" y="696"/>
                </a:moveTo>
                <a:lnTo>
                  <a:pt x="2484" y="696"/>
                </a:lnTo>
                <a:lnTo>
                  <a:pt x="2484" y="689"/>
                </a:lnTo>
                <a:lnTo>
                  <a:pt x="2477" y="689"/>
                </a:lnTo>
                <a:lnTo>
                  <a:pt x="2477" y="696"/>
                </a:lnTo>
                <a:close/>
                <a:moveTo>
                  <a:pt x="2543" y="696"/>
                </a:moveTo>
                <a:lnTo>
                  <a:pt x="2550" y="696"/>
                </a:lnTo>
                <a:lnTo>
                  <a:pt x="2550" y="689"/>
                </a:lnTo>
                <a:lnTo>
                  <a:pt x="2543" y="689"/>
                </a:lnTo>
                <a:lnTo>
                  <a:pt x="2543" y="696"/>
                </a:lnTo>
                <a:close/>
                <a:moveTo>
                  <a:pt x="2560" y="696"/>
                </a:moveTo>
                <a:lnTo>
                  <a:pt x="2567" y="696"/>
                </a:lnTo>
                <a:lnTo>
                  <a:pt x="2567" y="689"/>
                </a:lnTo>
                <a:lnTo>
                  <a:pt x="2560" y="689"/>
                </a:lnTo>
                <a:lnTo>
                  <a:pt x="2560" y="696"/>
                </a:lnTo>
                <a:close/>
                <a:moveTo>
                  <a:pt x="2576" y="696"/>
                </a:moveTo>
                <a:lnTo>
                  <a:pt x="2583" y="696"/>
                </a:lnTo>
                <a:lnTo>
                  <a:pt x="2583" y="689"/>
                </a:lnTo>
                <a:lnTo>
                  <a:pt x="2576" y="689"/>
                </a:lnTo>
                <a:lnTo>
                  <a:pt x="2576" y="696"/>
                </a:lnTo>
                <a:close/>
                <a:moveTo>
                  <a:pt x="469" y="712"/>
                </a:moveTo>
                <a:lnTo>
                  <a:pt x="476" y="712"/>
                </a:lnTo>
                <a:lnTo>
                  <a:pt x="476" y="705"/>
                </a:lnTo>
                <a:lnTo>
                  <a:pt x="469" y="705"/>
                </a:lnTo>
                <a:lnTo>
                  <a:pt x="469" y="712"/>
                </a:lnTo>
                <a:close/>
                <a:moveTo>
                  <a:pt x="485" y="712"/>
                </a:moveTo>
                <a:lnTo>
                  <a:pt x="492" y="712"/>
                </a:lnTo>
                <a:lnTo>
                  <a:pt x="492" y="705"/>
                </a:lnTo>
                <a:lnTo>
                  <a:pt x="485" y="705"/>
                </a:lnTo>
                <a:lnTo>
                  <a:pt x="485" y="712"/>
                </a:lnTo>
                <a:close/>
                <a:moveTo>
                  <a:pt x="502" y="712"/>
                </a:moveTo>
                <a:lnTo>
                  <a:pt x="509" y="712"/>
                </a:lnTo>
                <a:lnTo>
                  <a:pt x="509" y="705"/>
                </a:lnTo>
                <a:lnTo>
                  <a:pt x="502" y="705"/>
                </a:lnTo>
                <a:lnTo>
                  <a:pt x="502" y="712"/>
                </a:lnTo>
                <a:close/>
                <a:moveTo>
                  <a:pt x="518" y="712"/>
                </a:moveTo>
                <a:lnTo>
                  <a:pt x="525" y="712"/>
                </a:lnTo>
                <a:lnTo>
                  <a:pt x="525" y="705"/>
                </a:lnTo>
                <a:lnTo>
                  <a:pt x="518" y="705"/>
                </a:lnTo>
                <a:lnTo>
                  <a:pt x="518" y="712"/>
                </a:lnTo>
                <a:close/>
                <a:moveTo>
                  <a:pt x="535" y="712"/>
                </a:moveTo>
                <a:lnTo>
                  <a:pt x="542" y="712"/>
                </a:lnTo>
                <a:lnTo>
                  <a:pt x="542" y="705"/>
                </a:lnTo>
                <a:lnTo>
                  <a:pt x="535" y="705"/>
                </a:lnTo>
                <a:lnTo>
                  <a:pt x="535" y="712"/>
                </a:lnTo>
                <a:close/>
                <a:moveTo>
                  <a:pt x="551" y="712"/>
                </a:moveTo>
                <a:lnTo>
                  <a:pt x="559" y="712"/>
                </a:lnTo>
                <a:lnTo>
                  <a:pt x="559" y="705"/>
                </a:lnTo>
                <a:lnTo>
                  <a:pt x="551" y="705"/>
                </a:lnTo>
                <a:lnTo>
                  <a:pt x="551" y="712"/>
                </a:lnTo>
                <a:close/>
                <a:moveTo>
                  <a:pt x="568" y="712"/>
                </a:moveTo>
                <a:lnTo>
                  <a:pt x="575" y="712"/>
                </a:lnTo>
                <a:lnTo>
                  <a:pt x="575" y="705"/>
                </a:lnTo>
                <a:lnTo>
                  <a:pt x="568" y="705"/>
                </a:lnTo>
                <a:lnTo>
                  <a:pt x="568" y="712"/>
                </a:lnTo>
                <a:close/>
                <a:moveTo>
                  <a:pt x="585" y="712"/>
                </a:moveTo>
                <a:lnTo>
                  <a:pt x="592" y="712"/>
                </a:lnTo>
                <a:lnTo>
                  <a:pt x="592" y="705"/>
                </a:lnTo>
                <a:lnTo>
                  <a:pt x="585" y="705"/>
                </a:lnTo>
                <a:lnTo>
                  <a:pt x="585" y="712"/>
                </a:lnTo>
                <a:close/>
                <a:moveTo>
                  <a:pt x="601" y="712"/>
                </a:moveTo>
                <a:lnTo>
                  <a:pt x="608" y="712"/>
                </a:lnTo>
                <a:lnTo>
                  <a:pt x="608" y="705"/>
                </a:lnTo>
                <a:lnTo>
                  <a:pt x="601" y="705"/>
                </a:lnTo>
                <a:lnTo>
                  <a:pt x="601" y="712"/>
                </a:lnTo>
                <a:close/>
                <a:moveTo>
                  <a:pt x="620" y="712"/>
                </a:moveTo>
                <a:lnTo>
                  <a:pt x="625" y="712"/>
                </a:lnTo>
                <a:lnTo>
                  <a:pt x="625" y="705"/>
                </a:lnTo>
                <a:lnTo>
                  <a:pt x="620" y="705"/>
                </a:lnTo>
                <a:lnTo>
                  <a:pt x="620" y="712"/>
                </a:lnTo>
                <a:close/>
                <a:moveTo>
                  <a:pt x="637" y="712"/>
                </a:moveTo>
                <a:lnTo>
                  <a:pt x="644" y="712"/>
                </a:lnTo>
                <a:lnTo>
                  <a:pt x="644" y="705"/>
                </a:lnTo>
                <a:lnTo>
                  <a:pt x="637" y="705"/>
                </a:lnTo>
                <a:lnTo>
                  <a:pt x="637" y="712"/>
                </a:lnTo>
                <a:close/>
                <a:moveTo>
                  <a:pt x="653" y="712"/>
                </a:moveTo>
                <a:lnTo>
                  <a:pt x="660" y="712"/>
                </a:lnTo>
                <a:lnTo>
                  <a:pt x="660" y="705"/>
                </a:lnTo>
                <a:lnTo>
                  <a:pt x="653" y="705"/>
                </a:lnTo>
                <a:lnTo>
                  <a:pt x="653" y="712"/>
                </a:lnTo>
                <a:close/>
                <a:moveTo>
                  <a:pt x="670" y="712"/>
                </a:moveTo>
                <a:lnTo>
                  <a:pt x="677" y="712"/>
                </a:lnTo>
                <a:lnTo>
                  <a:pt x="677" y="705"/>
                </a:lnTo>
                <a:lnTo>
                  <a:pt x="670" y="705"/>
                </a:lnTo>
                <a:lnTo>
                  <a:pt x="670" y="712"/>
                </a:lnTo>
                <a:close/>
                <a:moveTo>
                  <a:pt x="686" y="712"/>
                </a:moveTo>
                <a:lnTo>
                  <a:pt x="693" y="712"/>
                </a:lnTo>
                <a:lnTo>
                  <a:pt x="693" y="705"/>
                </a:lnTo>
                <a:lnTo>
                  <a:pt x="686" y="705"/>
                </a:lnTo>
                <a:lnTo>
                  <a:pt x="686" y="712"/>
                </a:lnTo>
                <a:close/>
                <a:moveTo>
                  <a:pt x="703" y="712"/>
                </a:moveTo>
                <a:lnTo>
                  <a:pt x="710" y="712"/>
                </a:lnTo>
                <a:lnTo>
                  <a:pt x="710" y="705"/>
                </a:lnTo>
                <a:lnTo>
                  <a:pt x="703" y="705"/>
                </a:lnTo>
                <a:lnTo>
                  <a:pt x="703" y="712"/>
                </a:lnTo>
                <a:close/>
                <a:moveTo>
                  <a:pt x="720" y="712"/>
                </a:moveTo>
                <a:lnTo>
                  <a:pt x="727" y="712"/>
                </a:lnTo>
                <a:lnTo>
                  <a:pt x="727" y="705"/>
                </a:lnTo>
                <a:lnTo>
                  <a:pt x="720" y="705"/>
                </a:lnTo>
                <a:lnTo>
                  <a:pt x="720" y="712"/>
                </a:lnTo>
                <a:close/>
                <a:moveTo>
                  <a:pt x="736" y="712"/>
                </a:moveTo>
                <a:lnTo>
                  <a:pt x="743" y="712"/>
                </a:lnTo>
                <a:lnTo>
                  <a:pt x="743" y="705"/>
                </a:lnTo>
                <a:lnTo>
                  <a:pt x="736" y="705"/>
                </a:lnTo>
                <a:lnTo>
                  <a:pt x="736" y="712"/>
                </a:lnTo>
                <a:close/>
                <a:moveTo>
                  <a:pt x="753" y="712"/>
                </a:moveTo>
                <a:lnTo>
                  <a:pt x="760" y="712"/>
                </a:lnTo>
                <a:lnTo>
                  <a:pt x="760" y="705"/>
                </a:lnTo>
                <a:lnTo>
                  <a:pt x="753" y="705"/>
                </a:lnTo>
                <a:lnTo>
                  <a:pt x="753" y="712"/>
                </a:lnTo>
                <a:close/>
                <a:moveTo>
                  <a:pt x="769" y="712"/>
                </a:moveTo>
                <a:lnTo>
                  <a:pt x="776" y="712"/>
                </a:lnTo>
                <a:lnTo>
                  <a:pt x="776" y="705"/>
                </a:lnTo>
                <a:lnTo>
                  <a:pt x="769" y="705"/>
                </a:lnTo>
                <a:lnTo>
                  <a:pt x="769" y="712"/>
                </a:lnTo>
                <a:close/>
                <a:moveTo>
                  <a:pt x="1371" y="712"/>
                </a:moveTo>
                <a:lnTo>
                  <a:pt x="1378" y="712"/>
                </a:lnTo>
                <a:lnTo>
                  <a:pt x="1378" y="705"/>
                </a:lnTo>
                <a:lnTo>
                  <a:pt x="1371" y="705"/>
                </a:lnTo>
                <a:lnTo>
                  <a:pt x="1371" y="712"/>
                </a:lnTo>
                <a:close/>
                <a:moveTo>
                  <a:pt x="1390" y="712"/>
                </a:moveTo>
                <a:lnTo>
                  <a:pt x="1394" y="712"/>
                </a:lnTo>
                <a:lnTo>
                  <a:pt x="1394" y="705"/>
                </a:lnTo>
                <a:lnTo>
                  <a:pt x="1390" y="705"/>
                </a:lnTo>
                <a:lnTo>
                  <a:pt x="1390" y="712"/>
                </a:lnTo>
                <a:close/>
                <a:moveTo>
                  <a:pt x="1406" y="712"/>
                </a:moveTo>
                <a:lnTo>
                  <a:pt x="1413" y="712"/>
                </a:lnTo>
                <a:lnTo>
                  <a:pt x="1413" y="705"/>
                </a:lnTo>
                <a:lnTo>
                  <a:pt x="1406" y="705"/>
                </a:lnTo>
                <a:lnTo>
                  <a:pt x="1406" y="712"/>
                </a:lnTo>
                <a:close/>
                <a:moveTo>
                  <a:pt x="1423" y="712"/>
                </a:moveTo>
                <a:lnTo>
                  <a:pt x="1430" y="712"/>
                </a:lnTo>
                <a:lnTo>
                  <a:pt x="1430" y="705"/>
                </a:lnTo>
                <a:lnTo>
                  <a:pt x="1423" y="705"/>
                </a:lnTo>
                <a:lnTo>
                  <a:pt x="1423" y="712"/>
                </a:lnTo>
                <a:close/>
                <a:moveTo>
                  <a:pt x="1439" y="712"/>
                </a:moveTo>
                <a:lnTo>
                  <a:pt x="1447" y="712"/>
                </a:lnTo>
                <a:lnTo>
                  <a:pt x="1447" y="705"/>
                </a:lnTo>
                <a:lnTo>
                  <a:pt x="1439" y="705"/>
                </a:lnTo>
                <a:lnTo>
                  <a:pt x="1439" y="712"/>
                </a:lnTo>
                <a:close/>
                <a:moveTo>
                  <a:pt x="1456" y="712"/>
                </a:moveTo>
                <a:lnTo>
                  <a:pt x="1463" y="712"/>
                </a:lnTo>
                <a:lnTo>
                  <a:pt x="1463" y="705"/>
                </a:lnTo>
                <a:lnTo>
                  <a:pt x="1456" y="705"/>
                </a:lnTo>
                <a:lnTo>
                  <a:pt x="1456" y="712"/>
                </a:lnTo>
                <a:close/>
                <a:moveTo>
                  <a:pt x="1473" y="712"/>
                </a:moveTo>
                <a:lnTo>
                  <a:pt x="1480" y="712"/>
                </a:lnTo>
                <a:lnTo>
                  <a:pt x="1480" y="705"/>
                </a:lnTo>
                <a:lnTo>
                  <a:pt x="1473" y="705"/>
                </a:lnTo>
                <a:lnTo>
                  <a:pt x="1473" y="712"/>
                </a:lnTo>
                <a:close/>
                <a:moveTo>
                  <a:pt x="1489" y="712"/>
                </a:moveTo>
                <a:lnTo>
                  <a:pt x="1496" y="712"/>
                </a:lnTo>
                <a:lnTo>
                  <a:pt x="1496" y="705"/>
                </a:lnTo>
                <a:lnTo>
                  <a:pt x="1489" y="705"/>
                </a:lnTo>
                <a:lnTo>
                  <a:pt x="1489" y="712"/>
                </a:lnTo>
                <a:close/>
                <a:moveTo>
                  <a:pt x="1506" y="712"/>
                </a:moveTo>
                <a:lnTo>
                  <a:pt x="1513" y="712"/>
                </a:lnTo>
                <a:lnTo>
                  <a:pt x="1513" y="705"/>
                </a:lnTo>
                <a:lnTo>
                  <a:pt x="1506" y="705"/>
                </a:lnTo>
                <a:lnTo>
                  <a:pt x="1506" y="712"/>
                </a:lnTo>
                <a:close/>
                <a:moveTo>
                  <a:pt x="1522" y="712"/>
                </a:moveTo>
                <a:lnTo>
                  <a:pt x="1529" y="712"/>
                </a:lnTo>
                <a:lnTo>
                  <a:pt x="1529" y="705"/>
                </a:lnTo>
                <a:lnTo>
                  <a:pt x="1522" y="705"/>
                </a:lnTo>
                <a:lnTo>
                  <a:pt x="1522" y="712"/>
                </a:lnTo>
                <a:close/>
                <a:moveTo>
                  <a:pt x="1539" y="712"/>
                </a:moveTo>
                <a:lnTo>
                  <a:pt x="1546" y="712"/>
                </a:lnTo>
                <a:lnTo>
                  <a:pt x="1546" y="705"/>
                </a:lnTo>
                <a:lnTo>
                  <a:pt x="1539" y="705"/>
                </a:lnTo>
                <a:lnTo>
                  <a:pt x="1539" y="712"/>
                </a:lnTo>
                <a:close/>
                <a:moveTo>
                  <a:pt x="1555" y="712"/>
                </a:moveTo>
                <a:lnTo>
                  <a:pt x="1563" y="712"/>
                </a:lnTo>
                <a:lnTo>
                  <a:pt x="1563" y="705"/>
                </a:lnTo>
                <a:lnTo>
                  <a:pt x="1555" y="705"/>
                </a:lnTo>
                <a:lnTo>
                  <a:pt x="1555" y="712"/>
                </a:lnTo>
                <a:close/>
                <a:moveTo>
                  <a:pt x="1572" y="712"/>
                </a:moveTo>
                <a:lnTo>
                  <a:pt x="1579" y="712"/>
                </a:lnTo>
                <a:lnTo>
                  <a:pt x="1579" y="705"/>
                </a:lnTo>
                <a:lnTo>
                  <a:pt x="1572" y="705"/>
                </a:lnTo>
                <a:lnTo>
                  <a:pt x="1572" y="712"/>
                </a:lnTo>
                <a:close/>
                <a:moveTo>
                  <a:pt x="1589" y="712"/>
                </a:moveTo>
                <a:lnTo>
                  <a:pt x="1596" y="712"/>
                </a:lnTo>
                <a:lnTo>
                  <a:pt x="1596" y="705"/>
                </a:lnTo>
                <a:lnTo>
                  <a:pt x="1589" y="705"/>
                </a:lnTo>
                <a:lnTo>
                  <a:pt x="1589" y="712"/>
                </a:lnTo>
                <a:close/>
                <a:moveTo>
                  <a:pt x="1605" y="712"/>
                </a:moveTo>
                <a:lnTo>
                  <a:pt x="1612" y="712"/>
                </a:lnTo>
                <a:lnTo>
                  <a:pt x="1612" y="705"/>
                </a:lnTo>
                <a:lnTo>
                  <a:pt x="1605" y="705"/>
                </a:lnTo>
                <a:lnTo>
                  <a:pt x="1605" y="712"/>
                </a:lnTo>
                <a:close/>
                <a:moveTo>
                  <a:pt x="1622" y="712"/>
                </a:moveTo>
                <a:lnTo>
                  <a:pt x="1629" y="712"/>
                </a:lnTo>
                <a:lnTo>
                  <a:pt x="1629" y="705"/>
                </a:lnTo>
                <a:lnTo>
                  <a:pt x="1622" y="705"/>
                </a:lnTo>
                <a:lnTo>
                  <a:pt x="1622" y="712"/>
                </a:lnTo>
                <a:close/>
                <a:moveTo>
                  <a:pt x="1638" y="712"/>
                </a:moveTo>
                <a:lnTo>
                  <a:pt x="1645" y="712"/>
                </a:lnTo>
                <a:lnTo>
                  <a:pt x="1645" y="705"/>
                </a:lnTo>
                <a:lnTo>
                  <a:pt x="1638" y="705"/>
                </a:lnTo>
                <a:lnTo>
                  <a:pt x="1638" y="712"/>
                </a:lnTo>
                <a:close/>
                <a:moveTo>
                  <a:pt x="1657" y="712"/>
                </a:moveTo>
                <a:lnTo>
                  <a:pt x="1664" y="712"/>
                </a:lnTo>
                <a:lnTo>
                  <a:pt x="1664" y="705"/>
                </a:lnTo>
                <a:lnTo>
                  <a:pt x="1657" y="705"/>
                </a:lnTo>
                <a:lnTo>
                  <a:pt x="1657" y="712"/>
                </a:lnTo>
                <a:close/>
                <a:moveTo>
                  <a:pt x="1674" y="712"/>
                </a:moveTo>
                <a:lnTo>
                  <a:pt x="1681" y="712"/>
                </a:lnTo>
                <a:lnTo>
                  <a:pt x="1681" y="705"/>
                </a:lnTo>
                <a:lnTo>
                  <a:pt x="1674" y="705"/>
                </a:lnTo>
                <a:lnTo>
                  <a:pt x="1674" y="712"/>
                </a:lnTo>
                <a:close/>
                <a:moveTo>
                  <a:pt x="1690" y="712"/>
                </a:moveTo>
                <a:lnTo>
                  <a:pt x="1698" y="712"/>
                </a:lnTo>
                <a:lnTo>
                  <a:pt x="1698" y="705"/>
                </a:lnTo>
                <a:lnTo>
                  <a:pt x="1690" y="705"/>
                </a:lnTo>
                <a:lnTo>
                  <a:pt x="1690" y="712"/>
                </a:lnTo>
                <a:close/>
                <a:moveTo>
                  <a:pt x="1707" y="712"/>
                </a:moveTo>
                <a:lnTo>
                  <a:pt x="1714" y="712"/>
                </a:lnTo>
                <a:lnTo>
                  <a:pt x="1714" y="705"/>
                </a:lnTo>
                <a:lnTo>
                  <a:pt x="1707" y="705"/>
                </a:lnTo>
                <a:lnTo>
                  <a:pt x="1707" y="712"/>
                </a:lnTo>
                <a:close/>
                <a:moveTo>
                  <a:pt x="1724" y="712"/>
                </a:moveTo>
                <a:lnTo>
                  <a:pt x="1731" y="712"/>
                </a:lnTo>
                <a:lnTo>
                  <a:pt x="1731" y="705"/>
                </a:lnTo>
                <a:lnTo>
                  <a:pt x="1724" y="705"/>
                </a:lnTo>
                <a:lnTo>
                  <a:pt x="1724" y="712"/>
                </a:lnTo>
                <a:close/>
                <a:moveTo>
                  <a:pt x="1740" y="712"/>
                </a:moveTo>
                <a:lnTo>
                  <a:pt x="1747" y="712"/>
                </a:lnTo>
                <a:lnTo>
                  <a:pt x="1747" y="705"/>
                </a:lnTo>
                <a:lnTo>
                  <a:pt x="1740" y="705"/>
                </a:lnTo>
                <a:lnTo>
                  <a:pt x="1740" y="712"/>
                </a:lnTo>
                <a:close/>
                <a:moveTo>
                  <a:pt x="1757" y="712"/>
                </a:moveTo>
                <a:lnTo>
                  <a:pt x="1764" y="712"/>
                </a:lnTo>
                <a:lnTo>
                  <a:pt x="1764" y="705"/>
                </a:lnTo>
                <a:lnTo>
                  <a:pt x="1757" y="705"/>
                </a:lnTo>
                <a:lnTo>
                  <a:pt x="1757" y="712"/>
                </a:lnTo>
                <a:close/>
                <a:moveTo>
                  <a:pt x="1773" y="712"/>
                </a:moveTo>
                <a:lnTo>
                  <a:pt x="1780" y="712"/>
                </a:lnTo>
                <a:lnTo>
                  <a:pt x="1780" y="705"/>
                </a:lnTo>
                <a:lnTo>
                  <a:pt x="1773" y="705"/>
                </a:lnTo>
                <a:lnTo>
                  <a:pt x="1773" y="712"/>
                </a:lnTo>
                <a:close/>
                <a:moveTo>
                  <a:pt x="1790" y="712"/>
                </a:moveTo>
                <a:lnTo>
                  <a:pt x="1797" y="712"/>
                </a:lnTo>
                <a:lnTo>
                  <a:pt x="1797" y="705"/>
                </a:lnTo>
                <a:lnTo>
                  <a:pt x="1790" y="705"/>
                </a:lnTo>
                <a:lnTo>
                  <a:pt x="1790" y="712"/>
                </a:lnTo>
                <a:close/>
                <a:moveTo>
                  <a:pt x="1806" y="712"/>
                </a:moveTo>
                <a:lnTo>
                  <a:pt x="1814" y="712"/>
                </a:lnTo>
                <a:lnTo>
                  <a:pt x="1814" y="705"/>
                </a:lnTo>
                <a:lnTo>
                  <a:pt x="1806" y="705"/>
                </a:lnTo>
                <a:lnTo>
                  <a:pt x="1806" y="712"/>
                </a:lnTo>
                <a:close/>
                <a:moveTo>
                  <a:pt x="1823" y="712"/>
                </a:moveTo>
                <a:lnTo>
                  <a:pt x="1830" y="712"/>
                </a:lnTo>
                <a:lnTo>
                  <a:pt x="1830" y="705"/>
                </a:lnTo>
                <a:lnTo>
                  <a:pt x="1823" y="705"/>
                </a:lnTo>
                <a:lnTo>
                  <a:pt x="1823" y="712"/>
                </a:lnTo>
                <a:close/>
                <a:moveTo>
                  <a:pt x="1840" y="712"/>
                </a:moveTo>
                <a:lnTo>
                  <a:pt x="1847" y="712"/>
                </a:lnTo>
                <a:lnTo>
                  <a:pt x="1847" y="705"/>
                </a:lnTo>
                <a:lnTo>
                  <a:pt x="1840" y="705"/>
                </a:lnTo>
                <a:lnTo>
                  <a:pt x="1840" y="712"/>
                </a:lnTo>
                <a:close/>
                <a:moveTo>
                  <a:pt x="1856" y="712"/>
                </a:moveTo>
                <a:lnTo>
                  <a:pt x="1863" y="712"/>
                </a:lnTo>
                <a:lnTo>
                  <a:pt x="1863" y="705"/>
                </a:lnTo>
                <a:lnTo>
                  <a:pt x="1856" y="705"/>
                </a:lnTo>
                <a:lnTo>
                  <a:pt x="1856" y="712"/>
                </a:lnTo>
                <a:close/>
                <a:moveTo>
                  <a:pt x="1873" y="712"/>
                </a:moveTo>
                <a:lnTo>
                  <a:pt x="1880" y="712"/>
                </a:lnTo>
                <a:lnTo>
                  <a:pt x="1880" y="705"/>
                </a:lnTo>
                <a:lnTo>
                  <a:pt x="1873" y="705"/>
                </a:lnTo>
                <a:lnTo>
                  <a:pt x="1873" y="712"/>
                </a:lnTo>
                <a:close/>
                <a:moveTo>
                  <a:pt x="1889" y="712"/>
                </a:moveTo>
                <a:lnTo>
                  <a:pt x="1896" y="712"/>
                </a:lnTo>
                <a:lnTo>
                  <a:pt x="1896" y="705"/>
                </a:lnTo>
                <a:lnTo>
                  <a:pt x="1889" y="705"/>
                </a:lnTo>
                <a:lnTo>
                  <a:pt x="1889" y="712"/>
                </a:lnTo>
                <a:close/>
                <a:moveTo>
                  <a:pt x="1908" y="712"/>
                </a:moveTo>
                <a:lnTo>
                  <a:pt x="1915" y="712"/>
                </a:lnTo>
                <a:lnTo>
                  <a:pt x="1915" y="705"/>
                </a:lnTo>
                <a:lnTo>
                  <a:pt x="1908" y="705"/>
                </a:lnTo>
                <a:lnTo>
                  <a:pt x="1908" y="712"/>
                </a:lnTo>
                <a:close/>
                <a:moveTo>
                  <a:pt x="1925" y="712"/>
                </a:moveTo>
                <a:lnTo>
                  <a:pt x="1932" y="712"/>
                </a:lnTo>
                <a:lnTo>
                  <a:pt x="1932" y="705"/>
                </a:lnTo>
                <a:lnTo>
                  <a:pt x="1925" y="705"/>
                </a:lnTo>
                <a:lnTo>
                  <a:pt x="1925" y="712"/>
                </a:lnTo>
                <a:close/>
                <a:moveTo>
                  <a:pt x="1941" y="712"/>
                </a:moveTo>
                <a:lnTo>
                  <a:pt x="1949" y="712"/>
                </a:lnTo>
                <a:lnTo>
                  <a:pt x="1949" y="705"/>
                </a:lnTo>
                <a:lnTo>
                  <a:pt x="1941" y="705"/>
                </a:lnTo>
                <a:lnTo>
                  <a:pt x="1941" y="712"/>
                </a:lnTo>
                <a:close/>
                <a:moveTo>
                  <a:pt x="1958" y="712"/>
                </a:moveTo>
                <a:lnTo>
                  <a:pt x="1965" y="712"/>
                </a:lnTo>
                <a:lnTo>
                  <a:pt x="1965" y="705"/>
                </a:lnTo>
                <a:lnTo>
                  <a:pt x="1958" y="705"/>
                </a:lnTo>
                <a:lnTo>
                  <a:pt x="1958" y="712"/>
                </a:lnTo>
                <a:close/>
                <a:moveTo>
                  <a:pt x="1975" y="712"/>
                </a:moveTo>
                <a:lnTo>
                  <a:pt x="1982" y="712"/>
                </a:lnTo>
                <a:lnTo>
                  <a:pt x="1982" y="705"/>
                </a:lnTo>
                <a:lnTo>
                  <a:pt x="1975" y="705"/>
                </a:lnTo>
                <a:lnTo>
                  <a:pt x="1975" y="712"/>
                </a:lnTo>
                <a:close/>
                <a:moveTo>
                  <a:pt x="1991" y="712"/>
                </a:moveTo>
                <a:lnTo>
                  <a:pt x="1998" y="712"/>
                </a:lnTo>
                <a:lnTo>
                  <a:pt x="1998" y="705"/>
                </a:lnTo>
                <a:lnTo>
                  <a:pt x="1991" y="705"/>
                </a:lnTo>
                <a:lnTo>
                  <a:pt x="1991" y="712"/>
                </a:lnTo>
                <a:close/>
                <a:moveTo>
                  <a:pt x="2008" y="712"/>
                </a:moveTo>
                <a:lnTo>
                  <a:pt x="2015" y="712"/>
                </a:lnTo>
                <a:lnTo>
                  <a:pt x="2015" y="705"/>
                </a:lnTo>
                <a:lnTo>
                  <a:pt x="2008" y="705"/>
                </a:lnTo>
                <a:lnTo>
                  <a:pt x="2008" y="712"/>
                </a:lnTo>
                <a:close/>
                <a:moveTo>
                  <a:pt x="2024" y="712"/>
                </a:moveTo>
                <a:lnTo>
                  <a:pt x="2031" y="712"/>
                </a:lnTo>
                <a:lnTo>
                  <a:pt x="2031" y="705"/>
                </a:lnTo>
                <a:lnTo>
                  <a:pt x="2024" y="705"/>
                </a:lnTo>
                <a:lnTo>
                  <a:pt x="2024" y="712"/>
                </a:lnTo>
                <a:close/>
                <a:moveTo>
                  <a:pt x="2041" y="712"/>
                </a:moveTo>
                <a:lnTo>
                  <a:pt x="2048" y="712"/>
                </a:lnTo>
                <a:lnTo>
                  <a:pt x="2048" y="705"/>
                </a:lnTo>
                <a:lnTo>
                  <a:pt x="2041" y="705"/>
                </a:lnTo>
                <a:lnTo>
                  <a:pt x="2041" y="712"/>
                </a:lnTo>
                <a:close/>
                <a:moveTo>
                  <a:pt x="2057" y="712"/>
                </a:moveTo>
                <a:lnTo>
                  <a:pt x="2065" y="712"/>
                </a:lnTo>
                <a:lnTo>
                  <a:pt x="2065" y="705"/>
                </a:lnTo>
                <a:lnTo>
                  <a:pt x="2057" y="705"/>
                </a:lnTo>
                <a:lnTo>
                  <a:pt x="2057" y="712"/>
                </a:lnTo>
                <a:close/>
                <a:moveTo>
                  <a:pt x="2074" y="712"/>
                </a:moveTo>
                <a:lnTo>
                  <a:pt x="2081" y="712"/>
                </a:lnTo>
                <a:lnTo>
                  <a:pt x="2081" y="705"/>
                </a:lnTo>
                <a:lnTo>
                  <a:pt x="2074" y="705"/>
                </a:lnTo>
                <a:lnTo>
                  <a:pt x="2074" y="712"/>
                </a:lnTo>
                <a:close/>
                <a:moveTo>
                  <a:pt x="2091" y="712"/>
                </a:moveTo>
                <a:lnTo>
                  <a:pt x="2098" y="712"/>
                </a:lnTo>
                <a:lnTo>
                  <a:pt x="2098" y="705"/>
                </a:lnTo>
                <a:lnTo>
                  <a:pt x="2091" y="705"/>
                </a:lnTo>
                <a:lnTo>
                  <a:pt x="2091" y="712"/>
                </a:lnTo>
                <a:close/>
                <a:moveTo>
                  <a:pt x="2107" y="712"/>
                </a:moveTo>
                <a:lnTo>
                  <a:pt x="2114" y="712"/>
                </a:lnTo>
                <a:lnTo>
                  <a:pt x="2114" y="705"/>
                </a:lnTo>
                <a:lnTo>
                  <a:pt x="2107" y="705"/>
                </a:lnTo>
                <a:lnTo>
                  <a:pt x="2107" y="712"/>
                </a:lnTo>
                <a:close/>
                <a:moveTo>
                  <a:pt x="2124" y="712"/>
                </a:moveTo>
                <a:lnTo>
                  <a:pt x="2131" y="712"/>
                </a:lnTo>
                <a:lnTo>
                  <a:pt x="2131" y="705"/>
                </a:lnTo>
                <a:lnTo>
                  <a:pt x="2124" y="705"/>
                </a:lnTo>
                <a:lnTo>
                  <a:pt x="2124" y="712"/>
                </a:lnTo>
                <a:close/>
                <a:moveTo>
                  <a:pt x="2140" y="712"/>
                </a:moveTo>
                <a:lnTo>
                  <a:pt x="2147" y="712"/>
                </a:lnTo>
                <a:lnTo>
                  <a:pt x="2147" y="705"/>
                </a:lnTo>
                <a:lnTo>
                  <a:pt x="2140" y="705"/>
                </a:lnTo>
                <a:lnTo>
                  <a:pt x="2140" y="712"/>
                </a:lnTo>
                <a:close/>
                <a:moveTo>
                  <a:pt x="2159" y="712"/>
                </a:moveTo>
                <a:lnTo>
                  <a:pt x="2164" y="712"/>
                </a:lnTo>
                <a:lnTo>
                  <a:pt x="2164" y="705"/>
                </a:lnTo>
                <a:lnTo>
                  <a:pt x="2159" y="705"/>
                </a:lnTo>
                <a:lnTo>
                  <a:pt x="2159" y="712"/>
                </a:lnTo>
                <a:close/>
                <a:moveTo>
                  <a:pt x="2176" y="712"/>
                </a:moveTo>
                <a:lnTo>
                  <a:pt x="2183" y="712"/>
                </a:lnTo>
                <a:lnTo>
                  <a:pt x="2183" y="705"/>
                </a:lnTo>
                <a:lnTo>
                  <a:pt x="2176" y="705"/>
                </a:lnTo>
                <a:lnTo>
                  <a:pt x="2176" y="712"/>
                </a:lnTo>
                <a:close/>
                <a:moveTo>
                  <a:pt x="2192" y="712"/>
                </a:moveTo>
                <a:lnTo>
                  <a:pt x="2200" y="712"/>
                </a:lnTo>
                <a:lnTo>
                  <a:pt x="2200" y="705"/>
                </a:lnTo>
                <a:lnTo>
                  <a:pt x="2192" y="705"/>
                </a:lnTo>
                <a:lnTo>
                  <a:pt x="2192" y="712"/>
                </a:lnTo>
                <a:close/>
                <a:moveTo>
                  <a:pt x="2209" y="712"/>
                </a:moveTo>
                <a:lnTo>
                  <a:pt x="2216" y="712"/>
                </a:lnTo>
                <a:lnTo>
                  <a:pt x="2216" y="705"/>
                </a:lnTo>
                <a:lnTo>
                  <a:pt x="2209" y="705"/>
                </a:lnTo>
                <a:lnTo>
                  <a:pt x="2209" y="712"/>
                </a:lnTo>
                <a:close/>
                <a:moveTo>
                  <a:pt x="2226" y="712"/>
                </a:moveTo>
                <a:lnTo>
                  <a:pt x="2233" y="712"/>
                </a:lnTo>
                <a:lnTo>
                  <a:pt x="2233" y="705"/>
                </a:lnTo>
                <a:lnTo>
                  <a:pt x="2226" y="705"/>
                </a:lnTo>
                <a:lnTo>
                  <a:pt x="2226" y="712"/>
                </a:lnTo>
                <a:close/>
                <a:moveTo>
                  <a:pt x="2242" y="712"/>
                </a:moveTo>
                <a:lnTo>
                  <a:pt x="2249" y="712"/>
                </a:lnTo>
                <a:lnTo>
                  <a:pt x="2249" y="705"/>
                </a:lnTo>
                <a:lnTo>
                  <a:pt x="2242" y="705"/>
                </a:lnTo>
                <a:lnTo>
                  <a:pt x="2242" y="712"/>
                </a:lnTo>
                <a:close/>
                <a:moveTo>
                  <a:pt x="2259" y="712"/>
                </a:moveTo>
                <a:lnTo>
                  <a:pt x="2266" y="712"/>
                </a:lnTo>
                <a:lnTo>
                  <a:pt x="2266" y="705"/>
                </a:lnTo>
                <a:lnTo>
                  <a:pt x="2259" y="705"/>
                </a:lnTo>
                <a:lnTo>
                  <a:pt x="2259" y="712"/>
                </a:lnTo>
                <a:close/>
                <a:moveTo>
                  <a:pt x="2275" y="712"/>
                </a:moveTo>
                <a:lnTo>
                  <a:pt x="2282" y="712"/>
                </a:lnTo>
                <a:lnTo>
                  <a:pt x="2282" y="705"/>
                </a:lnTo>
                <a:lnTo>
                  <a:pt x="2275" y="705"/>
                </a:lnTo>
                <a:lnTo>
                  <a:pt x="2275" y="712"/>
                </a:lnTo>
                <a:close/>
                <a:moveTo>
                  <a:pt x="2292" y="712"/>
                </a:moveTo>
                <a:lnTo>
                  <a:pt x="2299" y="712"/>
                </a:lnTo>
                <a:lnTo>
                  <a:pt x="2299" y="705"/>
                </a:lnTo>
                <a:lnTo>
                  <a:pt x="2292" y="705"/>
                </a:lnTo>
                <a:lnTo>
                  <a:pt x="2292" y="712"/>
                </a:lnTo>
                <a:close/>
                <a:moveTo>
                  <a:pt x="2308" y="712"/>
                </a:moveTo>
                <a:lnTo>
                  <a:pt x="2316" y="712"/>
                </a:lnTo>
                <a:lnTo>
                  <a:pt x="2316" y="705"/>
                </a:lnTo>
                <a:lnTo>
                  <a:pt x="2308" y="705"/>
                </a:lnTo>
                <a:lnTo>
                  <a:pt x="2308" y="712"/>
                </a:lnTo>
                <a:close/>
                <a:moveTo>
                  <a:pt x="2325" y="712"/>
                </a:moveTo>
                <a:lnTo>
                  <a:pt x="2332" y="712"/>
                </a:lnTo>
                <a:lnTo>
                  <a:pt x="2332" y="705"/>
                </a:lnTo>
                <a:lnTo>
                  <a:pt x="2325" y="705"/>
                </a:lnTo>
                <a:lnTo>
                  <a:pt x="2325" y="712"/>
                </a:lnTo>
                <a:close/>
                <a:moveTo>
                  <a:pt x="2342" y="712"/>
                </a:moveTo>
                <a:lnTo>
                  <a:pt x="2349" y="712"/>
                </a:lnTo>
                <a:lnTo>
                  <a:pt x="2349" y="705"/>
                </a:lnTo>
                <a:lnTo>
                  <a:pt x="2342" y="705"/>
                </a:lnTo>
                <a:lnTo>
                  <a:pt x="2342" y="712"/>
                </a:lnTo>
                <a:close/>
                <a:moveTo>
                  <a:pt x="2358" y="712"/>
                </a:moveTo>
                <a:lnTo>
                  <a:pt x="2365" y="712"/>
                </a:lnTo>
                <a:lnTo>
                  <a:pt x="2365" y="705"/>
                </a:lnTo>
                <a:lnTo>
                  <a:pt x="2358" y="705"/>
                </a:lnTo>
                <a:lnTo>
                  <a:pt x="2358" y="712"/>
                </a:lnTo>
                <a:close/>
                <a:moveTo>
                  <a:pt x="2375" y="712"/>
                </a:moveTo>
                <a:lnTo>
                  <a:pt x="2382" y="712"/>
                </a:lnTo>
                <a:lnTo>
                  <a:pt x="2382" y="705"/>
                </a:lnTo>
                <a:lnTo>
                  <a:pt x="2375" y="705"/>
                </a:lnTo>
                <a:lnTo>
                  <a:pt x="2375" y="712"/>
                </a:lnTo>
                <a:close/>
                <a:moveTo>
                  <a:pt x="2391" y="712"/>
                </a:moveTo>
                <a:lnTo>
                  <a:pt x="2398" y="712"/>
                </a:lnTo>
                <a:lnTo>
                  <a:pt x="2398" y="705"/>
                </a:lnTo>
                <a:lnTo>
                  <a:pt x="2391" y="705"/>
                </a:lnTo>
                <a:lnTo>
                  <a:pt x="2391" y="712"/>
                </a:lnTo>
                <a:close/>
                <a:moveTo>
                  <a:pt x="2408" y="712"/>
                </a:moveTo>
                <a:lnTo>
                  <a:pt x="2415" y="712"/>
                </a:lnTo>
                <a:lnTo>
                  <a:pt x="2415" y="705"/>
                </a:lnTo>
                <a:lnTo>
                  <a:pt x="2408" y="705"/>
                </a:lnTo>
                <a:lnTo>
                  <a:pt x="2408" y="712"/>
                </a:lnTo>
                <a:close/>
                <a:moveTo>
                  <a:pt x="2427" y="712"/>
                </a:moveTo>
                <a:lnTo>
                  <a:pt x="2434" y="712"/>
                </a:lnTo>
                <a:lnTo>
                  <a:pt x="2434" y="705"/>
                </a:lnTo>
                <a:lnTo>
                  <a:pt x="2427" y="705"/>
                </a:lnTo>
                <a:lnTo>
                  <a:pt x="2427" y="712"/>
                </a:lnTo>
                <a:close/>
                <a:moveTo>
                  <a:pt x="2443" y="712"/>
                </a:moveTo>
                <a:lnTo>
                  <a:pt x="2451" y="712"/>
                </a:lnTo>
                <a:lnTo>
                  <a:pt x="2451" y="705"/>
                </a:lnTo>
                <a:lnTo>
                  <a:pt x="2443" y="705"/>
                </a:lnTo>
                <a:lnTo>
                  <a:pt x="2443" y="712"/>
                </a:lnTo>
                <a:close/>
                <a:moveTo>
                  <a:pt x="2460" y="712"/>
                </a:moveTo>
                <a:lnTo>
                  <a:pt x="2467" y="712"/>
                </a:lnTo>
                <a:lnTo>
                  <a:pt x="2467" y="705"/>
                </a:lnTo>
                <a:lnTo>
                  <a:pt x="2460" y="705"/>
                </a:lnTo>
                <a:lnTo>
                  <a:pt x="2460" y="712"/>
                </a:lnTo>
                <a:close/>
                <a:moveTo>
                  <a:pt x="2477" y="712"/>
                </a:moveTo>
                <a:lnTo>
                  <a:pt x="2484" y="712"/>
                </a:lnTo>
                <a:lnTo>
                  <a:pt x="2484" y="705"/>
                </a:lnTo>
                <a:lnTo>
                  <a:pt x="2477" y="705"/>
                </a:lnTo>
                <a:lnTo>
                  <a:pt x="2477" y="712"/>
                </a:lnTo>
                <a:close/>
                <a:moveTo>
                  <a:pt x="2560" y="712"/>
                </a:moveTo>
                <a:lnTo>
                  <a:pt x="2567" y="712"/>
                </a:lnTo>
                <a:lnTo>
                  <a:pt x="2567" y="705"/>
                </a:lnTo>
                <a:lnTo>
                  <a:pt x="2560" y="705"/>
                </a:lnTo>
                <a:lnTo>
                  <a:pt x="2560" y="712"/>
                </a:lnTo>
                <a:close/>
                <a:moveTo>
                  <a:pt x="485" y="729"/>
                </a:moveTo>
                <a:lnTo>
                  <a:pt x="492" y="729"/>
                </a:lnTo>
                <a:lnTo>
                  <a:pt x="492" y="722"/>
                </a:lnTo>
                <a:lnTo>
                  <a:pt x="485" y="722"/>
                </a:lnTo>
                <a:lnTo>
                  <a:pt x="485" y="729"/>
                </a:lnTo>
                <a:close/>
                <a:moveTo>
                  <a:pt x="502" y="729"/>
                </a:moveTo>
                <a:lnTo>
                  <a:pt x="509" y="729"/>
                </a:lnTo>
                <a:lnTo>
                  <a:pt x="509" y="722"/>
                </a:lnTo>
                <a:lnTo>
                  <a:pt x="502" y="722"/>
                </a:lnTo>
                <a:lnTo>
                  <a:pt x="502" y="729"/>
                </a:lnTo>
                <a:close/>
                <a:moveTo>
                  <a:pt x="518" y="729"/>
                </a:moveTo>
                <a:lnTo>
                  <a:pt x="525" y="729"/>
                </a:lnTo>
                <a:lnTo>
                  <a:pt x="525" y="722"/>
                </a:lnTo>
                <a:lnTo>
                  <a:pt x="518" y="722"/>
                </a:lnTo>
                <a:lnTo>
                  <a:pt x="518" y="729"/>
                </a:lnTo>
                <a:close/>
                <a:moveTo>
                  <a:pt x="535" y="729"/>
                </a:moveTo>
                <a:lnTo>
                  <a:pt x="542" y="729"/>
                </a:lnTo>
                <a:lnTo>
                  <a:pt x="542" y="722"/>
                </a:lnTo>
                <a:lnTo>
                  <a:pt x="535" y="722"/>
                </a:lnTo>
                <a:lnTo>
                  <a:pt x="535" y="729"/>
                </a:lnTo>
                <a:close/>
                <a:moveTo>
                  <a:pt x="551" y="729"/>
                </a:moveTo>
                <a:lnTo>
                  <a:pt x="559" y="729"/>
                </a:lnTo>
                <a:lnTo>
                  <a:pt x="559" y="722"/>
                </a:lnTo>
                <a:lnTo>
                  <a:pt x="551" y="722"/>
                </a:lnTo>
                <a:lnTo>
                  <a:pt x="551" y="729"/>
                </a:lnTo>
                <a:close/>
                <a:moveTo>
                  <a:pt x="568" y="729"/>
                </a:moveTo>
                <a:lnTo>
                  <a:pt x="575" y="729"/>
                </a:lnTo>
                <a:lnTo>
                  <a:pt x="575" y="722"/>
                </a:lnTo>
                <a:lnTo>
                  <a:pt x="568" y="722"/>
                </a:lnTo>
                <a:lnTo>
                  <a:pt x="568" y="729"/>
                </a:lnTo>
                <a:close/>
                <a:moveTo>
                  <a:pt x="585" y="729"/>
                </a:moveTo>
                <a:lnTo>
                  <a:pt x="592" y="729"/>
                </a:lnTo>
                <a:lnTo>
                  <a:pt x="592" y="722"/>
                </a:lnTo>
                <a:lnTo>
                  <a:pt x="585" y="722"/>
                </a:lnTo>
                <a:lnTo>
                  <a:pt x="585" y="729"/>
                </a:lnTo>
                <a:close/>
                <a:moveTo>
                  <a:pt x="601" y="729"/>
                </a:moveTo>
                <a:lnTo>
                  <a:pt x="608" y="729"/>
                </a:lnTo>
                <a:lnTo>
                  <a:pt x="608" y="722"/>
                </a:lnTo>
                <a:lnTo>
                  <a:pt x="601" y="722"/>
                </a:lnTo>
                <a:lnTo>
                  <a:pt x="601" y="729"/>
                </a:lnTo>
                <a:close/>
                <a:moveTo>
                  <a:pt x="620" y="729"/>
                </a:moveTo>
                <a:lnTo>
                  <a:pt x="625" y="729"/>
                </a:lnTo>
                <a:lnTo>
                  <a:pt x="625" y="722"/>
                </a:lnTo>
                <a:lnTo>
                  <a:pt x="620" y="722"/>
                </a:lnTo>
                <a:lnTo>
                  <a:pt x="620" y="729"/>
                </a:lnTo>
                <a:close/>
                <a:moveTo>
                  <a:pt x="637" y="729"/>
                </a:moveTo>
                <a:lnTo>
                  <a:pt x="644" y="729"/>
                </a:lnTo>
                <a:lnTo>
                  <a:pt x="644" y="722"/>
                </a:lnTo>
                <a:lnTo>
                  <a:pt x="637" y="722"/>
                </a:lnTo>
                <a:lnTo>
                  <a:pt x="637" y="729"/>
                </a:lnTo>
                <a:close/>
                <a:moveTo>
                  <a:pt x="653" y="729"/>
                </a:moveTo>
                <a:lnTo>
                  <a:pt x="660" y="729"/>
                </a:lnTo>
                <a:lnTo>
                  <a:pt x="660" y="722"/>
                </a:lnTo>
                <a:lnTo>
                  <a:pt x="653" y="722"/>
                </a:lnTo>
                <a:lnTo>
                  <a:pt x="653" y="729"/>
                </a:lnTo>
                <a:close/>
                <a:moveTo>
                  <a:pt x="686" y="729"/>
                </a:moveTo>
                <a:lnTo>
                  <a:pt x="693" y="729"/>
                </a:lnTo>
                <a:lnTo>
                  <a:pt x="693" y="722"/>
                </a:lnTo>
                <a:lnTo>
                  <a:pt x="686" y="722"/>
                </a:lnTo>
                <a:lnTo>
                  <a:pt x="686" y="729"/>
                </a:lnTo>
                <a:close/>
                <a:moveTo>
                  <a:pt x="703" y="729"/>
                </a:moveTo>
                <a:lnTo>
                  <a:pt x="710" y="729"/>
                </a:lnTo>
                <a:lnTo>
                  <a:pt x="710" y="722"/>
                </a:lnTo>
                <a:lnTo>
                  <a:pt x="703" y="722"/>
                </a:lnTo>
                <a:lnTo>
                  <a:pt x="703" y="729"/>
                </a:lnTo>
                <a:close/>
                <a:moveTo>
                  <a:pt x="753" y="729"/>
                </a:moveTo>
                <a:lnTo>
                  <a:pt x="760" y="729"/>
                </a:lnTo>
                <a:lnTo>
                  <a:pt x="760" y="722"/>
                </a:lnTo>
                <a:lnTo>
                  <a:pt x="753" y="722"/>
                </a:lnTo>
                <a:lnTo>
                  <a:pt x="753" y="729"/>
                </a:lnTo>
                <a:close/>
                <a:moveTo>
                  <a:pt x="769" y="729"/>
                </a:moveTo>
                <a:lnTo>
                  <a:pt x="776" y="729"/>
                </a:lnTo>
                <a:lnTo>
                  <a:pt x="776" y="722"/>
                </a:lnTo>
                <a:lnTo>
                  <a:pt x="769" y="722"/>
                </a:lnTo>
                <a:lnTo>
                  <a:pt x="769" y="729"/>
                </a:lnTo>
                <a:close/>
                <a:moveTo>
                  <a:pt x="786" y="729"/>
                </a:moveTo>
                <a:lnTo>
                  <a:pt x="793" y="729"/>
                </a:lnTo>
                <a:lnTo>
                  <a:pt x="793" y="722"/>
                </a:lnTo>
                <a:lnTo>
                  <a:pt x="786" y="722"/>
                </a:lnTo>
                <a:lnTo>
                  <a:pt x="786" y="729"/>
                </a:lnTo>
                <a:close/>
                <a:moveTo>
                  <a:pt x="1338" y="729"/>
                </a:moveTo>
                <a:lnTo>
                  <a:pt x="1345" y="729"/>
                </a:lnTo>
                <a:lnTo>
                  <a:pt x="1345" y="722"/>
                </a:lnTo>
                <a:lnTo>
                  <a:pt x="1338" y="722"/>
                </a:lnTo>
                <a:lnTo>
                  <a:pt x="1338" y="729"/>
                </a:lnTo>
                <a:close/>
                <a:moveTo>
                  <a:pt x="1354" y="729"/>
                </a:moveTo>
                <a:lnTo>
                  <a:pt x="1361" y="729"/>
                </a:lnTo>
                <a:lnTo>
                  <a:pt x="1361" y="722"/>
                </a:lnTo>
                <a:lnTo>
                  <a:pt x="1354" y="722"/>
                </a:lnTo>
                <a:lnTo>
                  <a:pt x="1354" y="729"/>
                </a:lnTo>
                <a:close/>
                <a:moveTo>
                  <a:pt x="1371" y="729"/>
                </a:moveTo>
                <a:lnTo>
                  <a:pt x="1378" y="729"/>
                </a:lnTo>
                <a:lnTo>
                  <a:pt x="1378" y="722"/>
                </a:lnTo>
                <a:lnTo>
                  <a:pt x="1371" y="722"/>
                </a:lnTo>
                <a:lnTo>
                  <a:pt x="1371" y="729"/>
                </a:lnTo>
                <a:close/>
                <a:moveTo>
                  <a:pt x="1390" y="729"/>
                </a:moveTo>
                <a:lnTo>
                  <a:pt x="1394" y="729"/>
                </a:lnTo>
                <a:lnTo>
                  <a:pt x="1394" y="722"/>
                </a:lnTo>
                <a:lnTo>
                  <a:pt x="1390" y="722"/>
                </a:lnTo>
                <a:lnTo>
                  <a:pt x="1390" y="729"/>
                </a:lnTo>
                <a:close/>
                <a:moveTo>
                  <a:pt x="1406" y="729"/>
                </a:moveTo>
                <a:lnTo>
                  <a:pt x="1413" y="729"/>
                </a:lnTo>
                <a:lnTo>
                  <a:pt x="1413" y="722"/>
                </a:lnTo>
                <a:lnTo>
                  <a:pt x="1406" y="722"/>
                </a:lnTo>
                <a:lnTo>
                  <a:pt x="1406" y="729"/>
                </a:lnTo>
                <a:close/>
                <a:moveTo>
                  <a:pt x="1423" y="729"/>
                </a:moveTo>
                <a:lnTo>
                  <a:pt x="1430" y="729"/>
                </a:lnTo>
                <a:lnTo>
                  <a:pt x="1430" y="722"/>
                </a:lnTo>
                <a:lnTo>
                  <a:pt x="1423" y="722"/>
                </a:lnTo>
                <a:lnTo>
                  <a:pt x="1423" y="729"/>
                </a:lnTo>
                <a:close/>
                <a:moveTo>
                  <a:pt x="1439" y="729"/>
                </a:moveTo>
                <a:lnTo>
                  <a:pt x="1447" y="729"/>
                </a:lnTo>
                <a:lnTo>
                  <a:pt x="1447" y="722"/>
                </a:lnTo>
                <a:lnTo>
                  <a:pt x="1439" y="722"/>
                </a:lnTo>
                <a:lnTo>
                  <a:pt x="1439" y="729"/>
                </a:lnTo>
                <a:close/>
                <a:moveTo>
                  <a:pt x="1456" y="729"/>
                </a:moveTo>
                <a:lnTo>
                  <a:pt x="1463" y="729"/>
                </a:lnTo>
                <a:lnTo>
                  <a:pt x="1463" y="722"/>
                </a:lnTo>
                <a:lnTo>
                  <a:pt x="1456" y="722"/>
                </a:lnTo>
                <a:lnTo>
                  <a:pt x="1456" y="729"/>
                </a:lnTo>
                <a:close/>
                <a:moveTo>
                  <a:pt x="1473" y="729"/>
                </a:moveTo>
                <a:lnTo>
                  <a:pt x="1480" y="729"/>
                </a:lnTo>
                <a:lnTo>
                  <a:pt x="1480" y="722"/>
                </a:lnTo>
                <a:lnTo>
                  <a:pt x="1473" y="722"/>
                </a:lnTo>
                <a:lnTo>
                  <a:pt x="1473" y="729"/>
                </a:lnTo>
                <a:close/>
                <a:moveTo>
                  <a:pt x="1489" y="729"/>
                </a:moveTo>
                <a:lnTo>
                  <a:pt x="1496" y="729"/>
                </a:lnTo>
                <a:lnTo>
                  <a:pt x="1496" y="722"/>
                </a:lnTo>
                <a:lnTo>
                  <a:pt x="1489" y="722"/>
                </a:lnTo>
                <a:lnTo>
                  <a:pt x="1489" y="729"/>
                </a:lnTo>
                <a:close/>
                <a:moveTo>
                  <a:pt x="1506" y="729"/>
                </a:moveTo>
                <a:lnTo>
                  <a:pt x="1513" y="729"/>
                </a:lnTo>
                <a:lnTo>
                  <a:pt x="1513" y="722"/>
                </a:lnTo>
                <a:lnTo>
                  <a:pt x="1506" y="722"/>
                </a:lnTo>
                <a:lnTo>
                  <a:pt x="1506" y="729"/>
                </a:lnTo>
                <a:close/>
                <a:moveTo>
                  <a:pt x="1522" y="729"/>
                </a:moveTo>
                <a:lnTo>
                  <a:pt x="1529" y="729"/>
                </a:lnTo>
                <a:lnTo>
                  <a:pt x="1529" y="722"/>
                </a:lnTo>
                <a:lnTo>
                  <a:pt x="1522" y="722"/>
                </a:lnTo>
                <a:lnTo>
                  <a:pt x="1522" y="729"/>
                </a:lnTo>
                <a:close/>
                <a:moveTo>
                  <a:pt x="1539" y="729"/>
                </a:moveTo>
                <a:lnTo>
                  <a:pt x="1546" y="729"/>
                </a:lnTo>
                <a:lnTo>
                  <a:pt x="1546" y="722"/>
                </a:lnTo>
                <a:lnTo>
                  <a:pt x="1539" y="722"/>
                </a:lnTo>
                <a:lnTo>
                  <a:pt x="1539" y="729"/>
                </a:lnTo>
                <a:close/>
                <a:moveTo>
                  <a:pt x="1555" y="729"/>
                </a:moveTo>
                <a:lnTo>
                  <a:pt x="1563" y="729"/>
                </a:lnTo>
                <a:lnTo>
                  <a:pt x="1563" y="722"/>
                </a:lnTo>
                <a:lnTo>
                  <a:pt x="1555" y="722"/>
                </a:lnTo>
                <a:lnTo>
                  <a:pt x="1555" y="729"/>
                </a:lnTo>
                <a:close/>
                <a:moveTo>
                  <a:pt x="1572" y="729"/>
                </a:moveTo>
                <a:lnTo>
                  <a:pt x="1579" y="729"/>
                </a:lnTo>
                <a:lnTo>
                  <a:pt x="1579" y="722"/>
                </a:lnTo>
                <a:lnTo>
                  <a:pt x="1572" y="722"/>
                </a:lnTo>
                <a:lnTo>
                  <a:pt x="1572" y="729"/>
                </a:lnTo>
                <a:close/>
                <a:moveTo>
                  <a:pt x="1589" y="729"/>
                </a:moveTo>
                <a:lnTo>
                  <a:pt x="1596" y="729"/>
                </a:lnTo>
                <a:lnTo>
                  <a:pt x="1596" y="722"/>
                </a:lnTo>
                <a:lnTo>
                  <a:pt x="1589" y="722"/>
                </a:lnTo>
                <a:lnTo>
                  <a:pt x="1589" y="729"/>
                </a:lnTo>
                <a:close/>
                <a:moveTo>
                  <a:pt x="1605" y="729"/>
                </a:moveTo>
                <a:lnTo>
                  <a:pt x="1612" y="729"/>
                </a:lnTo>
                <a:lnTo>
                  <a:pt x="1612" y="722"/>
                </a:lnTo>
                <a:lnTo>
                  <a:pt x="1605" y="722"/>
                </a:lnTo>
                <a:lnTo>
                  <a:pt x="1605" y="729"/>
                </a:lnTo>
                <a:close/>
                <a:moveTo>
                  <a:pt x="1622" y="729"/>
                </a:moveTo>
                <a:lnTo>
                  <a:pt x="1629" y="729"/>
                </a:lnTo>
                <a:lnTo>
                  <a:pt x="1629" y="722"/>
                </a:lnTo>
                <a:lnTo>
                  <a:pt x="1622" y="722"/>
                </a:lnTo>
                <a:lnTo>
                  <a:pt x="1622" y="729"/>
                </a:lnTo>
                <a:close/>
                <a:moveTo>
                  <a:pt x="1638" y="729"/>
                </a:moveTo>
                <a:lnTo>
                  <a:pt x="1645" y="729"/>
                </a:lnTo>
                <a:lnTo>
                  <a:pt x="1645" y="722"/>
                </a:lnTo>
                <a:lnTo>
                  <a:pt x="1638" y="722"/>
                </a:lnTo>
                <a:lnTo>
                  <a:pt x="1638" y="729"/>
                </a:lnTo>
                <a:close/>
                <a:moveTo>
                  <a:pt x="1657" y="729"/>
                </a:moveTo>
                <a:lnTo>
                  <a:pt x="1664" y="729"/>
                </a:lnTo>
                <a:lnTo>
                  <a:pt x="1664" y="722"/>
                </a:lnTo>
                <a:lnTo>
                  <a:pt x="1657" y="722"/>
                </a:lnTo>
                <a:lnTo>
                  <a:pt x="1657" y="729"/>
                </a:lnTo>
                <a:close/>
                <a:moveTo>
                  <a:pt x="1674" y="729"/>
                </a:moveTo>
                <a:lnTo>
                  <a:pt x="1681" y="729"/>
                </a:lnTo>
                <a:lnTo>
                  <a:pt x="1681" y="722"/>
                </a:lnTo>
                <a:lnTo>
                  <a:pt x="1674" y="722"/>
                </a:lnTo>
                <a:lnTo>
                  <a:pt x="1674" y="729"/>
                </a:lnTo>
                <a:close/>
                <a:moveTo>
                  <a:pt x="1690" y="729"/>
                </a:moveTo>
                <a:lnTo>
                  <a:pt x="1698" y="729"/>
                </a:lnTo>
                <a:lnTo>
                  <a:pt x="1698" y="722"/>
                </a:lnTo>
                <a:lnTo>
                  <a:pt x="1690" y="722"/>
                </a:lnTo>
                <a:lnTo>
                  <a:pt x="1690" y="729"/>
                </a:lnTo>
                <a:close/>
                <a:moveTo>
                  <a:pt x="1707" y="729"/>
                </a:moveTo>
                <a:lnTo>
                  <a:pt x="1714" y="729"/>
                </a:lnTo>
                <a:lnTo>
                  <a:pt x="1714" y="722"/>
                </a:lnTo>
                <a:lnTo>
                  <a:pt x="1707" y="722"/>
                </a:lnTo>
                <a:lnTo>
                  <a:pt x="1707" y="729"/>
                </a:lnTo>
                <a:close/>
                <a:moveTo>
                  <a:pt x="1724" y="729"/>
                </a:moveTo>
                <a:lnTo>
                  <a:pt x="1731" y="729"/>
                </a:lnTo>
                <a:lnTo>
                  <a:pt x="1731" y="722"/>
                </a:lnTo>
                <a:lnTo>
                  <a:pt x="1724" y="722"/>
                </a:lnTo>
                <a:lnTo>
                  <a:pt x="1724" y="729"/>
                </a:lnTo>
                <a:close/>
                <a:moveTo>
                  <a:pt x="1740" y="729"/>
                </a:moveTo>
                <a:lnTo>
                  <a:pt x="1747" y="729"/>
                </a:lnTo>
                <a:lnTo>
                  <a:pt x="1747" y="722"/>
                </a:lnTo>
                <a:lnTo>
                  <a:pt x="1740" y="722"/>
                </a:lnTo>
                <a:lnTo>
                  <a:pt x="1740" y="729"/>
                </a:lnTo>
                <a:close/>
                <a:moveTo>
                  <a:pt x="1757" y="729"/>
                </a:moveTo>
                <a:lnTo>
                  <a:pt x="1764" y="729"/>
                </a:lnTo>
                <a:lnTo>
                  <a:pt x="1764" y="722"/>
                </a:lnTo>
                <a:lnTo>
                  <a:pt x="1757" y="722"/>
                </a:lnTo>
                <a:lnTo>
                  <a:pt x="1757" y="729"/>
                </a:lnTo>
                <a:close/>
                <a:moveTo>
                  <a:pt x="1773" y="729"/>
                </a:moveTo>
                <a:lnTo>
                  <a:pt x="1780" y="729"/>
                </a:lnTo>
                <a:lnTo>
                  <a:pt x="1780" y="722"/>
                </a:lnTo>
                <a:lnTo>
                  <a:pt x="1773" y="722"/>
                </a:lnTo>
                <a:lnTo>
                  <a:pt x="1773" y="729"/>
                </a:lnTo>
                <a:close/>
                <a:moveTo>
                  <a:pt x="1790" y="729"/>
                </a:moveTo>
                <a:lnTo>
                  <a:pt x="1797" y="729"/>
                </a:lnTo>
                <a:lnTo>
                  <a:pt x="1797" y="722"/>
                </a:lnTo>
                <a:lnTo>
                  <a:pt x="1790" y="722"/>
                </a:lnTo>
                <a:lnTo>
                  <a:pt x="1790" y="729"/>
                </a:lnTo>
                <a:close/>
                <a:moveTo>
                  <a:pt x="1806" y="729"/>
                </a:moveTo>
                <a:lnTo>
                  <a:pt x="1814" y="729"/>
                </a:lnTo>
                <a:lnTo>
                  <a:pt x="1814" y="722"/>
                </a:lnTo>
                <a:lnTo>
                  <a:pt x="1806" y="722"/>
                </a:lnTo>
                <a:lnTo>
                  <a:pt x="1806" y="729"/>
                </a:lnTo>
                <a:close/>
                <a:moveTo>
                  <a:pt x="1823" y="729"/>
                </a:moveTo>
                <a:lnTo>
                  <a:pt x="1830" y="729"/>
                </a:lnTo>
                <a:lnTo>
                  <a:pt x="1830" y="722"/>
                </a:lnTo>
                <a:lnTo>
                  <a:pt x="1823" y="722"/>
                </a:lnTo>
                <a:lnTo>
                  <a:pt x="1823" y="729"/>
                </a:lnTo>
                <a:close/>
                <a:moveTo>
                  <a:pt x="1840" y="729"/>
                </a:moveTo>
                <a:lnTo>
                  <a:pt x="1847" y="729"/>
                </a:lnTo>
                <a:lnTo>
                  <a:pt x="1847" y="722"/>
                </a:lnTo>
                <a:lnTo>
                  <a:pt x="1840" y="722"/>
                </a:lnTo>
                <a:lnTo>
                  <a:pt x="1840" y="729"/>
                </a:lnTo>
                <a:close/>
                <a:moveTo>
                  <a:pt x="1856" y="729"/>
                </a:moveTo>
                <a:lnTo>
                  <a:pt x="1863" y="729"/>
                </a:lnTo>
                <a:lnTo>
                  <a:pt x="1863" y="722"/>
                </a:lnTo>
                <a:lnTo>
                  <a:pt x="1856" y="722"/>
                </a:lnTo>
                <a:lnTo>
                  <a:pt x="1856" y="729"/>
                </a:lnTo>
                <a:close/>
                <a:moveTo>
                  <a:pt x="1873" y="729"/>
                </a:moveTo>
                <a:lnTo>
                  <a:pt x="1880" y="729"/>
                </a:lnTo>
                <a:lnTo>
                  <a:pt x="1880" y="722"/>
                </a:lnTo>
                <a:lnTo>
                  <a:pt x="1873" y="722"/>
                </a:lnTo>
                <a:lnTo>
                  <a:pt x="1873" y="729"/>
                </a:lnTo>
                <a:close/>
                <a:moveTo>
                  <a:pt x="1889" y="729"/>
                </a:moveTo>
                <a:lnTo>
                  <a:pt x="1896" y="729"/>
                </a:lnTo>
                <a:lnTo>
                  <a:pt x="1896" y="722"/>
                </a:lnTo>
                <a:lnTo>
                  <a:pt x="1889" y="722"/>
                </a:lnTo>
                <a:lnTo>
                  <a:pt x="1889" y="729"/>
                </a:lnTo>
                <a:close/>
                <a:moveTo>
                  <a:pt x="1908" y="729"/>
                </a:moveTo>
                <a:lnTo>
                  <a:pt x="1915" y="729"/>
                </a:lnTo>
                <a:lnTo>
                  <a:pt x="1915" y="722"/>
                </a:lnTo>
                <a:lnTo>
                  <a:pt x="1908" y="722"/>
                </a:lnTo>
                <a:lnTo>
                  <a:pt x="1908" y="729"/>
                </a:lnTo>
                <a:close/>
                <a:moveTo>
                  <a:pt x="1925" y="729"/>
                </a:moveTo>
                <a:lnTo>
                  <a:pt x="1932" y="729"/>
                </a:lnTo>
                <a:lnTo>
                  <a:pt x="1932" y="722"/>
                </a:lnTo>
                <a:lnTo>
                  <a:pt x="1925" y="722"/>
                </a:lnTo>
                <a:lnTo>
                  <a:pt x="1925" y="729"/>
                </a:lnTo>
                <a:close/>
                <a:moveTo>
                  <a:pt x="1941" y="729"/>
                </a:moveTo>
                <a:lnTo>
                  <a:pt x="1949" y="729"/>
                </a:lnTo>
                <a:lnTo>
                  <a:pt x="1949" y="722"/>
                </a:lnTo>
                <a:lnTo>
                  <a:pt x="1941" y="722"/>
                </a:lnTo>
                <a:lnTo>
                  <a:pt x="1941" y="729"/>
                </a:lnTo>
                <a:close/>
                <a:moveTo>
                  <a:pt x="1958" y="729"/>
                </a:moveTo>
                <a:lnTo>
                  <a:pt x="1965" y="729"/>
                </a:lnTo>
                <a:lnTo>
                  <a:pt x="1965" y="722"/>
                </a:lnTo>
                <a:lnTo>
                  <a:pt x="1958" y="722"/>
                </a:lnTo>
                <a:lnTo>
                  <a:pt x="1958" y="729"/>
                </a:lnTo>
                <a:close/>
                <a:moveTo>
                  <a:pt x="1975" y="729"/>
                </a:moveTo>
                <a:lnTo>
                  <a:pt x="1982" y="729"/>
                </a:lnTo>
                <a:lnTo>
                  <a:pt x="1982" y="722"/>
                </a:lnTo>
                <a:lnTo>
                  <a:pt x="1975" y="722"/>
                </a:lnTo>
                <a:lnTo>
                  <a:pt x="1975" y="729"/>
                </a:lnTo>
                <a:close/>
                <a:moveTo>
                  <a:pt x="1991" y="729"/>
                </a:moveTo>
                <a:lnTo>
                  <a:pt x="1998" y="729"/>
                </a:lnTo>
                <a:lnTo>
                  <a:pt x="1998" y="722"/>
                </a:lnTo>
                <a:lnTo>
                  <a:pt x="1991" y="722"/>
                </a:lnTo>
                <a:lnTo>
                  <a:pt x="1991" y="729"/>
                </a:lnTo>
                <a:close/>
                <a:moveTo>
                  <a:pt x="2008" y="729"/>
                </a:moveTo>
                <a:lnTo>
                  <a:pt x="2015" y="729"/>
                </a:lnTo>
                <a:lnTo>
                  <a:pt x="2015" y="722"/>
                </a:lnTo>
                <a:lnTo>
                  <a:pt x="2008" y="722"/>
                </a:lnTo>
                <a:lnTo>
                  <a:pt x="2008" y="729"/>
                </a:lnTo>
                <a:close/>
                <a:moveTo>
                  <a:pt x="2024" y="729"/>
                </a:moveTo>
                <a:lnTo>
                  <a:pt x="2031" y="729"/>
                </a:lnTo>
                <a:lnTo>
                  <a:pt x="2031" y="722"/>
                </a:lnTo>
                <a:lnTo>
                  <a:pt x="2024" y="722"/>
                </a:lnTo>
                <a:lnTo>
                  <a:pt x="2024" y="729"/>
                </a:lnTo>
                <a:close/>
                <a:moveTo>
                  <a:pt x="2041" y="729"/>
                </a:moveTo>
                <a:lnTo>
                  <a:pt x="2048" y="729"/>
                </a:lnTo>
                <a:lnTo>
                  <a:pt x="2048" y="722"/>
                </a:lnTo>
                <a:lnTo>
                  <a:pt x="2041" y="722"/>
                </a:lnTo>
                <a:lnTo>
                  <a:pt x="2041" y="729"/>
                </a:lnTo>
                <a:close/>
                <a:moveTo>
                  <a:pt x="2057" y="729"/>
                </a:moveTo>
                <a:lnTo>
                  <a:pt x="2065" y="729"/>
                </a:lnTo>
                <a:lnTo>
                  <a:pt x="2065" y="722"/>
                </a:lnTo>
                <a:lnTo>
                  <a:pt x="2057" y="722"/>
                </a:lnTo>
                <a:lnTo>
                  <a:pt x="2057" y="729"/>
                </a:lnTo>
                <a:close/>
                <a:moveTo>
                  <a:pt x="2074" y="729"/>
                </a:moveTo>
                <a:lnTo>
                  <a:pt x="2081" y="729"/>
                </a:lnTo>
                <a:lnTo>
                  <a:pt x="2081" y="722"/>
                </a:lnTo>
                <a:lnTo>
                  <a:pt x="2074" y="722"/>
                </a:lnTo>
                <a:lnTo>
                  <a:pt x="2074" y="729"/>
                </a:lnTo>
                <a:close/>
                <a:moveTo>
                  <a:pt x="2091" y="729"/>
                </a:moveTo>
                <a:lnTo>
                  <a:pt x="2098" y="729"/>
                </a:lnTo>
                <a:lnTo>
                  <a:pt x="2098" y="722"/>
                </a:lnTo>
                <a:lnTo>
                  <a:pt x="2091" y="722"/>
                </a:lnTo>
                <a:lnTo>
                  <a:pt x="2091" y="729"/>
                </a:lnTo>
                <a:close/>
                <a:moveTo>
                  <a:pt x="2107" y="729"/>
                </a:moveTo>
                <a:lnTo>
                  <a:pt x="2114" y="729"/>
                </a:lnTo>
                <a:lnTo>
                  <a:pt x="2114" y="722"/>
                </a:lnTo>
                <a:lnTo>
                  <a:pt x="2107" y="722"/>
                </a:lnTo>
                <a:lnTo>
                  <a:pt x="2107" y="729"/>
                </a:lnTo>
                <a:close/>
                <a:moveTo>
                  <a:pt x="2124" y="729"/>
                </a:moveTo>
                <a:lnTo>
                  <a:pt x="2131" y="729"/>
                </a:lnTo>
                <a:lnTo>
                  <a:pt x="2131" y="722"/>
                </a:lnTo>
                <a:lnTo>
                  <a:pt x="2124" y="722"/>
                </a:lnTo>
                <a:lnTo>
                  <a:pt x="2124" y="729"/>
                </a:lnTo>
                <a:close/>
                <a:moveTo>
                  <a:pt x="2140" y="729"/>
                </a:moveTo>
                <a:lnTo>
                  <a:pt x="2147" y="729"/>
                </a:lnTo>
                <a:lnTo>
                  <a:pt x="2147" y="722"/>
                </a:lnTo>
                <a:lnTo>
                  <a:pt x="2140" y="722"/>
                </a:lnTo>
                <a:lnTo>
                  <a:pt x="2140" y="729"/>
                </a:lnTo>
                <a:close/>
                <a:moveTo>
                  <a:pt x="2159" y="729"/>
                </a:moveTo>
                <a:lnTo>
                  <a:pt x="2164" y="729"/>
                </a:lnTo>
                <a:lnTo>
                  <a:pt x="2164" y="722"/>
                </a:lnTo>
                <a:lnTo>
                  <a:pt x="2159" y="722"/>
                </a:lnTo>
                <a:lnTo>
                  <a:pt x="2159" y="729"/>
                </a:lnTo>
                <a:close/>
                <a:moveTo>
                  <a:pt x="2176" y="729"/>
                </a:moveTo>
                <a:lnTo>
                  <a:pt x="2183" y="729"/>
                </a:lnTo>
                <a:lnTo>
                  <a:pt x="2183" y="722"/>
                </a:lnTo>
                <a:lnTo>
                  <a:pt x="2176" y="722"/>
                </a:lnTo>
                <a:lnTo>
                  <a:pt x="2176" y="729"/>
                </a:lnTo>
                <a:close/>
                <a:moveTo>
                  <a:pt x="2192" y="729"/>
                </a:moveTo>
                <a:lnTo>
                  <a:pt x="2200" y="729"/>
                </a:lnTo>
                <a:lnTo>
                  <a:pt x="2200" y="722"/>
                </a:lnTo>
                <a:lnTo>
                  <a:pt x="2192" y="722"/>
                </a:lnTo>
                <a:lnTo>
                  <a:pt x="2192" y="729"/>
                </a:lnTo>
                <a:close/>
                <a:moveTo>
                  <a:pt x="2209" y="729"/>
                </a:moveTo>
                <a:lnTo>
                  <a:pt x="2216" y="729"/>
                </a:lnTo>
                <a:lnTo>
                  <a:pt x="2216" y="722"/>
                </a:lnTo>
                <a:lnTo>
                  <a:pt x="2209" y="722"/>
                </a:lnTo>
                <a:lnTo>
                  <a:pt x="2209" y="729"/>
                </a:lnTo>
                <a:close/>
                <a:moveTo>
                  <a:pt x="2226" y="729"/>
                </a:moveTo>
                <a:lnTo>
                  <a:pt x="2233" y="729"/>
                </a:lnTo>
                <a:lnTo>
                  <a:pt x="2233" y="722"/>
                </a:lnTo>
                <a:lnTo>
                  <a:pt x="2226" y="722"/>
                </a:lnTo>
                <a:lnTo>
                  <a:pt x="2226" y="729"/>
                </a:lnTo>
                <a:close/>
                <a:moveTo>
                  <a:pt x="2242" y="729"/>
                </a:moveTo>
                <a:lnTo>
                  <a:pt x="2249" y="729"/>
                </a:lnTo>
                <a:lnTo>
                  <a:pt x="2249" y="722"/>
                </a:lnTo>
                <a:lnTo>
                  <a:pt x="2242" y="722"/>
                </a:lnTo>
                <a:lnTo>
                  <a:pt x="2242" y="729"/>
                </a:lnTo>
                <a:close/>
                <a:moveTo>
                  <a:pt x="2259" y="729"/>
                </a:moveTo>
                <a:lnTo>
                  <a:pt x="2266" y="729"/>
                </a:lnTo>
                <a:lnTo>
                  <a:pt x="2266" y="722"/>
                </a:lnTo>
                <a:lnTo>
                  <a:pt x="2259" y="722"/>
                </a:lnTo>
                <a:lnTo>
                  <a:pt x="2259" y="729"/>
                </a:lnTo>
                <a:close/>
                <a:moveTo>
                  <a:pt x="2275" y="729"/>
                </a:moveTo>
                <a:lnTo>
                  <a:pt x="2282" y="729"/>
                </a:lnTo>
                <a:lnTo>
                  <a:pt x="2282" y="722"/>
                </a:lnTo>
                <a:lnTo>
                  <a:pt x="2275" y="722"/>
                </a:lnTo>
                <a:lnTo>
                  <a:pt x="2275" y="729"/>
                </a:lnTo>
                <a:close/>
                <a:moveTo>
                  <a:pt x="2292" y="729"/>
                </a:moveTo>
                <a:lnTo>
                  <a:pt x="2299" y="729"/>
                </a:lnTo>
                <a:lnTo>
                  <a:pt x="2299" y="722"/>
                </a:lnTo>
                <a:lnTo>
                  <a:pt x="2292" y="722"/>
                </a:lnTo>
                <a:lnTo>
                  <a:pt x="2292" y="729"/>
                </a:lnTo>
                <a:close/>
                <a:moveTo>
                  <a:pt x="2308" y="729"/>
                </a:moveTo>
                <a:lnTo>
                  <a:pt x="2316" y="729"/>
                </a:lnTo>
                <a:lnTo>
                  <a:pt x="2316" y="722"/>
                </a:lnTo>
                <a:lnTo>
                  <a:pt x="2308" y="722"/>
                </a:lnTo>
                <a:lnTo>
                  <a:pt x="2308" y="729"/>
                </a:lnTo>
                <a:close/>
                <a:moveTo>
                  <a:pt x="2325" y="729"/>
                </a:moveTo>
                <a:lnTo>
                  <a:pt x="2332" y="729"/>
                </a:lnTo>
                <a:lnTo>
                  <a:pt x="2332" y="722"/>
                </a:lnTo>
                <a:lnTo>
                  <a:pt x="2325" y="722"/>
                </a:lnTo>
                <a:lnTo>
                  <a:pt x="2325" y="729"/>
                </a:lnTo>
                <a:close/>
                <a:moveTo>
                  <a:pt x="2342" y="729"/>
                </a:moveTo>
                <a:lnTo>
                  <a:pt x="2349" y="729"/>
                </a:lnTo>
                <a:lnTo>
                  <a:pt x="2349" y="722"/>
                </a:lnTo>
                <a:lnTo>
                  <a:pt x="2342" y="722"/>
                </a:lnTo>
                <a:lnTo>
                  <a:pt x="2342" y="729"/>
                </a:lnTo>
                <a:close/>
                <a:moveTo>
                  <a:pt x="2358" y="729"/>
                </a:moveTo>
                <a:lnTo>
                  <a:pt x="2365" y="729"/>
                </a:lnTo>
                <a:lnTo>
                  <a:pt x="2365" y="722"/>
                </a:lnTo>
                <a:lnTo>
                  <a:pt x="2358" y="722"/>
                </a:lnTo>
                <a:lnTo>
                  <a:pt x="2358" y="729"/>
                </a:lnTo>
                <a:close/>
                <a:moveTo>
                  <a:pt x="2375" y="729"/>
                </a:moveTo>
                <a:lnTo>
                  <a:pt x="2382" y="729"/>
                </a:lnTo>
                <a:lnTo>
                  <a:pt x="2382" y="722"/>
                </a:lnTo>
                <a:lnTo>
                  <a:pt x="2375" y="722"/>
                </a:lnTo>
                <a:lnTo>
                  <a:pt x="2375" y="729"/>
                </a:lnTo>
                <a:close/>
                <a:moveTo>
                  <a:pt x="2391" y="729"/>
                </a:moveTo>
                <a:lnTo>
                  <a:pt x="2398" y="729"/>
                </a:lnTo>
                <a:lnTo>
                  <a:pt x="2398" y="722"/>
                </a:lnTo>
                <a:lnTo>
                  <a:pt x="2391" y="722"/>
                </a:lnTo>
                <a:lnTo>
                  <a:pt x="2391" y="729"/>
                </a:lnTo>
                <a:close/>
                <a:moveTo>
                  <a:pt x="2408" y="729"/>
                </a:moveTo>
                <a:lnTo>
                  <a:pt x="2415" y="729"/>
                </a:lnTo>
                <a:lnTo>
                  <a:pt x="2415" y="722"/>
                </a:lnTo>
                <a:lnTo>
                  <a:pt x="2408" y="722"/>
                </a:lnTo>
                <a:lnTo>
                  <a:pt x="2408" y="729"/>
                </a:lnTo>
                <a:close/>
                <a:moveTo>
                  <a:pt x="2427" y="729"/>
                </a:moveTo>
                <a:lnTo>
                  <a:pt x="2434" y="729"/>
                </a:lnTo>
                <a:lnTo>
                  <a:pt x="2434" y="722"/>
                </a:lnTo>
                <a:lnTo>
                  <a:pt x="2427" y="722"/>
                </a:lnTo>
                <a:lnTo>
                  <a:pt x="2427" y="729"/>
                </a:lnTo>
                <a:close/>
                <a:moveTo>
                  <a:pt x="2443" y="729"/>
                </a:moveTo>
                <a:lnTo>
                  <a:pt x="2451" y="729"/>
                </a:lnTo>
                <a:lnTo>
                  <a:pt x="2451" y="722"/>
                </a:lnTo>
                <a:lnTo>
                  <a:pt x="2443" y="722"/>
                </a:lnTo>
                <a:lnTo>
                  <a:pt x="2443" y="729"/>
                </a:lnTo>
                <a:close/>
                <a:moveTo>
                  <a:pt x="2460" y="729"/>
                </a:moveTo>
                <a:lnTo>
                  <a:pt x="2467" y="729"/>
                </a:lnTo>
                <a:lnTo>
                  <a:pt x="2467" y="722"/>
                </a:lnTo>
                <a:lnTo>
                  <a:pt x="2460" y="722"/>
                </a:lnTo>
                <a:lnTo>
                  <a:pt x="2460" y="729"/>
                </a:lnTo>
                <a:close/>
                <a:moveTo>
                  <a:pt x="2477" y="729"/>
                </a:moveTo>
                <a:lnTo>
                  <a:pt x="2484" y="729"/>
                </a:lnTo>
                <a:lnTo>
                  <a:pt x="2484" y="722"/>
                </a:lnTo>
                <a:lnTo>
                  <a:pt x="2477" y="722"/>
                </a:lnTo>
                <a:lnTo>
                  <a:pt x="2477" y="729"/>
                </a:lnTo>
                <a:close/>
                <a:moveTo>
                  <a:pt x="485" y="746"/>
                </a:moveTo>
                <a:lnTo>
                  <a:pt x="492" y="746"/>
                </a:lnTo>
                <a:lnTo>
                  <a:pt x="492" y="738"/>
                </a:lnTo>
                <a:lnTo>
                  <a:pt x="485" y="738"/>
                </a:lnTo>
                <a:lnTo>
                  <a:pt x="485" y="746"/>
                </a:lnTo>
                <a:close/>
                <a:moveTo>
                  <a:pt x="502" y="746"/>
                </a:moveTo>
                <a:lnTo>
                  <a:pt x="509" y="746"/>
                </a:lnTo>
                <a:lnTo>
                  <a:pt x="509" y="738"/>
                </a:lnTo>
                <a:lnTo>
                  <a:pt x="502" y="738"/>
                </a:lnTo>
                <a:lnTo>
                  <a:pt x="502" y="746"/>
                </a:lnTo>
                <a:close/>
                <a:moveTo>
                  <a:pt x="518" y="746"/>
                </a:moveTo>
                <a:lnTo>
                  <a:pt x="525" y="746"/>
                </a:lnTo>
                <a:lnTo>
                  <a:pt x="525" y="738"/>
                </a:lnTo>
                <a:lnTo>
                  <a:pt x="518" y="738"/>
                </a:lnTo>
                <a:lnTo>
                  <a:pt x="518" y="746"/>
                </a:lnTo>
                <a:close/>
                <a:moveTo>
                  <a:pt x="535" y="746"/>
                </a:moveTo>
                <a:lnTo>
                  <a:pt x="542" y="746"/>
                </a:lnTo>
                <a:lnTo>
                  <a:pt x="542" y="738"/>
                </a:lnTo>
                <a:lnTo>
                  <a:pt x="535" y="738"/>
                </a:lnTo>
                <a:lnTo>
                  <a:pt x="535" y="746"/>
                </a:lnTo>
                <a:close/>
                <a:moveTo>
                  <a:pt x="551" y="746"/>
                </a:moveTo>
                <a:lnTo>
                  <a:pt x="559" y="746"/>
                </a:lnTo>
                <a:lnTo>
                  <a:pt x="559" y="738"/>
                </a:lnTo>
                <a:lnTo>
                  <a:pt x="551" y="738"/>
                </a:lnTo>
                <a:lnTo>
                  <a:pt x="551" y="746"/>
                </a:lnTo>
                <a:close/>
                <a:moveTo>
                  <a:pt x="568" y="746"/>
                </a:moveTo>
                <a:lnTo>
                  <a:pt x="575" y="746"/>
                </a:lnTo>
                <a:lnTo>
                  <a:pt x="575" y="738"/>
                </a:lnTo>
                <a:lnTo>
                  <a:pt x="568" y="738"/>
                </a:lnTo>
                <a:lnTo>
                  <a:pt x="568" y="746"/>
                </a:lnTo>
                <a:close/>
                <a:moveTo>
                  <a:pt x="585" y="746"/>
                </a:moveTo>
                <a:lnTo>
                  <a:pt x="592" y="746"/>
                </a:lnTo>
                <a:lnTo>
                  <a:pt x="592" y="738"/>
                </a:lnTo>
                <a:lnTo>
                  <a:pt x="585" y="738"/>
                </a:lnTo>
                <a:lnTo>
                  <a:pt x="585" y="746"/>
                </a:lnTo>
                <a:close/>
                <a:moveTo>
                  <a:pt x="601" y="746"/>
                </a:moveTo>
                <a:lnTo>
                  <a:pt x="608" y="746"/>
                </a:lnTo>
                <a:lnTo>
                  <a:pt x="608" y="738"/>
                </a:lnTo>
                <a:lnTo>
                  <a:pt x="601" y="738"/>
                </a:lnTo>
                <a:lnTo>
                  <a:pt x="601" y="746"/>
                </a:lnTo>
                <a:close/>
                <a:moveTo>
                  <a:pt x="620" y="746"/>
                </a:moveTo>
                <a:lnTo>
                  <a:pt x="625" y="746"/>
                </a:lnTo>
                <a:lnTo>
                  <a:pt x="625" y="738"/>
                </a:lnTo>
                <a:lnTo>
                  <a:pt x="620" y="738"/>
                </a:lnTo>
                <a:lnTo>
                  <a:pt x="620" y="746"/>
                </a:lnTo>
                <a:close/>
                <a:moveTo>
                  <a:pt x="637" y="746"/>
                </a:moveTo>
                <a:lnTo>
                  <a:pt x="644" y="746"/>
                </a:lnTo>
                <a:lnTo>
                  <a:pt x="644" y="738"/>
                </a:lnTo>
                <a:lnTo>
                  <a:pt x="637" y="738"/>
                </a:lnTo>
                <a:lnTo>
                  <a:pt x="637" y="746"/>
                </a:lnTo>
                <a:close/>
                <a:moveTo>
                  <a:pt x="769" y="746"/>
                </a:moveTo>
                <a:lnTo>
                  <a:pt x="776" y="746"/>
                </a:lnTo>
                <a:lnTo>
                  <a:pt x="776" y="738"/>
                </a:lnTo>
                <a:lnTo>
                  <a:pt x="769" y="738"/>
                </a:lnTo>
                <a:lnTo>
                  <a:pt x="769" y="746"/>
                </a:lnTo>
                <a:close/>
                <a:moveTo>
                  <a:pt x="786" y="746"/>
                </a:moveTo>
                <a:lnTo>
                  <a:pt x="793" y="746"/>
                </a:lnTo>
                <a:lnTo>
                  <a:pt x="793" y="738"/>
                </a:lnTo>
                <a:lnTo>
                  <a:pt x="786" y="738"/>
                </a:lnTo>
                <a:lnTo>
                  <a:pt x="786" y="746"/>
                </a:lnTo>
                <a:close/>
                <a:moveTo>
                  <a:pt x="802" y="746"/>
                </a:moveTo>
                <a:lnTo>
                  <a:pt x="810" y="746"/>
                </a:lnTo>
                <a:lnTo>
                  <a:pt x="810" y="738"/>
                </a:lnTo>
                <a:lnTo>
                  <a:pt x="802" y="738"/>
                </a:lnTo>
                <a:lnTo>
                  <a:pt x="802" y="746"/>
                </a:lnTo>
                <a:close/>
                <a:moveTo>
                  <a:pt x="1338" y="746"/>
                </a:moveTo>
                <a:lnTo>
                  <a:pt x="1345" y="746"/>
                </a:lnTo>
                <a:lnTo>
                  <a:pt x="1345" y="738"/>
                </a:lnTo>
                <a:lnTo>
                  <a:pt x="1338" y="738"/>
                </a:lnTo>
                <a:lnTo>
                  <a:pt x="1338" y="746"/>
                </a:lnTo>
                <a:close/>
                <a:moveTo>
                  <a:pt x="1354" y="746"/>
                </a:moveTo>
                <a:lnTo>
                  <a:pt x="1361" y="746"/>
                </a:lnTo>
                <a:lnTo>
                  <a:pt x="1361" y="738"/>
                </a:lnTo>
                <a:lnTo>
                  <a:pt x="1354" y="738"/>
                </a:lnTo>
                <a:lnTo>
                  <a:pt x="1354" y="746"/>
                </a:lnTo>
                <a:close/>
                <a:moveTo>
                  <a:pt x="1371" y="746"/>
                </a:moveTo>
                <a:lnTo>
                  <a:pt x="1378" y="746"/>
                </a:lnTo>
                <a:lnTo>
                  <a:pt x="1378" y="738"/>
                </a:lnTo>
                <a:lnTo>
                  <a:pt x="1371" y="738"/>
                </a:lnTo>
                <a:lnTo>
                  <a:pt x="1371" y="746"/>
                </a:lnTo>
                <a:close/>
                <a:moveTo>
                  <a:pt x="1390" y="746"/>
                </a:moveTo>
                <a:lnTo>
                  <a:pt x="1394" y="746"/>
                </a:lnTo>
                <a:lnTo>
                  <a:pt x="1394" y="738"/>
                </a:lnTo>
                <a:lnTo>
                  <a:pt x="1390" y="738"/>
                </a:lnTo>
                <a:lnTo>
                  <a:pt x="1390" y="746"/>
                </a:lnTo>
                <a:close/>
                <a:moveTo>
                  <a:pt x="1406" y="746"/>
                </a:moveTo>
                <a:lnTo>
                  <a:pt x="1413" y="746"/>
                </a:lnTo>
                <a:lnTo>
                  <a:pt x="1413" y="738"/>
                </a:lnTo>
                <a:lnTo>
                  <a:pt x="1406" y="738"/>
                </a:lnTo>
                <a:lnTo>
                  <a:pt x="1406" y="746"/>
                </a:lnTo>
                <a:close/>
                <a:moveTo>
                  <a:pt x="1423" y="746"/>
                </a:moveTo>
                <a:lnTo>
                  <a:pt x="1430" y="746"/>
                </a:lnTo>
                <a:lnTo>
                  <a:pt x="1430" y="738"/>
                </a:lnTo>
                <a:lnTo>
                  <a:pt x="1423" y="738"/>
                </a:lnTo>
                <a:lnTo>
                  <a:pt x="1423" y="746"/>
                </a:lnTo>
                <a:close/>
                <a:moveTo>
                  <a:pt x="1439" y="746"/>
                </a:moveTo>
                <a:lnTo>
                  <a:pt x="1447" y="746"/>
                </a:lnTo>
                <a:lnTo>
                  <a:pt x="1447" y="738"/>
                </a:lnTo>
                <a:lnTo>
                  <a:pt x="1439" y="738"/>
                </a:lnTo>
                <a:lnTo>
                  <a:pt x="1439" y="746"/>
                </a:lnTo>
                <a:close/>
                <a:moveTo>
                  <a:pt x="1456" y="746"/>
                </a:moveTo>
                <a:lnTo>
                  <a:pt x="1463" y="746"/>
                </a:lnTo>
                <a:lnTo>
                  <a:pt x="1463" y="738"/>
                </a:lnTo>
                <a:lnTo>
                  <a:pt x="1456" y="738"/>
                </a:lnTo>
                <a:lnTo>
                  <a:pt x="1456" y="746"/>
                </a:lnTo>
                <a:close/>
                <a:moveTo>
                  <a:pt x="1473" y="746"/>
                </a:moveTo>
                <a:lnTo>
                  <a:pt x="1480" y="746"/>
                </a:lnTo>
                <a:lnTo>
                  <a:pt x="1480" y="738"/>
                </a:lnTo>
                <a:lnTo>
                  <a:pt x="1473" y="738"/>
                </a:lnTo>
                <a:lnTo>
                  <a:pt x="1473" y="746"/>
                </a:lnTo>
                <a:close/>
                <a:moveTo>
                  <a:pt x="1489" y="746"/>
                </a:moveTo>
                <a:lnTo>
                  <a:pt x="1496" y="746"/>
                </a:lnTo>
                <a:lnTo>
                  <a:pt x="1496" y="738"/>
                </a:lnTo>
                <a:lnTo>
                  <a:pt x="1489" y="738"/>
                </a:lnTo>
                <a:lnTo>
                  <a:pt x="1489" y="746"/>
                </a:lnTo>
                <a:close/>
                <a:moveTo>
                  <a:pt x="1506" y="746"/>
                </a:moveTo>
                <a:lnTo>
                  <a:pt x="1513" y="746"/>
                </a:lnTo>
                <a:lnTo>
                  <a:pt x="1513" y="738"/>
                </a:lnTo>
                <a:lnTo>
                  <a:pt x="1506" y="738"/>
                </a:lnTo>
                <a:lnTo>
                  <a:pt x="1506" y="746"/>
                </a:lnTo>
                <a:close/>
                <a:moveTo>
                  <a:pt x="1522" y="746"/>
                </a:moveTo>
                <a:lnTo>
                  <a:pt x="1529" y="746"/>
                </a:lnTo>
                <a:lnTo>
                  <a:pt x="1529" y="738"/>
                </a:lnTo>
                <a:lnTo>
                  <a:pt x="1522" y="738"/>
                </a:lnTo>
                <a:lnTo>
                  <a:pt x="1522" y="746"/>
                </a:lnTo>
                <a:close/>
                <a:moveTo>
                  <a:pt x="1539" y="746"/>
                </a:moveTo>
                <a:lnTo>
                  <a:pt x="1546" y="746"/>
                </a:lnTo>
                <a:lnTo>
                  <a:pt x="1546" y="738"/>
                </a:lnTo>
                <a:lnTo>
                  <a:pt x="1539" y="738"/>
                </a:lnTo>
                <a:lnTo>
                  <a:pt x="1539" y="746"/>
                </a:lnTo>
                <a:close/>
                <a:moveTo>
                  <a:pt x="1555" y="746"/>
                </a:moveTo>
                <a:lnTo>
                  <a:pt x="1563" y="746"/>
                </a:lnTo>
                <a:lnTo>
                  <a:pt x="1563" y="738"/>
                </a:lnTo>
                <a:lnTo>
                  <a:pt x="1555" y="738"/>
                </a:lnTo>
                <a:lnTo>
                  <a:pt x="1555" y="746"/>
                </a:lnTo>
                <a:close/>
                <a:moveTo>
                  <a:pt x="1572" y="746"/>
                </a:moveTo>
                <a:lnTo>
                  <a:pt x="1579" y="746"/>
                </a:lnTo>
                <a:lnTo>
                  <a:pt x="1579" y="738"/>
                </a:lnTo>
                <a:lnTo>
                  <a:pt x="1572" y="738"/>
                </a:lnTo>
                <a:lnTo>
                  <a:pt x="1572" y="746"/>
                </a:lnTo>
                <a:close/>
                <a:moveTo>
                  <a:pt x="1589" y="746"/>
                </a:moveTo>
                <a:lnTo>
                  <a:pt x="1596" y="746"/>
                </a:lnTo>
                <a:lnTo>
                  <a:pt x="1596" y="738"/>
                </a:lnTo>
                <a:lnTo>
                  <a:pt x="1589" y="738"/>
                </a:lnTo>
                <a:lnTo>
                  <a:pt x="1589" y="746"/>
                </a:lnTo>
                <a:close/>
                <a:moveTo>
                  <a:pt x="1605" y="746"/>
                </a:moveTo>
                <a:lnTo>
                  <a:pt x="1612" y="746"/>
                </a:lnTo>
                <a:lnTo>
                  <a:pt x="1612" y="738"/>
                </a:lnTo>
                <a:lnTo>
                  <a:pt x="1605" y="738"/>
                </a:lnTo>
                <a:lnTo>
                  <a:pt x="1605" y="746"/>
                </a:lnTo>
                <a:close/>
                <a:moveTo>
                  <a:pt x="1622" y="746"/>
                </a:moveTo>
                <a:lnTo>
                  <a:pt x="1629" y="746"/>
                </a:lnTo>
                <a:lnTo>
                  <a:pt x="1629" y="738"/>
                </a:lnTo>
                <a:lnTo>
                  <a:pt x="1622" y="738"/>
                </a:lnTo>
                <a:lnTo>
                  <a:pt x="1622" y="746"/>
                </a:lnTo>
                <a:close/>
                <a:moveTo>
                  <a:pt x="1638" y="746"/>
                </a:moveTo>
                <a:lnTo>
                  <a:pt x="1645" y="746"/>
                </a:lnTo>
                <a:lnTo>
                  <a:pt x="1645" y="738"/>
                </a:lnTo>
                <a:lnTo>
                  <a:pt x="1638" y="738"/>
                </a:lnTo>
                <a:lnTo>
                  <a:pt x="1638" y="746"/>
                </a:lnTo>
                <a:close/>
                <a:moveTo>
                  <a:pt x="1657" y="746"/>
                </a:moveTo>
                <a:lnTo>
                  <a:pt x="1664" y="746"/>
                </a:lnTo>
                <a:lnTo>
                  <a:pt x="1664" y="738"/>
                </a:lnTo>
                <a:lnTo>
                  <a:pt x="1657" y="738"/>
                </a:lnTo>
                <a:lnTo>
                  <a:pt x="1657" y="746"/>
                </a:lnTo>
                <a:close/>
                <a:moveTo>
                  <a:pt x="1674" y="746"/>
                </a:moveTo>
                <a:lnTo>
                  <a:pt x="1681" y="746"/>
                </a:lnTo>
                <a:lnTo>
                  <a:pt x="1681" y="738"/>
                </a:lnTo>
                <a:lnTo>
                  <a:pt x="1674" y="738"/>
                </a:lnTo>
                <a:lnTo>
                  <a:pt x="1674" y="746"/>
                </a:lnTo>
                <a:close/>
                <a:moveTo>
                  <a:pt x="1690" y="746"/>
                </a:moveTo>
                <a:lnTo>
                  <a:pt x="1698" y="746"/>
                </a:lnTo>
                <a:lnTo>
                  <a:pt x="1698" y="738"/>
                </a:lnTo>
                <a:lnTo>
                  <a:pt x="1690" y="738"/>
                </a:lnTo>
                <a:lnTo>
                  <a:pt x="1690" y="746"/>
                </a:lnTo>
                <a:close/>
                <a:moveTo>
                  <a:pt x="1707" y="746"/>
                </a:moveTo>
                <a:lnTo>
                  <a:pt x="1714" y="746"/>
                </a:lnTo>
                <a:lnTo>
                  <a:pt x="1714" y="738"/>
                </a:lnTo>
                <a:lnTo>
                  <a:pt x="1707" y="738"/>
                </a:lnTo>
                <a:lnTo>
                  <a:pt x="1707" y="746"/>
                </a:lnTo>
                <a:close/>
                <a:moveTo>
                  <a:pt x="1724" y="746"/>
                </a:moveTo>
                <a:lnTo>
                  <a:pt x="1731" y="746"/>
                </a:lnTo>
                <a:lnTo>
                  <a:pt x="1731" y="738"/>
                </a:lnTo>
                <a:lnTo>
                  <a:pt x="1724" y="738"/>
                </a:lnTo>
                <a:lnTo>
                  <a:pt x="1724" y="746"/>
                </a:lnTo>
                <a:close/>
                <a:moveTo>
                  <a:pt x="1740" y="746"/>
                </a:moveTo>
                <a:lnTo>
                  <a:pt x="1747" y="746"/>
                </a:lnTo>
                <a:lnTo>
                  <a:pt x="1747" y="738"/>
                </a:lnTo>
                <a:lnTo>
                  <a:pt x="1740" y="738"/>
                </a:lnTo>
                <a:lnTo>
                  <a:pt x="1740" y="746"/>
                </a:lnTo>
                <a:close/>
                <a:moveTo>
                  <a:pt x="1757" y="746"/>
                </a:moveTo>
                <a:lnTo>
                  <a:pt x="1764" y="746"/>
                </a:lnTo>
                <a:lnTo>
                  <a:pt x="1764" y="738"/>
                </a:lnTo>
                <a:lnTo>
                  <a:pt x="1757" y="738"/>
                </a:lnTo>
                <a:lnTo>
                  <a:pt x="1757" y="746"/>
                </a:lnTo>
                <a:close/>
                <a:moveTo>
                  <a:pt x="1773" y="746"/>
                </a:moveTo>
                <a:lnTo>
                  <a:pt x="1780" y="746"/>
                </a:lnTo>
                <a:lnTo>
                  <a:pt x="1780" y="738"/>
                </a:lnTo>
                <a:lnTo>
                  <a:pt x="1773" y="738"/>
                </a:lnTo>
                <a:lnTo>
                  <a:pt x="1773" y="746"/>
                </a:lnTo>
                <a:close/>
                <a:moveTo>
                  <a:pt x="1790" y="746"/>
                </a:moveTo>
                <a:lnTo>
                  <a:pt x="1797" y="746"/>
                </a:lnTo>
                <a:lnTo>
                  <a:pt x="1797" y="738"/>
                </a:lnTo>
                <a:lnTo>
                  <a:pt x="1790" y="738"/>
                </a:lnTo>
                <a:lnTo>
                  <a:pt x="1790" y="746"/>
                </a:lnTo>
                <a:close/>
                <a:moveTo>
                  <a:pt x="1806" y="746"/>
                </a:moveTo>
                <a:lnTo>
                  <a:pt x="1814" y="746"/>
                </a:lnTo>
                <a:lnTo>
                  <a:pt x="1814" y="738"/>
                </a:lnTo>
                <a:lnTo>
                  <a:pt x="1806" y="738"/>
                </a:lnTo>
                <a:lnTo>
                  <a:pt x="1806" y="746"/>
                </a:lnTo>
                <a:close/>
                <a:moveTo>
                  <a:pt x="1823" y="746"/>
                </a:moveTo>
                <a:lnTo>
                  <a:pt x="1830" y="746"/>
                </a:lnTo>
                <a:lnTo>
                  <a:pt x="1830" y="738"/>
                </a:lnTo>
                <a:lnTo>
                  <a:pt x="1823" y="738"/>
                </a:lnTo>
                <a:lnTo>
                  <a:pt x="1823" y="746"/>
                </a:lnTo>
                <a:close/>
                <a:moveTo>
                  <a:pt x="1840" y="746"/>
                </a:moveTo>
                <a:lnTo>
                  <a:pt x="1847" y="746"/>
                </a:lnTo>
                <a:lnTo>
                  <a:pt x="1847" y="738"/>
                </a:lnTo>
                <a:lnTo>
                  <a:pt x="1840" y="738"/>
                </a:lnTo>
                <a:lnTo>
                  <a:pt x="1840" y="746"/>
                </a:lnTo>
                <a:close/>
                <a:moveTo>
                  <a:pt x="1856" y="746"/>
                </a:moveTo>
                <a:lnTo>
                  <a:pt x="1863" y="746"/>
                </a:lnTo>
                <a:lnTo>
                  <a:pt x="1863" y="738"/>
                </a:lnTo>
                <a:lnTo>
                  <a:pt x="1856" y="738"/>
                </a:lnTo>
                <a:lnTo>
                  <a:pt x="1856" y="746"/>
                </a:lnTo>
                <a:close/>
                <a:moveTo>
                  <a:pt x="1873" y="746"/>
                </a:moveTo>
                <a:lnTo>
                  <a:pt x="1880" y="746"/>
                </a:lnTo>
                <a:lnTo>
                  <a:pt x="1880" y="738"/>
                </a:lnTo>
                <a:lnTo>
                  <a:pt x="1873" y="738"/>
                </a:lnTo>
                <a:lnTo>
                  <a:pt x="1873" y="746"/>
                </a:lnTo>
                <a:close/>
                <a:moveTo>
                  <a:pt x="1889" y="746"/>
                </a:moveTo>
                <a:lnTo>
                  <a:pt x="1896" y="746"/>
                </a:lnTo>
                <a:lnTo>
                  <a:pt x="1896" y="738"/>
                </a:lnTo>
                <a:lnTo>
                  <a:pt x="1889" y="738"/>
                </a:lnTo>
                <a:lnTo>
                  <a:pt x="1889" y="746"/>
                </a:lnTo>
                <a:close/>
                <a:moveTo>
                  <a:pt x="1908" y="746"/>
                </a:moveTo>
                <a:lnTo>
                  <a:pt x="1915" y="746"/>
                </a:lnTo>
                <a:lnTo>
                  <a:pt x="1915" y="738"/>
                </a:lnTo>
                <a:lnTo>
                  <a:pt x="1908" y="738"/>
                </a:lnTo>
                <a:lnTo>
                  <a:pt x="1908" y="746"/>
                </a:lnTo>
                <a:close/>
                <a:moveTo>
                  <a:pt x="1925" y="746"/>
                </a:moveTo>
                <a:lnTo>
                  <a:pt x="1932" y="746"/>
                </a:lnTo>
                <a:lnTo>
                  <a:pt x="1932" y="738"/>
                </a:lnTo>
                <a:lnTo>
                  <a:pt x="1925" y="738"/>
                </a:lnTo>
                <a:lnTo>
                  <a:pt x="1925" y="746"/>
                </a:lnTo>
                <a:close/>
                <a:moveTo>
                  <a:pt x="1941" y="746"/>
                </a:moveTo>
                <a:lnTo>
                  <a:pt x="1949" y="746"/>
                </a:lnTo>
                <a:lnTo>
                  <a:pt x="1949" y="738"/>
                </a:lnTo>
                <a:lnTo>
                  <a:pt x="1941" y="738"/>
                </a:lnTo>
                <a:lnTo>
                  <a:pt x="1941" y="746"/>
                </a:lnTo>
                <a:close/>
                <a:moveTo>
                  <a:pt x="1958" y="746"/>
                </a:moveTo>
                <a:lnTo>
                  <a:pt x="1965" y="746"/>
                </a:lnTo>
                <a:lnTo>
                  <a:pt x="1965" y="738"/>
                </a:lnTo>
                <a:lnTo>
                  <a:pt x="1958" y="738"/>
                </a:lnTo>
                <a:lnTo>
                  <a:pt x="1958" y="746"/>
                </a:lnTo>
                <a:close/>
                <a:moveTo>
                  <a:pt x="1975" y="746"/>
                </a:moveTo>
                <a:lnTo>
                  <a:pt x="1982" y="746"/>
                </a:lnTo>
                <a:lnTo>
                  <a:pt x="1982" y="738"/>
                </a:lnTo>
                <a:lnTo>
                  <a:pt x="1975" y="738"/>
                </a:lnTo>
                <a:lnTo>
                  <a:pt x="1975" y="746"/>
                </a:lnTo>
                <a:close/>
                <a:moveTo>
                  <a:pt x="1991" y="746"/>
                </a:moveTo>
                <a:lnTo>
                  <a:pt x="1998" y="746"/>
                </a:lnTo>
                <a:lnTo>
                  <a:pt x="1998" y="738"/>
                </a:lnTo>
                <a:lnTo>
                  <a:pt x="1991" y="738"/>
                </a:lnTo>
                <a:lnTo>
                  <a:pt x="1991" y="746"/>
                </a:lnTo>
                <a:close/>
                <a:moveTo>
                  <a:pt x="2008" y="746"/>
                </a:moveTo>
                <a:lnTo>
                  <a:pt x="2015" y="746"/>
                </a:lnTo>
                <a:lnTo>
                  <a:pt x="2015" y="738"/>
                </a:lnTo>
                <a:lnTo>
                  <a:pt x="2008" y="738"/>
                </a:lnTo>
                <a:lnTo>
                  <a:pt x="2008" y="746"/>
                </a:lnTo>
                <a:close/>
                <a:moveTo>
                  <a:pt x="2024" y="746"/>
                </a:moveTo>
                <a:lnTo>
                  <a:pt x="2031" y="746"/>
                </a:lnTo>
                <a:lnTo>
                  <a:pt x="2031" y="738"/>
                </a:lnTo>
                <a:lnTo>
                  <a:pt x="2024" y="738"/>
                </a:lnTo>
                <a:lnTo>
                  <a:pt x="2024" y="746"/>
                </a:lnTo>
                <a:close/>
                <a:moveTo>
                  <a:pt x="2041" y="746"/>
                </a:moveTo>
                <a:lnTo>
                  <a:pt x="2048" y="746"/>
                </a:lnTo>
                <a:lnTo>
                  <a:pt x="2048" y="738"/>
                </a:lnTo>
                <a:lnTo>
                  <a:pt x="2041" y="738"/>
                </a:lnTo>
                <a:lnTo>
                  <a:pt x="2041" y="746"/>
                </a:lnTo>
                <a:close/>
                <a:moveTo>
                  <a:pt x="2057" y="746"/>
                </a:moveTo>
                <a:lnTo>
                  <a:pt x="2065" y="746"/>
                </a:lnTo>
                <a:lnTo>
                  <a:pt x="2065" y="738"/>
                </a:lnTo>
                <a:lnTo>
                  <a:pt x="2057" y="738"/>
                </a:lnTo>
                <a:lnTo>
                  <a:pt x="2057" y="746"/>
                </a:lnTo>
                <a:close/>
                <a:moveTo>
                  <a:pt x="2074" y="746"/>
                </a:moveTo>
                <a:lnTo>
                  <a:pt x="2081" y="746"/>
                </a:lnTo>
                <a:lnTo>
                  <a:pt x="2081" y="738"/>
                </a:lnTo>
                <a:lnTo>
                  <a:pt x="2074" y="738"/>
                </a:lnTo>
                <a:lnTo>
                  <a:pt x="2074" y="746"/>
                </a:lnTo>
                <a:close/>
                <a:moveTo>
                  <a:pt x="2091" y="746"/>
                </a:moveTo>
                <a:lnTo>
                  <a:pt x="2098" y="746"/>
                </a:lnTo>
                <a:lnTo>
                  <a:pt x="2098" y="738"/>
                </a:lnTo>
                <a:lnTo>
                  <a:pt x="2091" y="738"/>
                </a:lnTo>
                <a:lnTo>
                  <a:pt x="2091" y="746"/>
                </a:lnTo>
                <a:close/>
                <a:moveTo>
                  <a:pt x="2107" y="746"/>
                </a:moveTo>
                <a:lnTo>
                  <a:pt x="2114" y="746"/>
                </a:lnTo>
                <a:lnTo>
                  <a:pt x="2114" y="738"/>
                </a:lnTo>
                <a:lnTo>
                  <a:pt x="2107" y="738"/>
                </a:lnTo>
                <a:lnTo>
                  <a:pt x="2107" y="746"/>
                </a:lnTo>
                <a:close/>
                <a:moveTo>
                  <a:pt x="2124" y="746"/>
                </a:moveTo>
                <a:lnTo>
                  <a:pt x="2131" y="746"/>
                </a:lnTo>
                <a:lnTo>
                  <a:pt x="2131" y="738"/>
                </a:lnTo>
                <a:lnTo>
                  <a:pt x="2124" y="738"/>
                </a:lnTo>
                <a:lnTo>
                  <a:pt x="2124" y="746"/>
                </a:lnTo>
                <a:close/>
                <a:moveTo>
                  <a:pt x="2140" y="746"/>
                </a:moveTo>
                <a:lnTo>
                  <a:pt x="2147" y="746"/>
                </a:lnTo>
                <a:lnTo>
                  <a:pt x="2147" y="738"/>
                </a:lnTo>
                <a:lnTo>
                  <a:pt x="2140" y="738"/>
                </a:lnTo>
                <a:lnTo>
                  <a:pt x="2140" y="746"/>
                </a:lnTo>
                <a:close/>
                <a:moveTo>
                  <a:pt x="2159" y="746"/>
                </a:moveTo>
                <a:lnTo>
                  <a:pt x="2164" y="746"/>
                </a:lnTo>
                <a:lnTo>
                  <a:pt x="2164" y="738"/>
                </a:lnTo>
                <a:lnTo>
                  <a:pt x="2159" y="738"/>
                </a:lnTo>
                <a:lnTo>
                  <a:pt x="2159" y="746"/>
                </a:lnTo>
                <a:close/>
                <a:moveTo>
                  <a:pt x="2176" y="746"/>
                </a:moveTo>
                <a:lnTo>
                  <a:pt x="2183" y="746"/>
                </a:lnTo>
                <a:lnTo>
                  <a:pt x="2183" y="738"/>
                </a:lnTo>
                <a:lnTo>
                  <a:pt x="2176" y="738"/>
                </a:lnTo>
                <a:lnTo>
                  <a:pt x="2176" y="746"/>
                </a:lnTo>
                <a:close/>
                <a:moveTo>
                  <a:pt x="2192" y="746"/>
                </a:moveTo>
                <a:lnTo>
                  <a:pt x="2200" y="746"/>
                </a:lnTo>
                <a:lnTo>
                  <a:pt x="2200" y="738"/>
                </a:lnTo>
                <a:lnTo>
                  <a:pt x="2192" y="738"/>
                </a:lnTo>
                <a:lnTo>
                  <a:pt x="2192" y="746"/>
                </a:lnTo>
                <a:close/>
                <a:moveTo>
                  <a:pt x="2209" y="746"/>
                </a:moveTo>
                <a:lnTo>
                  <a:pt x="2216" y="746"/>
                </a:lnTo>
                <a:lnTo>
                  <a:pt x="2216" y="738"/>
                </a:lnTo>
                <a:lnTo>
                  <a:pt x="2209" y="738"/>
                </a:lnTo>
                <a:lnTo>
                  <a:pt x="2209" y="746"/>
                </a:lnTo>
                <a:close/>
                <a:moveTo>
                  <a:pt x="2226" y="746"/>
                </a:moveTo>
                <a:lnTo>
                  <a:pt x="2233" y="746"/>
                </a:lnTo>
                <a:lnTo>
                  <a:pt x="2233" y="738"/>
                </a:lnTo>
                <a:lnTo>
                  <a:pt x="2226" y="738"/>
                </a:lnTo>
                <a:lnTo>
                  <a:pt x="2226" y="746"/>
                </a:lnTo>
                <a:close/>
                <a:moveTo>
                  <a:pt x="2242" y="746"/>
                </a:moveTo>
                <a:lnTo>
                  <a:pt x="2249" y="746"/>
                </a:lnTo>
                <a:lnTo>
                  <a:pt x="2249" y="738"/>
                </a:lnTo>
                <a:lnTo>
                  <a:pt x="2242" y="738"/>
                </a:lnTo>
                <a:lnTo>
                  <a:pt x="2242" y="746"/>
                </a:lnTo>
                <a:close/>
                <a:moveTo>
                  <a:pt x="2259" y="746"/>
                </a:moveTo>
                <a:lnTo>
                  <a:pt x="2266" y="746"/>
                </a:lnTo>
                <a:lnTo>
                  <a:pt x="2266" y="738"/>
                </a:lnTo>
                <a:lnTo>
                  <a:pt x="2259" y="738"/>
                </a:lnTo>
                <a:lnTo>
                  <a:pt x="2259" y="746"/>
                </a:lnTo>
                <a:close/>
                <a:moveTo>
                  <a:pt x="2275" y="746"/>
                </a:moveTo>
                <a:lnTo>
                  <a:pt x="2282" y="746"/>
                </a:lnTo>
                <a:lnTo>
                  <a:pt x="2282" y="738"/>
                </a:lnTo>
                <a:lnTo>
                  <a:pt x="2275" y="738"/>
                </a:lnTo>
                <a:lnTo>
                  <a:pt x="2275" y="746"/>
                </a:lnTo>
                <a:close/>
                <a:moveTo>
                  <a:pt x="2292" y="746"/>
                </a:moveTo>
                <a:lnTo>
                  <a:pt x="2299" y="746"/>
                </a:lnTo>
                <a:lnTo>
                  <a:pt x="2299" y="738"/>
                </a:lnTo>
                <a:lnTo>
                  <a:pt x="2292" y="738"/>
                </a:lnTo>
                <a:lnTo>
                  <a:pt x="2292" y="746"/>
                </a:lnTo>
                <a:close/>
                <a:moveTo>
                  <a:pt x="2308" y="746"/>
                </a:moveTo>
                <a:lnTo>
                  <a:pt x="2316" y="746"/>
                </a:lnTo>
                <a:lnTo>
                  <a:pt x="2316" y="738"/>
                </a:lnTo>
                <a:lnTo>
                  <a:pt x="2308" y="738"/>
                </a:lnTo>
                <a:lnTo>
                  <a:pt x="2308" y="746"/>
                </a:lnTo>
                <a:close/>
                <a:moveTo>
                  <a:pt x="2325" y="746"/>
                </a:moveTo>
                <a:lnTo>
                  <a:pt x="2332" y="746"/>
                </a:lnTo>
                <a:lnTo>
                  <a:pt x="2332" y="738"/>
                </a:lnTo>
                <a:lnTo>
                  <a:pt x="2325" y="738"/>
                </a:lnTo>
                <a:lnTo>
                  <a:pt x="2325" y="746"/>
                </a:lnTo>
                <a:close/>
                <a:moveTo>
                  <a:pt x="2342" y="746"/>
                </a:moveTo>
                <a:lnTo>
                  <a:pt x="2349" y="746"/>
                </a:lnTo>
                <a:lnTo>
                  <a:pt x="2349" y="738"/>
                </a:lnTo>
                <a:lnTo>
                  <a:pt x="2342" y="738"/>
                </a:lnTo>
                <a:lnTo>
                  <a:pt x="2342" y="746"/>
                </a:lnTo>
                <a:close/>
                <a:moveTo>
                  <a:pt x="2358" y="746"/>
                </a:moveTo>
                <a:lnTo>
                  <a:pt x="2365" y="746"/>
                </a:lnTo>
                <a:lnTo>
                  <a:pt x="2365" y="738"/>
                </a:lnTo>
                <a:lnTo>
                  <a:pt x="2358" y="738"/>
                </a:lnTo>
                <a:lnTo>
                  <a:pt x="2358" y="746"/>
                </a:lnTo>
                <a:close/>
                <a:moveTo>
                  <a:pt x="2375" y="746"/>
                </a:moveTo>
                <a:lnTo>
                  <a:pt x="2382" y="746"/>
                </a:lnTo>
                <a:lnTo>
                  <a:pt x="2382" y="738"/>
                </a:lnTo>
                <a:lnTo>
                  <a:pt x="2375" y="738"/>
                </a:lnTo>
                <a:lnTo>
                  <a:pt x="2375" y="746"/>
                </a:lnTo>
                <a:close/>
                <a:moveTo>
                  <a:pt x="2391" y="746"/>
                </a:moveTo>
                <a:lnTo>
                  <a:pt x="2398" y="746"/>
                </a:lnTo>
                <a:lnTo>
                  <a:pt x="2398" y="738"/>
                </a:lnTo>
                <a:lnTo>
                  <a:pt x="2391" y="738"/>
                </a:lnTo>
                <a:lnTo>
                  <a:pt x="2391" y="746"/>
                </a:lnTo>
                <a:close/>
                <a:moveTo>
                  <a:pt x="2408" y="746"/>
                </a:moveTo>
                <a:lnTo>
                  <a:pt x="2415" y="746"/>
                </a:lnTo>
                <a:lnTo>
                  <a:pt x="2415" y="738"/>
                </a:lnTo>
                <a:lnTo>
                  <a:pt x="2408" y="738"/>
                </a:lnTo>
                <a:lnTo>
                  <a:pt x="2408" y="746"/>
                </a:lnTo>
                <a:close/>
                <a:moveTo>
                  <a:pt x="2427" y="746"/>
                </a:moveTo>
                <a:lnTo>
                  <a:pt x="2434" y="746"/>
                </a:lnTo>
                <a:lnTo>
                  <a:pt x="2434" y="738"/>
                </a:lnTo>
                <a:lnTo>
                  <a:pt x="2427" y="738"/>
                </a:lnTo>
                <a:lnTo>
                  <a:pt x="2427" y="746"/>
                </a:lnTo>
                <a:close/>
                <a:moveTo>
                  <a:pt x="2443" y="746"/>
                </a:moveTo>
                <a:lnTo>
                  <a:pt x="2451" y="746"/>
                </a:lnTo>
                <a:lnTo>
                  <a:pt x="2451" y="738"/>
                </a:lnTo>
                <a:lnTo>
                  <a:pt x="2443" y="738"/>
                </a:lnTo>
                <a:lnTo>
                  <a:pt x="2443" y="746"/>
                </a:lnTo>
                <a:close/>
                <a:moveTo>
                  <a:pt x="2460" y="746"/>
                </a:moveTo>
                <a:lnTo>
                  <a:pt x="2467" y="746"/>
                </a:lnTo>
                <a:lnTo>
                  <a:pt x="2467" y="738"/>
                </a:lnTo>
                <a:lnTo>
                  <a:pt x="2460" y="738"/>
                </a:lnTo>
                <a:lnTo>
                  <a:pt x="2460" y="746"/>
                </a:lnTo>
                <a:close/>
                <a:moveTo>
                  <a:pt x="2477" y="746"/>
                </a:moveTo>
                <a:lnTo>
                  <a:pt x="2484" y="746"/>
                </a:lnTo>
                <a:lnTo>
                  <a:pt x="2484" y="738"/>
                </a:lnTo>
                <a:lnTo>
                  <a:pt x="2477" y="738"/>
                </a:lnTo>
                <a:lnTo>
                  <a:pt x="2477" y="746"/>
                </a:lnTo>
                <a:close/>
                <a:moveTo>
                  <a:pt x="518" y="762"/>
                </a:moveTo>
                <a:lnTo>
                  <a:pt x="525" y="762"/>
                </a:lnTo>
                <a:lnTo>
                  <a:pt x="525" y="755"/>
                </a:lnTo>
                <a:lnTo>
                  <a:pt x="518" y="755"/>
                </a:lnTo>
                <a:lnTo>
                  <a:pt x="518" y="762"/>
                </a:lnTo>
                <a:close/>
                <a:moveTo>
                  <a:pt x="535" y="762"/>
                </a:moveTo>
                <a:lnTo>
                  <a:pt x="542" y="762"/>
                </a:lnTo>
                <a:lnTo>
                  <a:pt x="542" y="755"/>
                </a:lnTo>
                <a:lnTo>
                  <a:pt x="535" y="755"/>
                </a:lnTo>
                <a:lnTo>
                  <a:pt x="535" y="762"/>
                </a:lnTo>
                <a:close/>
                <a:moveTo>
                  <a:pt x="551" y="762"/>
                </a:moveTo>
                <a:lnTo>
                  <a:pt x="559" y="762"/>
                </a:lnTo>
                <a:lnTo>
                  <a:pt x="559" y="755"/>
                </a:lnTo>
                <a:lnTo>
                  <a:pt x="551" y="755"/>
                </a:lnTo>
                <a:lnTo>
                  <a:pt x="551" y="762"/>
                </a:lnTo>
                <a:close/>
                <a:moveTo>
                  <a:pt x="568" y="762"/>
                </a:moveTo>
                <a:lnTo>
                  <a:pt x="575" y="762"/>
                </a:lnTo>
                <a:lnTo>
                  <a:pt x="575" y="755"/>
                </a:lnTo>
                <a:lnTo>
                  <a:pt x="568" y="755"/>
                </a:lnTo>
                <a:lnTo>
                  <a:pt x="568" y="762"/>
                </a:lnTo>
                <a:close/>
                <a:moveTo>
                  <a:pt x="585" y="762"/>
                </a:moveTo>
                <a:lnTo>
                  <a:pt x="592" y="762"/>
                </a:lnTo>
                <a:lnTo>
                  <a:pt x="592" y="755"/>
                </a:lnTo>
                <a:lnTo>
                  <a:pt x="585" y="755"/>
                </a:lnTo>
                <a:lnTo>
                  <a:pt x="585" y="762"/>
                </a:lnTo>
                <a:close/>
                <a:moveTo>
                  <a:pt x="601" y="762"/>
                </a:moveTo>
                <a:lnTo>
                  <a:pt x="608" y="762"/>
                </a:lnTo>
                <a:lnTo>
                  <a:pt x="608" y="755"/>
                </a:lnTo>
                <a:lnTo>
                  <a:pt x="601" y="755"/>
                </a:lnTo>
                <a:lnTo>
                  <a:pt x="601" y="762"/>
                </a:lnTo>
                <a:close/>
                <a:moveTo>
                  <a:pt x="620" y="762"/>
                </a:moveTo>
                <a:lnTo>
                  <a:pt x="625" y="762"/>
                </a:lnTo>
                <a:lnTo>
                  <a:pt x="625" y="755"/>
                </a:lnTo>
                <a:lnTo>
                  <a:pt x="620" y="755"/>
                </a:lnTo>
                <a:lnTo>
                  <a:pt x="620" y="762"/>
                </a:lnTo>
                <a:close/>
                <a:moveTo>
                  <a:pt x="637" y="762"/>
                </a:moveTo>
                <a:lnTo>
                  <a:pt x="644" y="762"/>
                </a:lnTo>
                <a:lnTo>
                  <a:pt x="644" y="755"/>
                </a:lnTo>
                <a:lnTo>
                  <a:pt x="637" y="755"/>
                </a:lnTo>
                <a:lnTo>
                  <a:pt x="637" y="762"/>
                </a:lnTo>
                <a:close/>
                <a:moveTo>
                  <a:pt x="769" y="762"/>
                </a:moveTo>
                <a:lnTo>
                  <a:pt x="776" y="762"/>
                </a:lnTo>
                <a:lnTo>
                  <a:pt x="776" y="755"/>
                </a:lnTo>
                <a:lnTo>
                  <a:pt x="769" y="755"/>
                </a:lnTo>
                <a:lnTo>
                  <a:pt x="769" y="762"/>
                </a:lnTo>
                <a:close/>
                <a:moveTo>
                  <a:pt x="786" y="762"/>
                </a:moveTo>
                <a:lnTo>
                  <a:pt x="793" y="762"/>
                </a:lnTo>
                <a:lnTo>
                  <a:pt x="793" y="755"/>
                </a:lnTo>
                <a:lnTo>
                  <a:pt x="786" y="755"/>
                </a:lnTo>
                <a:lnTo>
                  <a:pt x="786" y="762"/>
                </a:lnTo>
                <a:close/>
                <a:moveTo>
                  <a:pt x="802" y="762"/>
                </a:moveTo>
                <a:lnTo>
                  <a:pt x="810" y="762"/>
                </a:lnTo>
                <a:lnTo>
                  <a:pt x="810" y="755"/>
                </a:lnTo>
                <a:lnTo>
                  <a:pt x="802" y="755"/>
                </a:lnTo>
                <a:lnTo>
                  <a:pt x="802" y="762"/>
                </a:lnTo>
                <a:close/>
                <a:moveTo>
                  <a:pt x="819" y="762"/>
                </a:moveTo>
                <a:lnTo>
                  <a:pt x="826" y="762"/>
                </a:lnTo>
                <a:lnTo>
                  <a:pt x="826" y="755"/>
                </a:lnTo>
                <a:lnTo>
                  <a:pt x="819" y="755"/>
                </a:lnTo>
                <a:lnTo>
                  <a:pt x="819" y="762"/>
                </a:lnTo>
                <a:close/>
                <a:moveTo>
                  <a:pt x="1321" y="762"/>
                </a:moveTo>
                <a:lnTo>
                  <a:pt x="1328" y="762"/>
                </a:lnTo>
                <a:lnTo>
                  <a:pt x="1328" y="755"/>
                </a:lnTo>
                <a:lnTo>
                  <a:pt x="1321" y="755"/>
                </a:lnTo>
                <a:lnTo>
                  <a:pt x="1321" y="762"/>
                </a:lnTo>
                <a:close/>
                <a:moveTo>
                  <a:pt x="1338" y="762"/>
                </a:moveTo>
                <a:lnTo>
                  <a:pt x="1345" y="762"/>
                </a:lnTo>
                <a:lnTo>
                  <a:pt x="1345" y="755"/>
                </a:lnTo>
                <a:lnTo>
                  <a:pt x="1338" y="755"/>
                </a:lnTo>
                <a:lnTo>
                  <a:pt x="1338" y="762"/>
                </a:lnTo>
                <a:close/>
                <a:moveTo>
                  <a:pt x="1354" y="762"/>
                </a:moveTo>
                <a:lnTo>
                  <a:pt x="1361" y="762"/>
                </a:lnTo>
                <a:lnTo>
                  <a:pt x="1361" y="755"/>
                </a:lnTo>
                <a:lnTo>
                  <a:pt x="1354" y="755"/>
                </a:lnTo>
                <a:lnTo>
                  <a:pt x="1354" y="762"/>
                </a:lnTo>
                <a:close/>
                <a:moveTo>
                  <a:pt x="1371" y="762"/>
                </a:moveTo>
                <a:lnTo>
                  <a:pt x="1378" y="762"/>
                </a:lnTo>
                <a:lnTo>
                  <a:pt x="1378" y="755"/>
                </a:lnTo>
                <a:lnTo>
                  <a:pt x="1371" y="755"/>
                </a:lnTo>
                <a:lnTo>
                  <a:pt x="1371" y="762"/>
                </a:lnTo>
                <a:close/>
                <a:moveTo>
                  <a:pt x="1390" y="762"/>
                </a:moveTo>
                <a:lnTo>
                  <a:pt x="1394" y="762"/>
                </a:lnTo>
                <a:lnTo>
                  <a:pt x="1394" y="755"/>
                </a:lnTo>
                <a:lnTo>
                  <a:pt x="1390" y="755"/>
                </a:lnTo>
                <a:lnTo>
                  <a:pt x="1390" y="762"/>
                </a:lnTo>
                <a:close/>
                <a:moveTo>
                  <a:pt x="1406" y="762"/>
                </a:moveTo>
                <a:lnTo>
                  <a:pt x="1413" y="762"/>
                </a:lnTo>
                <a:lnTo>
                  <a:pt x="1413" y="755"/>
                </a:lnTo>
                <a:lnTo>
                  <a:pt x="1406" y="755"/>
                </a:lnTo>
                <a:lnTo>
                  <a:pt x="1406" y="762"/>
                </a:lnTo>
                <a:close/>
                <a:moveTo>
                  <a:pt x="1423" y="762"/>
                </a:moveTo>
                <a:lnTo>
                  <a:pt x="1430" y="762"/>
                </a:lnTo>
                <a:lnTo>
                  <a:pt x="1430" y="755"/>
                </a:lnTo>
                <a:lnTo>
                  <a:pt x="1423" y="755"/>
                </a:lnTo>
                <a:lnTo>
                  <a:pt x="1423" y="762"/>
                </a:lnTo>
                <a:close/>
                <a:moveTo>
                  <a:pt x="1439" y="762"/>
                </a:moveTo>
                <a:lnTo>
                  <a:pt x="1447" y="762"/>
                </a:lnTo>
                <a:lnTo>
                  <a:pt x="1447" y="755"/>
                </a:lnTo>
                <a:lnTo>
                  <a:pt x="1439" y="755"/>
                </a:lnTo>
                <a:lnTo>
                  <a:pt x="1439" y="762"/>
                </a:lnTo>
                <a:close/>
                <a:moveTo>
                  <a:pt x="1456" y="762"/>
                </a:moveTo>
                <a:lnTo>
                  <a:pt x="1463" y="762"/>
                </a:lnTo>
                <a:lnTo>
                  <a:pt x="1463" y="755"/>
                </a:lnTo>
                <a:lnTo>
                  <a:pt x="1456" y="755"/>
                </a:lnTo>
                <a:lnTo>
                  <a:pt x="1456" y="762"/>
                </a:lnTo>
                <a:close/>
                <a:moveTo>
                  <a:pt x="1473" y="762"/>
                </a:moveTo>
                <a:lnTo>
                  <a:pt x="1480" y="762"/>
                </a:lnTo>
                <a:lnTo>
                  <a:pt x="1480" y="755"/>
                </a:lnTo>
                <a:lnTo>
                  <a:pt x="1473" y="755"/>
                </a:lnTo>
                <a:lnTo>
                  <a:pt x="1473" y="762"/>
                </a:lnTo>
                <a:close/>
                <a:moveTo>
                  <a:pt x="1489" y="762"/>
                </a:moveTo>
                <a:lnTo>
                  <a:pt x="1496" y="762"/>
                </a:lnTo>
                <a:lnTo>
                  <a:pt x="1496" y="755"/>
                </a:lnTo>
                <a:lnTo>
                  <a:pt x="1489" y="755"/>
                </a:lnTo>
                <a:lnTo>
                  <a:pt x="1489" y="762"/>
                </a:lnTo>
                <a:close/>
                <a:moveTo>
                  <a:pt x="1506" y="762"/>
                </a:moveTo>
                <a:lnTo>
                  <a:pt x="1513" y="762"/>
                </a:lnTo>
                <a:lnTo>
                  <a:pt x="1513" y="755"/>
                </a:lnTo>
                <a:lnTo>
                  <a:pt x="1506" y="755"/>
                </a:lnTo>
                <a:lnTo>
                  <a:pt x="1506" y="762"/>
                </a:lnTo>
                <a:close/>
                <a:moveTo>
                  <a:pt x="1522" y="762"/>
                </a:moveTo>
                <a:lnTo>
                  <a:pt x="1529" y="762"/>
                </a:lnTo>
                <a:lnTo>
                  <a:pt x="1529" y="755"/>
                </a:lnTo>
                <a:lnTo>
                  <a:pt x="1522" y="755"/>
                </a:lnTo>
                <a:lnTo>
                  <a:pt x="1522" y="762"/>
                </a:lnTo>
                <a:close/>
                <a:moveTo>
                  <a:pt x="1539" y="762"/>
                </a:moveTo>
                <a:lnTo>
                  <a:pt x="1546" y="762"/>
                </a:lnTo>
                <a:lnTo>
                  <a:pt x="1546" y="755"/>
                </a:lnTo>
                <a:lnTo>
                  <a:pt x="1539" y="755"/>
                </a:lnTo>
                <a:lnTo>
                  <a:pt x="1539" y="762"/>
                </a:lnTo>
                <a:close/>
                <a:moveTo>
                  <a:pt x="1555" y="762"/>
                </a:moveTo>
                <a:lnTo>
                  <a:pt x="1563" y="762"/>
                </a:lnTo>
                <a:lnTo>
                  <a:pt x="1563" y="755"/>
                </a:lnTo>
                <a:lnTo>
                  <a:pt x="1555" y="755"/>
                </a:lnTo>
                <a:lnTo>
                  <a:pt x="1555" y="762"/>
                </a:lnTo>
                <a:close/>
                <a:moveTo>
                  <a:pt x="1572" y="762"/>
                </a:moveTo>
                <a:lnTo>
                  <a:pt x="1579" y="762"/>
                </a:lnTo>
                <a:lnTo>
                  <a:pt x="1579" y="755"/>
                </a:lnTo>
                <a:lnTo>
                  <a:pt x="1572" y="755"/>
                </a:lnTo>
                <a:lnTo>
                  <a:pt x="1572" y="762"/>
                </a:lnTo>
                <a:close/>
                <a:moveTo>
                  <a:pt x="1589" y="762"/>
                </a:moveTo>
                <a:lnTo>
                  <a:pt x="1596" y="762"/>
                </a:lnTo>
                <a:lnTo>
                  <a:pt x="1596" y="755"/>
                </a:lnTo>
                <a:lnTo>
                  <a:pt x="1589" y="755"/>
                </a:lnTo>
                <a:lnTo>
                  <a:pt x="1589" y="762"/>
                </a:lnTo>
                <a:close/>
                <a:moveTo>
                  <a:pt x="1605" y="762"/>
                </a:moveTo>
                <a:lnTo>
                  <a:pt x="1612" y="762"/>
                </a:lnTo>
                <a:lnTo>
                  <a:pt x="1612" y="755"/>
                </a:lnTo>
                <a:lnTo>
                  <a:pt x="1605" y="755"/>
                </a:lnTo>
                <a:lnTo>
                  <a:pt x="1605" y="762"/>
                </a:lnTo>
                <a:close/>
                <a:moveTo>
                  <a:pt x="1622" y="762"/>
                </a:moveTo>
                <a:lnTo>
                  <a:pt x="1629" y="762"/>
                </a:lnTo>
                <a:lnTo>
                  <a:pt x="1629" y="755"/>
                </a:lnTo>
                <a:lnTo>
                  <a:pt x="1622" y="755"/>
                </a:lnTo>
                <a:lnTo>
                  <a:pt x="1622" y="762"/>
                </a:lnTo>
                <a:close/>
                <a:moveTo>
                  <a:pt x="1638" y="762"/>
                </a:moveTo>
                <a:lnTo>
                  <a:pt x="1645" y="762"/>
                </a:lnTo>
                <a:lnTo>
                  <a:pt x="1645" y="755"/>
                </a:lnTo>
                <a:lnTo>
                  <a:pt x="1638" y="755"/>
                </a:lnTo>
                <a:lnTo>
                  <a:pt x="1638" y="762"/>
                </a:lnTo>
                <a:close/>
                <a:moveTo>
                  <a:pt x="1657" y="762"/>
                </a:moveTo>
                <a:lnTo>
                  <a:pt x="1664" y="762"/>
                </a:lnTo>
                <a:lnTo>
                  <a:pt x="1664" y="755"/>
                </a:lnTo>
                <a:lnTo>
                  <a:pt x="1657" y="755"/>
                </a:lnTo>
                <a:lnTo>
                  <a:pt x="1657" y="762"/>
                </a:lnTo>
                <a:close/>
                <a:moveTo>
                  <a:pt x="1674" y="762"/>
                </a:moveTo>
                <a:lnTo>
                  <a:pt x="1681" y="762"/>
                </a:lnTo>
                <a:lnTo>
                  <a:pt x="1681" y="755"/>
                </a:lnTo>
                <a:lnTo>
                  <a:pt x="1674" y="755"/>
                </a:lnTo>
                <a:lnTo>
                  <a:pt x="1674" y="762"/>
                </a:lnTo>
                <a:close/>
                <a:moveTo>
                  <a:pt x="1690" y="762"/>
                </a:moveTo>
                <a:lnTo>
                  <a:pt x="1698" y="762"/>
                </a:lnTo>
                <a:lnTo>
                  <a:pt x="1698" y="755"/>
                </a:lnTo>
                <a:lnTo>
                  <a:pt x="1690" y="755"/>
                </a:lnTo>
                <a:lnTo>
                  <a:pt x="1690" y="762"/>
                </a:lnTo>
                <a:close/>
                <a:moveTo>
                  <a:pt x="1707" y="762"/>
                </a:moveTo>
                <a:lnTo>
                  <a:pt x="1714" y="762"/>
                </a:lnTo>
                <a:lnTo>
                  <a:pt x="1714" y="755"/>
                </a:lnTo>
                <a:lnTo>
                  <a:pt x="1707" y="755"/>
                </a:lnTo>
                <a:lnTo>
                  <a:pt x="1707" y="762"/>
                </a:lnTo>
                <a:close/>
                <a:moveTo>
                  <a:pt x="1724" y="762"/>
                </a:moveTo>
                <a:lnTo>
                  <a:pt x="1731" y="762"/>
                </a:lnTo>
                <a:lnTo>
                  <a:pt x="1731" y="755"/>
                </a:lnTo>
                <a:lnTo>
                  <a:pt x="1724" y="755"/>
                </a:lnTo>
                <a:lnTo>
                  <a:pt x="1724" y="762"/>
                </a:lnTo>
                <a:close/>
                <a:moveTo>
                  <a:pt x="1740" y="762"/>
                </a:moveTo>
                <a:lnTo>
                  <a:pt x="1747" y="762"/>
                </a:lnTo>
                <a:lnTo>
                  <a:pt x="1747" y="755"/>
                </a:lnTo>
                <a:lnTo>
                  <a:pt x="1740" y="755"/>
                </a:lnTo>
                <a:lnTo>
                  <a:pt x="1740" y="762"/>
                </a:lnTo>
                <a:close/>
                <a:moveTo>
                  <a:pt x="1757" y="762"/>
                </a:moveTo>
                <a:lnTo>
                  <a:pt x="1764" y="762"/>
                </a:lnTo>
                <a:lnTo>
                  <a:pt x="1764" y="755"/>
                </a:lnTo>
                <a:lnTo>
                  <a:pt x="1757" y="755"/>
                </a:lnTo>
                <a:lnTo>
                  <a:pt x="1757" y="762"/>
                </a:lnTo>
                <a:close/>
                <a:moveTo>
                  <a:pt x="1773" y="762"/>
                </a:moveTo>
                <a:lnTo>
                  <a:pt x="1780" y="762"/>
                </a:lnTo>
                <a:lnTo>
                  <a:pt x="1780" y="755"/>
                </a:lnTo>
                <a:lnTo>
                  <a:pt x="1773" y="755"/>
                </a:lnTo>
                <a:lnTo>
                  <a:pt x="1773" y="762"/>
                </a:lnTo>
                <a:close/>
                <a:moveTo>
                  <a:pt x="1790" y="762"/>
                </a:moveTo>
                <a:lnTo>
                  <a:pt x="1797" y="762"/>
                </a:lnTo>
                <a:lnTo>
                  <a:pt x="1797" y="755"/>
                </a:lnTo>
                <a:lnTo>
                  <a:pt x="1790" y="755"/>
                </a:lnTo>
                <a:lnTo>
                  <a:pt x="1790" y="762"/>
                </a:lnTo>
                <a:close/>
                <a:moveTo>
                  <a:pt x="1806" y="762"/>
                </a:moveTo>
                <a:lnTo>
                  <a:pt x="1814" y="762"/>
                </a:lnTo>
                <a:lnTo>
                  <a:pt x="1814" y="755"/>
                </a:lnTo>
                <a:lnTo>
                  <a:pt x="1806" y="755"/>
                </a:lnTo>
                <a:lnTo>
                  <a:pt x="1806" y="762"/>
                </a:lnTo>
                <a:close/>
                <a:moveTo>
                  <a:pt x="1823" y="762"/>
                </a:moveTo>
                <a:lnTo>
                  <a:pt x="1830" y="762"/>
                </a:lnTo>
                <a:lnTo>
                  <a:pt x="1830" y="755"/>
                </a:lnTo>
                <a:lnTo>
                  <a:pt x="1823" y="755"/>
                </a:lnTo>
                <a:lnTo>
                  <a:pt x="1823" y="762"/>
                </a:lnTo>
                <a:close/>
                <a:moveTo>
                  <a:pt x="1840" y="762"/>
                </a:moveTo>
                <a:lnTo>
                  <a:pt x="1847" y="762"/>
                </a:lnTo>
                <a:lnTo>
                  <a:pt x="1847" y="755"/>
                </a:lnTo>
                <a:lnTo>
                  <a:pt x="1840" y="755"/>
                </a:lnTo>
                <a:lnTo>
                  <a:pt x="1840" y="762"/>
                </a:lnTo>
                <a:close/>
                <a:moveTo>
                  <a:pt x="1856" y="762"/>
                </a:moveTo>
                <a:lnTo>
                  <a:pt x="1863" y="762"/>
                </a:lnTo>
                <a:lnTo>
                  <a:pt x="1863" y="755"/>
                </a:lnTo>
                <a:lnTo>
                  <a:pt x="1856" y="755"/>
                </a:lnTo>
                <a:lnTo>
                  <a:pt x="1856" y="762"/>
                </a:lnTo>
                <a:close/>
                <a:moveTo>
                  <a:pt x="1873" y="762"/>
                </a:moveTo>
                <a:lnTo>
                  <a:pt x="1880" y="762"/>
                </a:lnTo>
                <a:lnTo>
                  <a:pt x="1880" y="755"/>
                </a:lnTo>
                <a:lnTo>
                  <a:pt x="1873" y="755"/>
                </a:lnTo>
                <a:lnTo>
                  <a:pt x="1873" y="762"/>
                </a:lnTo>
                <a:close/>
                <a:moveTo>
                  <a:pt x="1889" y="762"/>
                </a:moveTo>
                <a:lnTo>
                  <a:pt x="1896" y="762"/>
                </a:lnTo>
                <a:lnTo>
                  <a:pt x="1896" y="755"/>
                </a:lnTo>
                <a:lnTo>
                  <a:pt x="1889" y="755"/>
                </a:lnTo>
                <a:lnTo>
                  <a:pt x="1889" y="762"/>
                </a:lnTo>
                <a:close/>
                <a:moveTo>
                  <a:pt x="1908" y="762"/>
                </a:moveTo>
                <a:lnTo>
                  <a:pt x="1915" y="762"/>
                </a:lnTo>
                <a:lnTo>
                  <a:pt x="1915" y="755"/>
                </a:lnTo>
                <a:lnTo>
                  <a:pt x="1908" y="755"/>
                </a:lnTo>
                <a:lnTo>
                  <a:pt x="1908" y="762"/>
                </a:lnTo>
                <a:close/>
                <a:moveTo>
                  <a:pt x="1925" y="762"/>
                </a:moveTo>
                <a:lnTo>
                  <a:pt x="1932" y="762"/>
                </a:lnTo>
                <a:lnTo>
                  <a:pt x="1932" y="755"/>
                </a:lnTo>
                <a:lnTo>
                  <a:pt x="1925" y="755"/>
                </a:lnTo>
                <a:lnTo>
                  <a:pt x="1925" y="762"/>
                </a:lnTo>
                <a:close/>
                <a:moveTo>
                  <a:pt x="1941" y="762"/>
                </a:moveTo>
                <a:lnTo>
                  <a:pt x="1949" y="762"/>
                </a:lnTo>
                <a:lnTo>
                  <a:pt x="1949" y="755"/>
                </a:lnTo>
                <a:lnTo>
                  <a:pt x="1941" y="755"/>
                </a:lnTo>
                <a:lnTo>
                  <a:pt x="1941" y="762"/>
                </a:lnTo>
                <a:close/>
                <a:moveTo>
                  <a:pt x="1958" y="762"/>
                </a:moveTo>
                <a:lnTo>
                  <a:pt x="1965" y="762"/>
                </a:lnTo>
                <a:lnTo>
                  <a:pt x="1965" y="755"/>
                </a:lnTo>
                <a:lnTo>
                  <a:pt x="1958" y="755"/>
                </a:lnTo>
                <a:lnTo>
                  <a:pt x="1958" y="762"/>
                </a:lnTo>
                <a:close/>
                <a:moveTo>
                  <a:pt x="1975" y="762"/>
                </a:moveTo>
                <a:lnTo>
                  <a:pt x="1982" y="762"/>
                </a:lnTo>
                <a:lnTo>
                  <a:pt x="1982" y="755"/>
                </a:lnTo>
                <a:lnTo>
                  <a:pt x="1975" y="755"/>
                </a:lnTo>
                <a:lnTo>
                  <a:pt x="1975" y="762"/>
                </a:lnTo>
                <a:close/>
                <a:moveTo>
                  <a:pt x="1991" y="762"/>
                </a:moveTo>
                <a:lnTo>
                  <a:pt x="1998" y="762"/>
                </a:lnTo>
                <a:lnTo>
                  <a:pt x="1998" y="755"/>
                </a:lnTo>
                <a:lnTo>
                  <a:pt x="1991" y="755"/>
                </a:lnTo>
                <a:lnTo>
                  <a:pt x="1991" y="762"/>
                </a:lnTo>
                <a:close/>
                <a:moveTo>
                  <a:pt x="2008" y="762"/>
                </a:moveTo>
                <a:lnTo>
                  <a:pt x="2015" y="762"/>
                </a:lnTo>
                <a:lnTo>
                  <a:pt x="2015" y="755"/>
                </a:lnTo>
                <a:lnTo>
                  <a:pt x="2008" y="755"/>
                </a:lnTo>
                <a:lnTo>
                  <a:pt x="2008" y="762"/>
                </a:lnTo>
                <a:close/>
                <a:moveTo>
                  <a:pt x="2024" y="762"/>
                </a:moveTo>
                <a:lnTo>
                  <a:pt x="2031" y="762"/>
                </a:lnTo>
                <a:lnTo>
                  <a:pt x="2031" y="755"/>
                </a:lnTo>
                <a:lnTo>
                  <a:pt x="2024" y="755"/>
                </a:lnTo>
                <a:lnTo>
                  <a:pt x="2024" y="762"/>
                </a:lnTo>
                <a:close/>
                <a:moveTo>
                  <a:pt x="2041" y="762"/>
                </a:moveTo>
                <a:lnTo>
                  <a:pt x="2048" y="762"/>
                </a:lnTo>
                <a:lnTo>
                  <a:pt x="2048" y="755"/>
                </a:lnTo>
                <a:lnTo>
                  <a:pt x="2041" y="755"/>
                </a:lnTo>
                <a:lnTo>
                  <a:pt x="2041" y="762"/>
                </a:lnTo>
                <a:close/>
                <a:moveTo>
                  <a:pt x="2057" y="762"/>
                </a:moveTo>
                <a:lnTo>
                  <a:pt x="2065" y="762"/>
                </a:lnTo>
                <a:lnTo>
                  <a:pt x="2065" y="755"/>
                </a:lnTo>
                <a:lnTo>
                  <a:pt x="2057" y="755"/>
                </a:lnTo>
                <a:lnTo>
                  <a:pt x="2057" y="762"/>
                </a:lnTo>
                <a:close/>
                <a:moveTo>
                  <a:pt x="2074" y="762"/>
                </a:moveTo>
                <a:lnTo>
                  <a:pt x="2081" y="762"/>
                </a:lnTo>
                <a:lnTo>
                  <a:pt x="2081" y="755"/>
                </a:lnTo>
                <a:lnTo>
                  <a:pt x="2074" y="755"/>
                </a:lnTo>
                <a:lnTo>
                  <a:pt x="2074" y="762"/>
                </a:lnTo>
                <a:close/>
                <a:moveTo>
                  <a:pt x="2091" y="762"/>
                </a:moveTo>
                <a:lnTo>
                  <a:pt x="2098" y="762"/>
                </a:lnTo>
                <a:lnTo>
                  <a:pt x="2098" y="755"/>
                </a:lnTo>
                <a:lnTo>
                  <a:pt x="2091" y="755"/>
                </a:lnTo>
                <a:lnTo>
                  <a:pt x="2091" y="762"/>
                </a:lnTo>
                <a:close/>
                <a:moveTo>
                  <a:pt x="2107" y="762"/>
                </a:moveTo>
                <a:lnTo>
                  <a:pt x="2114" y="762"/>
                </a:lnTo>
                <a:lnTo>
                  <a:pt x="2114" y="755"/>
                </a:lnTo>
                <a:lnTo>
                  <a:pt x="2107" y="755"/>
                </a:lnTo>
                <a:lnTo>
                  <a:pt x="2107" y="762"/>
                </a:lnTo>
                <a:close/>
                <a:moveTo>
                  <a:pt x="2124" y="762"/>
                </a:moveTo>
                <a:lnTo>
                  <a:pt x="2131" y="762"/>
                </a:lnTo>
                <a:lnTo>
                  <a:pt x="2131" y="755"/>
                </a:lnTo>
                <a:lnTo>
                  <a:pt x="2124" y="755"/>
                </a:lnTo>
                <a:lnTo>
                  <a:pt x="2124" y="762"/>
                </a:lnTo>
                <a:close/>
                <a:moveTo>
                  <a:pt x="2140" y="762"/>
                </a:moveTo>
                <a:lnTo>
                  <a:pt x="2147" y="762"/>
                </a:lnTo>
                <a:lnTo>
                  <a:pt x="2147" y="755"/>
                </a:lnTo>
                <a:lnTo>
                  <a:pt x="2140" y="755"/>
                </a:lnTo>
                <a:lnTo>
                  <a:pt x="2140" y="762"/>
                </a:lnTo>
                <a:close/>
                <a:moveTo>
                  <a:pt x="2159" y="762"/>
                </a:moveTo>
                <a:lnTo>
                  <a:pt x="2164" y="762"/>
                </a:lnTo>
                <a:lnTo>
                  <a:pt x="2164" y="755"/>
                </a:lnTo>
                <a:lnTo>
                  <a:pt x="2159" y="755"/>
                </a:lnTo>
                <a:lnTo>
                  <a:pt x="2159" y="762"/>
                </a:lnTo>
                <a:close/>
                <a:moveTo>
                  <a:pt x="2176" y="762"/>
                </a:moveTo>
                <a:lnTo>
                  <a:pt x="2183" y="762"/>
                </a:lnTo>
                <a:lnTo>
                  <a:pt x="2183" y="755"/>
                </a:lnTo>
                <a:lnTo>
                  <a:pt x="2176" y="755"/>
                </a:lnTo>
                <a:lnTo>
                  <a:pt x="2176" y="762"/>
                </a:lnTo>
                <a:close/>
                <a:moveTo>
                  <a:pt x="2192" y="762"/>
                </a:moveTo>
                <a:lnTo>
                  <a:pt x="2200" y="762"/>
                </a:lnTo>
                <a:lnTo>
                  <a:pt x="2200" y="755"/>
                </a:lnTo>
                <a:lnTo>
                  <a:pt x="2192" y="755"/>
                </a:lnTo>
                <a:lnTo>
                  <a:pt x="2192" y="762"/>
                </a:lnTo>
                <a:close/>
                <a:moveTo>
                  <a:pt x="2209" y="762"/>
                </a:moveTo>
                <a:lnTo>
                  <a:pt x="2216" y="762"/>
                </a:lnTo>
                <a:lnTo>
                  <a:pt x="2216" y="755"/>
                </a:lnTo>
                <a:lnTo>
                  <a:pt x="2209" y="755"/>
                </a:lnTo>
                <a:lnTo>
                  <a:pt x="2209" y="762"/>
                </a:lnTo>
                <a:close/>
                <a:moveTo>
                  <a:pt x="2226" y="762"/>
                </a:moveTo>
                <a:lnTo>
                  <a:pt x="2233" y="762"/>
                </a:lnTo>
                <a:lnTo>
                  <a:pt x="2233" y="755"/>
                </a:lnTo>
                <a:lnTo>
                  <a:pt x="2226" y="755"/>
                </a:lnTo>
                <a:lnTo>
                  <a:pt x="2226" y="762"/>
                </a:lnTo>
                <a:close/>
                <a:moveTo>
                  <a:pt x="2242" y="762"/>
                </a:moveTo>
                <a:lnTo>
                  <a:pt x="2249" y="762"/>
                </a:lnTo>
                <a:lnTo>
                  <a:pt x="2249" y="755"/>
                </a:lnTo>
                <a:lnTo>
                  <a:pt x="2242" y="755"/>
                </a:lnTo>
                <a:lnTo>
                  <a:pt x="2242" y="762"/>
                </a:lnTo>
                <a:close/>
                <a:moveTo>
                  <a:pt x="2259" y="762"/>
                </a:moveTo>
                <a:lnTo>
                  <a:pt x="2266" y="762"/>
                </a:lnTo>
                <a:lnTo>
                  <a:pt x="2266" y="755"/>
                </a:lnTo>
                <a:lnTo>
                  <a:pt x="2259" y="755"/>
                </a:lnTo>
                <a:lnTo>
                  <a:pt x="2259" y="762"/>
                </a:lnTo>
                <a:close/>
                <a:moveTo>
                  <a:pt x="2275" y="762"/>
                </a:moveTo>
                <a:lnTo>
                  <a:pt x="2282" y="762"/>
                </a:lnTo>
                <a:lnTo>
                  <a:pt x="2282" y="755"/>
                </a:lnTo>
                <a:lnTo>
                  <a:pt x="2275" y="755"/>
                </a:lnTo>
                <a:lnTo>
                  <a:pt x="2275" y="762"/>
                </a:lnTo>
                <a:close/>
                <a:moveTo>
                  <a:pt x="2292" y="762"/>
                </a:moveTo>
                <a:lnTo>
                  <a:pt x="2299" y="762"/>
                </a:lnTo>
                <a:lnTo>
                  <a:pt x="2299" y="755"/>
                </a:lnTo>
                <a:lnTo>
                  <a:pt x="2292" y="755"/>
                </a:lnTo>
                <a:lnTo>
                  <a:pt x="2292" y="762"/>
                </a:lnTo>
                <a:close/>
                <a:moveTo>
                  <a:pt x="2308" y="762"/>
                </a:moveTo>
                <a:lnTo>
                  <a:pt x="2316" y="762"/>
                </a:lnTo>
                <a:lnTo>
                  <a:pt x="2316" y="755"/>
                </a:lnTo>
                <a:lnTo>
                  <a:pt x="2308" y="755"/>
                </a:lnTo>
                <a:lnTo>
                  <a:pt x="2308" y="762"/>
                </a:lnTo>
                <a:close/>
                <a:moveTo>
                  <a:pt x="2325" y="762"/>
                </a:moveTo>
                <a:lnTo>
                  <a:pt x="2332" y="762"/>
                </a:lnTo>
                <a:lnTo>
                  <a:pt x="2332" y="755"/>
                </a:lnTo>
                <a:lnTo>
                  <a:pt x="2325" y="755"/>
                </a:lnTo>
                <a:lnTo>
                  <a:pt x="2325" y="762"/>
                </a:lnTo>
                <a:close/>
                <a:moveTo>
                  <a:pt x="2342" y="762"/>
                </a:moveTo>
                <a:lnTo>
                  <a:pt x="2349" y="762"/>
                </a:lnTo>
                <a:lnTo>
                  <a:pt x="2349" y="755"/>
                </a:lnTo>
                <a:lnTo>
                  <a:pt x="2342" y="755"/>
                </a:lnTo>
                <a:lnTo>
                  <a:pt x="2342" y="762"/>
                </a:lnTo>
                <a:close/>
                <a:moveTo>
                  <a:pt x="2358" y="762"/>
                </a:moveTo>
                <a:lnTo>
                  <a:pt x="2365" y="762"/>
                </a:lnTo>
                <a:lnTo>
                  <a:pt x="2365" y="755"/>
                </a:lnTo>
                <a:lnTo>
                  <a:pt x="2358" y="755"/>
                </a:lnTo>
                <a:lnTo>
                  <a:pt x="2358" y="762"/>
                </a:lnTo>
                <a:close/>
                <a:moveTo>
                  <a:pt x="2375" y="762"/>
                </a:moveTo>
                <a:lnTo>
                  <a:pt x="2382" y="762"/>
                </a:lnTo>
                <a:lnTo>
                  <a:pt x="2382" y="755"/>
                </a:lnTo>
                <a:lnTo>
                  <a:pt x="2375" y="755"/>
                </a:lnTo>
                <a:lnTo>
                  <a:pt x="2375" y="762"/>
                </a:lnTo>
                <a:close/>
                <a:moveTo>
                  <a:pt x="2391" y="762"/>
                </a:moveTo>
                <a:lnTo>
                  <a:pt x="2398" y="762"/>
                </a:lnTo>
                <a:lnTo>
                  <a:pt x="2398" y="755"/>
                </a:lnTo>
                <a:lnTo>
                  <a:pt x="2391" y="755"/>
                </a:lnTo>
                <a:lnTo>
                  <a:pt x="2391" y="762"/>
                </a:lnTo>
                <a:close/>
                <a:moveTo>
                  <a:pt x="2408" y="762"/>
                </a:moveTo>
                <a:lnTo>
                  <a:pt x="2415" y="762"/>
                </a:lnTo>
                <a:lnTo>
                  <a:pt x="2415" y="755"/>
                </a:lnTo>
                <a:lnTo>
                  <a:pt x="2408" y="755"/>
                </a:lnTo>
                <a:lnTo>
                  <a:pt x="2408" y="762"/>
                </a:lnTo>
                <a:close/>
                <a:moveTo>
                  <a:pt x="2427" y="762"/>
                </a:moveTo>
                <a:lnTo>
                  <a:pt x="2434" y="762"/>
                </a:lnTo>
                <a:lnTo>
                  <a:pt x="2434" y="755"/>
                </a:lnTo>
                <a:lnTo>
                  <a:pt x="2427" y="755"/>
                </a:lnTo>
                <a:lnTo>
                  <a:pt x="2427" y="762"/>
                </a:lnTo>
                <a:close/>
                <a:moveTo>
                  <a:pt x="2443" y="762"/>
                </a:moveTo>
                <a:lnTo>
                  <a:pt x="2451" y="762"/>
                </a:lnTo>
                <a:lnTo>
                  <a:pt x="2451" y="755"/>
                </a:lnTo>
                <a:lnTo>
                  <a:pt x="2443" y="755"/>
                </a:lnTo>
                <a:lnTo>
                  <a:pt x="2443" y="762"/>
                </a:lnTo>
                <a:close/>
                <a:moveTo>
                  <a:pt x="2460" y="762"/>
                </a:moveTo>
                <a:lnTo>
                  <a:pt x="2467" y="762"/>
                </a:lnTo>
                <a:lnTo>
                  <a:pt x="2467" y="755"/>
                </a:lnTo>
                <a:lnTo>
                  <a:pt x="2460" y="755"/>
                </a:lnTo>
                <a:lnTo>
                  <a:pt x="2460" y="762"/>
                </a:lnTo>
                <a:close/>
                <a:moveTo>
                  <a:pt x="2477" y="762"/>
                </a:moveTo>
                <a:lnTo>
                  <a:pt x="2484" y="762"/>
                </a:lnTo>
                <a:lnTo>
                  <a:pt x="2484" y="755"/>
                </a:lnTo>
                <a:lnTo>
                  <a:pt x="2477" y="755"/>
                </a:lnTo>
                <a:lnTo>
                  <a:pt x="2477" y="762"/>
                </a:lnTo>
                <a:close/>
                <a:moveTo>
                  <a:pt x="518" y="779"/>
                </a:moveTo>
                <a:lnTo>
                  <a:pt x="525" y="779"/>
                </a:lnTo>
                <a:lnTo>
                  <a:pt x="525" y="772"/>
                </a:lnTo>
                <a:lnTo>
                  <a:pt x="518" y="772"/>
                </a:lnTo>
                <a:lnTo>
                  <a:pt x="518" y="779"/>
                </a:lnTo>
                <a:close/>
                <a:moveTo>
                  <a:pt x="535" y="779"/>
                </a:moveTo>
                <a:lnTo>
                  <a:pt x="542" y="779"/>
                </a:lnTo>
                <a:lnTo>
                  <a:pt x="542" y="772"/>
                </a:lnTo>
                <a:lnTo>
                  <a:pt x="535" y="772"/>
                </a:lnTo>
                <a:lnTo>
                  <a:pt x="535" y="779"/>
                </a:lnTo>
                <a:close/>
                <a:moveTo>
                  <a:pt x="551" y="779"/>
                </a:moveTo>
                <a:lnTo>
                  <a:pt x="559" y="779"/>
                </a:lnTo>
                <a:lnTo>
                  <a:pt x="559" y="772"/>
                </a:lnTo>
                <a:lnTo>
                  <a:pt x="551" y="772"/>
                </a:lnTo>
                <a:lnTo>
                  <a:pt x="551" y="779"/>
                </a:lnTo>
                <a:close/>
                <a:moveTo>
                  <a:pt x="568" y="779"/>
                </a:moveTo>
                <a:lnTo>
                  <a:pt x="575" y="779"/>
                </a:lnTo>
                <a:lnTo>
                  <a:pt x="575" y="772"/>
                </a:lnTo>
                <a:lnTo>
                  <a:pt x="568" y="772"/>
                </a:lnTo>
                <a:lnTo>
                  <a:pt x="568" y="779"/>
                </a:lnTo>
                <a:close/>
                <a:moveTo>
                  <a:pt x="585" y="779"/>
                </a:moveTo>
                <a:lnTo>
                  <a:pt x="592" y="779"/>
                </a:lnTo>
                <a:lnTo>
                  <a:pt x="592" y="772"/>
                </a:lnTo>
                <a:lnTo>
                  <a:pt x="585" y="772"/>
                </a:lnTo>
                <a:lnTo>
                  <a:pt x="585" y="779"/>
                </a:lnTo>
                <a:close/>
                <a:moveTo>
                  <a:pt x="601" y="779"/>
                </a:moveTo>
                <a:lnTo>
                  <a:pt x="608" y="779"/>
                </a:lnTo>
                <a:lnTo>
                  <a:pt x="608" y="772"/>
                </a:lnTo>
                <a:lnTo>
                  <a:pt x="601" y="772"/>
                </a:lnTo>
                <a:lnTo>
                  <a:pt x="601" y="779"/>
                </a:lnTo>
                <a:close/>
                <a:moveTo>
                  <a:pt x="620" y="779"/>
                </a:moveTo>
                <a:lnTo>
                  <a:pt x="625" y="779"/>
                </a:lnTo>
                <a:lnTo>
                  <a:pt x="625" y="772"/>
                </a:lnTo>
                <a:lnTo>
                  <a:pt x="620" y="772"/>
                </a:lnTo>
                <a:lnTo>
                  <a:pt x="620" y="779"/>
                </a:lnTo>
                <a:close/>
                <a:moveTo>
                  <a:pt x="637" y="779"/>
                </a:moveTo>
                <a:lnTo>
                  <a:pt x="644" y="779"/>
                </a:lnTo>
                <a:lnTo>
                  <a:pt x="644" y="772"/>
                </a:lnTo>
                <a:lnTo>
                  <a:pt x="637" y="772"/>
                </a:lnTo>
                <a:lnTo>
                  <a:pt x="637" y="779"/>
                </a:lnTo>
                <a:close/>
                <a:moveTo>
                  <a:pt x="736" y="779"/>
                </a:moveTo>
                <a:lnTo>
                  <a:pt x="743" y="779"/>
                </a:lnTo>
                <a:lnTo>
                  <a:pt x="743" y="772"/>
                </a:lnTo>
                <a:lnTo>
                  <a:pt x="736" y="772"/>
                </a:lnTo>
                <a:lnTo>
                  <a:pt x="736" y="779"/>
                </a:lnTo>
                <a:close/>
                <a:moveTo>
                  <a:pt x="753" y="779"/>
                </a:moveTo>
                <a:lnTo>
                  <a:pt x="760" y="779"/>
                </a:lnTo>
                <a:lnTo>
                  <a:pt x="760" y="772"/>
                </a:lnTo>
                <a:lnTo>
                  <a:pt x="753" y="772"/>
                </a:lnTo>
                <a:lnTo>
                  <a:pt x="753" y="779"/>
                </a:lnTo>
                <a:close/>
                <a:moveTo>
                  <a:pt x="769" y="779"/>
                </a:moveTo>
                <a:lnTo>
                  <a:pt x="776" y="779"/>
                </a:lnTo>
                <a:lnTo>
                  <a:pt x="776" y="772"/>
                </a:lnTo>
                <a:lnTo>
                  <a:pt x="769" y="772"/>
                </a:lnTo>
                <a:lnTo>
                  <a:pt x="769" y="779"/>
                </a:lnTo>
                <a:close/>
                <a:moveTo>
                  <a:pt x="786" y="779"/>
                </a:moveTo>
                <a:lnTo>
                  <a:pt x="793" y="779"/>
                </a:lnTo>
                <a:lnTo>
                  <a:pt x="793" y="772"/>
                </a:lnTo>
                <a:lnTo>
                  <a:pt x="786" y="772"/>
                </a:lnTo>
                <a:lnTo>
                  <a:pt x="786" y="779"/>
                </a:lnTo>
                <a:close/>
                <a:moveTo>
                  <a:pt x="802" y="779"/>
                </a:moveTo>
                <a:lnTo>
                  <a:pt x="810" y="779"/>
                </a:lnTo>
                <a:lnTo>
                  <a:pt x="810" y="772"/>
                </a:lnTo>
                <a:lnTo>
                  <a:pt x="802" y="772"/>
                </a:lnTo>
                <a:lnTo>
                  <a:pt x="802" y="779"/>
                </a:lnTo>
                <a:close/>
                <a:moveTo>
                  <a:pt x="819" y="779"/>
                </a:moveTo>
                <a:lnTo>
                  <a:pt x="826" y="779"/>
                </a:lnTo>
                <a:lnTo>
                  <a:pt x="826" y="772"/>
                </a:lnTo>
                <a:lnTo>
                  <a:pt x="819" y="772"/>
                </a:lnTo>
                <a:lnTo>
                  <a:pt x="819" y="779"/>
                </a:lnTo>
                <a:close/>
                <a:moveTo>
                  <a:pt x="852" y="779"/>
                </a:moveTo>
                <a:lnTo>
                  <a:pt x="859" y="779"/>
                </a:lnTo>
                <a:lnTo>
                  <a:pt x="859" y="772"/>
                </a:lnTo>
                <a:lnTo>
                  <a:pt x="852" y="772"/>
                </a:lnTo>
                <a:lnTo>
                  <a:pt x="852" y="779"/>
                </a:lnTo>
                <a:close/>
                <a:moveTo>
                  <a:pt x="1321" y="779"/>
                </a:moveTo>
                <a:lnTo>
                  <a:pt x="1328" y="779"/>
                </a:lnTo>
                <a:lnTo>
                  <a:pt x="1328" y="772"/>
                </a:lnTo>
                <a:lnTo>
                  <a:pt x="1321" y="772"/>
                </a:lnTo>
                <a:lnTo>
                  <a:pt x="1321" y="779"/>
                </a:lnTo>
                <a:close/>
                <a:moveTo>
                  <a:pt x="1338" y="779"/>
                </a:moveTo>
                <a:lnTo>
                  <a:pt x="1345" y="779"/>
                </a:lnTo>
                <a:lnTo>
                  <a:pt x="1345" y="772"/>
                </a:lnTo>
                <a:lnTo>
                  <a:pt x="1338" y="772"/>
                </a:lnTo>
                <a:lnTo>
                  <a:pt x="1338" y="779"/>
                </a:lnTo>
                <a:close/>
                <a:moveTo>
                  <a:pt x="1354" y="779"/>
                </a:moveTo>
                <a:lnTo>
                  <a:pt x="1361" y="779"/>
                </a:lnTo>
                <a:lnTo>
                  <a:pt x="1361" y="772"/>
                </a:lnTo>
                <a:lnTo>
                  <a:pt x="1354" y="772"/>
                </a:lnTo>
                <a:lnTo>
                  <a:pt x="1354" y="779"/>
                </a:lnTo>
                <a:close/>
                <a:moveTo>
                  <a:pt x="1371" y="779"/>
                </a:moveTo>
                <a:lnTo>
                  <a:pt x="1378" y="779"/>
                </a:lnTo>
                <a:lnTo>
                  <a:pt x="1378" y="772"/>
                </a:lnTo>
                <a:lnTo>
                  <a:pt x="1371" y="772"/>
                </a:lnTo>
                <a:lnTo>
                  <a:pt x="1371" y="779"/>
                </a:lnTo>
                <a:close/>
                <a:moveTo>
                  <a:pt x="1390" y="779"/>
                </a:moveTo>
                <a:lnTo>
                  <a:pt x="1394" y="779"/>
                </a:lnTo>
                <a:lnTo>
                  <a:pt x="1394" y="772"/>
                </a:lnTo>
                <a:lnTo>
                  <a:pt x="1390" y="772"/>
                </a:lnTo>
                <a:lnTo>
                  <a:pt x="1390" y="779"/>
                </a:lnTo>
                <a:close/>
                <a:moveTo>
                  <a:pt x="1406" y="779"/>
                </a:moveTo>
                <a:lnTo>
                  <a:pt x="1413" y="779"/>
                </a:lnTo>
                <a:lnTo>
                  <a:pt x="1413" y="772"/>
                </a:lnTo>
                <a:lnTo>
                  <a:pt x="1406" y="772"/>
                </a:lnTo>
                <a:lnTo>
                  <a:pt x="1406" y="779"/>
                </a:lnTo>
                <a:close/>
                <a:moveTo>
                  <a:pt x="1423" y="779"/>
                </a:moveTo>
                <a:lnTo>
                  <a:pt x="1430" y="779"/>
                </a:lnTo>
                <a:lnTo>
                  <a:pt x="1430" y="772"/>
                </a:lnTo>
                <a:lnTo>
                  <a:pt x="1423" y="772"/>
                </a:lnTo>
                <a:lnTo>
                  <a:pt x="1423" y="779"/>
                </a:lnTo>
                <a:close/>
                <a:moveTo>
                  <a:pt x="1439" y="779"/>
                </a:moveTo>
                <a:lnTo>
                  <a:pt x="1447" y="779"/>
                </a:lnTo>
                <a:lnTo>
                  <a:pt x="1447" y="772"/>
                </a:lnTo>
                <a:lnTo>
                  <a:pt x="1439" y="772"/>
                </a:lnTo>
                <a:lnTo>
                  <a:pt x="1439" y="779"/>
                </a:lnTo>
                <a:close/>
                <a:moveTo>
                  <a:pt x="1456" y="779"/>
                </a:moveTo>
                <a:lnTo>
                  <a:pt x="1463" y="779"/>
                </a:lnTo>
                <a:lnTo>
                  <a:pt x="1463" y="772"/>
                </a:lnTo>
                <a:lnTo>
                  <a:pt x="1456" y="772"/>
                </a:lnTo>
                <a:lnTo>
                  <a:pt x="1456" y="779"/>
                </a:lnTo>
                <a:close/>
                <a:moveTo>
                  <a:pt x="1473" y="779"/>
                </a:moveTo>
                <a:lnTo>
                  <a:pt x="1480" y="779"/>
                </a:lnTo>
                <a:lnTo>
                  <a:pt x="1480" y="772"/>
                </a:lnTo>
                <a:lnTo>
                  <a:pt x="1473" y="772"/>
                </a:lnTo>
                <a:lnTo>
                  <a:pt x="1473" y="779"/>
                </a:lnTo>
                <a:close/>
                <a:moveTo>
                  <a:pt x="1489" y="779"/>
                </a:moveTo>
                <a:lnTo>
                  <a:pt x="1496" y="779"/>
                </a:lnTo>
                <a:lnTo>
                  <a:pt x="1496" y="772"/>
                </a:lnTo>
                <a:lnTo>
                  <a:pt x="1489" y="772"/>
                </a:lnTo>
                <a:lnTo>
                  <a:pt x="1489" y="779"/>
                </a:lnTo>
                <a:close/>
                <a:moveTo>
                  <a:pt x="1506" y="779"/>
                </a:moveTo>
                <a:lnTo>
                  <a:pt x="1513" y="779"/>
                </a:lnTo>
                <a:lnTo>
                  <a:pt x="1513" y="772"/>
                </a:lnTo>
                <a:lnTo>
                  <a:pt x="1506" y="772"/>
                </a:lnTo>
                <a:lnTo>
                  <a:pt x="1506" y="779"/>
                </a:lnTo>
                <a:close/>
                <a:moveTo>
                  <a:pt x="1522" y="779"/>
                </a:moveTo>
                <a:lnTo>
                  <a:pt x="1529" y="779"/>
                </a:lnTo>
                <a:lnTo>
                  <a:pt x="1529" y="772"/>
                </a:lnTo>
                <a:lnTo>
                  <a:pt x="1522" y="772"/>
                </a:lnTo>
                <a:lnTo>
                  <a:pt x="1522" y="779"/>
                </a:lnTo>
                <a:close/>
                <a:moveTo>
                  <a:pt x="1539" y="779"/>
                </a:moveTo>
                <a:lnTo>
                  <a:pt x="1546" y="779"/>
                </a:lnTo>
                <a:lnTo>
                  <a:pt x="1546" y="772"/>
                </a:lnTo>
                <a:lnTo>
                  <a:pt x="1539" y="772"/>
                </a:lnTo>
                <a:lnTo>
                  <a:pt x="1539" y="779"/>
                </a:lnTo>
                <a:close/>
                <a:moveTo>
                  <a:pt x="1555" y="779"/>
                </a:moveTo>
                <a:lnTo>
                  <a:pt x="1563" y="779"/>
                </a:lnTo>
                <a:lnTo>
                  <a:pt x="1563" y="772"/>
                </a:lnTo>
                <a:lnTo>
                  <a:pt x="1555" y="772"/>
                </a:lnTo>
                <a:lnTo>
                  <a:pt x="1555" y="779"/>
                </a:lnTo>
                <a:close/>
                <a:moveTo>
                  <a:pt x="1572" y="779"/>
                </a:moveTo>
                <a:lnTo>
                  <a:pt x="1579" y="779"/>
                </a:lnTo>
                <a:lnTo>
                  <a:pt x="1579" y="772"/>
                </a:lnTo>
                <a:lnTo>
                  <a:pt x="1572" y="772"/>
                </a:lnTo>
                <a:lnTo>
                  <a:pt x="1572" y="779"/>
                </a:lnTo>
                <a:close/>
                <a:moveTo>
                  <a:pt x="1589" y="779"/>
                </a:moveTo>
                <a:lnTo>
                  <a:pt x="1596" y="779"/>
                </a:lnTo>
                <a:lnTo>
                  <a:pt x="1596" y="772"/>
                </a:lnTo>
                <a:lnTo>
                  <a:pt x="1589" y="772"/>
                </a:lnTo>
                <a:lnTo>
                  <a:pt x="1589" y="779"/>
                </a:lnTo>
                <a:close/>
                <a:moveTo>
                  <a:pt x="1605" y="779"/>
                </a:moveTo>
                <a:lnTo>
                  <a:pt x="1612" y="779"/>
                </a:lnTo>
                <a:lnTo>
                  <a:pt x="1612" y="772"/>
                </a:lnTo>
                <a:lnTo>
                  <a:pt x="1605" y="772"/>
                </a:lnTo>
                <a:lnTo>
                  <a:pt x="1605" y="779"/>
                </a:lnTo>
                <a:close/>
                <a:moveTo>
                  <a:pt x="1622" y="779"/>
                </a:moveTo>
                <a:lnTo>
                  <a:pt x="1629" y="779"/>
                </a:lnTo>
                <a:lnTo>
                  <a:pt x="1629" y="772"/>
                </a:lnTo>
                <a:lnTo>
                  <a:pt x="1622" y="772"/>
                </a:lnTo>
                <a:lnTo>
                  <a:pt x="1622" y="779"/>
                </a:lnTo>
                <a:close/>
                <a:moveTo>
                  <a:pt x="1638" y="779"/>
                </a:moveTo>
                <a:lnTo>
                  <a:pt x="1645" y="779"/>
                </a:lnTo>
                <a:lnTo>
                  <a:pt x="1645" y="772"/>
                </a:lnTo>
                <a:lnTo>
                  <a:pt x="1638" y="772"/>
                </a:lnTo>
                <a:lnTo>
                  <a:pt x="1638" y="779"/>
                </a:lnTo>
                <a:close/>
                <a:moveTo>
                  <a:pt x="1657" y="779"/>
                </a:moveTo>
                <a:lnTo>
                  <a:pt x="1664" y="779"/>
                </a:lnTo>
                <a:lnTo>
                  <a:pt x="1664" y="772"/>
                </a:lnTo>
                <a:lnTo>
                  <a:pt x="1657" y="772"/>
                </a:lnTo>
                <a:lnTo>
                  <a:pt x="1657" y="779"/>
                </a:lnTo>
                <a:close/>
                <a:moveTo>
                  <a:pt x="1674" y="779"/>
                </a:moveTo>
                <a:lnTo>
                  <a:pt x="1681" y="779"/>
                </a:lnTo>
                <a:lnTo>
                  <a:pt x="1681" y="772"/>
                </a:lnTo>
                <a:lnTo>
                  <a:pt x="1674" y="772"/>
                </a:lnTo>
                <a:lnTo>
                  <a:pt x="1674" y="779"/>
                </a:lnTo>
                <a:close/>
                <a:moveTo>
                  <a:pt x="1690" y="779"/>
                </a:moveTo>
                <a:lnTo>
                  <a:pt x="1698" y="779"/>
                </a:lnTo>
                <a:lnTo>
                  <a:pt x="1698" y="772"/>
                </a:lnTo>
                <a:lnTo>
                  <a:pt x="1690" y="772"/>
                </a:lnTo>
                <a:lnTo>
                  <a:pt x="1690" y="779"/>
                </a:lnTo>
                <a:close/>
                <a:moveTo>
                  <a:pt x="1707" y="779"/>
                </a:moveTo>
                <a:lnTo>
                  <a:pt x="1714" y="779"/>
                </a:lnTo>
                <a:lnTo>
                  <a:pt x="1714" y="772"/>
                </a:lnTo>
                <a:lnTo>
                  <a:pt x="1707" y="772"/>
                </a:lnTo>
                <a:lnTo>
                  <a:pt x="1707" y="779"/>
                </a:lnTo>
                <a:close/>
                <a:moveTo>
                  <a:pt x="1724" y="779"/>
                </a:moveTo>
                <a:lnTo>
                  <a:pt x="1731" y="779"/>
                </a:lnTo>
                <a:lnTo>
                  <a:pt x="1731" y="772"/>
                </a:lnTo>
                <a:lnTo>
                  <a:pt x="1724" y="772"/>
                </a:lnTo>
                <a:lnTo>
                  <a:pt x="1724" y="779"/>
                </a:lnTo>
                <a:close/>
                <a:moveTo>
                  <a:pt x="1740" y="779"/>
                </a:moveTo>
                <a:lnTo>
                  <a:pt x="1747" y="779"/>
                </a:lnTo>
                <a:lnTo>
                  <a:pt x="1747" y="772"/>
                </a:lnTo>
                <a:lnTo>
                  <a:pt x="1740" y="772"/>
                </a:lnTo>
                <a:lnTo>
                  <a:pt x="1740" y="779"/>
                </a:lnTo>
                <a:close/>
                <a:moveTo>
                  <a:pt x="1757" y="779"/>
                </a:moveTo>
                <a:lnTo>
                  <a:pt x="1764" y="779"/>
                </a:lnTo>
                <a:lnTo>
                  <a:pt x="1764" y="772"/>
                </a:lnTo>
                <a:lnTo>
                  <a:pt x="1757" y="772"/>
                </a:lnTo>
                <a:lnTo>
                  <a:pt x="1757" y="779"/>
                </a:lnTo>
                <a:close/>
                <a:moveTo>
                  <a:pt x="1773" y="779"/>
                </a:moveTo>
                <a:lnTo>
                  <a:pt x="1780" y="779"/>
                </a:lnTo>
                <a:lnTo>
                  <a:pt x="1780" y="772"/>
                </a:lnTo>
                <a:lnTo>
                  <a:pt x="1773" y="772"/>
                </a:lnTo>
                <a:lnTo>
                  <a:pt x="1773" y="779"/>
                </a:lnTo>
                <a:close/>
                <a:moveTo>
                  <a:pt x="1790" y="779"/>
                </a:moveTo>
                <a:lnTo>
                  <a:pt x="1797" y="779"/>
                </a:lnTo>
                <a:lnTo>
                  <a:pt x="1797" y="772"/>
                </a:lnTo>
                <a:lnTo>
                  <a:pt x="1790" y="772"/>
                </a:lnTo>
                <a:lnTo>
                  <a:pt x="1790" y="779"/>
                </a:lnTo>
                <a:close/>
                <a:moveTo>
                  <a:pt x="1806" y="779"/>
                </a:moveTo>
                <a:lnTo>
                  <a:pt x="1814" y="779"/>
                </a:lnTo>
                <a:lnTo>
                  <a:pt x="1814" y="772"/>
                </a:lnTo>
                <a:lnTo>
                  <a:pt x="1806" y="772"/>
                </a:lnTo>
                <a:lnTo>
                  <a:pt x="1806" y="779"/>
                </a:lnTo>
                <a:close/>
                <a:moveTo>
                  <a:pt x="1823" y="779"/>
                </a:moveTo>
                <a:lnTo>
                  <a:pt x="1830" y="779"/>
                </a:lnTo>
                <a:lnTo>
                  <a:pt x="1830" y="772"/>
                </a:lnTo>
                <a:lnTo>
                  <a:pt x="1823" y="772"/>
                </a:lnTo>
                <a:lnTo>
                  <a:pt x="1823" y="779"/>
                </a:lnTo>
                <a:close/>
                <a:moveTo>
                  <a:pt x="1840" y="779"/>
                </a:moveTo>
                <a:lnTo>
                  <a:pt x="1847" y="779"/>
                </a:lnTo>
                <a:lnTo>
                  <a:pt x="1847" y="772"/>
                </a:lnTo>
                <a:lnTo>
                  <a:pt x="1840" y="772"/>
                </a:lnTo>
                <a:lnTo>
                  <a:pt x="1840" y="779"/>
                </a:lnTo>
                <a:close/>
                <a:moveTo>
                  <a:pt x="1856" y="779"/>
                </a:moveTo>
                <a:lnTo>
                  <a:pt x="1863" y="779"/>
                </a:lnTo>
                <a:lnTo>
                  <a:pt x="1863" y="772"/>
                </a:lnTo>
                <a:lnTo>
                  <a:pt x="1856" y="772"/>
                </a:lnTo>
                <a:lnTo>
                  <a:pt x="1856" y="779"/>
                </a:lnTo>
                <a:close/>
                <a:moveTo>
                  <a:pt x="1873" y="779"/>
                </a:moveTo>
                <a:lnTo>
                  <a:pt x="1880" y="779"/>
                </a:lnTo>
                <a:lnTo>
                  <a:pt x="1880" y="772"/>
                </a:lnTo>
                <a:lnTo>
                  <a:pt x="1873" y="772"/>
                </a:lnTo>
                <a:lnTo>
                  <a:pt x="1873" y="779"/>
                </a:lnTo>
                <a:close/>
                <a:moveTo>
                  <a:pt x="1889" y="779"/>
                </a:moveTo>
                <a:lnTo>
                  <a:pt x="1896" y="779"/>
                </a:lnTo>
                <a:lnTo>
                  <a:pt x="1896" y="772"/>
                </a:lnTo>
                <a:lnTo>
                  <a:pt x="1889" y="772"/>
                </a:lnTo>
                <a:lnTo>
                  <a:pt x="1889" y="779"/>
                </a:lnTo>
                <a:close/>
                <a:moveTo>
                  <a:pt x="1908" y="779"/>
                </a:moveTo>
                <a:lnTo>
                  <a:pt x="1915" y="779"/>
                </a:lnTo>
                <a:lnTo>
                  <a:pt x="1915" y="772"/>
                </a:lnTo>
                <a:lnTo>
                  <a:pt x="1908" y="772"/>
                </a:lnTo>
                <a:lnTo>
                  <a:pt x="1908" y="779"/>
                </a:lnTo>
                <a:close/>
                <a:moveTo>
                  <a:pt x="1925" y="779"/>
                </a:moveTo>
                <a:lnTo>
                  <a:pt x="1932" y="779"/>
                </a:lnTo>
                <a:lnTo>
                  <a:pt x="1932" y="772"/>
                </a:lnTo>
                <a:lnTo>
                  <a:pt x="1925" y="772"/>
                </a:lnTo>
                <a:lnTo>
                  <a:pt x="1925" y="779"/>
                </a:lnTo>
                <a:close/>
                <a:moveTo>
                  <a:pt x="1941" y="779"/>
                </a:moveTo>
                <a:lnTo>
                  <a:pt x="1949" y="779"/>
                </a:lnTo>
                <a:lnTo>
                  <a:pt x="1949" y="772"/>
                </a:lnTo>
                <a:lnTo>
                  <a:pt x="1941" y="772"/>
                </a:lnTo>
                <a:lnTo>
                  <a:pt x="1941" y="779"/>
                </a:lnTo>
                <a:close/>
                <a:moveTo>
                  <a:pt x="1958" y="779"/>
                </a:moveTo>
                <a:lnTo>
                  <a:pt x="1965" y="779"/>
                </a:lnTo>
                <a:lnTo>
                  <a:pt x="1965" y="772"/>
                </a:lnTo>
                <a:lnTo>
                  <a:pt x="1958" y="772"/>
                </a:lnTo>
                <a:lnTo>
                  <a:pt x="1958" y="779"/>
                </a:lnTo>
                <a:close/>
                <a:moveTo>
                  <a:pt x="2024" y="779"/>
                </a:moveTo>
                <a:lnTo>
                  <a:pt x="2031" y="779"/>
                </a:lnTo>
                <a:lnTo>
                  <a:pt x="2031" y="772"/>
                </a:lnTo>
                <a:lnTo>
                  <a:pt x="2024" y="772"/>
                </a:lnTo>
                <a:lnTo>
                  <a:pt x="2024" y="779"/>
                </a:lnTo>
                <a:close/>
                <a:moveTo>
                  <a:pt x="2041" y="779"/>
                </a:moveTo>
                <a:lnTo>
                  <a:pt x="2048" y="779"/>
                </a:lnTo>
                <a:lnTo>
                  <a:pt x="2048" y="772"/>
                </a:lnTo>
                <a:lnTo>
                  <a:pt x="2041" y="772"/>
                </a:lnTo>
                <a:lnTo>
                  <a:pt x="2041" y="779"/>
                </a:lnTo>
                <a:close/>
                <a:moveTo>
                  <a:pt x="2057" y="779"/>
                </a:moveTo>
                <a:lnTo>
                  <a:pt x="2065" y="779"/>
                </a:lnTo>
                <a:lnTo>
                  <a:pt x="2065" y="772"/>
                </a:lnTo>
                <a:lnTo>
                  <a:pt x="2057" y="772"/>
                </a:lnTo>
                <a:lnTo>
                  <a:pt x="2057" y="779"/>
                </a:lnTo>
                <a:close/>
                <a:moveTo>
                  <a:pt x="2074" y="779"/>
                </a:moveTo>
                <a:lnTo>
                  <a:pt x="2081" y="779"/>
                </a:lnTo>
                <a:lnTo>
                  <a:pt x="2081" y="772"/>
                </a:lnTo>
                <a:lnTo>
                  <a:pt x="2074" y="772"/>
                </a:lnTo>
                <a:lnTo>
                  <a:pt x="2074" y="779"/>
                </a:lnTo>
                <a:close/>
                <a:moveTo>
                  <a:pt x="2091" y="779"/>
                </a:moveTo>
                <a:lnTo>
                  <a:pt x="2098" y="779"/>
                </a:lnTo>
                <a:lnTo>
                  <a:pt x="2098" y="772"/>
                </a:lnTo>
                <a:lnTo>
                  <a:pt x="2091" y="772"/>
                </a:lnTo>
                <a:lnTo>
                  <a:pt x="2091" y="779"/>
                </a:lnTo>
                <a:close/>
                <a:moveTo>
                  <a:pt x="2107" y="779"/>
                </a:moveTo>
                <a:lnTo>
                  <a:pt x="2114" y="779"/>
                </a:lnTo>
                <a:lnTo>
                  <a:pt x="2114" y="772"/>
                </a:lnTo>
                <a:lnTo>
                  <a:pt x="2107" y="772"/>
                </a:lnTo>
                <a:lnTo>
                  <a:pt x="2107" y="779"/>
                </a:lnTo>
                <a:close/>
                <a:moveTo>
                  <a:pt x="2124" y="779"/>
                </a:moveTo>
                <a:lnTo>
                  <a:pt x="2131" y="779"/>
                </a:lnTo>
                <a:lnTo>
                  <a:pt x="2131" y="772"/>
                </a:lnTo>
                <a:lnTo>
                  <a:pt x="2124" y="772"/>
                </a:lnTo>
                <a:lnTo>
                  <a:pt x="2124" y="779"/>
                </a:lnTo>
                <a:close/>
                <a:moveTo>
                  <a:pt x="2140" y="779"/>
                </a:moveTo>
                <a:lnTo>
                  <a:pt x="2147" y="779"/>
                </a:lnTo>
                <a:lnTo>
                  <a:pt x="2147" y="772"/>
                </a:lnTo>
                <a:lnTo>
                  <a:pt x="2140" y="772"/>
                </a:lnTo>
                <a:lnTo>
                  <a:pt x="2140" y="779"/>
                </a:lnTo>
                <a:close/>
                <a:moveTo>
                  <a:pt x="2159" y="779"/>
                </a:moveTo>
                <a:lnTo>
                  <a:pt x="2164" y="779"/>
                </a:lnTo>
                <a:lnTo>
                  <a:pt x="2164" y="772"/>
                </a:lnTo>
                <a:lnTo>
                  <a:pt x="2159" y="772"/>
                </a:lnTo>
                <a:lnTo>
                  <a:pt x="2159" y="779"/>
                </a:lnTo>
                <a:close/>
                <a:moveTo>
                  <a:pt x="2176" y="779"/>
                </a:moveTo>
                <a:lnTo>
                  <a:pt x="2183" y="779"/>
                </a:lnTo>
                <a:lnTo>
                  <a:pt x="2183" y="772"/>
                </a:lnTo>
                <a:lnTo>
                  <a:pt x="2176" y="772"/>
                </a:lnTo>
                <a:lnTo>
                  <a:pt x="2176" y="779"/>
                </a:lnTo>
                <a:close/>
                <a:moveTo>
                  <a:pt x="2192" y="779"/>
                </a:moveTo>
                <a:lnTo>
                  <a:pt x="2200" y="779"/>
                </a:lnTo>
                <a:lnTo>
                  <a:pt x="2200" y="772"/>
                </a:lnTo>
                <a:lnTo>
                  <a:pt x="2192" y="772"/>
                </a:lnTo>
                <a:lnTo>
                  <a:pt x="2192" y="779"/>
                </a:lnTo>
                <a:close/>
                <a:moveTo>
                  <a:pt x="2209" y="779"/>
                </a:moveTo>
                <a:lnTo>
                  <a:pt x="2216" y="779"/>
                </a:lnTo>
                <a:lnTo>
                  <a:pt x="2216" y="772"/>
                </a:lnTo>
                <a:lnTo>
                  <a:pt x="2209" y="772"/>
                </a:lnTo>
                <a:lnTo>
                  <a:pt x="2209" y="779"/>
                </a:lnTo>
                <a:close/>
                <a:moveTo>
                  <a:pt x="2226" y="779"/>
                </a:moveTo>
                <a:lnTo>
                  <a:pt x="2233" y="779"/>
                </a:lnTo>
                <a:lnTo>
                  <a:pt x="2233" y="772"/>
                </a:lnTo>
                <a:lnTo>
                  <a:pt x="2226" y="772"/>
                </a:lnTo>
                <a:lnTo>
                  <a:pt x="2226" y="779"/>
                </a:lnTo>
                <a:close/>
                <a:moveTo>
                  <a:pt x="2242" y="779"/>
                </a:moveTo>
                <a:lnTo>
                  <a:pt x="2249" y="779"/>
                </a:lnTo>
                <a:lnTo>
                  <a:pt x="2249" y="772"/>
                </a:lnTo>
                <a:lnTo>
                  <a:pt x="2242" y="772"/>
                </a:lnTo>
                <a:lnTo>
                  <a:pt x="2242" y="779"/>
                </a:lnTo>
                <a:close/>
                <a:moveTo>
                  <a:pt x="2259" y="779"/>
                </a:moveTo>
                <a:lnTo>
                  <a:pt x="2266" y="779"/>
                </a:lnTo>
                <a:lnTo>
                  <a:pt x="2266" y="772"/>
                </a:lnTo>
                <a:lnTo>
                  <a:pt x="2259" y="772"/>
                </a:lnTo>
                <a:lnTo>
                  <a:pt x="2259" y="779"/>
                </a:lnTo>
                <a:close/>
                <a:moveTo>
                  <a:pt x="2275" y="779"/>
                </a:moveTo>
                <a:lnTo>
                  <a:pt x="2282" y="779"/>
                </a:lnTo>
                <a:lnTo>
                  <a:pt x="2282" y="772"/>
                </a:lnTo>
                <a:lnTo>
                  <a:pt x="2275" y="772"/>
                </a:lnTo>
                <a:lnTo>
                  <a:pt x="2275" y="779"/>
                </a:lnTo>
                <a:close/>
                <a:moveTo>
                  <a:pt x="2292" y="779"/>
                </a:moveTo>
                <a:lnTo>
                  <a:pt x="2299" y="779"/>
                </a:lnTo>
                <a:lnTo>
                  <a:pt x="2299" y="772"/>
                </a:lnTo>
                <a:lnTo>
                  <a:pt x="2292" y="772"/>
                </a:lnTo>
                <a:lnTo>
                  <a:pt x="2292" y="779"/>
                </a:lnTo>
                <a:close/>
                <a:moveTo>
                  <a:pt x="2308" y="779"/>
                </a:moveTo>
                <a:lnTo>
                  <a:pt x="2316" y="779"/>
                </a:lnTo>
                <a:lnTo>
                  <a:pt x="2316" y="772"/>
                </a:lnTo>
                <a:lnTo>
                  <a:pt x="2308" y="772"/>
                </a:lnTo>
                <a:lnTo>
                  <a:pt x="2308" y="779"/>
                </a:lnTo>
                <a:close/>
                <a:moveTo>
                  <a:pt x="2325" y="779"/>
                </a:moveTo>
                <a:lnTo>
                  <a:pt x="2332" y="779"/>
                </a:lnTo>
                <a:lnTo>
                  <a:pt x="2332" y="772"/>
                </a:lnTo>
                <a:lnTo>
                  <a:pt x="2325" y="772"/>
                </a:lnTo>
                <a:lnTo>
                  <a:pt x="2325" y="779"/>
                </a:lnTo>
                <a:close/>
                <a:moveTo>
                  <a:pt x="2342" y="779"/>
                </a:moveTo>
                <a:lnTo>
                  <a:pt x="2349" y="779"/>
                </a:lnTo>
                <a:lnTo>
                  <a:pt x="2349" y="772"/>
                </a:lnTo>
                <a:lnTo>
                  <a:pt x="2342" y="772"/>
                </a:lnTo>
                <a:lnTo>
                  <a:pt x="2342" y="779"/>
                </a:lnTo>
                <a:close/>
                <a:moveTo>
                  <a:pt x="2358" y="779"/>
                </a:moveTo>
                <a:lnTo>
                  <a:pt x="2365" y="779"/>
                </a:lnTo>
                <a:lnTo>
                  <a:pt x="2365" y="772"/>
                </a:lnTo>
                <a:lnTo>
                  <a:pt x="2358" y="772"/>
                </a:lnTo>
                <a:lnTo>
                  <a:pt x="2358" y="779"/>
                </a:lnTo>
                <a:close/>
                <a:moveTo>
                  <a:pt x="2375" y="779"/>
                </a:moveTo>
                <a:lnTo>
                  <a:pt x="2382" y="779"/>
                </a:lnTo>
                <a:lnTo>
                  <a:pt x="2382" y="772"/>
                </a:lnTo>
                <a:lnTo>
                  <a:pt x="2375" y="772"/>
                </a:lnTo>
                <a:lnTo>
                  <a:pt x="2375" y="779"/>
                </a:lnTo>
                <a:close/>
                <a:moveTo>
                  <a:pt x="2391" y="779"/>
                </a:moveTo>
                <a:lnTo>
                  <a:pt x="2398" y="779"/>
                </a:lnTo>
                <a:lnTo>
                  <a:pt x="2398" y="772"/>
                </a:lnTo>
                <a:lnTo>
                  <a:pt x="2391" y="772"/>
                </a:lnTo>
                <a:lnTo>
                  <a:pt x="2391" y="779"/>
                </a:lnTo>
                <a:close/>
                <a:moveTo>
                  <a:pt x="2408" y="779"/>
                </a:moveTo>
                <a:lnTo>
                  <a:pt x="2415" y="779"/>
                </a:lnTo>
                <a:lnTo>
                  <a:pt x="2415" y="772"/>
                </a:lnTo>
                <a:lnTo>
                  <a:pt x="2408" y="772"/>
                </a:lnTo>
                <a:lnTo>
                  <a:pt x="2408" y="779"/>
                </a:lnTo>
                <a:close/>
                <a:moveTo>
                  <a:pt x="2427" y="779"/>
                </a:moveTo>
                <a:lnTo>
                  <a:pt x="2434" y="779"/>
                </a:lnTo>
                <a:lnTo>
                  <a:pt x="2434" y="772"/>
                </a:lnTo>
                <a:lnTo>
                  <a:pt x="2427" y="772"/>
                </a:lnTo>
                <a:lnTo>
                  <a:pt x="2427" y="779"/>
                </a:lnTo>
                <a:close/>
                <a:moveTo>
                  <a:pt x="2443" y="779"/>
                </a:moveTo>
                <a:lnTo>
                  <a:pt x="2451" y="779"/>
                </a:lnTo>
                <a:lnTo>
                  <a:pt x="2451" y="772"/>
                </a:lnTo>
                <a:lnTo>
                  <a:pt x="2443" y="772"/>
                </a:lnTo>
                <a:lnTo>
                  <a:pt x="2443" y="779"/>
                </a:lnTo>
                <a:close/>
                <a:moveTo>
                  <a:pt x="2460" y="779"/>
                </a:moveTo>
                <a:lnTo>
                  <a:pt x="2467" y="779"/>
                </a:lnTo>
                <a:lnTo>
                  <a:pt x="2467" y="772"/>
                </a:lnTo>
                <a:lnTo>
                  <a:pt x="2460" y="772"/>
                </a:lnTo>
                <a:lnTo>
                  <a:pt x="2460" y="779"/>
                </a:lnTo>
                <a:close/>
                <a:moveTo>
                  <a:pt x="2477" y="779"/>
                </a:moveTo>
                <a:lnTo>
                  <a:pt x="2484" y="779"/>
                </a:lnTo>
                <a:lnTo>
                  <a:pt x="2484" y="772"/>
                </a:lnTo>
                <a:lnTo>
                  <a:pt x="2477" y="772"/>
                </a:lnTo>
                <a:lnTo>
                  <a:pt x="2477" y="779"/>
                </a:lnTo>
                <a:close/>
                <a:moveTo>
                  <a:pt x="568" y="795"/>
                </a:moveTo>
                <a:lnTo>
                  <a:pt x="575" y="795"/>
                </a:lnTo>
                <a:lnTo>
                  <a:pt x="575" y="788"/>
                </a:lnTo>
                <a:lnTo>
                  <a:pt x="568" y="788"/>
                </a:lnTo>
                <a:lnTo>
                  <a:pt x="568" y="795"/>
                </a:lnTo>
                <a:close/>
                <a:moveTo>
                  <a:pt x="585" y="795"/>
                </a:moveTo>
                <a:lnTo>
                  <a:pt x="592" y="795"/>
                </a:lnTo>
                <a:lnTo>
                  <a:pt x="592" y="788"/>
                </a:lnTo>
                <a:lnTo>
                  <a:pt x="585" y="788"/>
                </a:lnTo>
                <a:lnTo>
                  <a:pt x="585" y="795"/>
                </a:lnTo>
                <a:close/>
                <a:moveTo>
                  <a:pt x="601" y="795"/>
                </a:moveTo>
                <a:lnTo>
                  <a:pt x="608" y="795"/>
                </a:lnTo>
                <a:lnTo>
                  <a:pt x="608" y="788"/>
                </a:lnTo>
                <a:lnTo>
                  <a:pt x="601" y="788"/>
                </a:lnTo>
                <a:lnTo>
                  <a:pt x="601" y="795"/>
                </a:lnTo>
                <a:close/>
                <a:moveTo>
                  <a:pt x="620" y="795"/>
                </a:moveTo>
                <a:lnTo>
                  <a:pt x="625" y="795"/>
                </a:lnTo>
                <a:lnTo>
                  <a:pt x="625" y="788"/>
                </a:lnTo>
                <a:lnTo>
                  <a:pt x="620" y="788"/>
                </a:lnTo>
                <a:lnTo>
                  <a:pt x="620" y="795"/>
                </a:lnTo>
                <a:close/>
                <a:moveTo>
                  <a:pt x="637" y="795"/>
                </a:moveTo>
                <a:lnTo>
                  <a:pt x="644" y="795"/>
                </a:lnTo>
                <a:lnTo>
                  <a:pt x="644" y="788"/>
                </a:lnTo>
                <a:lnTo>
                  <a:pt x="637" y="788"/>
                </a:lnTo>
                <a:lnTo>
                  <a:pt x="637" y="795"/>
                </a:lnTo>
                <a:close/>
                <a:moveTo>
                  <a:pt x="686" y="795"/>
                </a:moveTo>
                <a:lnTo>
                  <a:pt x="693" y="795"/>
                </a:lnTo>
                <a:lnTo>
                  <a:pt x="693" y="788"/>
                </a:lnTo>
                <a:lnTo>
                  <a:pt x="686" y="788"/>
                </a:lnTo>
                <a:lnTo>
                  <a:pt x="686" y="795"/>
                </a:lnTo>
                <a:close/>
                <a:moveTo>
                  <a:pt x="703" y="795"/>
                </a:moveTo>
                <a:lnTo>
                  <a:pt x="710" y="795"/>
                </a:lnTo>
                <a:lnTo>
                  <a:pt x="710" y="788"/>
                </a:lnTo>
                <a:lnTo>
                  <a:pt x="703" y="788"/>
                </a:lnTo>
                <a:lnTo>
                  <a:pt x="703" y="795"/>
                </a:lnTo>
                <a:close/>
                <a:moveTo>
                  <a:pt x="720" y="795"/>
                </a:moveTo>
                <a:lnTo>
                  <a:pt x="727" y="795"/>
                </a:lnTo>
                <a:lnTo>
                  <a:pt x="727" y="788"/>
                </a:lnTo>
                <a:lnTo>
                  <a:pt x="720" y="788"/>
                </a:lnTo>
                <a:lnTo>
                  <a:pt x="720" y="795"/>
                </a:lnTo>
                <a:close/>
                <a:moveTo>
                  <a:pt x="736" y="795"/>
                </a:moveTo>
                <a:lnTo>
                  <a:pt x="743" y="795"/>
                </a:lnTo>
                <a:lnTo>
                  <a:pt x="743" y="788"/>
                </a:lnTo>
                <a:lnTo>
                  <a:pt x="736" y="788"/>
                </a:lnTo>
                <a:lnTo>
                  <a:pt x="736" y="795"/>
                </a:lnTo>
                <a:close/>
                <a:moveTo>
                  <a:pt x="753" y="795"/>
                </a:moveTo>
                <a:lnTo>
                  <a:pt x="760" y="795"/>
                </a:lnTo>
                <a:lnTo>
                  <a:pt x="760" y="788"/>
                </a:lnTo>
                <a:lnTo>
                  <a:pt x="753" y="788"/>
                </a:lnTo>
                <a:lnTo>
                  <a:pt x="753" y="795"/>
                </a:lnTo>
                <a:close/>
                <a:moveTo>
                  <a:pt x="786" y="795"/>
                </a:moveTo>
                <a:lnTo>
                  <a:pt x="793" y="795"/>
                </a:lnTo>
                <a:lnTo>
                  <a:pt x="793" y="788"/>
                </a:lnTo>
                <a:lnTo>
                  <a:pt x="786" y="788"/>
                </a:lnTo>
                <a:lnTo>
                  <a:pt x="786" y="795"/>
                </a:lnTo>
                <a:close/>
                <a:moveTo>
                  <a:pt x="802" y="795"/>
                </a:moveTo>
                <a:lnTo>
                  <a:pt x="810" y="795"/>
                </a:lnTo>
                <a:lnTo>
                  <a:pt x="810" y="788"/>
                </a:lnTo>
                <a:lnTo>
                  <a:pt x="802" y="788"/>
                </a:lnTo>
                <a:lnTo>
                  <a:pt x="802" y="795"/>
                </a:lnTo>
                <a:close/>
                <a:moveTo>
                  <a:pt x="819" y="795"/>
                </a:moveTo>
                <a:lnTo>
                  <a:pt x="826" y="795"/>
                </a:lnTo>
                <a:lnTo>
                  <a:pt x="826" y="788"/>
                </a:lnTo>
                <a:lnTo>
                  <a:pt x="819" y="788"/>
                </a:lnTo>
                <a:lnTo>
                  <a:pt x="819" y="795"/>
                </a:lnTo>
                <a:close/>
                <a:moveTo>
                  <a:pt x="836" y="795"/>
                </a:moveTo>
                <a:lnTo>
                  <a:pt x="843" y="795"/>
                </a:lnTo>
                <a:lnTo>
                  <a:pt x="843" y="788"/>
                </a:lnTo>
                <a:lnTo>
                  <a:pt x="836" y="788"/>
                </a:lnTo>
                <a:lnTo>
                  <a:pt x="836" y="795"/>
                </a:lnTo>
                <a:close/>
                <a:moveTo>
                  <a:pt x="852" y="795"/>
                </a:moveTo>
                <a:lnTo>
                  <a:pt x="859" y="795"/>
                </a:lnTo>
                <a:lnTo>
                  <a:pt x="859" y="788"/>
                </a:lnTo>
                <a:lnTo>
                  <a:pt x="852" y="788"/>
                </a:lnTo>
                <a:lnTo>
                  <a:pt x="852" y="795"/>
                </a:lnTo>
                <a:close/>
                <a:moveTo>
                  <a:pt x="1304" y="795"/>
                </a:moveTo>
                <a:lnTo>
                  <a:pt x="1312" y="795"/>
                </a:lnTo>
                <a:lnTo>
                  <a:pt x="1312" y="788"/>
                </a:lnTo>
                <a:lnTo>
                  <a:pt x="1304" y="788"/>
                </a:lnTo>
                <a:lnTo>
                  <a:pt x="1304" y="795"/>
                </a:lnTo>
                <a:close/>
                <a:moveTo>
                  <a:pt x="1321" y="795"/>
                </a:moveTo>
                <a:lnTo>
                  <a:pt x="1328" y="795"/>
                </a:lnTo>
                <a:lnTo>
                  <a:pt x="1328" y="788"/>
                </a:lnTo>
                <a:lnTo>
                  <a:pt x="1321" y="788"/>
                </a:lnTo>
                <a:lnTo>
                  <a:pt x="1321" y="795"/>
                </a:lnTo>
                <a:close/>
                <a:moveTo>
                  <a:pt x="1338" y="795"/>
                </a:moveTo>
                <a:lnTo>
                  <a:pt x="1345" y="795"/>
                </a:lnTo>
                <a:lnTo>
                  <a:pt x="1345" y="788"/>
                </a:lnTo>
                <a:lnTo>
                  <a:pt x="1338" y="788"/>
                </a:lnTo>
                <a:lnTo>
                  <a:pt x="1338" y="795"/>
                </a:lnTo>
                <a:close/>
                <a:moveTo>
                  <a:pt x="1354" y="795"/>
                </a:moveTo>
                <a:lnTo>
                  <a:pt x="1361" y="795"/>
                </a:lnTo>
                <a:lnTo>
                  <a:pt x="1361" y="788"/>
                </a:lnTo>
                <a:lnTo>
                  <a:pt x="1354" y="788"/>
                </a:lnTo>
                <a:lnTo>
                  <a:pt x="1354" y="795"/>
                </a:lnTo>
                <a:close/>
                <a:moveTo>
                  <a:pt x="1371" y="795"/>
                </a:moveTo>
                <a:lnTo>
                  <a:pt x="1378" y="795"/>
                </a:lnTo>
                <a:lnTo>
                  <a:pt x="1378" y="788"/>
                </a:lnTo>
                <a:lnTo>
                  <a:pt x="1371" y="788"/>
                </a:lnTo>
                <a:lnTo>
                  <a:pt x="1371" y="795"/>
                </a:lnTo>
                <a:close/>
                <a:moveTo>
                  <a:pt x="1390" y="795"/>
                </a:moveTo>
                <a:lnTo>
                  <a:pt x="1394" y="795"/>
                </a:lnTo>
                <a:lnTo>
                  <a:pt x="1394" y="788"/>
                </a:lnTo>
                <a:lnTo>
                  <a:pt x="1390" y="788"/>
                </a:lnTo>
                <a:lnTo>
                  <a:pt x="1390" y="795"/>
                </a:lnTo>
                <a:close/>
                <a:moveTo>
                  <a:pt x="1406" y="795"/>
                </a:moveTo>
                <a:lnTo>
                  <a:pt x="1413" y="795"/>
                </a:lnTo>
                <a:lnTo>
                  <a:pt x="1413" y="788"/>
                </a:lnTo>
                <a:lnTo>
                  <a:pt x="1406" y="788"/>
                </a:lnTo>
                <a:lnTo>
                  <a:pt x="1406" y="795"/>
                </a:lnTo>
                <a:close/>
                <a:moveTo>
                  <a:pt x="1423" y="795"/>
                </a:moveTo>
                <a:lnTo>
                  <a:pt x="1430" y="795"/>
                </a:lnTo>
                <a:lnTo>
                  <a:pt x="1430" y="788"/>
                </a:lnTo>
                <a:lnTo>
                  <a:pt x="1423" y="788"/>
                </a:lnTo>
                <a:lnTo>
                  <a:pt x="1423" y="795"/>
                </a:lnTo>
                <a:close/>
                <a:moveTo>
                  <a:pt x="1439" y="795"/>
                </a:moveTo>
                <a:lnTo>
                  <a:pt x="1447" y="795"/>
                </a:lnTo>
                <a:lnTo>
                  <a:pt x="1447" y="788"/>
                </a:lnTo>
                <a:lnTo>
                  <a:pt x="1439" y="788"/>
                </a:lnTo>
                <a:lnTo>
                  <a:pt x="1439" y="795"/>
                </a:lnTo>
                <a:close/>
                <a:moveTo>
                  <a:pt x="1456" y="795"/>
                </a:moveTo>
                <a:lnTo>
                  <a:pt x="1463" y="795"/>
                </a:lnTo>
                <a:lnTo>
                  <a:pt x="1463" y="788"/>
                </a:lnTo>
                <a:lnTo>
                  <a:pt x="1456" y="788"/>
                </a:lnTo>
                <a:lnTo>
                  <a:pt x="1456" y="795"/>
                </a:lnTo>
                <a:close/>
                <a:moveTo>
                  <a:pt x="1473" y="795"/>
                </a:moveTo>
                <a:lnTo>
                  <a:pt x="1480" y="795"/>
                </a:lnTo>
                <a:lnTo>
                  <a:pt x="1480" y="788"/>
                </a:lnTo>
                <a:lnTo>
                  <a:pt x="1473" y="788"/>
                </a:lnTo>
                <a:lnTo>
                  <a:pt x="1473" y="795"/>
                </a:lnTo>
                <a:close/>
                <a:moveTo>
                  <a:pt x="1489" y="795"/>
                </a:moveTo>
                <a:lnTo>
                  <a:pt x="1496" y="795"/>
                </a:lnTo>
                <a:lnTo>
                  <a:pt x="1496" y="788"/>
                </a:lnTo>
                <a:lnTo>
                  <a:pt x="1489" y="788"/>
                </a:lnTo>
                <a:lnTo>
                  <a:pt x="1489" y="795"/>
                </a:lnTo>
                <a:close/>
                <a:moveTo>
                  <a:pt x="1506" y="795"/>
                </a:moveTo>
                <a:lnTo>
                  <a:pt x="1513" y="795"/>
                </a:lnTo>
                <a:lnTo>
                  <a:pt x="1513" y="788"/>
                </a:lnTo>
                <a:lnTo>
                  <a:pt x="1506" y="788"/>
                </a:lnTo>
                <a:lnTo>
                  <a:pt x="1506" y="795"/>
                </a:lnTo>
                <a:close/>
                <a:moveTo>
                  <a:pt x="1522" y="795"/>
                </a:moveTo>
                <a:lnTo>
                  <a:pt x="1529" y="795"/>
                </a:lnTo>
                <a:lnTo>
                  <a:pt x="1529" y="788"/>
                </a:lnTo>
                <a:lnTo>
                  <a:pt x="1522" y="788"/>
                </a:lnTo>
                <a:lnTo>
                  <a:pt x="1522" y="795"/>
                </a:lnTo>
                <a:close/>
                <a:moveTo>
                  <a:pt x="1539" y="795"/>
                </a:moveTo>
                <a:lnTo>
                  <a:pt x="1546" y="795"/>
                </a:lnTo>
                <a:lnTo>
                  <a:pt x="1546" y="788"/>
                </a:lnTo>
                <a:lnTo>
                  <a:pt x="1539" y="788"/>
                </a:lnTo>
                <a:lnTo>
                  <a:pt x="1539" y="795"/>
                </a:lnTo>
                <a:close/>
                <a:moveTo>
                  <a:pt x="1555" y="795"/>
                </a:moveTo>
                <a:lnTo>
                  <a:pt x="1563" y="795"/>
                </a:lnTo>
                <a:lnTo>
                  <a:pt x="1563" y="788"/>
                </a:lnTo>
                <a:lnTo>
                  <a:pt x="1555" y="788"/>
                </a:lnTo>
                <a:lnTo>
                  <a:pt x="1555" y="795"/>
                </a:lnTo>
                <a:close/>
                <a:moveTo>
                  <a:pt x="1572" y="795"/>
                </a:moveTo>
                <a:lnTo>
                  <a:pt x="1579" y="795"/>
                </a:lnTo>
                <a:lnTo>
                  <a:pt x="1579" y="788"/>
                </a:lnTo>
                <a:lnTo>
                  <a:pt x="1572" y="788"/>
                </a:lnTo>
                <a:lnTo>
                  <a:pt x="1572" y="795"/>
                </a:lnTo>
                <a:close/>
                <a:moveTo>
                  <a:pt x="1589" y="795"/>
                </a:moveTo>
                <a:lnTo>
                  <a:pt x="1596" y="795"/>
                </a:lnTo>
                <a:lnTo>
                  <a:pt x="1596" y="788"/>
                </a:lnTo>
                <a:lnTo>
                  <a:pt x="1589" y="788"/>
                </a:lnTo>
                <a:lnTo>
                  <a:pt x="1589" y="795"/>
                </a:lnTo>
                <a:close/>
                <a:moveTo>
                  <a:pt x="1605" y="795"/>
                </a:moveTo>
                <a:lnTo>
                  <a:pt x="1612" y="795"/>
                </a:lnTo>
                <a:lnTo>
                  <a:pt x="1612" y="788"/>
                </a:lnTo>
                <a:lnTo>
                  <a:pt x="1605" y="788"/>
                </a:lnTo>
                <a:lnTo>
                  <a:pt x="1605" y="795"/>
                </a:lnTo>
                <a:close/>
                <a:moveTo>
                  <a:pt x="1622" y="795"/>
                </a:moveTo>
                <a:lnTo>
                  <a:pt x="1629" y="795"/>
                </a:lnTo>
                <a:lnTo>
                  <a:pt x="1629" y="788"/>
                </a:lnTo>
                <a:lnTo>
                  <a:pt x="1622" y="788"/>
                </a:lnTo>
                <a:lnTo>
                  <a:pt x="1622" y="795"/>
                </a:lnTo>
                <a:close/>
                <a:moveTo>
                  <a:pt x="1638" y="795"/>
                </a:moveTo>
                <a:lnTo>
                  <a:pt x="1645" y="795"/>
                </a:lnTo>
                <a:lnTo>
                  <a:pt x="1645" y="788"/>
                </a:lnTo>
                <a:lnTo>
                  <a:pt x="1638" y="788"/>
                </a:lnTo>
                <a:lnTo>
                  <a:pt x="1638" y="795"/>
                </a:lnTo>
                <a:close/>
                <a:moveTo>
                  <a:pt x="1657" y="795"/>
                </a:moveTo>
                <a:lnTo>
                  <a:pt x="1664" y="795"/>
                </a:lnTo>
                <a:lnTo>
                  <a:pt x="1664" y="788"/>
                </a:lnTo>
                <a:lnTo>
                  <a:pt x="1657" y="788"/>
                </a:lnTo>
                <a:lnTo>
                  <a:pt x="1657" y="795"/>
                </a:lnTo>
                <a:close/>
                <a:moveTo>
                  <a:pt x="1674" y="795"/>
                </a:moveTo>
                <a:lnTo>
                  <a:pt x="1681" y="795"/>
                </a:lnTo>
                <a:lnTo>
                  <a:pt x="1681" y="788"/>
                </a:lnTo>
                <a:lnTo>
                  <a:pt x="1674" y="788"/>
                </a:lnTo>
                <a:lnTo>
                  <a:pt x="1674" y="795"/>
                </a:lnTo>
                <a:close/>
                <a:moveTo>
                  <a:pt x="1690" y="795"/>
                </a:moveTo>
                <a:lnTo>
                  <a:pt x="1698" y="795"/>
                </a:lnTo>
                <a:lnTo>
                  <a:pt x="1698" y="788"/>
                </a:lnTo>
                <a:lnTo>
                  <a:pt x="1690" y="788"/>
                </a:lnTo>
                <a:lnTo>
                  <a:pt x="1690" y="795"/>
                </a:lnTo>
                <a:close/>
                <a:moveTo>
                  <a:pt x="1707" y="795"/>
                </a:moveTo>
                <a:lnTo>
                  <a:pt x="1714" y="795"/>
                </a:lnTo>
                <a:lnTo>
                  <a:pt x="1714" y="788"/>
                </a:lnTo>
                <a:lnTo>
                  <a:pt x="1707" y="788"/>
                </a:lnTo>
                <a:lnTo>
                  <a:pt x="1707" y="795"/>
                </a:lnTo>
                <a:close/>
                <a:moveTo>
                  <a:pt x="1724" y="795"/>
                </a:moveTo>
                <a:lnTo>
                  <a:pt x="1731" y="795"/>
                </a:lnTo>
                <a:lnTo>
                  <a:pt x="1731" y="788"/>
                </a:lnTo>
                <a:lnTo>
                  <a:pt x="1724" y="788"/>
                </a:lnTo>
                <a:lnTo>
                  <a:pt x="1724" y="795"/>
                </a:lnTo>
                <a:close/>
                <a:moveTo>
                  <a:pt x="1740" y="795"/>
                </a:moveTo>
                <a:lnTo>
                  <a:pt x="1747" y="795"/>
                </a:lnTo>
                <a:lnTo>
                  <a:pt x="1747" y="788"/>
                </a:lnTo>
                <a:lnTo>
                  <a:pt x="1740" y="788"/>
                </a:lnTo>
                <a:lnTo>
                  <a:pt x="1740" y="795"/>
                </a:lnTo>
                <a:close/>
                <a:moveTo>
                  <a:pt x="1757" y="795"/>
                </a:moveTo>
                <a:lnTo>
                  <a:pt x="1764" y="795"/>
                </a:lnTo>
                <a:lnTo>
                  <a:pt x="1764" y="788"/>
                </a:lnTo>
                <a:lnTo>
                  <a:pt x="1757" y="788"/>
                </a:lnTo>
                <a:lnTo>
                  <a:pt x="1757" y="795"/>
                </a:lnTo>
                <a:close/>
                <a:moveTo>
                  <a:pt x="1773" y="795"/>
                </a:moveTo>
                <a:lnTo>
                  <a:pt x="1780" y="795"/>
                </a:lnTo>
                <a:lnTo>
                  <a:pt x="1780" y="788"/>
                </a:lnTo>
                <a:lnTo>
                  <a:pt x="1773" y="788"/>
                </a:lnTo>
                <a:lnTo>
                  <a:pt x="1773" y="795"/>
                </a:lnTo>
                <a:close/>
                <a:moveTo>
                  <a:pt x="1790" y="795"/>
                </a:moveTo>
                <a:lnTo>
                  <a:pt x="1797" y="795"/>
                </a:lnTo>
                <a:lnTo>
                  <a:pt x="1797" y="788"/>
                </a:lnTo>
                <a:lnTo>
                  <a:pt x="1790" y="788"/>
                </a:lnTo>
                <a:lnTo>
                  <a:pt x="1790" y="795"/>
                </a:lnTo>
                <a:close/>
                <a:moveTo>
                  <a:pt x="1806" y="795"/>
                </a:moveTo>
                <a:lnTo>
                  <a:pt x="1814" y="795"/>
                </a:lnTo>
                <a:lnTo>
                  <a:pt x="1814" y="788"/>
                </a:lnTo>
                <a:lnTo>
                  <a:pt x="1806" y="788"/>
                </a:lnTo>
                <a:lnTo>
                  <a:pt x="1806" y="795"/>
                </a:lnTo>
                <a:close/>
                <a:moveTo>
                  <a:pt x="1823" y="795"/>
                </a:moveTo>
                <a:lnTo>
                  <a:pt x="1830" y="795"/>
                </a:lnTo>
                <a:lnTo>
                  <a:pt x="1830" y="788"/>
                </a:lnTo>
                <a:lnTo>
                  <a:pt x="1823" y="788"/>
                </a:lnTo>
                <a:lnTo>
                  <a:pt x="1823" y="795"/>
                </a:lnTo>
                <a:close/>
                <a:moveTo>
                  <a:pt x="1840" y="795"/>
                </a:moveTo>
                <a:lnTo>
                  <a:pt x="1847" y="795"/>
                </a:lnTo>
                <a:lnTo>
                  <a:pt x="1847" y="788"/>
                </a:lnTo>
                <a:lnTo>
                  <a:pt x="1840" y="788"/>
                </a:lnTo>
                <a:lnTo>
                  <a:pt x="1840" y="795"/>
                </a:lnTo>
                <a:close/>
                <a:moveTo>
                  <a:pt x="1856" y="795"/>
                </a:moveTo>
                <a:lnTo>
                  <a:pt x="1863" y="795"/>
                </a:lnTo>
                <a:lnTo>
                  <a:pt x="1863" y="788"/>
                </a:lnTo>
                <a:lnTo>
                  <a:pt x="1856" y="788"/>
                </a:lnTo>
                <a:lnTo>
                  <a:pt x="1856" y="795"/>
                </a:lnTo>
                <a:close/>
                <a:moveTo>
                  <a:pt x="1873" y="795"/>
                </a:moveTo>
                <a:lnTo>
                  <a:pt x="1880" y="795"/>
                </a:lnTo>
                <a:lnTo>
                  <a:pt x="1880" y="788"/>
                </a:lnTo>
                <a:lnTo>
                  <a:pt x="1873" y="788"/>
                </a:lnTo>
                <a:lnTo>
                  <a:pt x="1873" y="795"/>
                </a:lnTo>
                <a:close/>
                <a:moveTo>
                  <a:pt x="1889" y="795"/>
                </a:moveTo>
                <a:lnTo>
                  <a:pt x="1896" y="795"/>
                </a:lnTo>
                <a:lnTo>
                  <a:pt x="1896" y="788"/>
                </a:lnTo>
                <a:lnTo>
                  <a:pt x="1889" y="788"/>
                </a:lnTo>
                <a:lnTo>
                  <a:pt x="1889" y="795"/>
                </a:lnTo>
                <a:close/>
                <a:moveTo>
                  <a:pt x="1908" y="795"/>
                </a:moveTo>
                <a:lnTo>
                  <a:pt x="1915" y="795"/>
                </a:lnTo>
                <a:lnTo>
                  <a:pt x="1915" y="788"/>
                </a:lnTo>
                <a:lnTo>
                  <a:pt x="1908" y="788"/>
                </a:lnTo>
                <a:lnTo>
                  <a:pt x="1908" y="795"/>
                </a:lnTo>
                <a:close/>
                <a:moveTo>
                  <a:pt x="1925" y="795"/>
                </a:moveTo>
                <a:lnTo>
                  <a:pt x="1932" y="795"/>
                </a:lnTo>
                <a:lnTo>
                  <a:pt x="1932" y="788"/>
                </a:lnTo>
                <a:lnTo>
                  <a:pt x="1925" y="788"/>
                </a:lnTo>
                <a:lnTo>
                  <a:pt x="1925" y="795"/>
                </a:lnTo>
                <a:close/>
                <a:moveTo>
                  <a:pt x="1941" y="795"/>
                </a:moveTo>
                <a:lnTo>
                  <a:pt x="1949" y="795"/>
                </a:lnTo>
                <a:lnTo>
                  <a:pt x="1949" y="788"/>
                </a:lnTo>
                <a:lnTo>
                  <a:pt x="1941" y="788"/>
                </a:lnTo>
                <a:lnTo>
                  <a:pt x="1941" y="795"/>
                </a:lnTo>
                <a:close/>
                <a:moveTo>
                  <a:pt x="1958" y="795"/>
                </a:moveTo>
                <a:lnTo>
                  <a:pt x="1965" y="795"/>
                </a:lnTo>
                <a:lnTo>
                  <a:pt x="1965" y="788"/>
                </a:lnTo>
                <a:lnTo>
                  <a:pt x="1958" y="788"/>
                </a:lnTo>
                <a:lnTo>
                  <a:pt x="1958" y="795"/>
                </a:lnTo>
                <a:close/>
                <a:moveTo>
                  <a:pt x="2041" y="795"/>
                </a:moveTo>
                <a:lnTo>
                  <a:pt x="2048" y="795"/>
                </a:lnTo>
                <a:lnTo>
                  <a:pt x="2048" y="788"/>
                </a:lnTo>
                <a:lnTo>
                  <a:pt x="2041" y="788"/>
                </a:lnTo>
                <a:lnTo>
                  <a:pt x="2041" y="795"/>
                </a:lnTo>
                <a:close/>
                <a:moveTo>
                  <a:pt x="2057" y="795"/>
                </a:moveTo>
                <a:lnTo>
                  <a:pt x="2065" y="795"/>
                </a:lnTo>
                <a:lnTo>
                  <a:pt x="2065" y="788"/>
                </a:lnTo>
                <a:lnTo>
                  <a:pt x="2057" y="788"/>
                </a:lnTo>
                <a:lnTo>
                  <a:pt x="2057" y="795"/>
                </a:lnTo>
                <a:close/>
                <a:moveTo>
                  <a:pt x="2074" y="795"/>
                </a:moveTo>
                <a:lnTo>
                  <a:pt x="2081" y="795"/>
                </a:lnTo>
                <a:lnTo>
                  <a:pt x="2081" y="788"/>
                </a:lnTo>
                <a:lnTo>
                  <a:pt x="2074" y="788"/>
                </a:lnTo>
                <a:lnTo>
                  <a:pt x="2074" y="795"/>
                </a:lnTo>
                <a:close/>
                <a:moveTo>
                  <a:pt x="2091" y="795"/>
                </a:moveTo>
                <a:lnTo>
                  <a:pt x="2098" y="795"/>
                </a:lnTo>
                <a:lnTo>
                  <a:pt x="2098" y="788"/>
                </a:lnTo>
                <a:lnTo>
                  <a:pt x="2091" y="788"/>
                </a:lnTo>
                <a:lnTo>
                  <a:pt x="2091" y="795"/>
                </a:lnTo>
                <a:close/>
                <a:moveTo>
                  <a:pt x="2107" y="795"/>
                </a:moveTo>
                <a:lnTo>
                  <a:pt x="2114" y="795"/>
                </a:lnTo>
                <a:lnTo>
                  <a:pt x="2114" y="788"/>
                </a:lnTo>
                <a:lnTo>
                  <a:pt x="2107" y="788"/>
                </a:lnTo>
                <a:lnTo>
                  <a:pt x="2107" y="795"/>
                </a:lnTo>
                <a:close/>
                <a:moveTo>
                  <a:pt x="2124" y="795"/>
                </a:moveTo>
                <a:lnTo>
                  <a:pt x="2131" y="795"/>
                </a:lnTo>
                <a:lnTo>
                  <a:pt x="2131" y="788"/>
                </a:lnTo>
                <a:lnTo>
                  <a:pt x="2124" y="788"/>
                </a:lnTo>
                <a:lnTo>
                  <a:pt x="2124" y="795"/>
                </a:lnTo>
                <a:close/>
                <a:moveTo>
                  <a:pt x="2140" y="795"/>
                </a:moveTo>
                <a:lnTo>
                  <a:pt x="2147" y="795"/>
                </a:lnTo>
                <a:lnTo>
                  <a:pt x="2147" y="788"/>
                </a:lnTo>
                <a:lnTo>
                  <a:pt x="2140" y="788"/>
                </a:lnTo>
                <a:lnTo>
                  <a:pt x="2140" y="795"/>
                </a:lnTo>
                <a:close/>
                <a:moveTo>
                  <a:pt x="2159" y="795"/>
                </a:moveTo>
                <a:lnTo>
                  <a:pt x="2164" y="795"/>
                </a:lnTo>
                <a:lnTo>
                  <a:pt x="2164" y="788"/>
                </a:lnTo>
                <a:lnTo>
                  <a:pt x="2159" y="788"/>
                </a:lnTo>
                <a:lnTo>
                  <a:pt x="2159" y="795"/>
                </a:lnTo>
                <a:close/>
                <a:moveTo>
                  <a:pt x="2176" y="795"/>
                </a:moveTo>
                <a:lnTo>
                  <a:pt x="2183" y="795"/>
                </a:lnTo>
                <a:lnTo>
                  <a:pt x="2183" y="788"/>
                </a:lnTo>
                <a:lnTo>
                  <a:pt x="2176" y="788"/>
                </a:lnTo>
                <a:lnTo>
                  <a:pt x="2176" y="795"/>
                </a:lnTo>
                <a:close/>
                <a:moveTo>
                  <a:pt x="2192" y="795"/>
                </a:moveTo>
                <a:lnTo>
                  <a:pt x="2200" y="795"/>
                </a:lnTo>
                <a:lnTo>
                  <a:pt x="2200" y="788"/>
                </a:lnTo>
                <a:lnTo>
                  <a:pt x="2192" y="788"/>
                </a:lnTo>
                <a:lnTo>
                  <a:pt x="2192" y="795"/>
                </a:lnTo>
                <a:close/>
                <a:moveTo>
                  <a:pt x="2209" y="795"/>
                </a:moveTo>
                <a:lnTo>
                  <a:pt x="2216" y="795"/>
                </a:lnTo>
                <a:lnTo>
                  <a:pt x="2216" y="788"/>
                </a:lnTo>
                <a:lnTo>
                  <a:pt x="2209" y="788"/>
                </a:lnTo>
                <a:lnTo>
                  <a:pt x="2209" y="795"/>
                </a:lnTo>
                <a:close/>
                <a:moveTo>
                  <a:pt x="2226" y="795"/>
                </a:moveTo>
                <a:lnTo>
                  <a:pt x="2233" y="795"/>
                </a:lnTo>
                <a:lnTo>
                  <a:pt x="2233" y="788"/>
                </a:lnTo>
                <a:lnTo>
                  <a:pt x="2226" y="788"/>
                </a:lnTo>
                <a:lnTo>
                  <a:pt x="2226" y="795"/>
                </a:lnTo>
                <a:close/>
                <a:moveTo>
                  <a:pt x="2242" y="795"/>
                </a:moveTo>
                <a:lnTo>
                  <a:pt x="2249" y="795"/>
                </a:lnTo>
                <a:lnTo>
                  <a:pt x="2249" y="788"/>
                </a:lnTo>
                <a:lnTo>
                  <a:pt x="2242" y="788"/>
                </a:lnTo>
                <a:lnTo>
                  <a:pt x="2242" y="795"/>
                </a:lnTo>
                <a:close/>
                <a:moveTo>
                  <a:pt x="2259" y="795"/>
                </a:moveTo>
                <a:lnTo>
                  <a:pt x="2266" y="795"/>
                </a:lnTo>
                <a:lnTo>
                  <a:pt x="2266" y="788"/>
                </a:lnTo>
                <a:lnTo>
                  <a:pt x="2259" y="788"/>
                </a:lnTo>
                <a:lnTo>
                  <a:pt x="2259" y="795"/>
                </a:lnTo>
                <a:close/>
                <a:moveTo>
                  <a:pt x="2275" y="795"/>
                </a:moveTo>
                <a:lnTo>
                  <a:pt x="2282" y="795"/>
                </a:lnTo>
                <a:lnTo>
                  <a:pt x="2282" y="788"/>
                </a:lnTo>
                <a:lnTo>
                  <a:pt x="2275" y="788"/>
                </a:lnTo>
                <a:lnTo>
                  <a:pt x="2275" y="795"/>
                </a:lnTo>
                <a:close/>
                <a:moveTo>
                  <a:pt x="2292" y="795"/>
                </a:moveTo>
                <a:lnTo>
                  <a:pt x="2299" y="795"/>
                </a:lnTo>
                <a:lnTo>
                  <a:pt x="2299" y="788"/>
                </a:lnTo>
                <a:lnTo>
                  <a:pt x="2292" y="788"/>
                </a:lnTo>
                <a:lnTo>
                  <a:pt x="2292" y="795"/>
                </a:lnTo>
                <a:close/>
                <a:moveTo>
                  <a:pt x="2308" y="795"/>
                </a:moveTo>
                <a:lnTo>
                  <a:pt x="2316" y="795"/>
                </a:lnTo>
                <a:lnTo>
                  <a:pt x="2316" y="788"/>
                </a:lnTo>
                <a:lnTo>
                  <a:pt x="2308" y="788"/>
                </a:lnTo>
                <a:lnTo>
                  <a:pt x="2308" y="795"/>
                </a:lnTo>
                <a:close/>
                <a:moveTo>
                  <a:pt x="2325" y="795"/>
                </a:moveTo>
                <a:lnTo>
                  <a:pt x="2332" y="795"/>
                </a:lnTo>
                <a:lnTo>
                  <a:pt x="2332" y="788"/>
                </a:lnTo>
                <a:lnTo>
                  <a:pt x="2325" y="788"/>
                </a:lnTo>
                <a:lnTo>
                  <a:pt x="2325" y="795"/>
                </a:lnTo>
                <a:close/>
                <a:moveTo>
                  <a:pt x="2342" y="795"/>
                </a:moveTo>
                <a:lnTo>
                  <a:pt x="2349" y="795"/>
                </a:lnTo>
                <a:lnTo>
                  <a:pt x="2349" y="788"/>
                </a:lnTo>
                <a:lnTo>
                  <a:pt x="2342" y="788"/>
                </a:lnTo>
                <a:lnTo>
                  <a:pt x="2342" y="795"/>
                </a:lnTo>
                <a:close/>
                <a:moveTo>
                  <a:pt x="2358" y="795"/>
                </a:moveTo>
                <a:lnTo>
                  <a:pt x="2365" y="795"/>
                </a:lnTo>
                <a:lnTo>
                  <a:pt x="2365" y="788"/>
                </a:lnTo>
                <a:lnTo>
                  <a:pt x="2358" y="788"/>
                </a:lnTo>
                <a:lnTo>
                  <a:pt x="2358" y="795"/>
                </a:lnTo>
                <a:close/>
                <a:moveTo>
                  <a:pt x="2375" y="795"/>
                </a:moveTo>
                <a:lnTo>
                  <a:pt x="2382" y="795"/>
                </a:lnTo>
                <a:lnTo>
                  <a:pt x="2382" y="788"/>
                </a:lnTo>
                <a:lnTo>
                  <a:pt x="2375" y="788"/>
                </a:lnTo>
                <a:lnTo>
                  <a:pt x="2375" y="795"/>
                </a:lnTo>
                <a:close/>
                <a:moveTo>
                  <a:pt x="2391" y="795"/>
                </a:moveTo>
                <a:lnTo>
                  <a:pt x="2398" y="795"/>
                </a:lnTo>
                <a:lnTo>
                  <a:pt x="2398" y="788"/>
                </a:lnTo>
                <a:lnTo>
                  <a:pt x="2391" y="788"/>
                </a:lnTo>
                <a:lnTo>
                  <a:pt x="2391" y="795"/>
                </a:lnTo>
                <a:close/>
                <a:moveTo>
                  <a:pt x="2408" y="795"/>
                </a:moveTo>
                <a:lnTo>
                  <a:pt x="2415" y="795"/>
                </a:lnTo>
                <a:lnTo>
                  <a:pt x="2415" y="788"/>
                </a:lnTo>
                <a:lnTo>
                  <a:pt x="2408" y="788"/>
                </a:lnTo>
                <a:lnTo>
                  <a:pt x="2408" y="795"/>
                </a:lnTo>
                <a:close/>
                <a:moveTo>
                  <a:pt x="2477" y="795"/>
                </a:moveTo>
                <a:lnTo>
                  <a:pt x="2484" y="795"/>
                </a:lnTo>
                <a:lnTo>
                  <a:pt x="2484" y="788"/>
                </a:lnTo>
                <a:lnTo>
                  <a:pt x="2477" y="788"/>
                </a:lnTo>
                <a:lnTo>
                  <a:pt x="2477" y="795"/>
                </a:lnTo>
                <a:close/>
                <a:moveTo>
                  <a:pt x="568" y="812"/>
                </a:moveTo>
                <a:lnTo>
                  <a:pt x="575" y="812"/>
                </a:lnTo>
                <a:lnTo>
                  <a:pt x="575" y="805"/>
                </a:lnTo>
                <a:lnTo>
                  <a:pt x="568" y="805"/>
                </a:lnTo>
                <a:lnTo>
                  <a:pt x="568" y="812"/>
                </a:lnTo>
                <a:close/>
                <a:moveTo>
                  <a:pt x="585" y="812"/>
                </a:moveTo>
                <a:lnTo>
                  <a:pt x="592" y="812"/>
                </a:lnTo>
                <a:lnTo>
                  <a:pt x="592" y="805"/>
                </a:lnTo>
                <a:lnTo>
                  <a:pt x="585" y="805"/>
                </a:lnTo>
                <a:lnTo>
                  <a:pt x="585" y="812"/>
                </a:lnTo>
                <a:close/>
                <a:moveTo>
                  <a:pt x="601" y="812"/>
                </a:moveTo>
                <a:lnTo>
                  <a:pt x="608" y="812"/>
                </a:lnTo>
                <a:lnTo>
                  <a:pt x="608" y="805"/>
                </a:lnTo>
                <a:lnTo>
                  <a:pt x="601" y="805"/>
                </a:lnTo>
                <a:lnTo>
                  <a:pt x="601" y="812"/>
                </a:lnTo>
                <a:close/>
                <a:moveTo>
                  <a:pt x="620" y="812"/>
                </a:moveTo>
                <a:lnTo>
                  <a:pt x="625" y="812"/>
                </a:lnTo>
                <a:lnTo>
                  <a:pt x="625" y="805"/>
                </a:lnTo>
                <a:lnTo>
                  <a:pt x="620" y="805"/>
                </a:lnTo>
                <a:lnTo>
                  <a:pt x="620" y="812"/>
                </a:lnTo>
                <a:close/>
                <a:moveTo>
                  <a:pt x="637" y="812"/>
                </a:moveTo>
                <a:lnTo>
                  <a:pt x="644" y="812"/>
                </a:lnTo>
                <a:lnTo>
                  <a:pt x="644" y="805"/>
                </a:lnTo>
                <a:lnTo>
                  <a:pt x="637" y="805"/>
                </a:lnTo>
                <a:lnTo>
                  <a:pt x="637" y="812"/>
                </a:lnTo>
                <a:close/>
                <a:moveTo>
                  <a:pt x="653" y="812"/>
                </a:moveTo>
                <a:lnTo>
                  <a:pt x="660" y="812"/>
                </a:lnTo>
                <a:lnTo>
                  <a:pt x="660" y="805"/>
                </a:lnTo>
                <a:lnTo>
                  <a:pt x="653" y="805"/>
                </a:lnTo>
                <a:lnTo>
                  <a:pt x="653" y="812"/>
                </a:lnTo>
                <a:close/>
                <a:moveTo>
                  <a:pt x="670" y="812"/>
                </a:moveTo>
                <a:lnTo>
                  <a:pt x="677" y="812"/>
                </a:lnTo>
                <a:lnTo>
                  <a:pt x="677" y="805"/>
                </a:lnTo>
                <a:lnTo>
                  <a:pt x="670" y="805"/>
                </a:lnTo>
                <a:lnTo>
                  <a:pt x="670" y="812"/>
                </a:lnTo>
                <a:close/>
                <a:moveTo>
                  <a:pt x="686" y="812"/>
                </a:moveTo>
                <a:lnTo>
                  <a:pt x="693" y="812"/>
                </a:lnTo>
                <a:lnTo>
                  <a:pt x="693" y="805"/>
                </a:lnTo>
                <a:lnTo>
                  <a:pt x="686" y="805"/>
                </a:lnTo>
                <a:lnTo>
                  <a:pt x="686" y="812"/>
                </a:lnTo>
                <a:close/>
                <a:moveTo>
                  <a:pt x="703" y="812"/>
                </a:moveTo>
                <a:lnTo>
                  <a:pt x="710" y="812"/>
                </a:lnTo>
                <a:lnTo>
                  <a:pt x="710" y="805"/>
                </a:lnTo>
                <a:lnTo>
                  <a:pt x="703" y="805"/>
                </a:lnTo>
                <a:lnTo>
                  <a:pt x="703" y="812"/>
                </a:lnTo>
                <a:close/>
                <a:moveTo>
                  <a:pt x="720" y="812"/>
                </a:moveTo>
                <a:lnTo>
                  <a:pt x="727" y="812"/>
                </a:lnTo>
                <a:lnTo>
                  <a:pt x="727" y="805"/>
                </a:lnTo>
                <a:lnTo>
                  <a:pt x="720" y="805"/>
                </a:lnTo>
                <a:lnTo>
                  <a:pt x="720" y="812"/>
                </a:lnTo>
                <a:close/>
                <a:moveTo>
                  <a:pt x="802" y="812"/>
                </a:moveTo>
                <a:lnTo>
                  <a:pt x="810" y="812"/>
                </a:lnTo>
                <a:lnTo>
                  <a:pt x="810" y="805"/>
                </a:lnTo>
                <a:lnTo>
                  <a:pt x="802" y="805"/>
                </a:lnTo>
                <a:lnTo>
                  <a:pt x="802" y="812"/>
                </a:lnTo>
                <a:close/>
                <a:moveTo>
                  <a:pt x="819" y="812"/>
                </a:moveTo>
                <a:lnTo>
                  <a:pt x="826" y="812"/>
                </a:lnTo>
                <a:lnTo>
                  <a:pt x="826" y="805"/>
                </a:lnTo>
                <a:lnTo>
                  <a:pt x="819" y="805"/>
                </a:lnTo>
                <a:lnTo>
                  <a:pt x="819" y="812"/>
                </a:lnTo>
                <a:close/>
                <a:moveTo>
                  <a:pt x="836" y="812"/>
                </a:moveTo>
                <a:lnTo>
                  <a:pt x="843" y="812"/>
                </a:lnTo>
                <a:lnTo>
                  <a:pt x="843" y="805"/>
                </a:lnTo>
                <a:lnTo>
                  <a:pt x="836" y="805"/>
                </a:lnTo>
                <a:lnTo>
                  <a:pt x="836" y="812"/>
                </a:lnTo>
                <a:close/>
                <a:moveTo>
                  <a:pt x="852" y="812"/>
                </a:moveTo>
                <a:lnTo>
                  <a:pt x="859" y="812"/>
                </a:lnTo>
                <a:lnTo>
                  <a:pt x="859" y="805"/>
                </a:lnTo>
                <a:lnTo>
                  <a:pt x="852" y="805"/>
                </a:lnTo>
                <a:lnTo>
                  <a:pt x="852" y="812"/>
                </a:lnTo>
                <a:close/>
                <a:moveTo>
                  <a:pt x="871" y="812"/>
                </a:moveTo>
                <a:lnTo>
                  <a:pt x="876" y="812"/>
                </a:lnTo>
                <a:lnTo>
                  <a:pt x="876" y="805"/>
                </a:lnTo>
                <a:lnTo>
                  <a:pt x="871" y="805"/>
                </a:lnTo>
                <a:lnTo>
                  <a:pt x="871" y="812"/>
                </a:lnTo>
                <a:close/>
                <a:moveTo>
                  <a:pt x="888" y="812"/>
                </a:moveTo>
                <a:lnTo>
                  <a:pt x="895" y="812"/>
                </a:lnTo>
                <a:lnTo>
                  <a:pt x="895" y="805"/>
                </a:lnTo>
                <a:lnTo>
                  <a:pt x="888" y="805"/>
                </a:lnTo>
                <a:lnTo>
                  <a:pt x="888" y="812"/>
                </a:lnTo>
                <a:close/>
                <a:moveTo>
                  <a:pt x="904" y="812"/>
                </a:moveTo>
                <a:lnTo>
                  <a:pt x="911" y="812"/>
                </a:lnTo>
                <a:lnTo>
                  <a:pt x="911" y="805"/>
                </a:lnTo>
                <a:lnTo>
                  <a:pt x="904" y="805"/>
                </a:lnTo>
                <a:lnTo>
                  <a:pt x="904" y="812"/>
                </a:lnTo>
                <a:close/>
                <a:moveTo>
                  <a:pt x="1321" y="812"/>
                </a:moveTo>
                <a:lnTo>
                  <a:pt x="1328" y="812"/>
                </a:lnTo>
                <a:lnTo>
                  <a:pt x="1328" y="805"/>
                </a:lnTo>
                <a:lnTo>
                  <a:pt x="1321" y="805"/>
                </a:lnTo>
                <a:lnTo>
                  <a:pt x="1321" y="812"/>
                </a:lnTo>
                <a:close/>
                <a:moveTo>
                  <a:pt x="1338" y="812"/>
                </a:moveTo>
                <a:lnTo>
                  <a:pt x="1345" y="812"/>
                </a:lnTo>
                <a:lnTo>
                  <a:pt x="1345" y="805"/>
                </a:lnTo>
                <a:lnTo>
                  <a:pt x="1338" y="805"/>
                </a:lnTo>
                <a:lnTo>
                  <a:pt x="1338" y="812"/>
                </a:lnTo>
                <a:close/>
                <a:moveTo>
                  <a:pt x="1354" y="812"/>
                </a:moveTo>
                <a:lnTo>
                  <a:pt x="1361" y="812"/>
                </a:lnTo>
                <a:lnTo>
                  <a:pt x="1361" y="805"/>
                </a:lnTo>
                <a:lnTo>
                  <a:pt x="1354" y="805"/>
                </a:lnTo>
                <a:lnTo>
                  <a:pt x="1354" y="812"/>
                </a:lnTo>
                <a:close/>
                <a:moveTo>
                  <a:pt x="1371" y="812"/>
                </a:moveTo>
                <a:lnTo>
                  <a:pt x="1378" y="812"/>
                </a:lnTo>
                <a:lnTo>
                  <a:pt x="1378" y="805"/>
                </a:lnTo>
                <a:lnTo>
                  <a:pt x="1371" y="805"/>
                </a:lnTo>
                <a:lnTo>
                  <a:pt x="1371" y="812"/>
                </a:lnTo>
                <a:close/>
                <a:moveTo>
                  <a:pt x="1390" y="812"/>
                </a:moveTo>
                <a:lnTo>
                  <a:pt x="1394" y="812"/>
                </a:lnTo>
                <a:lnTo>
                  <a:pt x="1394" y="805"/>
                </a:lnTo>
                <a:lnTo>
                  <a:pt x="1390" y="805"/>
                </a:lnTo>
                <a:lnTo>
                  <a:pt x="1390" y="812"/>
                </a:lnTo>
                <a:close/>
                <a:moveTo>
                  <a:pt x="1406" y="812"/>
                </a:moveTo>
                <a:lnTo>
                  <a:pt x="1413" y="812"/>
                </a:lnTo>
                <a:lnTo>
                  <a:pt x="1413" y="805"/>
                </a:lnTo>
                <a:lnTo>
                  <a:pt x="1406" y="805"/>
                </a:lnTo>
                <a:lnTo>
                  <a:pt x="1406" y="812"/>
                </a:lnTo>
                <a:close/>
                <a:moveTo>
                  <a:pt x="1423" y="812"/>
                </a:moveTo>
                <a:lnTo>
                  <a:pt x="1430" y="812"/>
                </a:lnTo>
                <a:lnTo>
                  <a:pt x="1430" y="805"/>
                </a:lnTo>
                <a:lnTo>
                  <a:pt x="1423" y="805"/>
                </a:lnTo>
                <a:lnTo>
                  <a:pt x="1423" y="812"/>
                </a:lnTo>
                <a:close/>
                <a:moveTo>
                  <a:pt x="1439" y="812"/>
                </a:moveTo>
                <a:lnTo>
                  <a:pt x="1447" y="812"/>
                </a:lnTo>
                <a:lnTo>
                  <a:pt x="1447" y="805"/>
                </a:lnTo>
                <a:lnTo>
                  <a:pt x="1439" y="805"/>
                </a:lnTo>
                <a:lnTo>
                  <a:pt x="1439" y="812"/>
                </a:lnTo>
                <a:close/>
                <a:moveTo>
                  <a:pt x="1456" y="812"/>
                </a:moveTo>
                <a:lnTo>
                  <a:pt x="1463" y="812"/>
                </a:lnTo>
                <a:lnTo>
                  <a:pt x="1463" y="805"/>
                </a:lnTo>
                <a:lnTo>
                  <a:pt x="1456" y="805"/>
                </a:lnTo>
                <a:lnTo>
                  <a:pt x="1456" y="812"/>
                </a:lnTo>
                <a:close/>
                <a:moveTo>
                  <a:pt x="1473" y="812"/>
                </a:moveTo>
                <a:lnTo>
                  <a:pt x="1480" y="812"/>
                </a:lnTo>
                <a:lnTo>
                  <a:pt x="1480" y="805"/>
                </a:lnTo>
                <a:lnTo>
                  <a:pt x="1473" y="805"/>
                </a:lnTo>
                <a:lnTo>
                  <a:pt x="1473" y="812"/>
                </a:lnTo>
                <a:close/>
                <a:moveTo>
                  <a:pt x="1489" y="812"/>
                </a:moveTo>
                <a:lnTo>
                  <a:pt x="1496" y="812"/>
                </a:lnTo>
                <a:lnTo>
                  <a:pt x="1496" y="805"/>
                </a:lnTo>
                <a:lnTo>
                  <a:pt x="1489" y="805"/>
                </a:lnTo>
                <a:lnTo>
                  <a:pt x="1489" y="812"/>
                </a:lnTo>
                <a:close/>
                <a:moveTo>
                  <a:pt x="1506" y="812"/>
                </a:moveTo>
                <a:lnTo>
                  <a:pt x="1513" y="812"/>
                </a:lnTo>
                <a:lnTo>
                  <a:pt x="1513" y="805"/>
                </a:lnTo>
                <a:lnTo>
                  <a:pt x="1506" y="805"/>
                </a:lnTo>
                <a:lnTo>
                  <a:pt x="1506" y="812"/>
                </a:lnTo>
                <a:close/>
                <a:moveTo>
                  <a:pt x="1522" y="812"/>
                </a:moveTo>
                <a:lnTo>
                  <a:pt x="1529" y="812"/>
                </a:lnTo>
                <a:lnTo>
                  <a:pt x="1529" y="805"/>
                </a:lnTo>
                <a:lnTo>
                  <a:pt x="1522" y="805"/>
                </a:lnTo>
                <a:lnTo>
                  <a:pt x="1522" y="812"/>
                </a:lnTo>
                <a:close/>
                <a:moveTo>
                  <a:pt x="1539" y="812"/>
                </a:moveTo>
                <a:lnTo>
                  <a:pt x="1546" y="812"/>
                </a:lnTo>
                <a:lnTo>
                  <a:pt x="1546" y="805"/>
                </a:lnTo>
                <a:lnTo>
                  <a:pt x="1539" y="805"/>
                </a:lnTo>
                <a:lnTo>
                  <a:pt x="1539" y="812"/>
                </a:lnTo>
                <a:close/>
                <a:moveTo>
                  <a:pt x="1555" y="812"/>
                </a:moveTo>
                <a:lnTo>
                  <a:pt x="1563" y="812"/>
                </a:lnTo>
                <a:lnTo>
                  <a:pt x="1563" y="805"/>
                </a:lnTo>
                <a:lnTo>
                  <a:pt x="1555" y="805"/>
                </a:lnTo>
                <a:lnTo>
                  <a:pt x="1555" y="812"/>
                </a:lnTo>
                <a:close/>
                <a:moveTo>
                  <a:pt x="1572" y="812"/>
                </a:moveTo>
                <a:lnTo>
                  <a:pt x="1579" y="812"/>
                </a:lnTo>
                <a:lnTo>
                  <a:pt x="1579" y="805"/>
                </a:lnTo>
                <a:lnTo>
                  <a:pt x="1572" y="805"/>
                </a:lnTo>
                <a:lnTo>
                  <a:pt x="1572" y="812"/>
                </a:lnTo>
                <a:close/>
                <a:moveTo>
                  <a:pt x="1589" y="812"/>
                </a:moveTo>
                <a:lnTo>
                  <a:pt x="1596" y="812"/>
                </a:lnTo>
                <a:lnTo>
                  <a:pt x="1596" y="805"/>
                </a:lnTo>
                <a:lnTo>
                  <a:pt x="1589" y="805"/>
                </a:lnTo>
                <a:lnTo>
                  <a:pt x="1589" y="812"/>
                </a:lnTo>
                <a:close/>
                <a:moveTo>
                  <a:pt x="1605" y="812"/>
                </a:moveTo>
                <a:lnTo>
                  <a:pt x="1612" y="812"/>
                </a:lnTo>
                <a:lnTo>
                  <a:pt x="1612" y="805"/>
                </a:lnTo>
                <a:lnTo>
                  <a:pt x="1605" y="805"/>
                </a:lnTo>
                <a:lnTo>
                  <a:pt x="1605" y="812"/>
                </a:lnTo>
                <a:close/>
                <a:moveTo>
                  <a:pt x="1622" y="812"/>
                </a:moveTo>
                <a:lnTo>
                  <a:pt x="1629" y="812"/>
                </a:lnTo>
                <a:lnTo>
                  <a:pt x="1629" y="805"/>
                </a:lnTo>
                <a:lnTo>
                  <a:pt x="1622" y="805"/>
                </a:lnTo>
                <a:lnTo>
                  <a:pt x="1622" y="812"/>
                </a:lnTo>
                <a:close/>
                <a:moveTo>
                  <a:pt x="1638" y="812"/>
                </a:moveTo>
                <a:lnTo>
                  <a:pt x="1645" y="812"/>
                </a:lnTo>
                <a:lnTo>
                  <a:pt x="1645" y="805"/>
                </a:lnTo>
                <a:lnTo>
                  <a:pt x="1638" y="805"/>
                </a:lnTo>
                <a:lnTo>
                  <a:pt x="1638" y="812"/>
                </a:lnTo>
                <a:close/>
                <a:moveTo>
                  <a:pt x="1657" y="812"/>
                </a:moveTo>
                <a:lnTo>
                  <a:pt x="1664" y="812"/>
                </a:lnTo>
                <a:lnTo>
                  <a:pt x="1664" y="805"/>
                </a:lnTo>
                <a:lnTo>
                  <a:pt x="1657" y="805"/>
                </a:lnTo>
                <a:lnTo>
                  <a:pt x="1657" y="812"/>
                </a:lnTo>
                <a:close/>
                <a:moveTo>
                  <a:pt x="1674" y="812"/>
                </a:moveTo>
                <a:lnTo>
                  <a:pt x="1681" y="812"/>
                </a:lnTo>
                <a:lnTo>
                  <a:pt x="1681" y="805"/>
                </a:lnTo>
                <a:lnTo>
                  <a:pt x="1674" y="805"/>
                </a:lnTo>
                <a:lnTo>
                  <a:pt x="1674" y="812"/>
                </a:lnTo>
                <a:close/>
                <a:moveTo>
                  <a:pt x="1690" y="812"/>
                </a:moveTo>
                <a:lnTo>
                  <a:pt x="1698" y="812"/>
                </a:lnTo>
                <a:lnTo>
                  <a:pt x="1698" y="805"/>
                </a:lnTo>
                <a:lnTo>
                  <a:pt x="1690" y="805"/>
                </a:lnTo>
                <a:lnTo>
                  <a:pt x="1690" y="812"/>
                </a:lnTo>
                <a:close/>
                <a:moveTo>
                  <a:pt x="1707" y="812"/>
                </a:moveTo>
                <a:lnTo>
                  <a:pt x="1714" y="812"/>
                </a:lnTo>
                <a:lnTo>
                  <a:pt x="1714" y="805"/>
                </a:lnTo>
                <a:lnTo>
                  <a:pt x="1707" y="805"/>
                </a:lnTo>
                <a:lnTo>
                  <a:pt x="1707" y="812"/>
                </a:lnTo>
                <a:close/>
                <a:moveTo>
                  <a:pt x="1724" y="812"/>
                </a:moveTo>
                <a:lnTo>
                  <a:pt x="1731" y="812"/>
                </a:lnTo>
                <a:lnTo>
                  <a:pt x="1731" y="805"/>
                </a:lnTo>
                <a:lnTo>
                  <a:pt x="1724" y="805"/>
                </a:lnTo>
                <a:lnTo>
                  <a:pt x="1724" y="812"/>
                </a:lnTo>
                <a:close/>
                <a:moveTo>
                  <a:pt x="1740" y="812"/>
                </a:moveTo>
                <a:lnTo>
                  <a:pt x="1747" y="812"/>
                </a:lnTo>
                <a:lnTo>
                  <a:pt x="1747" y="805"/>
                </a:lnTo>
                <a:lnTo>
                  <a:pt x="1740" y="805"/>
                </a:lnTo>
                <a:lnTo>
                  <a:pt x="1740" y="812"/>
                </a:lnTo>
                <a:close/>
                <a:moveTo>
                  <a:pt x="1757" y="812"/>
                </a:moveTo>
                <a:lnTo>
                  <a:pt x="1764" y="812"/>
                </a:lnTo>
                <a:lnTo>
                  <a:pt x="1764" y="805"/>
                </a:lnTo>
                <a:lnTo>
                  <a:pt x="1757" y="805"/>
                </a:lnTo>
                <a:lnTo>
                  <a:pt x="1757" y="812"/>
                </a:lnTo>
                <a:close/>
                <a:moveTo>
                  <a:pt x="1773" y="812"/>
                </a:moveTo>
                <a:lnTo>
                  <a:pt x="1780" y="812"/>
                </a:lnTo>
                <a:lnTo>
                  <a:pt x="1780" y="805"/>
                </a:lnTo>
                <a:lnTo>
                  <a:pt x="1773" y="805"/>
                </a:lnTo>
                <a:lnTo>
                  <a:pt x="1773" y="812"/>
                </a:lnTo>
                <a:close/>
                <a:moveTo>
                  <a:pt x="1790" y="812"/>
                </a:moveTo>
                <a:lnTo>
                  <a:pt x="1797" y="812"/>
                </a:lnTo>
                <a:lnTo>
                  <a:pt x="1797" y="805"/>
                </a:lnTo>
                <a:lnTo>
                  <a:pt x="1790" y="805"/>
                </a:lnTo>
                <a:lnTo>
                  <a:pt x="1790" y="812"/>
                </a:lnTo>
                <a:close/>
                <a:moveTo>
                  <a:pt x="1806" y="812"/>
                </a:moveTo>
                <a:lnTo>
                  <a:pt x="1814" y="812"/>
                </a:lnTo>
                <a:lnTo>
                  <a:pt x="1814" y="805"/>
                </a:lnTo>
                <a:lnTo>
                  <a:pt x="1806" y="805"/>
                </a:lnTo>
                <a:lnTo>
                  <a:pt x="1806" y="812"/>
                </a:lnTo>
                <a:close/>
                <a:moveTo>
                  <a:pt x="1823" y="812"/>
                </a:moveTo>
                <a:lnTo>
                  <a:pt x="1830" y="812"/>
                </a:lnTo>
                <a:lnTo>
                  <a:pt x="1830" y="805"/>
                </a:lnTo>
                <a:lnTo>
                  <a:pt x="1823" y="805"/>
                </a:lnTo>
                <a:lnTo>
                  <a:pt x="1823" y="812"/>
                </a:lnTo>
                <a:close/>
                <a:moveTo>
                  <a:pt x="1840" y="812"/>
                </a:moveTo>
                <a:lnTo>
                  <a:pt x="1847" y="812"/>
                </a:lnTo>
                <a:lnTo>
                  <a:pt x="1847" y="805"/>
                </a:lnTo>
                <a:lnTo>
                  <a:pt x="1840" y="805"/>
                </a:lnTo>
                <a:lnTo>
                  <a:pt x="1840" y="812"/>
                </a:lnTo>
                <a:close/>
                <a:moveTo>
                  <a:pt x="1856" y="812"/>
                </a:moveTo>
                <a:lnTo>
                  <a:pt x="1863" y="812"/>
                </a:lnTo>
                <a:lnTo>
                  <a:pt x="1863" y="805"/>
                </a:lnTo>
                <a:lnTo>
                  <a:pt x="1856" y="805"/>
                </a:lnTo>
                <a:lnTo>
                  <a:pt x="1856" y="812"/>
                </a:lnTo>
                <a:close/>
                <a:moveTo>
                  <a:pt x="1873" y="812"/>
                </a:moveTo>
                <a:lnTo>
                  <a:pt x="1880" y="812"/>
                </a:lnTo>
                <a:lnTo>
                  <a:pt x="1880" y="805"/>
                </a:lnTo>
                <a:lnTo>
                  <a:pt x="1873" y="805"/>
                </a:lnTo>
                <a:lnTo>
                  <a:pt x="1873" y="812"/>
                </a:lnTo>
                <a:close/>
                <a:moveTo>
                  <a:pt x="1889" y="812"/>
                </a:moveTo>
                <a:lnTo>
                  <a:pt x="1896" y="812"/>
                </a:lnTo>
                <a:lnTo>
                  <a:pt x="1896" y="805"/>
                </a:lnTo>
                <a:lnTo>
                  <a:pt x="1889" y="805"/>
                </a:lnTo>
                <a:lnTo>
                  <a:pt x="1889" y="812"/>
                </a:lnTo>
                <a:close/>
                <a:moveTo>
                  <a:pt x="1908" y="812"/>
                </a:moveTo>
                <a:lnTo>
                  <a:pt x="1915" y="812"/>
                </a:lnTo>
                <a:lnTo>
                  <a:pt x="1915" y="805"/>
                </a:lnTo>
                <a:lnTo>
                  <a:pt x="1908" y="805"/>
                </a:lnTo>
                <a:lnTo>
                  <a:pt x="1908" y="812"/>
                </a:lnTo>
                <a:close/>
                <a:moveTo>
                  <a:pt x="1925" y="812"/>
                </a:moveTo>
                <a:lnTo>
                  <a:pt x="1932" y="812"/>
                </a:lnTo>
                <a:lnTo>
                  <a:pt x="1932" y="805"/>
                </a:lnTo>
                <a:lnTo>
                  <a:pt x="1925" y="805"/>
                </a:lnTo>
                <a:lnTo>
                  <a:pt x="1925" y="812"/>
                </a:lnTo>
                <a:close/>
                <a:moveTo>
                  <a:pt x="1941" y="812"/>
                </a:moveTo>
                <a:lnTo>
                  <a:pt x="1949" y="812"/>
                </a:lnTo>
                <a:lnTo>
                  <a:pt x="1949" y="805"/>
                </a:lnTo>
                <a:lnTo>
                  <a:pt x="1941" y="805"/>
                </a:lnTo>
                <a:lnTo>
                  <a:pt x="1941" y="812"/>
                </a:lnTo>
                <a:close/>
                <a:moveTo>
                  <a:pt x="2074" y="812"/>
                </a:moveTo>
                <a:lnTo>
                  <a:pt x="2081" y="812"/>
                </a:lnTo>
                <a:lnTo>
                  <a:pt x="2081" y="805"/>
                </a:lnTo>
                <a:lnTo>
                  <a:pt x="2074" y="805"/>
                </a:lnTo>
                <a:lnTo>
                  <a:pt x="2074" y="812"/>
                </a:lnTo>
                <a:close/>
                <a:moveTo>
                  <a:pt x="2091" y="812"/>
                </a:moveTo>
                <a:lnTo>
                  <a:pt x="2098" y="812"/>
                </a:lnTo>
                <a:lnTo>
                  <a:pt x="2098" y="805"/>
                </a:lnTo>
                <a:lnTo>
                  <a:pt x="2091" y="805"/>
                </a:lnTo>
                <a:lnTo>
                  <a:pt x="2091" y="812"/>
                </a:lnTo>
                <a:close/>
                <a:moveTo>
                  <a:pt x="2107" y="812"/>
                </a:moveTo>
                <a:lnTo>
                  <a:pt x="2114" y="812"/>
                </a:lnTo>
                <a:lnTo>
                  <a:pt x="2114" y="805"/>
                </a:lnTo>
                <a:lnTo>
                  <a:pt x="2107" y="805"/>
                </a:lnTo>
                <a:lnTo>
                  <a:pt x="2107" y="812"/>
                </a:lnTo>
                <a:close/>
                <a:moveTo>
                  <a:pt x="2124" y="812"/>
                </a:moveTo>
                <a:lnTo>
                  <a:pt x="2131" y="812"/>
                </a:lnTo>
                <a:lnTo>
                  <a:pt x="2131" y="805"/>
                </a:lnTo>
                <a:lnTo>
                  <a:pt x="2124" y="805"/>
                </a:lnTo>
                <a:lnTo>
                  <a:pt x="2124" y="812"/>
                </a:lnTo>
                <a:close/>
                <a:moveTo>
                  <a:pt x="2140" y="812"/>
                </a:moveTo>
                <a:lnTo>
                  <a:pt x="2147" y="812"/>
                </a:lnTo>
                <a:lnTo>
                  <a:pt x="2147" y="805"/>
                </a:lnTo>
                <a:lnTo>
                  <a:pt x="2140" y="805"/>
                </a:lnTo>
                <a:lnTo>
                  <a:pt x="2140" y="812"/>
                </a:lnTo>
                <a:close/>
                <a:moveTo>
                  <a:pt x="2159" y="812"/>
                </a:moveTo>
                <a:lnTo>
                  <a:pt x="2164" y="812"/>
                </a:lnTo>
                <a:lnTo>
                  <a:pt x="2164" y="805"/>
                </a:lnTo>
                <a:lnTo>
                  <a:pt x="2159" y="805"/>
                </a:lnTo>
                <a:lnTo>
                  <a:pt x="2159" y="812"/>
                </a:lnTo>
                <a:close/>
                <a:moveTo>
                  <a:pt x="2176" y="812"/>
                </a:moveTo>
                <a:lnTo>
                  <a:pt x="2183" y="812"/>
                </a:lnTo>
                <a:lnTo>
                  <a:pt x="2183" y="805"/>
                </a:lnTo>
                <a:lnTo>
                  <a:pt x="2176" y="805"/>
                </a:lnTo>
                <a:lnTo>
                  <a:pt x="2176" y="812"/>
                </a:lnTo>
                <a:close/>
                <a:moveTo>
                  <a:pt x="2242" y="812"/>
                </a:moveTo>
                <a:lnTo>
                  <a:pt x="2249" y="812"/>
                </a:lnTo>
                <a:lnTo>
                  <a:pt x="2249" y="805"/>
                </a:lnTo>
                <a:lnTo>
                  <a:pt x="2242" y="805"/>
                </a:lnTo>
                <a:lnTo>
                  <a:pt x="2242" y="812"/>
                </a:lnTo>
                <a:close/>
                <a:moveTo>
                  <a:pt x="2259" y="812"/>
                </a:moveTo>
                <a:lnTo>
                  <a:pt x="2266" y="812"/>
                </a:lnTo>
                <a:lnTo>
                  <a:pt x="2266" y="805"/>
                </a:lnTo>
                <a:lnTo>
                  <a:pt x="2259" y="805"/>
                </a:lnTo>
                <a:lnTo>
                  <a:pt x="2259" y="812"/>
                </a:lnTo>
                <a:close/>
                <a:moveTo>
                  <a:pt x="2275" y="812"/>
                </a:moveTo>
                <a:lnTo>
                  <a:pt x="2282" y="812"/>
                </a:lnTo>
                <a:lnTo>
                  <a:pt x="2282" y="805"/>
                </a:lnTo>
                <a:lnTo>
                  <a:pt x="2275" y="805"/>
                </a:lnTo>
                <a:lnTo>
                  <a:pt x="2275" y="812"/>
                </a:lnTo>
                <a:close/>
                <a:moveTo>
                  <a:pt x="2292" y="812"/>
                </a:moveTo>
                <a:lnTo>
                  <a:pt x="2299" y="812"/>
                </a:lnTo>
                <a:lnTo>
                  <a:pt x="2299" y="805"/>
                </a:lnTo>
                <a:lnTo>
                  <a:pt x="2292" y="805"/>
                </a:lnTo>
                <a:lnTo>
                  <a:pt x="2292" y="812"/>
                </a:lnTo>
                <a:close/>
                <a:moveTo>
                  <a:pt x="2308" y="812"/>
                </a:moveTo>
                <a:lnTo>
                  <a:pt x="2316" y="812"/>
                </a:lnTo>
                <a:lnTo>
                  <a:pt x="2316" y="805"/>
                </a:lnTo>
                <a:lnTo>
                  <a:pt x="2308" y="805"/>
                </a:lnTo>
                <a:lnTo>
                  <a:pt x="2308" y="812"/>
                </a:lnTo>
                <a:close/>
                <a:moveTo>
                  <a:pt x="2325" y="812"/>
                </a:moveTo>
                <a:lnTo>
                  <a:pt x="2332" y="812"/>
                </a:lnTo>
                <a:lnTo>
                  <a:pt x="2332" y="805"/>
                </a:lnTo>
                <a:lnTo>
                  <a:pt x="2325" y="805"/>
                </a:lnTo>
                <a:lnTo>
                  <a:pt x="2325" y="812"/>
                </a:lnTo>
                <a:close/>
                <a:moveTo>
                  <a:pt x="2342" y="812"/>
                </a:moveTo>
                <a:lnTo>
                  <a:pt x="2349" y="812"/>
                </a:lnTo>
                <a:lnTo>
                  <a:pt x="2349" y="805"/>
                </a:lnTo>
                <a:lnTo>
                  <a:pt x="2342" y="805"/>
                </a:lnTo>
                <a:lnTo>
                  <a:pt x="2342" y="812"/>
                </a:lnTo>
                <a:close/>
                <a:moveTo>
                  <a:pt x="2375" y="812"/>
                </a:moveTo>
                <a:lnTo>
                  <a:pt x="2382" y="812"/>
                </a:lnTo>
                <a:lnTo>
                  <a:pt x="2382" y="805"/>
                </a:lnTo>
                <a:lnTo>
                  <a:pt x="2375" y="805"/>
                </a:lnTo>
                <a:lnTo>
                  <a:pt x="2375" y="812"/>
                </a:lnTo>
                <a:close/>
                <a:moveTo>
                  <a:pt x="2391" y="812"/>
                </a:moveTo>
                <a:lnTo>
                  <a:pt x="2398" y="812"/>
                </a:lnTo>
                <a:lnTo>
                  <a:pt x="2398" y="805"/>
                </a:lnTo>
                <a:lnTo>
                  <a:pt x="2391" y="805"/>
                </a:lnTo>
                <a:lnTo>
                  <a:pt x="2391" y="812"/>
                </a:lnTo>
                <a:close/>
                <a:moveTo>
                  <a:pt x="2477" y="812"/>
                </a:moveTo>
                <a:lnTo>
                  <a:pt x="2484" y="812"/>
                </a:lnTo>
                <a:lnTo>
                  <a:pt x="2484" y="805"/>
                </a:lnTo>
                <a:lnTo>
                  <a:pt x="2477" y="805"/>
                </a:lnTo>
                <a:lnTo>
                  <a:pt x="2477" y="812"/>
                </a:lnTo>
                <a:close/>
                <a:moveTo>
                  <a:pt x="2493" y="812"/>
                </a:moveTo>
                <a:lnTo>
                  <a:pt x="2500" y="812"/>
                </a:lnTo>
                <a:lnTo>
                  <a:pt x="2500" y="805"/>
                </a:lnTo>
                <a:lnTo>
                  <a:pt x="2493" y="805"/>
                </a:lnTo>
                <a:lnTo>
                  <a:pt x="2493" y="812"/>
                </a:lnTo>
                <a:close/>
                <a:moveTo>
                  <a:pt x="585" y="829"/>
                </a:moveTo>
                <a:lnTo>
                  <a:pt x="592" y="829"/>
                </a:lnTo>
                <a:lnTo>
                  <a:pt x="592" y="822"/>
                </a:lnTo>
                <a:lnTo>
                  <a:pt x="585" y="822"/>
                </a:lnTo>
                <a:lnTo>
                  <a:pt x="585" y="829"/>
                </a:lnTo>
                <a:close/>
                <a:moveTo>
                  <a:pt x="601" y="829"/>
                </a:moveTo>
                <a:lnTo>
                  <a:pt x="608" y="829"/>
                </a:lnTo>
                <a:lnTo>
                  <a:pt x="608" y="822"/>
                </a:lnTo>
                <a:lnTo>
                  <a:pt x="601" y="822"/>
                </a:lnTo>
                <a:lnTo>
                  <a:pt x="601" y="829"/>
                </a:lnTo>
                <a:close/>
                <a:moveTo>
                  <a:pt x="620" y="829"/>
                </a:moveTo>
                <a:lnTo>
                  <a:pt x="625" y="829"/>
                </a:lnTo>
                <a:lnTo>
                  <a:pt x="625" y="822"/>
                </a:lnTo>
                <a:lnTo>
                  <a:pt x="620" y="822"/>
                </a:lnTo>
                <a:lnTo>
                  <a:pt x="620" y="829"/>
                </a:lnTo>
                <a:close/>
                <a:moveTo>
                  <a:pt x="637" y="829"/>
                </a:moveTo>
                <a:lnTo>
                  <a:pt x="644" y="829"/>
                </a:lnTo>
                <a:lnTo>
                  <a:pt x="644" y="822"/>
                </a:lnTo>
                <a:lnTo>
                  <a:pt x="637" y="822"/>
                </a:lnTo>
                <a:lnTo>
                  <a:pt x="637" y="829"/>
                </a:lnTo>
                <a:close/>
                <a:moveTo>
                  <a:pt x="653" y="829"/>
                </a:moveTo>
                <a:lnTo>
                  <a:pt x="660" y="829"/>
                </a:lnTo>
                <a:lnTo>
                  <a:pt x="660" y="822"/>
                </a:lnTo>
                <a:lnTo>
                  <a:pt x="653" y="822"/>
                </a:lnTo>
                <a:lnTo>
                  <a:pt x="653" y="829"/>
                </a:lnTo>
                <a:close/>
                <a:moveTo>
                  <a:pt x="670" y="829"/>
                </a:moveTo>
                <a:lnTo>
                  <a:pt x="677" y="829"/>
                </a:lnTo>
                <a:lnTo>
                  <a:pt x="677" y="822"/>
                </a:lnTo>
                <a:lnTo>
                  <a:pt x="670" y="822"/>
                </a:lnTo>
                <a:lnTo>
                  <a:pt x="670" y="829"/>
                </a:lnTo>
                <a:close/>
                <a:moveTo>
                  <a:pt x="686" y="829"/>
                </a:moveTo>
                <a:lnTo>
                  <a:pt x="693" y="829"/>
                </a:lnTo>
                <a:lnTo>
                  <a:pt x="693" y="822"/>
                </a:lnTo>
                <a:lnTo>
                  <a:pt x="686" y="822"/>
                </a:lnTo>
                <a:lnTo>
                  <a:pt x="686" y="829"/>
                </a:lnTo>
                <a:close/>
                <a:moveTo>
                  <a:pt x="703" y="829"/>
                </a:moveTo>
                <a:lnTo>
                  <a:pt x="710" y="829"/>
                </a:lnTo>
                <a:lnTo>
                  <a:pt x="710" y="822"/>
                </a:lnTo>
                <a:lnTo>
                  <a:pt x="703" y="822"/>
                </a:lnTo>
                <a:lnTo>
                  <a:pt x="703" y="829"/>
                </a:lnTo>
                <a:close/>
                <a:moveTo>
                  <a:pt x="720" y="829"/>
                </a:moveTo>
                <a:lnTo>
                  <a:pt x="727" y="829"/>
                </a:lnTo>
                <a:lnTo>
                  <a:pt x="727" y="822"/>
                </a:lnTo>
                <a:lnTo>
                  <a:pt x="720" y="822"/>
                </a:lnTo>
                <a:lnTo>
                  <a:pt x="720" y="829"/>
                </a:lnTo>
                <a:close/>
                <a:moveTo>
                  <a:pt x="802" y="829"/>
                </a:moveTo>
                <a:lnTo>
                  <a:pt x="810" y="829"/>
                </a:lnTo>
                <a:lnTo>
                  <a:pt x="810" y="822"/>
                </a:lnTo>
                <a:lnTo>
                  <a:pt x="802" y="822"/>
                </a:lnTo>
                <a:lnTo>
                  <a:pt x="802" y="829"/>
                </a:lnTo>
                <a:close/>
                <a:moveTo>
                  <a:pt x="819" y="829"/>
                </a:moveTo>
                <a:lnTo>
                  <a:pt x="826" y="829"/>
                </a:lnTo>
                <a:lnTo>
                  <a:pt x="826" y="822"/>
                </a:lnTo>
                <a:lnTo>
                  <a:pt x="819" y="822"/>
                </a:lnTo>
                <a:lnTo>
                  <a:pt x="819" y="829"/>
                </a:lnTo>
                <a:close/>
                <a:moveTo>
                  <a:pt x="852" y="829"/>
                </a:moveTo>
                <a:lnTo>
                  <a:pt x="859" y="829"/>
                </a:lnTo>
                <a:lnTo>
                  <a:pt x="859" y="822"/>
                </a:lnTo>
                <a:lnTo>
                  <a:pt x="852" y="822"/>
                </a:lnTo>
                <a:lnTo>
                  <a:pt x="852" y="829"/>
                </a:lnTo>
                <a:close/>
                <a:moveTo>
                  <a:pt x="888" y="829"/>
                </a:moveTo>
                <a:lnTo>
                  <a:pt x="895" y="829"/>
                </a:lnTo>
                <a:lnTo>
                  <a:pt x="895" y="822"/>
                </a:lnTo>
                <a:lnTo>
                  <a:pt x="888" y="822"/>
                </a:lnTo>
                <a:lnTo>
                  <a:pt x="888" y="829"/>
                </a:lnTo>
                <a:close/>
                <a:moveTo>
                  <a:pt x="904" y="829"/>
                </a:moveTo>
                <a:lnTo>
                  <a:pt x="911" y="829"/>
                </a:lnTo>
                <a:lnTo>
                  <a:pt x="911" y="822"/>
                </a:lnTo>
                <a:lnTo>
                  <a:pt x="904" y="822"/>
                </a:lnTo>
                <a:lnTo>
                  <a:pt x="904" y="829"/>
                </a:lnTo>
                <a:close/>
                <a:moveTo>
                  <a:pt x="937" y="829"/>
                </a:moveTo>
                <a:lnTo>
                  <a:pt x="944" y="829"/>
                </a:lnTo>
                <a:lnTo>
                  <a:pt x="944" y="822"/>
                </a:lnTo>
                <a:lnTo>
                  <a:pt x="937" y="822"/>
                </a:lnTo>
                <a:lnTo>
                  <a:pt x="937" y="829"/>
                </a:lnTo>
                <a:close/>
                <a:moveTo>
                  <a:pt x="1321" y="829"/>
                </a:moveTo>
                <a:lnTo>
                  <a:pt x="1328" y="829"/>
                </a:lnTo>
                <a:lnTo>
                  <a:pt x="1328" y="822"/>
                </a:lnTo>
                <a:lnTo>
                  <a:pt x="1321" y="822"/>
                </a:lnTo>
                <a:lnTo>
                  <a:pt x="1321" y="829"/>
                </a:lnTo>
                <a:close/>
                <a:moveTo>
                  <a:pt x="1338" y="829"/>
                </a:moveTo>
                <a:lnTo>
                  <a:pt x="1345" y="829"/>
                </a:lnTo>
                <a:lnTo>
                  <a:pt x="1345" y="822"/>
                </a:lnTo>
                <a:lnTo>
                  <a:pt x="1338" y="822"/>
                </a:lnTo>
                <a:lnTo>
                  <a:pt x="1338" y="829"/>
                </a:lnTo>
                <a:close/>
                <a:moveTo>
                  <a:pt x="1354" y="829"/>
                </a:moveTo>
                <a:lnTo>
                  <a:pt x="1361" y="829"/>
                </a:lnTo>
                <a:lnTo>
                  <a:pt x="1361" y="822"/>
                </a:lnTo>
                <a:lnTo>
                  <a:pt x="1354" y="822"/>
                </a:lnTo>
                <a:lnTo>
                  <a:pt x="1354" y="829"/>
                </a:lnTo>
                <a:close/>
                <a:moveTo>
                  <a:pt x="1371" y="829"/>
                </a:moveTo>
                <a:lnTo>
                  <a:pt x="1378" y="829"/>
                </a:lnTo>
                <a:lnTo>
                  <a:pt x="1378" y="822"/>
                </a:lnTo>
                <a:lnTo>
                  <a:pt x="1371" y="822"/>
                </a:lnTo>
                <a:lnTo>
                  <a:pt x="1371" y="829"/>
                </a:lnTo>
                <a:close/>
                <a:moveTo>
                  <a:pt x="1390" y="829"/>
                </a:moveTo>
                <a:lnTo>
                  <a:pt x="1394" y="829"/>
                </a:lnTo>
                <a:lnTo>
                  <a:pt x="1394" y="822"/>
                </a:lnTo>
                <a:lnTo>
                  <a:pt x="1390" y="822"/>
                </a:lnTo>
                <a:lnTo>
                  <a:pt x="1390" y="829"/>
                </a:lnTo>
                <a:close/>
                <a:moveTo>
                  <a:pt x="1406" y="829"/>
                </a:moveTo>
                <a:lnTo>
                  <a:pt x="1413" y="829"/>
                </a:lnTo>
                <a:lnTo>
                  <a:pt x="1413" y="822"/>
                </a:lnTo>
                <a:lnTo>
                  <a:pt x="1406" y="822"/>
                </a:lnTo>
                <a:lnTo>
                  <a:pt x="1406" y="829"/>
                </a:lnTo>
                <a:close/>
                <a:moveTo>
                  <a:pt x="1423" y="829"/>
                </a:moveTo>
                <a:lnTo>
                  <a:pt x="1430" y="829"/>
                </a:lnTo>
                <a:lnTo>
                  <a:pt x="1430" y="822"/>
                </a:lnTo>
                <a:lnTo>
                  <a:pt x="1423" y="822"/>
                </a:lnTo>
                <a:lnTo>
                  <a:pt x="1423" y="829"/>
                </a:lnTo>
                <a:close/>
                <a:moveTo>
                  <a:pt x="1439" y="829"/>
                </a:moveTo>
                <a:lnTo>
                  <a:pt x="1447" y="829"/>
                </a:lnTo>
                <a:lnTo>
                  <a:pt x="1447" y="822"/>
                </a:lnTo>
                <a:lnTo>
                  <a:pt x="1439" y="822"/>
                </a:lnTo>
                <a:lnTo>
                  <a:pt x="1439" y="829"/>
                </a:lnTo>
                <a:close/>
                <a:moveTo>
                  <a:pt x="1456" y="829"/>
                </a:moveTo>
                <a:lnTo>
                  <a:pt x="1463" y="829"/>
                </a:lnTo>
                <a:lnTo>
                  <a:pt x="1463" y="822"/>
                </a:lnTo>
                <a:lnTo>
                  <a:pt x="1456" y="822"/>
                </a:lnTo>
                <a:lnTo>
                  <a:pt x="1456" y="829"/>
                </a:lnTo>
                <a:close/>
                <a:moveTo>
                  <a:pt x="1473" y="829"/>
                </a:moveTo>
                <a:lnTo>
                  <a:pt x="1480" y="829"/>
                </a:lnTo>
                <a:lnTo>
                  <a:pt x="1480" y="822"/>
                </a:lnTo>
                <a:lnTo>
                  <a:pt x="1473" y="822"/>
                </a:lnTo>
                <a:lnTo>
                  <a:pt x="1473" y="829"/>
                </a:lnTo>
                <a:close/>
                <a:moveTo>
                  <a:pt x="1489" y="829"/>
                </a:moveTo>
                <a:lnTo>
                  <a:pt x="1496" y="829"/>
                </a:lnTo>
                <a:lnTo>
                  <a:pt x="1496" y="822"/>
                </a:lnTo>
                <a:lnTo>
                  <a:pt x="1489" y="822"/>
                </a:lnTo>
                <a:lnTo>
                  <a:pt x="1489" y="829"/>
                </a:lnTo>
                <a:close/>
                <a:moveTo>
                  <a:pt x="1506" y="829"/>
                </a:moveTo>
                <a:lnTo>
                  <a:pt x="1513" y="829"/>
                </a:lnTo>
                <a:lnTo>
                  <a:pt x="1513" y="822"/>
                </a:lnTo>
                <a:lnTo>
                  <a:pt x="1506" y="822"/>
                </a:lnTo>
                <a:lnTo>
                  <a:pt x="1506" y="829"/>
                </a:lnTo>
                <a:close/>
                <a:moveTo>
                  <a:pt x="1522" y="829"/>
                </a:moveTo>
                <a:lnTo>
                  <a:pt x="1529" y="829"/>
                </a:lnTo>
                <a:lnTo>
                  <a:pt x="1529" y="822"/>
                </a:lnTo>
                <a:lnTo>
                  <a:pt x="1522" y="822"/>
                </a:lnTo>
                <a:lnTo>
                  <a:pt x="1522" y="829"/>
                </a:lnTo>
                <a:close/>
                <a:moveTo>
                  <a:pt x="1539" y="829"/>
                </a:moveTo>
                <a:lnTo>
                  <a:pt x="1546" y="829"/>
                </a:lnTo>
                <a:lnTo>
                  <a:pt x="1546" y="822"/>
                </a:lnTo>
                <a:lnTo>
                  <a:pt x="1539" y="822"/>
                </a:lnTo>
                <a:lnTo>
                  <a:pt x="1539" y="829"/>
                </a:lnTo>
                <a:close/>
                <a:moveTo>
                  <a:pt x="1555" y="829"/>
                </a:moveTo>
                <a:lnTo>
                  <a:pt x="1563" y="829"/>
                </a:lnTo>
                <a:lnTo>
                  <a:pt x="1563" y="822"/>
                </a:lnTo>
                <a:lnTo>
                  <a:pt x="1555" y="822"/>
                </a:lnTo>
                <a:lnTo>
                  <a:pt x="1555" y="829"/>
                </a:lnTo>
                <a:close/>
                <a:moveTo>
                  <a:pt x="1572" y="829"/>
                </a:moveTo>
                <a:lnTo>
                  <a:pt x="1579" y="829"/>
                </a:lnTo>
                <a:lnTo>
                  <a:pt x="1579" y="822"/>
                </a:lnTo>
                <a:lnTo>
                  <a:pt x="1572" y="822"/>
                </a:lnTo>
                <a:lnTo>
                  <a:pt x="1572" y="829"/>
                </a:lnTo>
                <a:close/>
                <a:moveTo>
                  <a:pt x="1589" y="829"/>
                </a:moveTo>
                <a:lnTo>
                  <a:pt x="1596" y="829"/>
                </a:lnTo>
                <a:lnTo>
                  <a:pt x="1596" y="822"/>
                </a:lnTo>
                <a:lnTo>
                  <a:pt x="1589" y="822"/>
                </a:lnTo>
                <a:lnTo>
                  <a:pt x="1589" y="829"/>
                </a:lnTo>
                <a:close/>
                <a:moveTo>
                  <a:pt x="1605" y="829"/>
                </a:moveTo>
                <a:lnTo>
                  <a:pt x="1612" y="829"/>
                </a:lnTo>
                <a:lnTo>
                  <a:pt x="1612" y="822"/>
                </a:lnTo>
                <a:lnTo>
                  <a:pt x="1605" y="822"/>
                </a:lnTo>
                <a:lnTo>
                  <a:pt x="1605" y="829"/>
                </a:lnTo>
                <a:close/>
                <a:moveTo>
                  <a:pt x="1622" y="829"/>
                </a:moveTo>
                <a:lnTo>
                  <a:pt x="1629" y="829"/>
                </a:lnTo>
                <a:lnTo>
                  <a:pt x="1629" y="822"/>
                </a:lnTo>
                <a:lnTo>
                  <a:pt x="1622" y="822"/>
                </a:lnTo>
                <a:lnTo>
                  <a:pt x="1622" y="829"/>
                </a:lnTo>
                <a:close/>
                <a:moveTo>
                  <a:pt x="1638" y="829"/>
                </a:moveTo>
                <a:lnTo>
                  <a:pt x="1645" y="829"/>
                </a:lnTo>
                <a:lnTo>
                  <a:pt x="1645" y="822"/>
                </a:lnTo>
                <a:lnTo>
                  <a:pt x="1638" y="822"/>
                </a:lnTo>
                <a:lnTo>
                  <a:pt x="1638" y="829"/>
                </a:lnTo>
                <a:close/>
                <a:moveTo>
                  <a:pt x="1657" y="829"/>
                </a:moveTo>
                <a:lnTo>
                  <a:pt x="1664" y="829"/>
                </a:lnTo>
                <a:lnTo>
                  <a:pt x="1664" y="822"/>
                </a:lnTo>
                <a:lnTo>
                  <a:pt x="1657" y="822"/>
                </a:lnTo>
                <a:lnTo>
                  <a:pt x="1657" y="829"/>
                </a:lnTo>
                <a:close/>
                <a:moveTo>
                  <a:pt x="1674" y="829"/>
                </a:moveTo>
                <a:lnTo>
                  <a:pt x="1681" y="829"/>
                </a:lnTo>
                <a:lnTo>
                  <a:pt x="1681" y="822"/>
                </a:lnTo>
                <a:lnTo>
                  <a:pt x="1674" y="822"/>
                </a:lnTo>
                <a:lnTo>
                  <a:pt x="1674" y="829"/>
                </a:lnTo>
                <a:close/>
                <a:moveTo>
                  <a:pt x="1690" y="829"/>
                </a:moveTo>
                <a:lnTo>
                  <a:pt x="1698" y="829"/>
                </a:lnTo>
                <a:lnTo>
                  <a:pt x="1698" y="822"/>
                </a:lnTo>
                <a:lnTo>
                  <a:pt x="1690" y="822"/>
                </a:lnTo>
                <a:lnTo>
                  <a:pt x="1690" y="829"/>
                </a:lnTo>
                <a:close/>
                <a:moveTo>
                  <a:pt x="1707" y="829"/>
                </a:moveTo>
                <a:lnTo>
                  <a:pt x="1714" y="829"/>
                </a:lnTo>
                <a:lnTo>
                  <a:pt x="1714" y="822"/>
                </a:lnTo>
                <a:lnTo>
                  <a:pt x="1707" y="822"/>
                </a:lnTo>
                <a:lnTo>
                  <a:pt x="1707" y="829"/>
                </a:lnTo>
                <a:close/>
                <a:moveTo>
                  <a:pt x="1724" y="829"/>
                </a:moveTo>
                <a:lnTo>
                  <a:pt x="1731" y="829"/>
                </a:lnTo>
                <a:lnTo>
                  <a:pt x="1731" y="822"/>
                </a:lnTo>
                <a:lnTo>
                  <a:pt x="1724" y="822"/>
                </a:lnTo>
                <a:lnTo>
                  <a:pt x="1724" y="829"/>
                </a:lnTo>
                <a:close/>
                <a:moveTo>
                  <a:pt x="1740" y="829"/>
                </a:moveTo>
                <a:lnTo>
                  <a:pt x="1747" y="829"/>
                </a:lnTo>
                <a:lnTo>
                  <a:pt x="1747" y="822"/>
                </a:lnTo>
                <a:lnTo>
                  <a:pt x="1740" y="822"/>
                </a:lnTo>
                <a:lnTo>
                  <a:pt x="1740" y="829"/>
                </a:lnTo>
                <a:close/>
                <a:moveTo>
                  <a:pt x="1757" y="829"/>
                </a:moveTo>
                <a:lnTo>
                  <a:pt x="1764" y="829"/>
                </a:lnTo>
                <a:lnTo>
                  <a:pt x="1764" y="822"/>
                </a:lnTo>
                <a:lnTo>
                  <a:pt x="1757" y="822"/>
                </a:lnTo>
                <a:lnTo>
                  <a:pt x="1757" y="829"/>
                </a:lnTo>
                <a:close/>
                <a:moveTo>
                  <a:pt x="1773" y="829"/>
                </a:moveTo>
                <a:lnTo>
                  <a:pt x="1780" y="829"/>
                </a:lnTo>
                <a:lnTo>
                  <a:pt x="1780" y="822"/>
                </a:lnTo>
                <a:lnTo>
                  <a:pt x="1773" y="822"/>
                </a:lnTo>
                <a:lnTo>
                  <a:pt x="1773" y="829"/>
                </a:lnTo>
                <a:close/>
                <a:moveTo>
                  <a:pt x="1790" y="829"/>
                </a:moveTo>
                <a:lnTo>
                  <a:pt x="1797" y="829"/>
                </a:lnTo>
                <a:lnTo>
                  <a:pt x="1797" y="822"/>
                </a:lnTo>
                <a:lnTo>
                  <a:pt x="1790" y="822"/>
                </a:lnTo>
                <a:lnTo>
                  <a:pt x="1790" y="829"/>
                </a:lnTo>
                <a:close/>
                <a:moveTo>
                  <a:pt x="1806" y="829"/>
                </a:moveTo>
                <a:lnTo>
                  <a:pt x="1814" y="829"/>
                </a:lnTo>
                <a:lnTo>
                  <a:pt x="1814" y="822"/>
                </a:lnTo>
                <a:lnTo>
                  <a:pt x="1806" y="822"/>
                </a:lnTo>
                <a:lnTo>
                  <a:pt x="1806" y="829"/>
                </a:lnTo>
                <a:close/>
                <a:moveTo>
                  <a:pt x="1823" y="829"/>
                </a:moveTo>
                <a:lnTo>
                  <a:pt x="1830" y="829"/>
                </a:lnTo>
                <a:lnTo>
                  <a:pt x="1830" y="822"/>
                </a:lnTo>
                <a:lnTo>
                  <a:pt x="1823" y="822"/>
                </a:lnTo>
                <a:lnTo>
                  <a:pt x="1823" y="829"/>
                </a:lnTo>
                <a:close/>
                <a:moveTo>
                  <a:pt x="1840" y="829"/>
                </a:moveTo>
                <a:lnTo>
                  <a:pt x="1847" y="829"/>
                </a:lnTo>
                <a:lnTo>
                  <a:pt x="1847" y="822"/>
                </a:lnTo>
                <a:lnTo>
                  <a:pt x="1840" y="822"/>
                </a:lnTo>
                <a:lnTo>
                  <a:pt x="1840" y="829"/>
                </a:lnTo>
                <a:close/>
                <a:moveTo>
                  <a:pt x="1856" y="829"/>
                </a:moveTo>
                <a:lnTo>
                  <a:pt x="1863" y="829"/>
                </a:lnTo>
                <a:lnTo>
                  <a:pt x="1863" y="822"/>
                </a:lnTo>
                <a:lnTo>
                  <a:pt x="1856" y="822"/>
                </a:lnTo>
                <a:lnTo>
                  <a:pt x="1856" y="829"/>
                </a:lnTo>
                <a:close/>
                <a:moveTo>
                  <a:pt x="1873" y="829"/>
                </a:moveTo>
                <a:lnTo>
                  <a:pt x="1880" y="829"/>
                </a:lnTo>
                <a:lnTo>
                  <a:pt x="1880" y="822"/>
                </a:lnTo>
                <a:lnTo>
                  <a:pt x="1873" y="822"/>
                </a:lnTo>
                <a:lnTo>
                  <a:pt x="1873" y="829"/>
                </a:lnTo>
                <a:close/>
                <a:moveTo>
                  <a:pt x="1889" y="829"/>
                </a:moveTo>
                <a:lnTo>
                  <a:pt x="1896" y="829"/>
                </a:lnTo>
                <a:lnTo>
                  <a:pt x="1896" y="822"/>
                </a:lnTo>
                <a:lnTo>
                  <a:pt x="1889" y="822"/>
                </a:lnTo>
                <a:lnTo>
                  <a:pt x="1889" y="829"/>
                </a:lnTo>
                <a:close/>
                <a:moveTo>
                  <a:pt x="1908" y="829"/>
                </a:moveTo>
                <a:lnTo>
                  <a:pt x="1915" y="829"/>
                </a:lnTo>
                <a:lnTo>
                  <a:pt x="1915" y="822"/>
                </a:lnTo>
                <a:lnTo>
                  <a:pt x="1908" y="822"/>
                </a:lnTo>
                <a:lnTo>
                  <a:pt x="1908" y="829"/>
                </a:lnTo>
                <a:close/>
                <a:moveTo>
                  <a:pt x="1925" y="829"/>
                </a:moveTo>
                <a:lnTo>
                  <a:pt x="1932" y="829"/>
                </a:lnTo>
                <a:lnTo>
                  <a:pt x="1932" y="822"/>
                </a:lnTo>
                <a:lnTo>
                  <a:pt x="1925" y="822"/>
                </a:lnTo>
                <a:lnTo>
                  <a:pt x="1925" y="829"/>
                </a:lnTo>
                <a:close/>
                <a:moveTo>
                  <a:pt x="2074" y="829"/>
                </a:moveTo>
                <a:lnTo>
                  <a:pt x="2081" y="829"/>
                </a:lnTo>
                <a:lnTo>
                  <a:pt x="2081" y="822"/>
                </a:lnTo>
                <a:lnTo>
                  <a:pt x="2074" y="822"/>
                </a:lnTo>
                <a:lnTo>
                  <a:pt x="2074" y="829"/>
                </a:lnTo>
                <a:close/>
                <a:moveTo>
                  <a:pt x="2091" y="829"/>
                </a:moveTo>
                <a:lnTo>
                  <a:pt x="2098" y="829"/>
                </a:lnTo>
                <a:lnTo>
                  <a:pt x="2098" y="822"/>
                </a:lnTo>
                <a:lnTo>
                  <a:pt x="2091" y="822"/>
                </a:lnTo>
                <a:lnTo>
                  <a:pt x="2091" y="829"/>
                </a:lnTo>
                <a:close/>
                <a:moveTo>
                  <a:pt x="2107" y="829"/>
                </a:moveTo>
                <a:lnTo>
                  <a:pt x="2114" y="829"/>
                </a:lnTo>
                <a:lnTo>
                  <a:pt x="2114" y="822"/>
                </a:lnTo>
                <a:lnTo>
                  <a:pt x="2107" y="822"/>
                </a:lnTo>
                <a:lnTo>
                  <a:pt x="2107" y="829"/>
                </a:lnTo>
                <a:close/>
                <a:moveTo>
                  <a:pt x="2124" y="829"/>
                </a:moveTo>
                <a:lnTo>
                  <a:pt x="2131" y="829"/>
                </a:lnTo>
                <a:lnTo>
                  <a:pt x="2131" y="822"/>
                </a:lnTo>
                <a:lnTo>
                  <a:pt x="2124" y="822"/>
                </a:lnTo>
                <a:lnTo>
                  <a:pt x="2124" y="829"/>
                </a:lnTo>
                <a:close/>
                <a:moveTo>
                  <a:pt x="2140" y="829"/>
                </a:moveTo>
                <a:lnTo>
                  <a:pt x="2147" y="829"/>
                </a:lnTo>
                <a:lnTo>
                  <a:pt x="2147" y="822"/>
                </a:lnTo>
                <a:lnTo>
                  <a:pt x="2140" y="822"/>
                </a:lnTo>
                <a:lnTo>
                  <a:pt x="2140" y="829"/>
                </a:lnTo>
                <a:close/>
                <a:moveTo>
                  <a:pt x="2159" y="829"/>
                </a:moveTo>
                <a:lnTo>
                  <a:pt x="2164" y="829"/>
                </a:lnTo>
                <a:lnTo>
                  <a:pt x="2164" y="822"/>
                </a:lnTo>
                <a:lnTo>
                  <a:pt x="2159" y="822"/>
                </a:lnTo>
                <a:lnTo>
                  <a:pt x="2159" y="829"/>
                </a:lnTo>
                <a:close/>
                <a:moveTo>
                  <a:pt x="2242" y="829"/>
                </a:moveTo>
                <a:lnTo>
                  <a:pt x="2249" y="829"/>
                </a:lnTo>
                <a:lnTo>
                  <a:pt x="2249" y="822"/>
                </a:lnTo>
                <a:lnTo>
                  <a:pt x="2242" y="822"/>
                </a:lnTo>
                <a:lnTo>
                  <a:pt x="2242" y="829"/>
                </a:lnTo>
                <a:close/>
                <a:moveTo>
                  <a:pt x="2259" y="829"/>
                </a:moveTo>
                <a:lnTo>
                  <a:pt x="2266" y="829"/>
                </a:lnTo>
                <a:lnTo>
                  <a:pt x="2266" y="822"/>
                </a:lnTo>
                <a:lnTo>
                  <a:pt x="2259" y="822"/>
                </a:lnTo>
                <a:lnTo>
                  <a:pt x="2259" y="829"/>
                </a:lnTo>
                <a:close/>
                <a:moveTo>
                  <a:pt x="2275" y="829"/>
                </a:moveTo>
                <a:lnTo>
                  <a:pt x="2282" y="829"/>
                </a:lnTo>
                <a:lnTo>
                  <a:pt x="2282" y="822"/>
                </a:lnTo>
                <a:lnTo>
                  <a:pt x="2275" y="822"/>
                </a:lnTo>
                <a:lnTo>
                  <a:pt x="2275" y="829"/>
                </a:lnTo>
                <a:close/>
                <a:moveTo>
                  <a:pt x="2292" y="829"/>
                </a:moveTo>
                <a:lnTo>
                  <a:pt x="2299" y="829"/>
                </a:lnTo>
                <a:lnTo>
                  <a:pt x="2299" y="822"/>
                </a:lnTo>
                <a:lnTo>
                  <a:pt x="2292" y="822"/>
                </a:lnTo>
                <a:lnTo>
                  <a:pt x="2292" y="829"/>
                </a:lnTo>
                <a:close/>
                <a:moveTo>
                  <a:pt x="2308" y="829"/>
                </a:moveTo>
                <a:lnTo>
                  <a:pt x="2316" y="829"/>
                </a:lnTo>
                <a:lnTo>
                  <a:pt x="2316" y="822"/>
                </a:lnTo>
                <a:lnTo>
                  <a:pt x="2308" y="822"/>
                </a:lnTo>
                <a:lnTo>
                  <a:pt x="2308" y="829"/>
                </a:lnTo>
                <a:close/>
                <a:moveTo>
                  <a:pt x="2325" y="829"/>
                </a:moveTo>
                <a:lnTo>
                  <a:pt x="2332" y="829"/>
                </a:lnTo>
                <a:lnTo>
                  <a:pt x="2332" y="822"/>
                </a:lnTo>
                <a:lnTo>
                  <a:pt x="2325" y="822"/>
                </a:lnTo>
                <a:lnTo>
                  <a:pt x="2325" y="829"/>
                </a:lnTo>
                <a:close/>
                <a:moveTo>
                  <a:pt x="2342" y="829"/>
                </a:moveTo>
                <a:lnTo>
                  <a:pt x="2349" y="829"/>
                </a:lnTo>
                <a:lnTo>
                  <a:pt x="2349" y="822"/>
                </a:lnTo>
                <a:lnTo>
                  <a:pt x="2342" y="822"/>
                </a:lnTo>
                <a:lnTo>
                  <a:pt x="2342" y="829"/>
                </a:lnTo>
                <a:close/>
                <a:moveTo>
                  <a:pt x="2358" y="829"/>
                </a:moveTo>
                <a:lnTo>
                  <a:pt x="2365" y="829"/>
                </a:lnTo>
                <a:lnTo>
                  <a:pt x="2365" y="822"/>
                </a:lnTo>
                <a:lnTo>
                  <a:pt x="2358" y="822"/>
                </a:lnTo>
                <a:lnTo>
                  <a:pt x="2358" y="829"/>
                </a:lnTo>
                <a:close/>
                <a:moveTo>
                  <a:pt x="2460" y="829"/>
                </a:moveTo>
                <a:lnTo>
                  <a:pt x="2467" y="829"/>
                </a:lnTo>
                <a:lnTo>
                  <a:pt x="2467" y="822"/>
                </a:lnTo>
                <a:lnTo>
                  <a:pt x="2460" y="822"/>
                </a:lnTo>
                <a:lnTo>
                  <a:pt x="2460" y="829"/>
                </a:lnTo>
                <a:close/>
                <a:moveTo>
                  <a:pt x="2477" y="829"/>
                </a:moveTo>
                <a:lnTo>
                  <a:pt x="2484" y="829"/>
                </a:lnTo>
                <a:lnTo>
                  <a:pt x="2484" y="822"/>
                </a:lnTo>
                <a:lnTo>
                  <a:pt x="2477" y="822"/>
                </a:lnTo>
                <a:lnTo>
                  <a:pt x="2477" y="829"/>
                </a:lnTo>
                <a:close/>
                <a:moveTo>
                  <a:pt x="2493" y="829"/>
                </a:moveTo>
                <a:lnTo>
                  <a:pt x="2500" y="829"/>
                </a:lnTo>
                <a:lnTo>
                  <a:pt x="2500" y="822"/>
                </a:lnTo>
                <a:lnTo>
                  <a:pt x="2493" y="822"/>
                </a:lnTo>
                <a:lnTo>
                  <a:pt x="2493" y="829"/>
                </a:lnTo>
                <a:close/>
                <a:moveTo>
                  <a:pt x="620" y="845"/>
                </a:moveTo>
                <a:lnTo>
                  <a:pt x="625" y="845"/>
                </a:lnTo>
                <a:lnTo>
                  <a:pt x="625" y="838"/>
                </a:lnTo>
                <a:lnTo>
                  <a:pt x="620" y="838"/>
                </a:lnTo>
                <a:lnTo>
                  <a:pt x="620" y="845"/>
                </a:lnTo>
                <a:close/>
                <a:moveTo>
                  <a:pt x="637" y="845"/>
                </a:moveTo>
                <a:lnTo>
                  <a:pt x="644" y="845"/>
                </a:lnTo>
                <a:lnTo>
                  <a:pt x="644" y="838"/>
                </a:lnTo>
                <a:lnTo>
                  <a:pt x="637" y="838"/>
                </a:lnTo>
                <a:lnTo>
                  <a:pt x="637" y="845"/>
                </a:lnTo>
                <a:close/>
                <a:moveTo>
                  <a:pt x="653" y="845"/>
                </a:moveTo>
                <a:lnTo>
                  <a:pt x="660" y="845"/>
                </a:lnTo>
                <a:lnTo>
                  <a:pt x="660" y="838"/>
                </a:lnTo>
                <a:lnTo>
                  <a:pt x="653" y="838"/>
                </a:lnTo>
                <a:lnTo>
                  <a:pt x="653" y="845"/>
                </a:lnTo>
                <a:close/>
                <a:moveTo>
                  <a:pt x="670" y="845"/>
                </a:moveTo>
                <a:lnTo>
                  <a:pt x="677" y="845"/>
                </a:lnTo>
                <a:lnTo>
                  <a:pt x="677" y="838"/>
                </a:lnTo>
                <a:lnTo>
                  <a:pt x="670" y="838"/>
                </a:lnTo>
                <a:lnTo>
                  <a:pt x="670" y="845"/>
                </a:lnTo>
                <a:close/>
                <a:moveTo>
                  <a:pt x="686" y="845"/>
                </a:moveTo>
                <a:lnTo>
                  <a:pt x="693" y="845"/>
                </a:lnTo>
                <a:lnTo>
                  <a:pt x="693" y="838"/>
                </a:lnTo>
                <a:lnTo>
                  <a:pt x="686" y="838"/>
                </a:lnTo>
                <a:lnTo>
                  <a:pt x="686" y="845"/>
                </a:lnTo>
                <a:close/>
                <a:moveTo>
                  <a:pt x="703" y="845"/>
                </a:moveTo>
                <a:lnTo>
                  <a:pt x="710" y="845"/>
                </a:lnTo>
                <a:lnTo>
                  <a:pt x="710" y="838"/>
                </a:lnTo>
                <a:lnTo>
                  <a:pt x="703" y="838"/>
                </a:lnTo>
                <a:lnTo>
                  <a:pt x="703" y="845"/>
                </a:lnTo>
                <a:close/>
                <a:moveTo>
                  <a:pt x="720" y="845"/>
                </a:moveTo>
                <a:lnTo>
                  <a:pt x="727" y="845"/>
                </a:lnTo>
                <a:lnTo>
                  <a:pt x="727" y="838"/>
                </a:lnTo>
                <a:lnTo>
                  <a:pt x="720" y="838"/>
                </a:lnTo>
                <a:lnTo>
                  <a:pt x="720" y="845"/>
                </a:lnTo>
                <a:close/>
                <a:moveTo>
                  <a:pt x="736" y="845"/>
                </a:moveTo>
                <a:lnTo>
                  <a:pt x="743" y="845"/>
                </a:lnTo>
                <a:lnTo>
                  <a:pt x="743" y="838"/>
                </a:lnTo>
                <a:lnTo>
                  <a:pt x="736" y="838"/>
                </a:lnTo>
                <a:lnTo>
                  <a:pt x="736" y="845"/>
                </a:lnTo>
                <a:close/>
                <a:moveTo>
                  <a:pt x="753" y="845"/>
                </a:moveTo>
                <a:lnTo>
                  <a:pt x="760" y="845"/>
                </a:lnTo>
                <a:lnTo>
                  <a:pt x="760" y="838"/>
                </a:lnTo>
                <a:lnTo>
                  <a:pt x="753" y="838"/>
                </a:lnTo>
                <a:lnTo>
                  <a:pt x="753" y="845"/>
                </a:lnTo>
                <a:close/>
                <a:moveTo>
                  <a:pt x="937" y="845"/>
                </a:moveTo>
                <a:lnTo>
                  <a:pt x="944" y="845"/>
                </a:lnTo>
                <a:lnTo>
                  <a:pt x="944" y="838"/>
                </a:lnTo>
                <a:lnTo>
                  <a:pt x="937" y="838"/>
                </a:lnTo>
                <a:lnTo>
                  <a:pt x="937" y="845"/>
                </a:lnTo>
                <a:close/>
                <a:moveTo>
                  <a:pt x="1304" y="845"/>
                </a:moveTo>
                <a:lnTo>
                  <a:pt x="1312" y="845"/>
                </a:lnTo>
                <a:lnTo>
                  <a:pt x="1312" y="838"/>
                </a:lnTo>
                <a:lnTo>
                  <a:pt x="1304" y="838"/>
                </a:lnTo>
                <a:lnTo>
                  <a:pt x="1304" y="845"/>
                </a:lnTo>
                <a:close/>
                <a:moveTo>
                  <a:pt x="1321" y="845"/>
                </a:moveTo>
                <a:lnTo>
                  <a:pt x="1328" y="845"/>
                </a:lnTo>
                <a:lnTo>
                  <a:pt x="1328" y="838"/>
                </a:lnTo>
                <a:lnTo>
                  <a:pt x="1321" y="838"/>
                </a:lnTo>
                <a:lnTo>
                  <a:pt x="1321" y="845"/>
                </a:lnTo>
                <a:close/>
                <a:moveTo>
                  <a:pt x="1338" y="845"/>
                </a:moveTo>
                <a:lnTo>
                  <a:pt x="1345" y="845"/>
                </a:lnTo>
                <a:lnTo>
                  <a:pt x="1345" y="838"/>
                </a:lnTo>
                <a:lnTo>
                  <a:pt x="1338" y="838"/>
                </a:lnTo>
                <a:lnTo>
                  <a:pt x="1338" y="845"/>
                </a:lnTo>
                <a:close/>
                <a:moveTo>
                  <a:pt x="1354" y="845"/>
                </a:moveTo>
                <a:lnTo>
                  <a:pt x="1361" y="845"/>
                </a:lnTo>
                <a:lnTo>
                  <a:pt x="1361" y="838"/>
                </a:lnTo>
                <a:lnTo>
                  <a:pt x="1354" y="838"/>
                </a:lnTo>
                <a:lnTo>
                  <a:pt x="1354" y="845"/>
                </a:lnTo>
                <a:close/>
                <a:moveTo>
                  <a:pt x="1371" y="845"/>
                </a:moveTo>
                <a:lnTo>
                  <a:pt x="1378" y="845"/>
                </a:lnTo>
                <a:lnTo>
                  <a:pt x="1378" y="838"/>
                </a:lnTo>
                <a:lnTo>
                  <a:pt x="1371" y="838"/>
                </a:lnTo>
                <a:lnTo>
                  <a:pt x="1371" y="845"/>
                </a:lnTo>
                <a:close/>
                <a:moveTo>
                  <a:pt x="1390" y="845"/>
                </a:moveTo>
                <a:lnTo>
                  <a:pt x="1394" y="845"/>
                </a:lnTo>
                <a:lnTo>
                  <a:pt x="1394" y="838"/>
                </a:lnTo>
                <a:lnTo>
                  <a:pt x="1390" y="838"/>
                </a:lnTo>
                <a:lnTo>
                  <a:pt x="1390" y="845"/>
                </a:lnTo>
                <a:close/>
                <a:moveTo>
                  <a:pt x="1406" y="845"/>
                </a:moveTo>
                <a:lnTo>
                  <a:pt x="1413" y="845"/>
                </a:lnTo>
                <a:lnTo>
                  <a:pt x="1413" y="838"/>
                </a:lnTo>
                <a:lnTo>
                  <a:pt x="1406" y="838"/>
                </a:lnTo>
                <a:lnTo>
                  <a:pt x="1406" y="845"/>
                </a:lnTo>
                <a:close/>
                <a:moveTo>
                  <a:pt x="1423" y="845"/>
                </a:moveTo>
                <a:lnTo>
                  <a:pt x="1430" y="845"/>
                </a:lnTo>
                <a:lnTo>
                  <a:pt x="1430" y="838"/>
                </a:lnTo>
                <a:lnTo>
                  <a:pt x="1423" y="838"/>
                </a:lnTo>
                <a:lnTo>
                  <a:pt x="1423" y="845"/>
                </a:lnTo>
                <a:close/>
                <a:moveTo>
                  <a:pt x="1439" y="845"/>
                </a:moveTo>
                <a:lnTo>
                  <a:pt x="1447" y="845"/>
                </a:lnTo>
                <a:lnTo>
                  <a:pt x="1447" y="838"/>
                </a:lnTo>
                <a:lnTo>
                  <a:pt x="1439" y="838"/>
                </a:lnTo>
                <a:lnTo>
                  <a:pt x="1439" y="845"/>
                </a:lnTo>
                <a:close/>
                <a:moveTo>
                  <a:pt x="1456" y="845"/>
                </a:moveTo>
                <a:lnTo>
                  <a:pt x="1463" y="845"/>
                </a:lnTo>
                <a:lnTo>
                  <a:pt x="1463" y="838"/>
                </a:lnTo>
                <a:lnTo>
                  <a:pt x="1456" y="838"/>
                </a:lnTo>
                <a:lnTo>
                  <a:pt x="1456" y="845"/>
                </a:lnTo>
                <a:close/>
                <a:moveTo>
                  <a:pt x="1473" y="845"/>
                </a:moveTo>
                <a:lnTo>
                  <a:pt x="1480" y="845"/>
                </a:lnTo>
                <a:lnTo>
                  <a:pt x="1480" y="838"/>
                </a:lnTo>
                <a:lnTo>
                  <a:pt x="1473" y="838"/>
                </a:lnTo>
                <a:lnTo>
                  <a:pt x="1473" y="845"/>
                </a:lnTo>
                <a:close/>
                <a:moveTo>
                  <a:pt x="1489" y="845"/>
                </a:moveTo>
                <a:lnTo>
                  <a:pt x="1496" y="845"/>
                </a:lnTo>
                <a:lnTo>
                  <a:pt x="1496" y="838"/>
                </a:lnTo>
                <a:lnTo>
                  <a:pt x="1489" y="838"/>
                </a:lnTo>
                <a:lnTo>
                  <a:pt x="1489" y="845"/>
                </a:lnTo>
                <a:close/>
                <a:moveTo>
                  <a:pt x="1506" y="845"/>
                </a:moveTo>
                <a:lnTo>
                  <a:pt x="1513" y="845"/>
                </a:lnTo>
                <a:lnTo>
                  <a:pt x="1513" y="838"/>
                </a:lnTo>
                <a:lnTo>
                  <a:pt x="1506" y="838"/>
                </a:lnTo>
                <a:lnTo>
                  <a:pt x="1506" y="845"/>
                </a:lnTo>
                <a:close/>
                <a:moveTo>
                  <a:pt x="1522" y="845"/>
                </a:moveTo>
                <a:lnTo>
                  <a:pt x="1529" y="845"/>
                </a:lnTo>
                <a:lnTo>
                  <a:pt x="1529" y="838"/>
                </a:lnTo>
                <a:lnTo>
                  <a:pt x="1522" y="838"/>
                </a:lnTo>
                <a:lnTo>
                  <a:pt x="1522" y="845"/>
                </a:lnTo>
                <a:close/>
                <a:moveTo>
                  <a:pt x="1539" y="845"/>
                </a:moveTo>
                <a:lnTo>
                  <a:pt x="1546" y="845"/>
                </a:lnTo>
                <a:lnTo>
                  <a:pt x="1546" y="838"/>
                </a:lnTo>
                <a:lnTo>
                  <a:pt x="1539" y="838"/>
                </a:lnTo>
                <a:lnTo>
                  <a:pt x="1539" y="845"/>
                </a:lnTo>
                <a:close/>
                <a:moveTo>
                  <a:pt x="1555" y="845"/>
                </a:moveTo>
                <a:lnTo>
                  <a:pt x="1563" y="845"/>
                </a:lnTo>
                <a:lnTo>
                  <a:pt x="1563" y="838"/>
                </a:lnTo>
                <a:lnTo>
                  <a:pt x="1555" y="838"/>
                </a:lnTo>
                <a:lnTo>
                  <a:pt x="1555" y="845"/>
                </a:lnTo>
                <a:close/>
                <a:moveTo>
                  <a:pt x="1572" y="845"/>
                </a:moveTo>
                <a:lnTo>
                  <a:pt x="1579" y="845"/>
                </a:lnTo>
                <a:lnTo>
                  <a:pt x="1579" y="838"/>
                </a:lnTo>
                <a:lnTo>
                  <a:pt x="1572" y="838"/>
                </a:lnTo>
                <a:lnTo>
                  <a:pt x="1572" y="845"/>
                </a:lnTo>
                <a:close/>
                <a:moveTo>
                  <a:pt x="1589" y="845"/>
                </a:moveTo>
                <a:lnTo>
                  <a:pt x="1596" y="845"/>
                </a:lnTo>
                <a:lnTo>
                  <a:pt x="1596" y="838"/>
                </a:lnTo>
                <a:lnTo>
                  <a:pt x="1589" y="838"/>
                </a:lnTo>
                <a:lnTo>
                  <a:pt x="1589" y="845"/>
                </a:lnTo>
                <a:close/>
                <a:moveTo>
                  <a:pt x="1605" y="845"/>
                </a:moveTo>
                <a:lnTo>
                  <a:pt x="1612" y="845"/>
                </a:lnTo>
                <a:lnTo>
                  <a:pt x="1612" y="838"/>
                </a:lnTo>
                <a:lnTo>
                  <a:pt x="1605" y="838"/>
                </a:lnTo>
                <a:lnTo>
                  <a:pt x="1605" y="845"/>
                </a:lnTo>
                <a:close/>
                <a:moveTo>
                  <a:pt x="1622" y="845"/>
                </a:moveTo>
                <a:lnTo>
                  <a:pt x="1629" y="845"/>
                </a:lnTo>
                <a:lnTo>
                  <a:pt x="1629" y="838"/>
                </a:lnTo>
                <a:lnTo>
                  <a:pt x="1622" y="838"/>
                </a:lnTo>
                <a:lnTo>
                  <a:pt x="1622" y="845"/>
                </a:lnTo>
                <a:close/>
                <a:moveTo>
                  <a:pt x="1638" y="845"/>
                </a:moveTo>
                <a:lnTo>
                  <a:pt x="1645" y="845"/>
                </a:lnTo>
                <a:lnTo>
                  <a:pt x="1645" y="838"/>
                </a:lnTo>
                <a:lnTo>
                  <a:pt x="1638" y="838"/>
                </a:lnTo>
                <a:lnTo>
                  <a:pt x="1638" y="845"/>
                </a:lnTo>
                <a:close/>
                <a:moveTo>
                  <a:pt x="1657" y="845"/>
                </a:moveTo>
                <a:lnTo>
                  <a:pt x="1664" y="845"/>
                </a:lnTo>
                <a:lnTo>
                  <a:pt x="1664" y="838"/>
                </a:lnTo>
                <a:lnTo>
                  <a:pt x="1657" y="838"/>
                </a:lnTo>
                <a:lnTo>
                  <a:pt x="1657" y="845"/>
                </a:lnTo>
                <a:close/>
                <a:moveTo>
                  <a:pt x="1674" y="845"/>
                </a:moveTo>
                <a:lnTo>
                  <a:pt x="1681" y="845"/>
                </a:lnTo>
                <a:lnTo>
                  <a:pt x="1681" y="838"/>
                </a:lnTo>
                <a:lnTo>
                  <a:pt x="1674" y="838"/>
                </a:lnTo>
                <a:lnTo>
                  <a:pt x="1674" y="845"/>
                </a:lnTo>
                <a:close/>
                <a:moveTo>
                  <a:pt x="1690" y="845"/>
                </a:moveTo>
                <a:lnTo>
                  <a:pt x="1698" y="845"/>
                </a:lnTo>
                <a:lnTo>
                  <a:pt x="1698" y="838"/>
                </a:lnTo>
                <a:lnTo>
                  <a:pt x="1690" y="838"/>
                </a:lnTo>
                <a:lnTo>
                  <a:pt x="1690" y="845"/>
                </a:lnTo>
                <a:close/>
                <a:moveTo>
                  <a:pt x="1707" y="845"/>
                </a:moveTo>
                <a:lnTo>
                  <a:pt x="1714" y="845"/>
                </a:lnTo>
                <a:lnTo>
                  <a:pt x="1714" y="838"/>
                </a:lnTo>
                <a:lnTo>
                  <a:pt x="1707" y="838"/>
                </a:lnTo>
                <a:lnTo>
                  <a:pt x="1707" y="845"/>
                </a:lnTo>
                <a:close/>
                <a:moveTo>
                  <a:pt x="1724" y="845"/>
                </a:moveTo>
                <a:lnTo>
                  <a:pt x="1731" y="845"/>
                </a:lnTo>
                <a:lnTo>
                  <a:pt x="1731" y="838"/>
                </a:lnTo>
                <a:lnTo>
                  <a:pt x="1724" y="838"/>
                </a:lnTo>
                <a:lnTo>
                  <a:pt x="1724" y="845"/>
                </a:lnTo>
                <a:close/>
                <a:moveTo>
                  <a:pt x="1740" y="845"/>
                </a:moveTo>
                <a:lnTo>
                  <a:pt x="1747" y="845"/>
                </a:lnTo>
                <a:lnTo>
                  <a:pt x="1747" y="838"/>
                </a:lnTo>
                <a:lnTo>
                  <a:pt x="1740" y="838"/>
                </a:lnTo>
                <a:lnTo>
                  <a:pt x="1740" y="845"/>
                </a:lnTo>
                <a:close/>
                <a:moveTo>
                  <a:pt x="1757" y="845"/>
                </a:moveTo>
                <a:lnTo>
                  <a:pt x="1764" y="845"/>
                </a:lnTo>
                <a:lnTo>
                  <a:pt x="1764" y="838"/>
                </a:lnTo>
                <a:lnTo>
                  <a:pt x="1757" y="838"/>
                </a:lnTo>
                <a:lnTo>
                  <a:pt x="1757" y="845"/>
                </a:lnTo>
                <a:close/>
                <a:moveTo>
                  <a:pt x="1773" y="845"/>
                </a:moveTo>
                <a:lnTo>
                  <a:pt x="1780" y="845"/>
                </a:lnTo>
                <a:lnTo>
                  <a:pt x="1780" y="838"/>
                </a:lnTo>
                <a:lnTo>
                  <a:pt x="1773" y="838"/>
                </a:lnTo>
                <a:lnTo>
                  <a:pt x="1773" y="845"/>
                </a:lnTo>
                <a:close/>
                <a:moveTo>
                  <a:pt x="1790" y="845"/>
                </a:moveTo>
                <a:lnTo>
                  <a:pt x="1797" y="845"/>
                </a:lnTo>
                <a:lnTo>
                  <a:pt x="1797" y="838"/>
                </a:lnTo>
                <a:lnTo>
                  <a:pt x="1790" y="838"/>
                </a:lnTo>
                <a:lnTo>
                  <a:pt x="1790" y="845"/>
                </a:lnTo>
                <a:close/>
                <a:moveTo>
                  <a:pt x="1806" y="845"/>
                </a:moveTo>
                <a:lnTo>
                  <a:pt x="1814" y="845"/>
                </a:lnTo>
                <a:lnTo>
                  <a:pt x="1814" y="838"/>
                </a:lnTo>
                <a:lnTo>
                  <a:pt x="1806" y="838"/>
                </a:lnTo>
                <a:lnTo>
                  <a:pt x="1806" y="845"/>
                </a:lnTo>
                <a:close/>
                <a:moveTo>
                  <a:pt x="1823" y="845"/>
                </a:moveTo>
                <a:lnTo>
                  <a:pt x="1830" y="845"/>
                </a:lnTo>
                <a:lnTo>
                  <a:pt x="1830" y="838"/>
                </a:lnTo>
                <a:lnTo>
                  <a:pt x="1823" y="838"/>
                </a:lnTo>
                <a:lnTo>
                  <a:pt x="1823" y="845"/>
                </a:lnTo>
                <a:close/>
                <a:moveTo>
                  <a:pt x="1840" y="845"/>
                </a:moveTo>
                <a:lnTo>
                  <a:pt x="1847" y="845"/>
                </a:lnTo>
                <a:lnTo>
                  <a:pt x="1847" y="838"/>
                </a:lnTo>
                <a:lnTo>
                  <a:pt x="1840" y="838"/>
                </a:lnTo>
                <a:lnTo>
                  <a:pt x="1840" y="845"/>
                </a:lnTo>
                <a:close/>
                <a:moveTo>
                  <a:pt x="1856" y="845"/>
                </a:moveTo>
                <a:lnTo>
                  <a:pt x="1863" y="845"/>
                </a:lnTo>
                <a:lnTo>
                  <a:pt x="1863" y="838"/>
                </a:lnTo>
                <a:lnTo>
                  <a:pt x="1856" y="838"/>
                </a:lnTo>
                <a:lnTo>
                  <a:pt x="1856" y="845"/>
                </a:lnTo>
                <a:close/>
                <a:moveTo>
                  <a:pt x="1873" y="845"/>
                </a:moveTo>
                <a:lnTo>
                  <a:pt x="1880" y="845"/>
                </a:lnTo>
                <a:lnTo>
                  <a:pt x="1880" y="838"/>
                </a:lnTo>
                <a:lnTo>
                  <a:pt x="1873" y="838"/>
                </a:lnTo>
                <a:lnTo>
                  <a:pt x="1873" y="845"/>
                </a:lnTo>
                <a:close/>
                <a:moveTo>
                  <a:pt x="1889" y="845"/>
                </a:moveTo>
                <a:lnTo>
                  <a:pt x="1896" y="845"/>
                </a:lnTo>
                <a:lnTo>
                  <a:pt x="1896" y="838"/>
                </a:lnTo>
                <a:lnTo>
                  <a:pt x="1889" y="838"/>
                </a:lnTo>
                <a:lnTo>
                  <a:pt x="1889" y="845"/>
                </a:lnTo>
                <a:close/>
                <a:moveTo>
                  <a:pt x="2074" y="845"/>
                </a:moveTo>
                <a:lnTo>
                  <a:pt x="2081" y="845"/>
                </a:lnTo>
                <a:lnTo>
                  <a:pt x="2081" y="838"/>
                </a:lnTo>
                <a:lnTo>
                  <a:pt x="2074" y="838"/>
                </a:lnTo>
                <a:lnTo>
                  <a:pt x="2074" y="845"/>
                </a:lnTo>
                <a:close/>
                <a:moveTo>
                  <a:pt x="2091" y="845"/>
                </a:moveTo>
                <a:lnTo>
                  <a:pt x="2098" y="845"/>
                </a:lnTo>
                <a:lnTo>
                  <a:pt x="2098" y="838"/>
                </a:lnTo>
                <a:lnTo>
                  <a:pt x="2091" y="838"/>
                </a:lnTo>
                <a:lnTo>
                  <a:pt x="2091" y="845"/>
                </a:lnTo>
                <a:close/>
                <a:moveTo>
                  <a:pt x="2107" y="845"/>
                </a:moveTo>
                <a:lnTo>
                  <a:pt x="2114" y="845"/>
                </a:lnTo>
                <a:lnTo>
                  <a:pt x="2114" y="838"/>
                </a:lnTo>
                <a:lnTo>
                  <a:pt x="2107" y="838"/>
                </a:lnTo>
                <a:lnTo>
                  <a:pt x="2107" y="845"/>
                </a:lnTo>
                <a:close/>
                <a:moveTo>
                  <a:pt x="2124" y="845"/>
                </a:moveTo>
                <a:lnTo>
                  <a:pt x="2131" y="845"/>
                </a:lnTo>
                <a:lnTo>
                  <a:pt x="2131" y="838"/>
                </a:lnTo>
                <a:lnTo>
                  <a:pt x="2124" y="838"/>
                </a:lnTo>
                <a:lnTo>
                  <a:pt x="2124" y="845"/>
                </a:lnTo>
                <a:close/>
                <a:moveTo>
                  <a:pt x="2140" y="845"/>
                </a:moveTo>
                <a:lnTo>
                  <a:pt x="2147" y="845"/>
                </a:lnTo>
                <a:lnTo>
                  <a:pt x="2147" y="838"/>
                </a:lnTo>
                <a:lnTo>
                  <a:pt x="2140" y="838"/>
                </a:lnTo>
                <a:lnTo>
                  <a:pt x="2140" y="845"/>
                </a:lnTo>
                <a:close/>
                <a:moveTo>
                  <a:pt x="2259" y="845"/>
                </a:moveTo>
                <a:lnTo>
                  <a:pt x="2266" y="845"/>
                </a:lnTo>
                <a:lnTo>
                  <a:pt x="2266" y="838"/>
                </a:lnTo>
                <a:lnTo>
                  <a:pt x="2259" y="838"/>
                </a:lnTo>
                <a:lnTo>
                  <a:pt x="2259" y="845"/>
                </a:lnTo>
                <a:close/>
                <a:moveTo>
                  <a:pt x="2275" y="845"/>
                </a:moveTo>
                <a:lnTo>
                  <a:pt x="2282" y="845"/>
                </a:lnTo>
                <a:lnTo>
                  <a:pt x="2282" y="838"/>
                </a:lnTo>
                <a:lnTo>
                  <a:pt x="2275" y="838"/>
                </a:lnTo>
                <a:lnTo>
                  <a:pt x="2275" y="845"/>
                </a:lnTo>
                <a:close/>
                <a:moveTo>
                  <a:pt x="2292" y="845"/>
                </a:moveTo>
                <a:lnTo>
                  <a:pt x="2299" y="845"/>
                </a:lnTo>
                <a:lnTo>
                  <a:pt x="2299" y="838"/>
                </a:lnTo>
                <a:lnTo>
                  <a:pt x="2292" y="838"/>
                </a:lnTo>
                <a:lnTo>
                  <a:pt x="2292" y="845"/>
                </a:lnTo>
                <a:close/>
                <a:moveTo>
                  <a:pt x="2308" y="845"/>
                </a:moveTo>
                <a:lnTo>
                  <a:pt x="2316" y="845"/>
                </a:lnTo>
                <a:lnTo>
                  <a:pt x="2316" y="838"/>
                </a:lnTo>
                <a:lnTo>
                  <a:pt x="2308" y="838"/>
                </a:lnTo>
                <a:lnTo>
                  <a:pt x="2308" y="845"/>
                </a:lnTo>
                <a:close/>
                <a:moveTo>
                  <a:pt x="2325" y="845"/>
                </a:moveTo>
                <a:lnTo>
                  <a:pt x="2332" y="845"/>
                </a:lnTo>
                <a:lnTo>
                  <a:pt x="2332" y="838"/>
                </a:lnTo>
                <a:lnTo>
                  <a:pt x="2325" y="838"/>
                </a:lnTo>
                <a:lnTo>
                  <a:pt x="2325" y="845"/>
                </a:lnTo>
                <a:close/>
                <a:moveTo>
                  <a:pt x="2342" y="845"/>
                </a:moveTo>
                <a:lnTo>
                  <a:pt x="2349" y="845"/>
                </a:lnTo>
                <a:lnTo>
                  <a:pt x="2349" y="838"/>
                </a:lnTo>
                <a:lnTo>
                  <a:pt x="2342" y="838"/>
                </a:lnTo>
                <a:lnTo>
                  <a:pt x="2342" y="845"/>
                </a:lnTo>
                <a:close/>
                <a:moveTo>
                  <a:pt x="2358" y="845"/>
                </a:moveTo>
                <a:lnTo>
                  <a:pt x="2365" y="845"/>
                </a:lnTo>
                <a:lnTo>
                  <a:pt x="2365" y="838"/>
                </a:lnTo>
                <a:lnTo>
                  <a:pt x="2358" y="838"/>
                </a:lnTo>
                <a:lnTo>
                  <a:pt x="2358" y="845"/>
                </a:lnTo>
                <a:close/>
                <a:moveTo>
                  <a:pt x="2375" y="845"/>
                </a:moveTo>
                <a:lnTo>
                  <a:pt x="2382" y="845"/>
                </a:lnTo>
                <a:lnTo>
                  <a:pt x="2382" y="838"/>
                </a:lnTo>
                <a:lnTo>
                  <a:pt x="2375" y="838"/>
                </a:lnTo>
                <a:lnTo>
                  <a:pt x="2375" y="845"/>
                </a:lnTo>
                <a:close/>
                <a:moveTo>
                  <a:pt x="2460" y="845"/>
                </a:moveTo>
                <a:lnTo>
                  <a:pt x="2467" y="845"/>
                </a:lnTo>
                <a:lnTo>
                  <a:pt x="2467" y="838"/>
                </a:lnTo>
                <a:lnTo>
                  <a:pt x="2460" y="838"/>
                </a:lnTo>
                <a:lnTo>
                  <a:pt x="2460" y="845"/>
                </a:lnTo>
                <a:close/>
                <a:moveTo>
                  <a:pt x="2477" y="845"/>
                </a:moveTo>
                <a:lnTo>
                  <a:pt x="2484" y="845"/>
                </a:lnTo>
                <a:lnTo>
                  <a:pt x="2484" y="838"/>
                </a:lnTo>
                <a:lnTo>
                  <a:pt x="2477" y="838"/>
                </a:lnTo>
                <a:lnTo>
                  <a:pt x="2477" y="845"/>
                </a:lnTo>
                <a:close/>
                <a:moveTo>
                  <a:pt x="2493" y="845"/>
                </a:moveTo>
                <a:lnTo>
                  <a:pt x="2500" y="845"/>
                </a:lnTo>
                <a:lnTo>
                  <a:pt x="2500" y="838"/>
                </a:lnTo>
                <a:lnTo>
                  <a:pt x="2493" y="838"/>
                </a:lnTo>
                <a:lnTo>
                  <a:pt x="2493" y="845"/>
                </a:lnTo>
                <a:close/>
                <a:moveTo>
                  <a:pt x="686" y="862"/>
                </a:moveTo>
                <a:lnTo>
                  <a:pt x="693" y="862"/>
                </a:lnTo>
                <a:lnTo>
                  <a:pt x="693" y="857"/>
                </a:lnTo>
                <a:lnTo>
                  <a:pt x="686" y="857"/>
                </a:lnTo>
                <a:lnTo>
                  <a:pt x="686" y="862"/>
                </a:lnTo>
                <a:close/>
                <a:moveTo>
                  <a:pt x="703" y="862"/>
                </a:moveTo>
                <a:lnTo>
                  <a:pt x="710" y="862"/>
                </a:lnTo>
                <a:lnTo>
                  <a:pt x="710" y="857"/>
                </a:lnTo>
                <a:lnTo>
                  <a:pt x="703" y="857"/>
                </a:lnTo>
                <a:lnTo>
                  <a:pt x="703" y="862"/>
                </a:lnTo>
                <a:close/>
                <a:moveTo>
                  <a:pt x="720" y="862"/>
                </a:moveTo>
                <a:lnTo>
                  <a:pt x="727" y="862"/>
                </a:lnTo>
                <a:lnTo>
                  <a:pt x="727" y="857"/>
                </a:lnTo>
                <a:lnTo>
                  <a:pt x="720" y="857"/>
                </a:lnTo>
                <a:lnTo>
                  <a:pt x="720" y="862"/>
                </a:lnTo>
                <a:close/>
                <a:moveTo>
                  <a:pt x="736" y="862"/>
                </a:moveTo>
                <a:lnTo>
                  <a:pt x="743" y="862"/>
                </a:lnTo>
                <a:lnTo>
                  <a:pt x="743" y="857"/>
                </a:lnTo>
                <a:lnTo>
                  <a:pt x="736" y="857"/>
                </a:lnTo>
                <a:lnTo>
                  <a:pt x="736" y="862"/>
                </a:lnTo>
                <a:close/>
                <a:moveTo>
                  <a:pt x="753" y="862"/>
                </a:moveTo>
                <a:lnTo>
                  <a:pt x="760" y="862"/>
                </a:lnTo>
                <a:lnTo>
                  <a:pt x="760" y="857"/>
                </a:lnTo>
                <a:lnTo>
                  <a:pt x="753" y="857"/>
                </a:lnTo>
                <a:lnTo>
                  <a:pt x="753" y="862"/>
                </a:lnTo>
                <a:close/>
                <a:moveTo>
                  <a:pt x="1321" y="862"/>
                </a:moveTo>
                <a:lnTo>
                  <a:pt x="1328" y="862"/>
                </a:lnTo>
                <a:lnTo>
                  <a:pt x="1328" y="857"/>
                </a:lnTo>
                <a:lnTo>
                  <a:pt x="1321" y="857"/>
                </a:lnTo>
                <a:lnTo>
                  <a:pt x="1321" y="862"/>
                </a:lnTo>
                <a:close/>
                <a:moveTo>
                  <a:pt x="1338" y="862"/>
                </a:moveTo>
                <a:lnTo>
                  <a:pt x="1345" y="862"/>
                </a:lnTo>
                <a:lnTo>
                  <a:pt x="1345" y="857"/>
                </a:lnTo>
                <a:lnTo>
                  <a:pt x="1338" y="857"/>
                </a:lnTo>
                <a:lnTo>
                  <a:pt x="1338" y="862"/>
                </a:lnTo>
                <a:close/>
                <a:moveTo>
                  <a:pt x="1354" y="862"/>
                </a:moveTo>
                <a:lnTo>
                  <a:pt x="1361" y="862"/>
                </a:lnTo>
                <a:lnTo>
                  <a:pt x="1361" y="857"/>
                </a:lnTo>
                <a:lnTo>
                  <a:pt x="1354" y="857"/>
                </a:lnTo>
                <a:lnTo>
                  <a:pt x="1354" y="862"/>
                </a:lnTo>
                <a:close/>
                <a:moveTo>
                  <a:pt x="1371" y="862"/>
                </a:moveTo>
                <a:lnTo>
                  <a:pt x="1378" y="862"/>
                </a:lnTo>
                <a:lnTo>
                  <a:pt x="1378" y="857"/>
                </a:lnTo>
                <a:lnTo>
                  <a:pt x="1371" y="857"/>
                </a:lnTo>
                <a:lnTo>
                  <a:pt x="1371" y="862"/>
                </a:lnTo>
                <a:close/>
                <a:moveTo>
                  <a:pt x="1390" y="862"/>
                </a:moveTo>
                <a:lnTo>
                  <a:pt x="1394" y="862"/>
                </a:lnTo>
                <a:lnTo>
                  <a:pt x="1394" y="857"/>
                </a:lnTo>
                <a:lnTo>
                  <a:pt x="1390" y="857"/>
                </a:lnTo>
                <a:lnTo>
                  <a:pt x="1390" y="862"/>
                </a:lnTo>
                <a:close/>
                <a:moveTo>
                  <a:pt x="1406" y="862"/>
                </a:moveTo>
                <a:lnTo>
                  <a:pt x="1413" y="862"/>
                </a:lnTo>
                <a:lnTo>
                  <a:pt x="1413" y="857"/>
                </a:lnTo>
                <a:lnTo>
                  <a:pt x="1406" y="857"/>
                </a:lnTo>
                <a:lnTo>
                  <a:pt x="1406" y="862"/>
                </a:lnTo>
                <a:close/>
                <a:moveTo>
                  <a:pt x="1423" y="862"/>
                </a:moveTo>
                <a:lnTo>
                  <a:pt x="1430" y="862"/>
                </a:lnTo>
                <a:lnTo>
                  <a:pt x="1430" y="857"/>
                </a:lnTo>
                <a:lnTo>
                  <a:pt x="1423" y="857"/>
                </a:lnTo>
                <a:lnTo>
                  <a:pt x="1423" y="862"/>
                </a:lnTo>
                <a:close/>
                <a:moveTo>
                  <a:pt x="1439" y="862"/>
                </a:moveTo>
                <a:lnTo>
                  <a:pt x="1447" y="862"/>
                </a:lnTo>
                <a:lnTo>
                  <a:pt x="1447" y="857"/>
                </a:lnTo>
                <a:lnTo>
                  <a:pt x="1439" y="857"/>
                </a:lnTo>
                <a:lnTo>
                  <a:pt x="1439" y="862"/>
                </a:lnTo>
                <a:close/>
                <a:moveTo>
                  <a:pt x="1456" y="862"/>
                </a:moveTo>
                <a:lnTo>
                  <a:pt x="1463" y="862"/>
                </a:lnTo>
                <a:lnTo>
                  <a:pt x="1463" y="857"/>
                </a:lnTo>
                <a:lnTo>
                  <a:pt x="1456" y="857"/>
                </a:lnTo>
                <a:lnTo>
                  <a:pt x="1456" y="862"/>
                </a:lnTo>
                <a:close/>
                <a:moveTo>
                  <a:pt x="1473" y="862"/>
                </a:moveTo>
                <a:lnTo>
                  <a:pt x="1480" y="862"/>
                </a:lnTo>
                <a:lnTo>
                  <a:pt x="1480" y="857"/>
                </a:lnTo>
                <a:lnTo>
                  <a:pt x="1473" y="857"/>
                </a:lnTo>
                <a:lnTo>
                  <a:pt x="1473" y="862"/>
                </a:lnTo>
                <a:close/>
                <a:moveTo>
                  <a:pt x="1489" y="862"/>
                </a:moveTo>
                <a:lnTo>
                  <a:pt x="1496" y="862"/>
                </a:lnTo>
                <a:lnTo>
                  <a:pt x="1496" y="857"/>
                </a:lnTo>
                <a:lnTo>
                  <a:pt x="1489" y="857"/>
                </a:lnTo>
                <a:lnTo>
                  <a:pt x="1489" y="862"/>
                </a:lnTo>
                <a:close/>
                <a:moveTo>
                  <a:pt x="1506" y="862"/>
                </a:moveTo>
                <a:lnTo>
                  <a:pt x="1513" y="862"/>
                </a:lnTo>
                <a:lnTo>
                  <a:pt x="1513" y="857"/>
                </a:lnTo>
                <a:lnTo>
                  <a:pt x="1506" y="857"/>
                </a:lnTo>
                <a:lnTo>
                  <a:pt x="1506" y="862"/>
                </a:lnTo>
                <a:close/>
                <a:moveTo>
                  <a:pt x="1522" y="862"/>
                </a:moveTo>
                <a:lnTo>
                  <a:pt x="1529" y="862"/>
                </a:lnTo>
                <a:lnTo>
                  <a:pt x="1529" y="857"/>
                </a:lnTo>
                <a:lnTo>
                  <a:pt x="1522" y="857"/>
                </a:lnTo>
                <a:lnTo>
                  <a:pt x="1522" y="862"/>
                </a:lnTo>
                <a:close/>
                <a:moveTo>
                  <a:pt x="1539" y="862"/>
                </a:moveTo>
                <a:lnTo>
                  <a:pt x="1546" y="862"/>
                </a:lnTo>
                <a:lnTo>
                  <a:pt x="1546" y="857"/>
                </a:lnTo>
                <a:lnTo>
                  <a:pt x="1539" y="857"/>
                </a:lnTo>
                <a:lnTo>
                  <a:pt x="1539" y="862"/>
                </a:lnTo>
                <a:close/>
                <a:moveTo>
                  <a:pt x="1555" y="862"/>
                </a:moveTo>
                <a:lnTo>
                  <a:pt x="1563" y="862"/>
                </a:lnTo>
                <a:lnTo>
                  <a:pt x="1563" y="857"/>
                </a:lnTo>
                <a:lnTo>
                  <a:pt x="1555" y="857"/>
                </a:lnTo>
                <a:lnTo>
                  <a:pt x="1555" y="862"/>
                </a:lnTo>
                <a:close/>
                <a:moveTo>
                  <a:pt x="1572" y="862"/>
                </a:moveTo>
                <a:lnTo>
                  <a:pt x="1579" y="862"/>
                </a:lnTo>
                <a:lnTo>
                  <a:pt x="1579" y="857"/>
                </a:lnTo>
                <a:lnTo>
                  <a:pt x="1572" y="857"/>
                </a:lnTo>
                <a:lnTo>
                  <a:pt x="1572" y="862"/>
                </a:lnTo>
                <a:close/>
                <a:moveTo>
                  <a:pt x="1589" y="862"/>
                </a:moveTo>
                <a:lnTo>
                  <a:pt x="1596" y="862"/>
                </a:lnTo>
                <a:lnTo>
                  <a:pt x="1596" y="857"/>
                </a:lnTo>
                <a:lnTo>
                  <a:pt x="1589" y="857"/>
                </a:lnTo>
                <a:lnTo>
                  <a:pt x="1589" y="862"/>
                </a:lnTo>
                <a:close/>
                <a:moveTo>
                  <a:pt x="1605" y="862"/>
                </a:moveTo>
                <a:lnTo>
                  <a:pt x="1612" y="862"/>
                </a:lnTo>
                <a:lnTo>
                  <a:pt x="1612" y="857"/>
                </a:lnTo>
                <a:lnTo>
                  <a:pt x="1605" y="857"/>
                </a:lnTo>
                <a:lnTo>
                  <a:pt x="1605" y="862"/>
                </a:lnTo>
                <a:close/>
                <a:moveTo>
                  <a:pt x="1622" y="862"/>
                </a:moveTo>
                <a:lnTo>
                  <a:pt x="1629" y="862"/>
                </a:lnTo>
                <a:lnTo>
                  <a:pt x="1629" y="857"/>
                </a:lnTo>
                <a:lnTo>
                  <a:pt x="1622" y="857"/>
                </a:lnTo>
                <a:lnTo>
                  <a:pt x="1622" y="862"/>
                </a:lnTo>
                <a:close/>
                <a:moveTo>
                  <a:pt x="1638" y="862"/>
                </a:moveTo>
                <a:lnTo>
                  <a:pt x="1645" y="862"/>
                </a:lnTo>
                <a:lnTo>
                  <a:pt x="1645" y="857"/>
                </a:lnTo>
                <a:lnTo>
                  <a:pt x="1638" y="857"/>
                </a:lnTo>
                <a:lnTo>
                  <a:pt x="1638" y="862"/>
                </a:lnTo>
                <a:close/>
                <a:moveTo>
                  <a:pt x="1657" y="862"/>
                </a:moveTo>
                <a:lnTo>
                  <a:pt x="1664" y="862"/>
                </a:lnTo>
                <a:lnTo>
                  <a:pt x="1664" y="857"/>
                </a:lnTo>
                <a:lnTo>
                  <a:pt x="1657" y="857"/>
                </a:lnTo>
                <a:lnTo>
                  <a:pt x="1657" y="862"/>
                </a:lnTo>
                <a:close/>
                <a:moveTo>
                  <a:pt x="1674" y="862"/>
                </a:moveTo>
                <a:lnTo>
                  <a:pt x="1681" y="862"/>
                </a:lnTo>
                <a:lnTo>
                  <a:pt x="1681" y="857"/>
                </a:lnTo>
                <a:lnTo>
                  <a:pt x="1674" y="857"/>
                </a:lnTo>
                <a:lnTo>
                  <a:pt x="1674" y="862"/>
                </a:lnTo>
                <a:close/>
                <a:moveTo>
                  <a:pt x="1690" y="862"/>
                </a:moveTo>
                <a:lnTo>
                  <a:pt x="1698" y="862"/>
                </a:lnTo>
                <a:lnTo>
                  <a:pt x="1698" y="857"/>
                </a:lnTo>
                <a:lnTo>
                  <a:pt x="1690" y="857"/>
                </a:lnTo>
                <a:lnTo>
                  <a:pt x="1690" y="862"/>
                </a:lnTo>
                <a:close/>
                <a:moveTo>
                  <a:pt x="1707" y="862"/>
                </a:moveTo>
                <a:lnTo>
                  <a:pt x="1714" y="862"/>
                </a:lnTo>
                <a:lnTo>
                  <a:pt x="1714" y="857"/>
                </a:lnTo>
                <a:lnTo>
                  <a:pt x="1707" y="857"/>
                </a:lnTo>
                <a:lnTo>
                  <a:pt x="1707" y="862"/>
                </a:lnTo>
                <a:close/>
                <a:moveTo>
                  <a:pt x="1724" y="862"/>
                </a:moveTo>
                <a:lnTo>
                  <a:pt x="1731" y="862"/>
                </a:lnTo>
                <a:lnTo>
                  <a:pt x="1731" y="857"/>
                </a:lnTo>
                <a:lnTo>
                  <a:pt x="1724" y="857"/>
                </a:lnTo>
                <a:lnTo>
                  <a:pt x="1724" y="862"/>
                </a:lnTo>
                <a:close/>
                <a:moveTo>
                  <a:pt x="1740" y="862"/>
                </a:moveTo>
                <a:lnTo>
                  <a:pt x="1747" y="862"/>
                </a:lnTo>
                <a:lnTo>
                  <a:pt x="1747" y="857"/>
                </a:lnTo>
                <a:lnTo>
                  <a:pt x="1740" y="857"/>
                </a:lnTo>
                <a:lnTo>
                  <a:pt x="1740" y="862"/>
                </a:lnTo>
                <a:close/>
                <a:moveTo>
                  <a:pt x="1757" y="862"/>
                </a:moveTo>
                <a:lnTo>
                  <a:pt x="1764" y="862"/>
                </a:lnTo>
                <a:lnTo>
                  <a:pt x="1764" y="857"/>
                </a:lnTo>
                <a:lnTo>
                  <a:pt x="1757" y="857"/>
                </a:lnTo>
                <a:lnTo>
                  <a:pt x="1757" y="862"/>
                </a:lnTo>
                <a:close/>
                <a:moveTo>
                  <a:pt x="1773" y="862"/>
                </a:moveTo>
                <a:lnTo>
                  <a:pt x="1780" y="862"/>
                </a:lnTo>
                <a:lnTo>
                  <a:pt x="1780" y="857"/>
                </a:lnTo>
                <a:lnTo>
                  <a:pt x="1773" y="857"/>
                </a:lnTo>
                <a:lnTo>
                  <a:pt x="1773" y="862"/>
                </a:lnTo>
                <a:close/>
                <a:moveTo>
                  <a:pt x="1790" y="862"/>
                </a:moveTo>
                <a:lnTo>
                  <a:pt x="1797" y="862"/>
                </a:lnTo>
                <a:lnTo>
                  <a:pt x="1797" y="857"/>
                </a:lnTo>
                <a:lnTo>
                  <a:pt x="1790" y="857"/>
                </a:lnTo>
                <a:lnTo>
                  <a:pt x="1790" y="862"/>
                </a:lnTo>
                <a:close/>
                <a:moveTo>
                  <a:pt x="1806" y="862"/>
                </a:moveTo>
                <a:lnTo>
                  <a:pt x="1814" y="862"/>
                </a:lnTo>
                <a:lnTo>
                  <a:pt x="1814" y="857"/>
                </a:lnTo>
                <a:lnTo>
                  <a:pt x="1806" y="857"/>
                </a:lnTo>
                <a:lnTo>
                  <a:pt x="1806" y="862"/>
                </a:lnTo>
                <a:close/>
                <a:moveTo>
                  <a:pt x="1823" y="862"/>
                </a:moveTo>
                <a:lnTo>
                  <a:pt x="1830" y="862"/>
                </a:lnTo>
                <a:lnTo>
                  <a:pt x="1830" y="857"/>
                </a:lnTo>
                <a:lnTo>
                  <a:pt x="1823" y="857"/>
                </a:lnTo>
                <a:lnTo>
                  <a:pt x="1823" y="862"/>
                </a:lnTo>
                <a:close/>
                <a:moveTo>
                  <a:pt x="1840" y="862"/>
                </a:moveTo>
                <a:lnTo>
                  <a:pt x="1847" y="862"/>
                </a:lnTo>
                <a:lnTo>
                  <a:pt x="1847" y="857"/>
                </a:lnTo>
                <a:lnTo>
                  <a:pt x="1840" y="857"/>
                </a:lnTo>
                <a:lnTo>
                  <a:pt x="1840" y="862"/>
                </a:lnTo>
                <a:close/>
                <a:moveTo>
                  <a:pt x="1856" y="862"/>
                </a:moveTo>
                <a:lnTo>
                  <a:pt x="1863" y="862"/>
                </a:lnTo>
                <a:lnTo>
                  <a:pt x="1863" y="857"/>
                </a:lnTo>
                <a:lnTo>
                  <a:pt x="1856" y="857"/>
                </a:lnTo>
                <a:lnTo>
                  <a:pt x="1856" y="862"/>
                </a:lnTo>
                <a:close/>
                <a:moveTo>
                  <a:pt x="1873" y="862"/>
                </a:moveTo>
                <a:lnTo>
                  <a:pt x="1880" y="862"/>
                </a:lnTo>
                <a:lnTo>
                  <a:pt x="1880" y="857"/>
                </a:lnTo>
                <a:lnTo>
                  <a:pt x="1873" y="857"/>
                </a:lnTo>
                <a:lnTo>
                  <a:pt x="1873" y="862"/>
                </a:lnTo>
                <a:close/>
                <a:moveTo>
                  <a:pt x="2074" y="862"/>
                </a:moveTo>
                <a:lnTo>
                  <a:pt x="2081" y="862"/>
                </a:lnTo>
                <a:lnTo>
                  <a:pt x="2081" y="857"/>
                </a:lnTo>
                <a:lnTo>
                  <a:pt x="2074" y="857"/>
                </a:lnTo>
                <a:lnTo>
                  <a:pt x="2074" y="862"/>
                </a:lnTo>
                <a:close/>
                <a:moveTo>
                  <a:pt x="2091" y="862"/>
                </a:moveTo>
                <a:lnTo>
                  <a:pt x="2098" y="862"/>
                </a:lnTo>
                <a:lnTo>
                  <a:pt x="2098" y="857"/>
                </a:lnTo>
                <a:lnTo>
                  <a:pt x="2091" y="857"/>
                </a:lnTo>
                <a:lnTo>
                  <a:pt x="2091" y="862"/>
                </a:lnTo>
                <a:close/>
                <a:moveTo>
                  <a:pt x="2107" y="862"/>
                </a:moveTo>
                <a:lnTo>
                  <a:pt x="2114" y="862"/>
                </a:lnTo>
                <a:lnTo>
                  <a:pt x="2114" y="857"/>
                </a:lnTo>
                <a:lnTo>
                  <a:pt x="2107" y="857"/>
                </a:lnTo>
                <a:lnTo>
                  <a:pt x="2107" y="862"/>
                </a:lnTo>
                <a:close/>
                <a:moveTo>
                  <a:pt x="2124" y="862"/>
                </a:moveTo>
                <a:lnTo>
                  <a:pt x="2131" y="862"/>
                </a:lnTo>
                <a:lnTo>
                  <a:pt x="2131" y="857"/>
                </a:lnTo>
                <a:lnTo>
                  <a:pt x="2124" y="857"/>
                </a:lnTo>
                <a:lnTo>
                  <a:pt x="2124" y="862"/>
                </a:lnTo>
                <a:close/>
                <a:moveTo>
                  <a:pt x="2242" y="862"/>
                </a:moveTo>
                <a:lnTo>
                  <a:pt x="2249" y="862"/>
                </a:lnTo>
                <a:lnTo>
                  <a:pt x="2249" y="857"/>
                </a:lnTo>
                <a:lnTo>
                  <a:pt x="2242" y="857"/>
                </a:lnTo>
                <a:lnTo>
                  <a:pt x="2242" y="862"/>
                </a:lnTo>
                <a:close/>
                <a:moveTo>
                  <a:pt x="2275" y="862"/>
                </a:moveTo>
                <a:lnTo>
                  <a:pt x="2282" y="862"/>
                </a:lnTo>
                <a:lnTo>
                  <a:pt x="2282" y="857"/>
                </a:lnTo>
                <a:lnTo>
                  <a:pt x="2275" y="857"/>
                </a:lnTo>
                <a:lnTo>
                  <a:pt x="2275" y="862"/>
                </a:lnTo>
                <a:close/>
                <a:moveTo>
                  <a:pt x="2292" y="862"/>
                </a:moveTo>
                <a:lnTo>
                  <a:pt x="2299" y="862"/>
                </a:lnTo>
                <a:lnTo>
                  <a:pt x="2299" y="857"/>
                </a:lnTo>
                <a:lnTo>
                  <a:pt x="2292" y="857"/>
                </a:lnTo>
                <a:lnTo>
                  <a:pt x="2292" y="862"/>
                </a:lnTo>
                <a:close/>
                <a:moveTo>
                  <a:pt x="2308" y="862"/>
                </a:moveTo>
                <a:lnTo>
                  <a:pt x="2316" y="862"/>
                </a:lnTo>
                <a:lnTo>
                  <a:pt x="2316" y="857"/>
                </a:lnTo>
                <a:lnTo>
                  <a:pt x="2308" y="857"/>
                </a:lnTo>
                <a:lnTo>
                  <a:pt x="2308" y="862"/>
                </a:lnTo>
                <a:close/>
                <a:moveTo>
                  <a:pt x="2325" y="862"/>
                </a:moveTo>
                <a:lnTo>
                  <a:pt x="2332" y="862"/>
                </a:lnTo>
                <a:lnTo>
                  <a:pt x="2332" y="857"/>
                </a:lnTo>
                <a:lnTo>
                  <a:pt x="2325" y="857"/>
                </a:lnTo>
                <a:lnTo>
                  <a:pt x="2325" y="862"/>
                </a:lnTo>
                <a:close/>
                <a:moveTo>
                  <a:pt x="2342" y="862"/>
                </a:moveTo>
                <a:lnTo>
                  <a:pt x="2349" y="862"/>
                </a:lnTo>
                <a:lnTo>
                  <a:pt x="2349" y="857"/>
                </a:lnTo>
                <a:lnTo>
                  <a:pt x="2342" y="857"/>
                </a:lnTo>
                <a:lnTo>
                  <a:pt x="2342" y="862"/>
                </a:lnTo>
                <a:close/>
                <a:moveTo>
                  <a:pt x="2358" y="862"/>
                </a:moveTo>
                <a:lnTo>
                  <a:pt x="2365" y="862"/>
                </a:lnTo>
                <a:lnTo>
                  <a:pt x="2365" y="857"/>
                </a:lnTo>
                <a:lnTo>
                  <a:pt x="2358" y="857"/>
                </a:lnTo>
                <a:lnTo>
                  <a:pt x="2358" y="862"/>
                </a:lnTo>
                <a:close/>
                <a:moveTo>
                  <a:pt x="2375" y="862"/>
                </a:moveTo>
                <a:lnTo>
                  <a:pt x="2382" y="862"/>
                </a:lnTo>
                <a:lnTo>
                  <a:pt x="2382" y="857"/>
                </a:lnTo>
                <a:lnTo>
                  <a:pt x="2375" y="857"/>
                </a:lnTo>
                <a:lnTo>
                  <a:pt x="2375" y="862"/>
                </a:lnTo>
                <a:close/>
                <a:moveTo>
                  <a:pt x="2477" y="862"/>
                </a:moveTo>
                <a:lnTo>
                  <a:pt x="2484" y="862"/>
                </a:lnTo>
                <a:lnTo>
                  <a:pt x="2484" y="857"/>
                </a:lnTo>
                <a:lnTo>
                  <a:pt x="2477" y="857"/>
                </a:lnTo>
                <a:lnTo>
                  <a:pt x="2477" y="862"/>
                </a:lnTo>
                <a:close/>
                <a:moveTo>
                  <a:pt x="2493" y="862"/>
                </a:moveTo>
                <a:lnTo>
                  <a:pt x="2500" y="862"/>
                </a:lnTo>
                <a:lnTo>
                  <a:pt x="2500" y="857"/>
                </a:lnTo>
                <a:lnTo>
                  <a:pt x="2493" y="857"/>
                </a:lnTo>
                <a:lnTo>
                  <a:pt x="2493" y="862"/>
                </a:lnTo>
                <a:close/>
                <a:moveTo>
                  <a:pt x="2510" y="862"/>
                </a:moveTo>
                <a:lnTo>
                  <a:pt x="2517" y="862"/>
                </a:lnTo>
                <a:lnTo>
                  <a:pt x="2517" y="857"/>
                </a:lnTo>
                <a:lnTo>
                  <a:pt x="2510" y="857"/>
                </a:lnTo>
                <a:lnTo>
                  <a:pt x="2510" y="862"/>
                </a:lnTo>
                <a:close/>
                <a:moveTo>
                  <a:pt x="720" y="881"/>
                </a:moveTo>
                <a:lnTo>
                  <a:pt x="727" y="881"/>
                </a:lnTo>
                <a:lnTo>
                  <a:pt x="727" y="874"/>
                </a:lnTo>
                <a:lnTo>
                  <a:pt x="720" y="874"/>
                </a:lnTo>
                <a:lnTo>
                  <a:pt x="720" y="881"/>
                </a:lnTo>
                <a:close/>
                <a:moveTo>
                  <a:pt x="736" y="881"/>
                </a:moveTo>
                <a:lnTo>
                  <a:pt x="743" y="881"/>
                </a:lnTo>
                <a:lnTo>
                  <a:pt x="743" y="874"/>
                </a:lnTo>
                <a:lnTo>
                  <a:pt x="736" y="874"/>
                </a:lnTo>
                <a:lnTo>
                  <a:pt x="736" y="881"/>
                </a:lnTo>
                <a:close/>
                <a:moveTo>
                  <a:pt x="753" y="881"/>
                </a:moveTo>
                <a:lnTo>
                  <a:pt x="760" y="881"/>
                </a:lnTo>
                <a:lnTo>
                  <a:pt x="760" y="874"/>
                </a:lnTo>
                <a:lnTo>
                  <a:pt x="753" y="874"/>
                </a:lnTo>
                <a:lnTo>
                  <a:pt x="753" y="881"/>
                </a:lnTo>
                <a:close/>
                <a:moveTo>
                  <a:pt x="819" y="881"/>
                </a:moveTo>
                <a:lnTo>
                  <a:pt x="826" y="881"/>
                </a:lnTo>
                <a:lnTo>
                  <a:pt x="826" y="874"/>
                </a:lnTo>
                <a:lnTo>
                  <a:pt x="819" y="874"/>
                </a:lnTo>
                <a:lnTo>
                  <a:pt x="819" y="881"/>
                </a:lnTo>
                <a:close/>
                <a:moveTo>
                  <a:pt x="836" y="881"/>
                </a:moveTo>
                <a:lnTo>
                  <a:pt x="843" y="881"/>
                </a:lnTo>
                <a:lnTo>
                  <a:pt x="843" y="874"/>
                </a:lnTo>
                <a:lnTo>
                  <a:pt x="836" y="874"/>
                </a:lnTo>
                <a:lnTo>
                  <a:pt x="836" y="881"/>
                </a:lnTo>
                <a:close/>
                <a:moveTo>
                  <a:pt x="852" y="881"/>
                </a:moveTo>
                <a:lnTo>
                  <a:pt x="859" y="881"/>
                </a:lnTo>
                <a:lnTo>
                  <a:pt x="859" y="874"/>
                </a:lnTo>
                <a:lnTo>
                  <a:pt x="852" y="874"/>
                </a:lnTo>
                <a:lnTo>
                  <a:pt x="852" y="881"/>
                </a:lnTo>
                <a:close/>
                <a:moveTo>
                  <a:pt x="871" y="881"/>
                </a:moveTo>
                <a:lnTo>
                  <a:pt x="876" y="881"/>
                </a:lnTo>
                <a:lnTo>
                  <a:pt x="876" y="874"/>
                </a:lnTo>
                <a:lnTo>
                  <a:pt x="871" y="874"/>
                </a:lnTo>
                <a:lnTo>
                  <a:pt x="871" y="881"/>
                </a:lnTo>
                <a:close/>
                <a:moveTo>
                  <a:pt x="888" y="881"/>
                </a:moveTo>
                <a:lnTo>
                  <a:pt x="895" y="881"/>
                </a:lnTo>
                <a:lnTo>
                  <a:pt x="895" y="874"/>
                </a:lnTo>
                <a:lnTo>
                  <a:pt x="888" y="874"/>
                </a:lnTo>
                <a:lnTo>
                  <a:pt x="888" y="881"/>
                </a:lnTo>
                <a:close/>
                <a:moveTo>
                  <a:pt x="904" y="881"/>
                </a:moveTo>
                <a:lnTo>
                  <a:pt x="911" y="881"/>
                </a:lnTo>
                <a:lnTo>
                  <a:pt x="911" y="874"/>
                </a:lnTo>
                <a:lnTo>
                  <a:pt x="904" y="874"/>
                </a:lnTo>
                <a:lnTo>
                  <a:pt x="904" y="881"/>
                </a:lnTo>
                <a:close/>
                <a:moveTo>
                  <a:pt x="921" y="881"/>
                </a:moveTo>
                <a:lnTo>
                  <a:pt x="928" y="881"/>
                </a:lnTo>
                <a:lnTo>
                  <a:pt x="928" y="874"/>
                </a:lnTo>
                <a:lnTo>
                  <a:pt x="921" y="874"/>
                </a:lnTo>
                <a:lnTo>
                  <a:pt x="921" y="881"/>
                </a:lnTo>
                <a:close/>
                <a:moveTo>
                  <a:pt x="937" y="881"/>
                </a:moveTo>
                <a:lnTo>
                  <a:pt x="944" y="881"/>
                </a:lnTo>
                <a:lnTo>
                  <a:pt x="944" y="874"/>
                </a:lnTo>
                <a:lnTo>
                  <a:pt x="937" y="874"/>
                </a:lnTo>
                <a:lnTo>
                  <a:pt x="937" y="881"/>
                </a:lnTo>
                <a:close/>
                <a:moveTo>
                  <a:pt x="1321" y="881"/>
                </a:moveTo>
                <a:lnTo>
                  <a:pt x="1328" y="881"/>
                </a:lnTo>
                <a:lnTo>
                  <a:pt x="1328" y="874"/>
                </a:lnTo>
                <a:lnTo>
                  <a:pt x="1321" y="874"/>
                </a:lnTo>
                <a:lnTo>
                  <a:pt x="1321" y="881"/>
                </a:lnTo>
                <a:close/>
                <a:moveTo>
                  <a:pt x="1338" y="881"/>
                </a:moveTo>
                <a:lnTo>
                  <a:pt x="1345" y="881"/>
                </a:lnTo>
                <a:lnTo>
                  <a:pt x="1345" y="874"/>
                </a:lnTo>
                <a:lnTo>
                  <a:pt x="1338" y="874"/>
                </a:lnTo>
                <a:lnTo>
                  <a:pt x="1338" y="881"/>
                </a:lnTo>
                <a:close/>
                <a:moveTo>
                  <a:pt x="1354" y="881"/>
                </a:moveTo>
                <a:lnTo>
                  <a:pt x="1361" y="881"/>
                </a:lnTo>
                <a:lnTo>
                  <a:pt x="1361" y="874"/>
                </a:lnTo>
                <a:lnTo>
                  <a:pt x="1354" y="874"/>
                </a:lnTo>
                <a:lnTo>
                  <a:pt x="1354" y="881"/>
                </a:lnTo>
                <a:close/>
                <a:moveTo>
                  <a:pt x="1371" y="881"/>
                </a:moveTo>
                <a:lnTo>
                  <a:pt x="1378" y="881"/>
                </a:lnTo>
                <a:lnTo>
                  <a:pt x="1378" y="874"/>
                </a:lnTo>
                <a:lnTo>
                  <a:pt x="1371" y="874"/>
                </a:lnTo>
                <a:lnTo>
                  <a:pt x="1371" y="881"/>
                </a:lnTo>
                <a:close/>
                <a:moveTo>
                  <a:pt x="1390" y="881"/>
                </a:moveTo>
                <a:lnTo>
                  <a:pt x="1394" y="881"/>
                </a:lnTo>
                <a:lnTo>
                  <a:pt x="1394" y="874"/>
                </a:lnTo>
                <a:lnTo>
                  <a:pt x="1390" y="874"/>
                </a:lnTo>
                <a:lnTo>
                  <a:pt x="1390" y="881"/>
                </a:lnTo>
                <a:close/>
                <a:moveTo>
                  <a:pt x="1406" y="881"/>
                </a:moveTo>
                <a:lnTo>
                  <a:pt x="1413" y="881"/>
                </a:lnTo>
                <a:lnTo>
                  <a:pt x="1413" y="874"/>
                </a:lnTo>
                <a:lnTo>
                  <a:pt x="1406" y="874"/>
                </a:lnTo>
                <a:lnTo>
                  <a:pt x="1406" y="881"/>
                </a:lnTo>
                <a:close/>
                <a:moveTo>
                  <a:pt x="1423" y="881"/>
                </a:moveTo>
                <a:lnTo>
                  <a:pt x="1430" y="881"/>
                </a:lnTo>
                <a:lnTo>
                  <a:pt x="1430" y="874"/>
                </a:lnTo>
                <a:lnTo>
                  <a:pt x="1423" y="874"/>
                </a:lnTo>
                <a:lnTo>
                  <a:pt x="1423" y="881"/>
                </a:lnTo>
                <a:close/>
                <a:moveTo>
                  <a:pt x="1439" y="881"/>
                </a:moveTo>
                <a:lnTo>
                  <a:pt x="1447" y="881"/>
                </a:lnTo>
                <a:lnTo>
                  <a:pt x="1447" y="874"/>
                </a:lnTo>
                <a:lnTo>
                  <a:pt x="1439" y="874"/>
                </a:lnTo>
                <a:lnTo>
                  <a:pt x="1439" y="881"/>
                </a:lnTo>
                <a:close/>
                <a:moveTo>
                  <a:pt x="1456" y="881"/>
                </a:moveTo>
                <a:lnTo>
                  <a:pt x="1463" y="881"/>
                </a:lnTo>
                <a:lnTo>
                  <a:pt x="1463" y="874"/>
                </a:lnTo>
                <a:lnTo>
                  <a:pt x="1456" y="874"/>
                </a:lnTo>
                <a:lnTo>
                  <a:pt x="1456" y="881"/>
                </a:lnTo>
                <a:close/>
                <a:moveTo>
                  <a:pt x="1473" y="881"/>
                </a:moveTo>
                <a:lnTo>
                  <a:pt x="1480" y="881"/>
                </a:lnTo>
                <a:lnTo>
                  <a:pt x="1480" y="874"/>
                </a:lnTo>
                <a:lnTo>
                  <a:pt x="1473" y="874"/>
                </a:lnTo>
                <a:lnTo>
                  <a:pt x="1473" y="881"/>
                </a:lnTo>
                <a:close/>
                <a:moveTo>
                  <a:pt x="1489" y="881"/>
                </a:moveTo>
                <a:lnTo>
                  <a:pt x="1496" y="881"/>
                </a:lnTo>
                <a:lnTo>
                  <a:pt x="1496" y="874"/>
                </a:lnTo>
                <a:lnTo>
                  <a:pt x="1489" y="874"/>
                </a:lnTo>
                <a:lnTo>
                  <a:pt x="1489" y="881"/>
                </a:lnTo>
                <a:close/>
                <a:moveTo>
                  <a:pt x="1506" y="881"/>
                </a:moveTo>
                <a:lnTo>
                  <a:pt x="1513" y="881"/>
                </a:lnTo>
                <a:lnTo>
                  <a:pt x="1513" y="874"/>
                </a:lnTo>
                <a:lnTo>
                  <a:pt x="1506" y="874"/>
                </a:lnTo>
                <a:lnTo>
                  <a:pt x="1506" y="881"/>
                </a:lnTo>
                <a:close/>
                <a:moveTo>
                  <a:pt x="1522" y="881"/>
                </a:moveTo>
                <a:lnTo>
                  <a:pt x="1529" y="881"/>
                </a:lnTo>
                <a:lnTo>
                  <a:pt x="1529" y="874"/>
                </a:lnTo>
                <a:lnTo>
                  <a:pt x="1522" y="874"/>
                </a:lnTo>
                <a:lnTo>
                  <a:pt x="1522" y="881"/>
                </a:lnTo>
                <a:close/>
                <a:moveTo>
                  <a:pt x="1539" y="881"/>
                </a:moveTo>
                <a:lnTo>
                  <a:pt x="1546" y="881"/>
                </a:lnTo>
                <a:lnTo>
                  <a:pt x="1546" y="874"/>
                </a:lnTo>
                <a:lnTo>
                  <a:pt x="1539" y="874"/>
                </a:lnTo>
                <a:lnTo>
                  <a:pt x="1539" y="881"/>
                </a:lnTo>
                <a:close/>
                <a:moveTo>
                  <a:pt x="1555" y="881"/>
                </a:moveTo>
                <a:lnTo>
                  <a:pt x="1563" y="881"/>
                </a:lnTo>
                <a:lnTo>
                  <a:pt x="1563" y="874"/>
                </a:lnTo>
                <a:lnTo>
                  <a:pt x="1555" y="874"/>
                </a:lnTo>
                <a:lnTo>
                  <a:pt x="1555" y="881"/>
                </a:lnTo>
                <a:close/>
                <a:moveTo>
                  <a:pt x="1572" y="881"/>
                </a:moveTo>
                <a:lnTo>
                  <a:pt x="1579" y="881"/>
                </a:lnTo>
                <a:lnTo>
                  <a:pt x="1579" y="874"/>
                </a:lnTo>
                <a:lnTo>
                  <a:pt x="1572" y="874"/>
                </a:lnTo>
                <a:lnTo>
                  <a:pt x="1572" y="881"/>
                </a:lnTo>
                <a:close/>
                <a:moveTo>
                  <a:pt x="1589" y="881"/>
                </a:moveTo>
                <a:lnTo>
                  <a:pt x="1596" y="881"/>
                </a:lnTo>
                <a:lnTo>
                  <a:pt x="1596" y="874"/>
                </a:lnTo>
                <a:lnTo>
                  <a:pt x="1589" y="874"/>
                </a:lnTo>
                <a:lnTo>
                  <a:pt x="1589" y="881"/>
                </a:lnTo>
                <a:close/>
                <a:moveTo>
                  <a:pt x="1605" y="881"/>
                </a:moveTo>
                <a:lnTo>
                  <a:pt x="1612" y="881"/>
                </a:lnTo>
                <a:lnTo>
                  <a:pt x="1612" y="874"/>
                </a:lnTo>
                <a:lnTo>
                  <a:pt x="1605" y="874"/>
                </a:lnTo>
                <a:lnTo>
                  <a:pt x="1605" y="881"/>
                </a:lnTo>
                <a:close/>
                <a:moveTo>
                  <a:pt x="1622" y="881"/>
                </a:moveTo>
                <a:lnTo>
                  <a:pt x="1629" y="881"/>
                </a:lnTo>
                <a:lnTo>
                  <a:pt x="1629" y="874"/>
                </a:lnTo>
                <a:lnTo>
                  <a:pt x="1622" y="874"/>
                </a:lnTo>
                <a:lnTo>
                  <a:pt x="1622" y="881"/>
                </a:lnTo>
                <a:close/>
                <a:moveTo>
                  <a:pt x="1638" y="881"/>
                </a:moveTo>
                <a:lnTo>
                  <a:pt x="1645" y="881"/>
                </a:lnTo>
                <a:lnTo>
                  <a:pt x="1645" y="874"/>
                </a:lnTo>
                <a:lnTo>
                  <a:pt x="1638" y="874"/>
                </a:lnTo>
                <a:lnTo>
                  <a:pt x="1638" y="881"/>
                </a:lnTo>
                <a:close/>
                <a:moveTo>
                  <a:pt x="1657" y="881"/>
                </a:moveTo>
                <a:lnTo>
                  <a:pt x="1664" y="881"/>
                </a:lnTo>
                <a:lnTo>
                  <a:pt x="1664" y="874"/>
                </a:lnTo>
                <a:lnTo>
                  <a:pt x="1657" y="874"/>
                </a:lnTo>
                <a:lnTo>
                  <a:pt x="1657" y="881"/>
                </a:lnTo>
                <a:close/>
                <a:moveTo>
                  <a:pt x="1674" y="881"/>
                </a:moveTo>
                <a:lnTo>
                  <a:pt x="1681" y="881"/>
                </a:lnTo>
                <a:lnTo>
                  <a:pt x="1681" y="874"/>
                </a:lnTo>
                <a:lnTo>
                  <a:pt x="1674" y="874"/>
                </a:lnTo>
                <a:lnTo>
                  <a:pt x="1674" y="881"/>
                </a:lnTo>
                <a:close/>
                <a:moveTo>
                  <a:pt x="1690" y="881"/>
                </a:moveTo>
                <a:lnTo>
                  <a:pt x="1698" y="881"/>
                </a:lnTo>
                <a:lnTo>
                  <a:pt x="1698" y="874"/>
                </a:lnTo>
                <a:lnTo>
                  <a:pt x="1690" y="874"/>
                </a:lnTo>
                <a:lnTo>
                  <a:pt x="1690" y="881"/>
                </a:lnTo>
                <a:close/>
                <a:moveTo>
                  <a:pt x="1707" y="881"/>
                </a:moveTo>
                <a:lnTo>
                  <a:pt x="1714" y="881"/>
                </a:lnTo>
                <a:lnTo>
                  <a:pt x="1714" y="874"/>
                </a:lnTo>
                <a:lnTo>
                  <a:pt x="1707" y="874"/>
                </a:lnTo>
                <a:lnTo>
                  <a:pt x="1707" y="881"/>
                </a:lnTo>
                <a:close/>
                <a:moveTo>
                  <a:pt x="1724" y="881"/>
                </a:moveTo>
                <a:lnTo>
                  <a:pt x="1731" y="881"/>
                </a:lnTo>
                <a:lnTo>
                  <a:pt x="1731" y="874"/>
                </a:lnTo>
                <a:lnTo>
                  <a:pt x="1724" y="874"/>
                </a:lnTo>
                <a:lnTo>
                  <a:pt x="1724" y="881"/>
                </a:lnTo>
                <a:close/>
                <a:moveTo>
                  <a:pt x="1740" y="881"/>
                </a:moveTo>
                <a:lnTo>
                  <a:pt x="1747" y="881"/>
                </a:lnTo>
                <a:lnTo>
                  <a:pt x="1747" y="874"/>
                </a:lnTo>
                <a:lnTo>
                  <a:pt x="1740" y="874"/>
                </a:lnTo>
                <a:lnTo>
                  <a:pt x="1740" y="881"/>
                </a:lnTo>
                <a:close/>
                <a:moveTo>
                  <a:pt x="1757" y="881"/>
                </a:moveTo>
                <a:lnTo>
                  <a:pt x="1764" y="881"/>
                </a:lnTo>
                <a:lnTo>
                  <a:pt x="1764" y="874"/>
                </a:lnTo>
                <a:lnTo>
                  <a:pt x="1757" y="874"/>
                </a:lnTo>
                <a:lnTo>
                  <a:pt x="1757" y="881"/>
                </a:lnTo>
                <a:close/>
                <a:moveTo>
                  <a:pt x="1773" y="881"/>
                </a:moveTo>
                <a:lnTo>
                  <a:pt x="1780" y="881"/>
                </a:lnTo>
                <a:lnTo>
                  <a:pt x="1780" y="874"/>
                </a:lnTo>
                <a:lnTo>
                  <a:pt x="1773" y="874"/>
                </a:lnTo>
                <a:lnTo>
                  <a:pt x="1773" y="881"/>
                </a:lnTo>
                <a:close/>
                <a:moveTo>
                  <a:pt x="1790" y="881"/>
                </a:moveTo>
                <a:lnTo>
                  <a:pt x="1797" y="881"/>
                </a:lnTo>
                <a:lnTo>
                  <a:pt x="1797" y="874"/>
                </a:lnTo>
                <a:lnTo>
                  <a:pt x="1790" y="874"/>
                </a:lnTo>
                <a:lnTo>
                  <a:pt x="1790" y="881"/>
                </a:lnTo>
                <a:close/>
                <a:moveTo>
                  <a:pt x="1806" y="881"/>
                </a:moveTo>
                <a:lnTo>
                  <a:pt x="1814" y="881"/>
                </a:lnTo>
                <a:lnTo>
                  <a:pt x="1814" y="874"/>
                </a:lnTo>
                <a:lnTo>
                  <a:pt x="1806" y="874"/>
                </a:lnTo>
                <a:lnTo>
                  <a:pt x="1806" y="881"/>
                </a:lnTo>
                <a:close/>
                <a:moveTo>
                  <a:pt x="1823" y="881"/>
                </a:moveTo>
                <a:lnTo>
                  <a:pt x="1830" y="881"/>
                </a:lnTo>
                <a:lnTo>
                  <a:pt x="1830" y="874"/>
                </a:lnTo>
                <a:lnTo>
                  <a:pt x="1823" y="874"/>
                </a:lnTo>
                <a:lnTo>
                  <a:pt x="1823" y="881"/>
                </a:lnTo>
                <a:close/>
                <a:moveTo>
                  <a:pt x="1840" y="881"/>
                </a:moveTo>
                <a:lnTo>
                  <a:pt x="1847" y="881"/>
                </a:lnTo>
                <a:lnTo>
                  <a:pt x="1847" y="874"/>
                </a:lnTo>
                <a:lnTo>
                  <a:pt x="1840" y="874"/>
                </a:lnTo>
                <a:lnTo>
                  <a:pt x="1840" y="881"/>
                </a:lnTo>
                <a:close/>
                <a:moveTo>
                  <a:pt x="1856" y="881"/>
                </a:moveTo>
                <a:lnTo>
                  <a:pt x="1863" y="881"/>
                </a:lnTo>
                <a:lnTo>
                  <a:pt x="1863" y="874"/>
                </a:lnTo>
                <a:lnTo>
                  <a:pt x="1856" y="874"/>
                </a:lnTo>
                <a:lnTo>
                  <a:pt x="1856" y="881"/>
                </a:lnTo>
                <a:close/>
                <a:moveTo>
                  <a:pt x="1873" y="881"/>
                </a:moveTo>
                <a:lnTo>
                  <a:pt x="1880" y="881"/>
                </a:lnTo>
                <a:lnTo>
                  <a:pt x="1880" y="874"/>
                </a:lnTo>
                <a:lnTo>
                  <a:pt x="1873" y="874"/>
                </a:lnTo>
                <a:lnTo>
                  <a:pt x="1873" y="881"/>
                </a:lnTo>
                <a:close/>
                <a:moveTo>
                  <a:pt x="1889" y="881"/>
                </a:moveTo>
                <a:lnTo>
                  <a:pt x="1896" y="881"/>
                </a:lnTo>
                <a:lnTo>
                  <a:pt x="1896" y="874"/>
                </a:lnTo>
                <a:lnTo>
                  <a:pt x="1889" y="874"/>
                </a:lnTo>
                <a:lnTo>
                  <a:pt x="1889" y="881"/>
                </a:lnTo>
                <a:close/>
                <a:moveTo>
                  <a:pt x="2091" y="881"/>
                </a:moveTo>
                <a:lnTo>
                  <a:pt x="2098" y="881"/>
                </a:lnTo>
                <a:lnTo>
                  <a:pt x="2098" y="874"/>
                </a:lnTo>
                <a:lnTo>
                  <a:pt x="2091" y="874"/>
                </a:lnTo>
                <a:lnTo>
                  <a:pt x="2091" y="881"/>
                </a:lnTo>
                <a:close/>
                <a:moveTo>
                  <a:pt x="2107" y="881"/>
                </a:moveTo>
                <a:lnTo>
                  <a:pt x="2114" y="881"/>
                </a:lnTo>
                <a:lnTo>
                  <a:pt x="2114" y="874"/>
                </a:lnTo>
                <a:lnTo>
                  <a:pt x="2107" y="874"/>
                </a:lnTo>
                <a:lnTo>
                  <a:pt x="2107" y="881"/>
                </a:lnTo>
                <a:close/>
                <a:moveTo>
                  <a:pt x="2124" y="881"/>
                </a:moveTo>
                <a:lnTo>
                  <a:pt x="2131" y="881"/>
                </a:lnTo>
                <a:lnTo>
                  <a:pt x="2131" y="874"/>
                </a:lnTo>
                <a:lnTo>
                  <a:pt x="2124" y="874"/>
                </a:lnTo>
                <a:lnTo>
                  <a:pt x="2124" y="881"/>
                </a:lnTo>
                <a:close/>
                <a:moveTo>
                  <a:pt x="2242" y="881"/>
                </a:moveTo>
                <a:lnTo>
                  <a:pt x="2249" y="881"/>
                </a:lnTo>
                <a:lnTo>
                  <a:pt x="2249" y="874"/>
                </a:lnTo>
                <a:lnTo>
                  <a:pt x="2242" y="874"/>
                </a:lnTo>
                <a:lnTo>
                  <a:pt x="2242" y="881"/>
                </a:lnTo>
                <a:close/>
                <a:moveTo>
                  <a:pt x="2292" y="881"/>
                </a:moveTo>
                <a:lnTo>
                  <a:pt x="2299" y="881"/>
                </a:lnTo>
                <a:lnTo>
                  <a:pt x="2299" y="874"/>
                </a:lnTo>
                <a:lnTo>
                  <a:pt x="2292" y="874"/>
                </a:lnTo>
                <a:lnTo>
                  <a:pt x="2292" y="881"/>
                </a:lnTo>
                <a:close/>
                <a:moveTo>
                  <a:pt x="2308" y="881"/>
                </a:moveTo>
                <a:lnTo>
                  <a:pt x="2316" y="881"/>
                </a:lnTo>
                <a:lnTo>
                  <a:pt x="2316" y="874"/>
                </a:lnTo>
                <a:lnTo>
                  <a:pt x="2308" y="874"/>
                </a:lnTo>
                <a:lnTo>
                  <a:pt x="2308" y="881"/>
                </a:lnTo>
                <a:close/>
                <a:moveTo>
                  <a:pt x="2325" y="881"/>
                </a:moveTo>
                <a:lnTo>
                  <a:pt x="2332" y="881"/>
                </a:lnTo>
                <a:lnTo>
                  <a:pt x="2332" y="874"/>
                </a:lnTo>
                <a:lnTo>
                  <a:pt x="2325" y="874"/>
                </a:lnTo>
                <a:lnTo>
                  <a:pt x="2325" y="881"/>
                </a:lnTo>
                <a:close/>
                <a:moveTo>
                  <a:pt x="2342" y="881"/>
                </a:moveTo>
                <a:lnTo>
                  <a:pt x="2349" y="881"/>
                </a:lnTo>
                <a:lnTo>
                  <a:pt x="2349" y="874"/>
                </a:lnTo>
                <a:lnTo>
                  <a:pt x="2342" y="874"/>
                </a:lnTo>
                <a:lnTo>
                  <a:pt x="2342" y="881"/>
                </a:lnTo>
                <a:close/>
                <a:moveTo>
                  <a:pt x="2358" y="881"/>
                </a:moveTo>
                <a:lnTo>
                  <a:pt x="2365" y="881"/>
                </a:lnTo>
                <a:lnTo>
                  <a:pt x="2365" y="874"/>
                </a:lnTo>
                <a:lnTo>
                  <a:pt x="2358" y="874"/>
                </a:lnTo>
                <a:lnTo>
                  <a:pt x="2358" y="881"/>
                </a:lnTo>
                <a:close/>
                <a:moveTo>
                  <a:pt x="2375" y="881"/>
                </a:moveTo>
                <a:lnTo>
                  <a:pt x="2382" y="881"/>
                </a:lnTo>
                <a:lnTo>
                  <a:pt x="2382" y="874"/>
                </a:lnTo>
                <a:lnTo>
                  <a:pt x="2375" y="874"/>
                </a:lnTo>
                <a:lnTo>
                  <a:pt x="2375" y="881"/>
                </a:lnTo>
                <a:close/>
                <a:moveTo>
                  <a:pt x="2460" y="881"/>
                </a:moveTo>
                <a:lnTo>
                  <a:pt x="2467" y="881"/>
                </a:lnTo>
                <a:lnTo>
                  <a:pt x="2467" y="874"/>
                </a:lnTo>
                <a:lnTo>
                  <a:pt x="2460" y="874"/>
                </a:lnTo>
                <a:lnTo>
                  <a:pt x="2460" y="881"/>
                </a:lnTo>
                <a:close/>
                <a:moveTo>
                  <a:pt x="2477" y="881"/>
                </a:moveTo>
                <a:lnTo>
                  <a:pt x="2484" y="881"/>
                </a:lnTo>
                <a:lnTo>
                  <a:pt x="2484" y="874"/>
                </a:lnTo>
                <a:lnTo>
                  <a:pt x="2477" y="874"/>
                </a:lnTo>
                <a:lnTo>
                  <a:pt x="2477" y="881"/>
                </a:lnTo>
                <a:close/>
                <a:moveTo>
                  <a:pt x="2493" y="881"/>
                </a:moveTo>
                <a:lnTo>
                  <a:pt x="2500" y="881"/>
                </a:lnTo>
                <a:lnTo>
                  <a:pt x="2500" y="874"/>
                </a:lnTo>
                <a:lnTo>
                  <a:pt x="2493" y="874"/>
                </a:lnTo>
                <a:lnTo>
                  <a:pt x="2493" y="881"/>
                </a:lnTo>
                <a:close/>
                <a:moveTo>
                  <a:pt x="2510" y="881"/>
                </a:moveTo>
                <a:lnTo>
                  <a:pt x="2517" y="881"/>
                </a:lnTo>
                <a:lnTo>
                  <a:pt x="2517" y="874"/>
                </a:lnTo>
                <a:lnTo>
                  <a:pt x="2510" y="874"/>
                </a:lnTo>
                <a:lnTo>
                  <a:pt x="2510" y="881"/>
                </a:lnTo>
                <a:close/>
                <a:moveTo>
                  <a:pt x="736" y="898"/>
                </a:moveTo>
                <a:lnTo>
                  <a:pt x="743" y="898"/>
                </a:lnTo>
                <a:lnTo>
                  <a:pt x="743" y="890"/>
                </a:lnTo>
                <a:lnTo>
                  <a:pt x="736" y="890"/>
                </a:lnTo>
                <a:lnTo>
                  <a:pt x="736" y="898"/>
                </a:lnTo>
                <a:close/>
                <a:moveTo>
                  <a:pt x="753" y="898"/>
                </a:moveTo>
                <a:lnTo>
                  <a:pt x="760" y="898"/>
                </a:lnTo>
                <a:lnTo>
                  <a:pt x="760" y="890"/>
                </a:lnTo>
                <a:lnTo>
                  <a:pt x="753" y="890"/>
                </a:lnTo>
                <a:lnTo>
                  <a:pt x="753" y="898"/>
                </a:lnTo>
                <a:close/>
                <a:moveTo>
                  <a:pt x="769" y="898"/>
                </a:moveTo>
                <a:lnTo>
                  <a:pt x="776" y="898"/>
                </a:lnTo>
                <a:lnTo>
                  <a:pt x="776" y="890"/>
                </a:lnTo>
                <a:lnTo>
                  <a:pt x="769" y="890"/>
                </a:lnTo>
                <a:lnTo>
                  <a:pt x="769" y="898"/>
                </a:lnTo>
                <a:close/>
                <a:moveTo>
                  <a:pt x="786" y="898"/>
                </a:moveTo>
                <a:lnTo>
                  <a:pt x="793" y="898"/>
                </a:lnTo>
                <a:lnTo>
                  <a:pt x="793" y="890"/>
                </a:lnTo>
                <a:lnTo>
                  <a:pt x="786" y="890"/>
                </a:lnTo>
                <a:lnTo>
                  <a:pt x="786" y="898"/>
                </a:lnTo>
                <a:close/>
                <a:moveTo>
                  <a:pt x="802" y="898"/>
                </a:moveTo>
                <a:lnTo>
                  <a:pt x="810" y="898"/>
                </a:lnTo>
                <a:lnTo>
                  <a:pt x="810" y="890"/>
                </a:lnTo>
                <a:lnTo>
                  <a:pt x="802" y="890"/>
                </a:lnTo>
                <a:lnTo>
                  <a:pt x="802" y="898"/>
                </a:lnTo>
                <a:close/>
                <a:moveTo>
                  <a:pt x="819" y="898"/>
                </a:moveTo>
                <a:lnTo>
                  <a:pt x="826" y="898"/>
                </a:lnTo>
                <a:lnTo>
                  <a:pt x="826" y="890"/>
                </a:lnTo>
                <a:lnTo>
                  <a:pt x="819" y="890"/>
                </a:lnTo>
                <a:lnTo>
                  <a:pt x="819" y="898"/>
                </a:lnTo>
                <a:close/>
                <a:moveTo>
                  <a:pt x="836" y="898"/>
                </a:moveTo>
                <a:lnTo>
                  <a:pt x="843" y="898"/>
                </a:lnTo>
                <a:lnTo>
                  <a:pt x="843" y="890"/>
                </a:lnTo>
                <a:lnTo>
                  <a:pt x="836" y="890"/>
                </a:lnTo>
                <a:lnTo>
                  <a:pt x="836" y="898"/>
                </a:lnTo>
                <a:close/>
                <a:moveTo>
                  <a:pt x="852" y="898"/>
                </a:moveTo>
                <a:lnTo>
                  <a:pt x="859" y="898"/>
                </a:lnTo>
                <a:lnTo>
                  <a:pt x="859" y="890"/>
                </a:lnTo>
                <a:lnTo>
                  <a:pt x="852" y="890"/>
                </a:lnTo>
                <a:lnTo>
                  <a:pt x="852" y="898"/>
                </a:lnTo>
                <a:close/>
                <a:moveTo>
                  <a:pt x="871" y="898"/>
                </a:moveTo>
                <a:lnTo>
                  <a:pt x="876" y="898"/>
                </a:lnTo>
                <a:lnTo>
                  <a:pt x="876" y="890"/>
                </a:lnTo>
                <a:lnTo>
                  <a:pt x="871" y="890"/>
                </a:lnTo>
                <a:lnTo>
                  <a:pt x="871" y="898"/>
                </a:lnTo>
                <a:close/>
                <a:moveTo>
                  <a:pt x="888" y="898"/>
                </a:moveTo>
                <a:lnTo>
                  <a:pt x="895" y="898"/>
                </a:lnTo>
                <a:lnTo>
                  <a:pt x="895" y="890"/>
                </a:lnTo>
                <a:lnTo>
                  <a:pt x="888" y="890"/>
                </a:lnTo>
                <a:lnTo>
                  <a:pt x="888" y="898"/>
                </a:lnTo>
                <a:close/>
                <a:moveTo>
                  <a:pt x="904" y="898"/>
                </a:moveTo>
                <a:lnTo>
                  <a:pt x="911" y="898"/>
                </a:lnTo>
                <a:lnTo>
                  <a:pt x="911" y="890"/>
                </a:lnTo>
                <a:lnTo>
                  <a:pt x="904" y="890"/>
                </a:lnTo>
                <a:lnTo>
                  <a:pt x="904" y="898"/>
                </a:lnTo>
                <a:close/>
                <a:moveTo>
                  <a:pt x="921" y="898"/>
                </a:moveTo>
                <a:lnTo>
                  <a:pt x="928" y="898"/>
                </a:lnTo>
                <a:lnTo>
                  <a:pt x="928" y="890"/>
                </a:lnTo>
                <a:lnTo>
                  <a:pt x="921" y="890"/>
                </a:lnTo>
                <a:lnTo>
                  <a:pt x="921" y="898"/>
                </a:lnTo>
                <a:close/>
                <a:moveTo>
                  <a:pt x="937" y="898"/>
                </a:moveTo>
                <a:lnTo>
                  <a:pt x="944" y="898"/>
                </a:lnTo>
                <a:lnTo>
                  <a:pt x="944" y="890"/>
                </a:lnTo>
                <a:lnTo>
                  <a:pt x="937" y="890"/>
                </a:lnTo>
                <a:lnTo>
                  <a:pt x="937" y="898"/>
                </a:lnTo>
                <a:close/>
                <a:moveTo>
                  <a:pt x="954" y="898"/>
                </a:moveTo>
                <a:lnTo>
                  <a:pt x="961" y="898"/>
                </a:lnTo>
                <a:lnTo>
                  <a:pt x="961" y="890"/>
                </a:lnTo>
                <a:lnTo>
                  <a:pt x="954" y="890"/>
                </a:lnTo>
                <a:lnTo>
                  <a:pt x="954" y="898"/>
                </a:lnTo>
                <a:close/>
                <a:moveTo>
                  <a:pt x="1338" y="898"/>
                </a:moveTo>
                <a:lnTo>
                  <a:pt x="1345" y="898"/>
                </a:lnTo>
                <a:lnTo>
                  <a:pt x="1345" y="890"/>
                </a:lnTo>
                <a:lnTo>
                  <a:pt x="1338" y="890"/>
                </a:lnTo>
                <a:lnTo>
                  <a:pt x="1338" y="898"/>
                </a:lnTo>
                <a:close/>
                <a:moveTo>
                  <a:pt x="1354" y="898"/>
                </a:moveTo>
                <a:lnTo>
                  <a:pt x="1361" y="898"/>
                </a:lnTo>
                <a:lnTo>
                  <a:pt x="1361" y="890"/>
                </a:lnTo>
                <a:lnTo>
                  <a:pt x="1354" y="890"/>
                </a:lnTo>
                <a:lnTo>
                  <a:pt x="1354" y="898"/>
                </a:lnTo>
                <a:close/>
                <a:moveTo>
                  <a:pt x="1371" y="898"/>
                </a:moveTo>
                <a:lnTo>
                  <a:pt x="1378" y="898"/>
                </a:lnTo>
                <a:lnTo>
                  <a:pt x="1378" y="890"/>
                </a:lnTo>
                <a:lnTo>
                  <a:pt x="1371" y="890"/>
                </a:lnTo>
                <a:lnTo>
                  <a:pt x="1371" y="898"/>
                </a:lnTo>
                <a:close/>
                <a:moveTo>
                  <a:pt x="1390" y="898"/>
                </a:moveTo>
                <a:lnTo>
                  <a:pt x="1394" y="898"/>
                </a:lnTo>
                <a:lnTo>
                  <a:pt x="1394" y="890"/>
                </a:lnTo>
                <a:lnTo>
                  <a:pt x="1390" y="890"/>
                </a:lnTo>
                <a:lnTo>
                  <a:pt x="1390" y="898"/>
                </a:lnTo>
                <a:close/>
                <a:moveTo>
                  <a:pt x="1406" y="898"/>
                </a:moveTo>
                <a:lnTo>
                  <a:pt x="1413" y="898"/>
                </a:lnTo>
                <a:lnTo>
                  <a:pt x="1413" y="890"/>
                </a:lnTo>
                <a:lnTo>
                  <a:pt x="1406" y="890"/>
                </a:lnTo>
                <a:lnTo>
                  <a:pt x="1406" y="898"/>
                </a:lnTo>
                <a:close/>
                <a:moveTo>
                  <a:pt x="1423" y="898"/>
                </a:moveTo>
                <a:lnTo>
                  <a:pt x="1430" y="898"/>
                </a:lnTo>
                <a:lnTo>
                  <a:pt x="1430" y="890"/>
                </a:lnTo>
                <a:lnTo>
                  <a:pt x="1423" y="890"/>
                </a:lnTo>
                <a:lnTo>
                  <a:pt x="1423" y="898"/>
                </a:lnTo>
                <a:close/>
                <a:moveTo>
                  <a:pt x="1439" y="898"/>
                </a:moveTo>
                <a:lnTo>
                  <a:pt x="1447" y="898"/>
                </a:lnTo>
                <a:lnTo>
                  <a:pt x="1447" y="890"/>
                </a:lnTo>
                <a:lnTo>
                  <a:pt x="1439" y="890"/>
                </a:lnTo>
                <a:lnTo>
                  <a:pt x="1439" y="898"/>
                </a:lnTo>
                <a:close/>
                <a:moveTo>
                  <a:pt x="1456" y="898"/>
                </a:moveTo>
                <a:lnTo>
                  <a:pt x="1463" y="898"/>
                </a:lnTo>
                <a:lnTo>
                  <a:pt x="1463" y="890"/>
                </a:lnTo>
                <a:lnTo>
                  <a:pt x="1456" y="890"/>
                </a:lnTo>
                <a:lnTo>
                  <a:pt x="1456" y="898"/>
                </a:lnTo>
                <a:close/>
                <a:moveTo>
                  <a:pt x="1473" y="898"/>
                </a:moveTo>
                <a:lnTo>
                  <a:pt x="1480" y="898"/>
                </a:lnTo>
                <a:lnTo>
                  <a:pt x="1480" y="890"/>
                </a:lnTo>
                <a:lnTo>
                  <a:pt x="1473" y="890"/>
                </a:lnTo>
                <a:lnTo>
                  <a:pt x="1473" y="898"/>
                </a:lnTo>
                <a:close/>
                <a:moveTo>
                  <a:pt x="1489" y="898"/>
                </a:moveTo>
                <a:lnTo>
                  <a:pt x="1496" y="898"/>
                </a:lnTo>
                <a:lnTo>
                  <a:pt x="1496" y="890"/>
                </a:lnTo>
                <a:lnTo>
                  <a:pt x="1489" y="890"/>
                </a:lnTo>
                <a:lnTo>
                  <a:pt x="1489" y="898"/>
                </a:lnTo>
                <a:close/>
                <a:moveTo>
                  <a:pt x="1506" y="898"/>
                </a:moveTo>
                <a:lnTo>
                  <a:pt x="1513" y="898"/>
                </a:lnTo>
                <a:lnTo>
                  <a:pt x="1513" y="890"/>
                </a:lnTo>
                <a:lnTo>
                  <a:pt x="1506" y="890"/>
                </a:lnTo>
                <a:lnTo>
                  <a:pt x="1506" y="898"/>
                </a:lnTo>
                <a:close/>
                <a:moveTo>
                  <a:pt x="1522" y="898"/>
                </a:moveTo>
                <a:lnTo>
                  <a:pt x="1529" y="898"/>
                </a:lnTo>
                <a:lnTo>
                  <a:pt x="1529" y="890"/>
                </a:lnTo>
                <a:lnTo>
                  <a:pt x="1522" y="890"/>
                </a:lnTo>
                <a:lnTo>
                  <a:pt x="1522" y="898"/>
                </a:lnTo>
                <a:close/>
                <a:moveTo>
                  <a:pt x="1539" y="898"/>
                </a:moveTo>
                <a:lnTo>
                  <a:pt x="1546" y="898"/>
                </a:lnTo>
                <a:lnTo>
                  <a:pt x="1546" y="890"/>
                </a:lnTo>
                <a:lnTo>
                  <a:pt x="1539" y="890"/>
                </a:lnTo>
                <a:lnTo>
                  <a:pt x="1539" y="898"/>
                </a:lnTo>
                <a:close/>
                <a:moveTo>
                  <a:pt x="1555" y="898"/>
                </a:moveTo>
                <a:lnTo>
                  <a:pt x="1563" y="898"/>
                </a:lnTo>
                <a:lnTo>
                  <a:pt x="1563" y="890"/>
                </a:lnTo>
                <a:lnTo>
                  <a:pt x="1555" y="890"/>
                </a:lnTo>
                <a:lnTo>
                  <a:pt x="1555" y="898"/>
                </a:lnTo>
                <a:close/>
                <a:moveTo>
                  <a:pt x="1572" y="898"/>
                </a:moveTo>
                <a:lnTo>
                  <a:pt x="1579" y="898"/>
                </a:lnTo>
                <a:lnTo>
                  <a:pt x="1579" y="890"/>
                </a:lnTo>
                <a:lnTo>
                  <a:pt x="1572" y="890"/>
                </a:lnTo>
                <a:lnTo>
                  <a:pt x="1572" y="898"/>
                </a:lnTo>
                <a:close/>
                <a:moveTo>
                  <a:pt x="1589" y="898"/>
                </a:moveTo>
                <a:lnTo>
                  <a:pt x="1596" y="898"/>
                </a:lnTo>
                <a:lnTo>
                  <a:pt x="1596" y="890"/>
                </a:lnTo>
                <a:lnTo>
                  <a:pt x="1589" y="890"/>
                </a:lnTo>
                <a:lnTo>
                  <a:pt x="1589" y="898"/>
                </a:lnTo>
                <a:close/>
                <a:moveTo>
                  <a:pt x="1605" y="898"/>
                </a:moveTo>
                <a:lnTo>
                  <a:pt x="1612" y="898"/>
                </a:lnTo>
                <a:lnTo>
                  <a:pt x="1612" y="890"/>
                </a:lnTo>
                <a:lnTo>
                  <a:pt x="1605" y="890"/>
                </a:lnTo>
                <a:lnTo>
                  <a:pt x="1605" y="898"/>
                </a:lnTo>
                <a:close/>
                <a:moveTo>
                  <a:pt x="1622" y="898"/>
                </a:moveTo>
                <a:lnTo>
                  <a:pt x="1629" y="898"/>
                </a:lnTo>
                <a:lnTo>
                  <a:pt x="1629" y="890"/>
                </a:lnTo>
                <a:lnTo>
                  <a:pt x="1622" y="890"/>
                </a:lnTo>
                <a:lnTo>
                  <a:pt x="1622" y="898"/>
                </a:lnTo>
                <a:close/>
                <a:moveTo>
                  <a:pt x="1638" y="898"/>
                </a:moveTo>
                <a:lnTo>
                  <a:pt x="1645" y="898"/>
                </a:lnTo>
                <a:lnTo>
                  <a:pt x="1645" y="890"/>
                </a:lnTo>
                <a:lnTo>
                  <a:pt x="1638" y="890"/>
                </a:lnTo>
                <a:lnTo>
                  <a:pt x="1638" y="898"/>
                </a:lnTo>
                <a:close/>
                <a:moveTo>
                  <a:pt x="1657" y="898"/>
                </a:moveTo>
                <a:lnTo>
                  <a:pt x="1664" y="898"/>
                </a:lnTo>
                <a:lnTo>
                  <a:pt x="1664" y="890"/>
                </a:lnTo>
                <a:lnTo>
                  <a:pt x="1657" y="890"/>
                </a:lnTo>
                <a:lnTo>
                  <a:pt x="1657" y="898"/>
                </a:lnTo>
                <a:close/>
                <a:moveTo>
                  <a:pt x="1674" y="898"/>
                </a:moveTo>
                <a:lnTo>
                  <a:pt x="1681" y="898"/>
                </a:lnTo>
                <a:lnTo>
                  <a:pt x="1681" y="890"/>
                </a:lnTo>
                <a:lnTo>
                  <a:pt x="1674" y="890"/>
                </a:lnTo>
                <a:lnTo>
                  <a:pt x="1674" y="898"/>
                </a:lnTo>
                <a:close/>
                <a:moveTo>
                  <a:pt x="1690" y="898"/>
                </a:moveTo>
                <a:lnTo>
                  <a:pt x="1698" y="898"/>
                </a:lnTo>
                <a:lnTo>
                  <a:pt x="1698" y="890"/>
                </a:lnTo>
                <a:lnTo>
                  <a:pt x="1690" y="890"/>
                </a:lnTo>
                <a:lnTo>
                  <a:pt x="1690" y="898"/>
                </a:lnTo>
                <a:close/>
                <a:moveTo>
                  <a:pt x="1707" y="898"/>
                </a:moveTo>
                <a:lnTo>
                  <a:pt x="1714" y="898"/>
                </a:lnTo>
                <a:lnTo>
                  <a:pt x="1714" y="890"/>
                </a:lnTo>
                <a:lnTo>
                  <a:pt x="1707" y="890"/>
                </a:lnTo>
                <a:lnTo>
                  <a:pt x="1707" y="898"/>
                </a:lnTo>
                <a:close/>
                <a:moveTo>
                  <a:pt x="1724" y="898"/>
                </a:moveTo>
                <a:lnTo>
                  <a:pt x="1731" y="898"/>
                </a:lnTo>
                <a:lnTo>
                  <a:pt x="1731" y="890"/>
                </a:lnTo>
                <a:lnTo>
                  <a:pt x="1724" y="890"/>
                </a:lnTo>
                <a:lnTo>
                  <a:pt x="1724" y="898"/>
                </a:lnTo>
                <a:close/>
                <a:moveTo>
                  <a:pt x="1740" y="898"/>
                </a:moveTo>
                <a:lnTo>
                  <a:pt x="1747" y="898"/>
                </a:lnTo>
                <a:lnTo>
                  <a:pt x="1747" y="890"/>
                </a:lnTo>
                <a:lnTo>
                  <a:pt x="1740" y="890"/>
                </a:lnTo>
                <a:lnTo>
                  <a:pt x="1740" y="898"/>
                </a:lnTo>
                <a:close/>
                <a:moveTo>
                  <a:pt x="1757" y="898"/>
                </a:moveTo>
                <a:lnTo>
                  <a:pt x="1764" y="898"/>
                </a:lnTo>
                <a:lnTo>
                  <a:pt x="1764" y="890"/>
                </a:lnTo>
                <a:lnTo>
                  <a:pt x="1757" y="890"/>
                </a:lnTo>
                <a:lnTo>
                  <a:pt x="1757" y="898"/>
                </a:lnTo>
                <a:close/>
                <a:moveTo>
                  <a:pt x="1773" y="898"/>
                </a:moveTo>
                <a:lnTo>
                  <a:pt x="1780" y="898"/>
                </a:lnTo>
                <a:lnTo>
                  <a:pt x="1780" y="890"/>
                </a:lnTo>
                <a:lnTo>
                  <a:pt x="1773" y="890"/>
                </a:lnTo>
                <a:lnTo>
                  <a:pt x="1773" y="898"/>
                </a:lnTo>
                <a:close/>
                <a:moveTo>
                  <a:pt x="1790" y="898"/>
                </a:moveTo>
                <a:lnTo>
                  <a:pt x="1797" y="898"/>
                </a:lnTo>
                <a:lnTo>
                  <a:pt x="1797" y="890"/>
                </a:lnTo>
                <a:lnTo>
                  <a:pt x="1790" y="890"/>
                </a:lnTo>
                <a:lnTo>
                  <a:pt x="1790" y="898"/>
                </a:lnTo>
                <a:close/>
                <a:moveTo>
                  <a:pt x="1806" y="898"/>
                </a:moveTo>
                <a:lnTo>
                  <a:pt x="1814" y="898"/>
                </a:lnTo>
                <a:lnTo>
                  <a:pt x="1814" y="890"/>
                </a:lnTo>
                <a:lnTo>
                  <a:pt x="1806" y="890"/>
                </a:lnTo>
                <a:lnTo>
                  <a:pt x="1806" y="898"/>
                </a:lnTo>
                <a:close/>
                <a:moveTo>
                  <a:pt x="1823" y="898"/>
                </a:moveTo>
                <a:lnTo>
                  <a:pt x="1830" y="898"/>
                </a:lnTo>
                <a:lnTo>
                  <a:pt x="1830" y="890"/>
                </a:lnTo>
                <a:lnTo>
                  <a:pt x="1823" y="890"/>
                </a:lnTo>
                <a:lnTo>
                  <a:pt x="1823" y="898"/>
                </a:lnTo>
                <a:close/>
                <a:moveTo>
                  <a:pt x="1840" y="898"/>
                </a:moveTo>
                <a:lnTo>
                  <a:pt x="1847" y="898"/>
                </a:lnTo>
                <a:lnTo>
                  <a:pt x="1847" y="890"/>
                </a:lnTo>
                <a:lnTo>
                  <a:pt x="1840" y="890"/>
                </a:lnTo>
                <a:lnTo>
                  <a:pt x="1840" y="898"/>
                </a:lnTo>
                <a:close/>
                <a:moveTo>
                  <a:pt x="1856" y="898"/>
                </a:moveTo>
                <a:lnTo>
                  <a:pt x="1863" y="898"/>
                </a:lnTo>
                <a:lnTo>
                  <a:pt x="1863" y="890"/>
                </a:lnTo>
                <a:lnTo>
                  <a:pt x="1856" y="890"/>
                </a:lnTo>
                <a:lnTo>
                  <a:pt x="1856" y="898"/>
                </a:lnTo>
                <a:close/>
                <a:moveTo>
                  <a:pt x="1873" y="898"/>
                </a:moveTo>
                <a:lnTo>
                  <a:pt x="1880" y="898"/>
                </a:lnTo>
                <a:lnTo>
                  <a:pt x="1880" y="890"/>
                </a:lnTo>
                <a:lnTo>
                  <a:pt x="1873" y="890"/>
                </a:lnTo>
                <a:lnTo>
                  <a:pt x="1873" y="898"/>
                </a:lnTo>
                <a:close/>
                <a:moveTo>
                  <a:pt x="1889" y="898"/>
                </a:moveTo>
                <a:lnTo>
                  <a:pt x="1896" y="898"/>
                </a:lnTo>
                <a:lnTo>
                  <a:pt x="1896" y="890"/>
                </a:lnTo>
                <a:lnTo>
                  <a:pt x="1889" y="890"/>
                </a:lnTo>
                <a:lnTo>
                  <a:pt x="1889" y="898"/>
                </a:lnTo>
                <a:close/>
                <a:moveTo>
                  <a:pt x="2091" y="898"/>
                </a:moveTo>
                <a:lnTo>
                  <a:pt x="2098" y="898"/>
                </a:lnTo>
                <a:lnTo>
                  <a:pt x="2098" y="890"/>
                </a:lnTo>
                <a:lnTo>
                  <a:pt x="2091" y="890"/>
                </a:lnTo>
                <a:lnTo>
                  <a:pt x="2091" y="898"/>
                </a:lnTo>
                <a:close/>
                <a:moveTo>
                  <a:pt x="2107" y="898"/>
                </a:moveTo>
                <a:lnTo>
                  <a:pt x="2114" y="898"/>
                </a:lnTo>
                <a:lnTo>
                  <a:pt x="2114" y="890"/>
                </a:lnTo>
                <a:lnTo>
                  <a:pt x="2107" y="890"/>
                </a:lnTo>
                <a:lnTo>
                  <a:pt x="2107" y="898"/>
                </a:lnTo>
                <a:close/>
                <a:moveTo>
                  <a:pt x="2124" y="898"/>
                </a:moveTo>
                <a:lnTo>
                  <a:pt x="2131" y="898"/>
                </a:lnTo>
                <a:lnTo>
                  <a:pt x="2131" y="890"/>
                </a:lnTo>
                <a:lnTo>
                  <a:pt x="2124" y="890"/>
                </a:lnTo>
                <a:lnTo>
                  <a:pt x="2124" y="898"/>
                </a:lnTo>
                <a:close/>
                <a:moveTo>
                  <a:pt x="2140" y="898"/>
                </a:moveTo>
                <a:lnTo>
                  <a:pt x="2147" y="898"/>
                </a:lnTo>
                <a:lnTo>
                  <a:pt x="2147" y="890"/>
                </a:lnTo>
                <a:lnTo>
                  <a:pt x="2140" y="890"/>
                </a:lnTo>
                <a:lnTo>
                  <a:pt x="2140" y="898"/>
                </a:lnTo>
                <a:close/>
                <a:moveTo>
                  <a:pt x="2275" y="898"/>
                </a:moveTo>
                <a:lnTo>
                  <a:pt x="2282" y="898"/>
                </a:lnTo>
                <a:lnTo>
                  <a:pt x="2282" y="890"/>
                </a:lnTo>
                <a:lnTo>
                  <a:pt x="2275" y="890"/>
                </a:lnTo>
                <a:lnTo>
                  <a:pt x="2275" y="898"/>
                </a:lnTo>
                <a:close/>
                <a:moveTo>
                  <a:pt x="2292" y="898"/>
                </a:moveTo>
                <a:lnTo>
                  <a:pt x="2299" y="898"/>
                </a:lnTo>
                <a:lnTo>
                  <a:pt x="2299" y="890"/>
                </a:lnTo>
                <a:lnTo>
                  <a:pt x="2292" y="890"/>
                </a:lnTo>
                <a:lnTo>
                  <a:pt x="2292" y="898"/>
                </a:lnTo>
                <a:close/>
                <a:moveTo>
                  <a:pt x="2325" y="898"/>
                </a:moveTo>
                <a:lnTo>
                  <a:pt x="2332" y="898"/>
                </a:lnTo>
                <a:lnTo>
                  <a:pt x="2332" y="890"/>
                </a:lnTo>
                <a:lnTo>
                  <a:pt x="2325" y="890"/>
                </a:lnTo>
                <a:lnTo>
                  <a:pt x="2325" y="898"/>
                </a:lnTo>
                <a:close/>
                <a:moveTo>
                  <a:pt x="2342" y="898"/>
                </a:moveTo>
                <a:lnTo>
                  <a:pt x="2349" y="898"/>
                </a:lnTo>
                <a:lnTo>
                  <a:pt x="2349" y="890"/>
                </a:lnTo>
                <a:lnTo>
                  <a:pt x="2342" y="890"/>
                </a:lnTo>
                <a:lnTo>
                  <a:pt x="2342" y="898"/>
                </a:lnTo>
                <a:close/>
                <a:moveTo>
                  <a:pt x="2358" y="898"/>
                </a:moveTo>
                <a:lnTo>
                  <a:pt x="2365" y="898"/>
                </a:lnTo>
                <a:lnTo>
                  <a:pt x="2365" y="890"/>
                </a:lnTo>
                <a:lnTo>
                  <a:pt x="2358" y="890"/>
                </a:lnTo>
                <a:lnTo>
                  <a:pt x="2358" y="898"/>
                </a:lnTo>
                <a:close/>
                <a:moveTo>
                  <a:pt x="2443" y="898"/>
                </a:moveTo>
                <a:lnTo>
                  <a:pt x="2451" y="898"/>
                </a:lnTo>
                <a:lnTo>
                  <a:pt x="2451" y="890"/>
                </a:lnTo>
                <a:lnTo>
                  <a:pt x="2443" y="890"/>
                </a:lnTo>
                <a:lnTo>
                  <a:pt x="2443" y="898"/>
                </a:lnTo>
                <a:close/>
                <a:moveTo>
                  <a:pt x="2460" y="898"/>
                </a:moveTo>
                <a:lnTo>
                  <a:pt x="2467" y="898"/>
                </a:lnTo>
                <a:lnTo>
                  <a:pt x="2467" y="890"/>
                </a:lnTo>
                <a:lnTo>
                  <a:pt x="2460" y="890"/>
                </a:lnTo>
                <a:lnTo>
                  <a:pt x="2460" y="898"/>
                </a:lnTo>
                <a:close/>
                <a:moveTo>
                  <a:pt x="2477" y="898"/>
                </a:moveTo>
                <a:lnTo>
                  <a:pt x="2484" y="898"/>
                </a:lnTo>
                <a:lnTo>
                  <a:pt x="2484" y="890"/>
                </a:lnTo>
                <a:lnTo>
                  <a:pt x="2477" y="890"/>
                </a:lnTo>
                <a:lnTo>
                  <a:pt x="2477" y="898"/>
                </a:lnTo>
                <a:close/>
                <a:moveTo>
                  <a:pt x="2493" y="898"/>
                </a:moveTo>
                <a:lnTo>
                  <a:pt x="2500" y="898"/>
                </a:lnTo>
                <a:lnTo>
                  <a:pt x="2500" y="890"/>
                </a:lnTo>
                <a:lnTo>
                  <a:pt x="2493" y="890"/>
                </a:lnTo>
                <a:lnTo>
                  <a:pt x="2493" y="898"/>
                </a:lnTo>
                <a:close/>
                <a:moveTo>
                  <a:pt x="2510" y="898"/>
                </a:moveTo>
                <a:lnTo>
                  <a:pt x="2517" y="898"/>
                </a:lnTo>
                <a:lnTo>
                  <a:pt x="2517" y="890"/>
                </a:lnTo>
                <a:lnTo>
                  <a:pt x="2510" y="890"/>
                </a:lnTo>
                <a:lnTo>
                  <a:pt x="2510" y="898"/>
                </a:lnTo>
                <a:close/>
                <a:moveTo>
                  <a:pt x="2526" y="898"/>
                </a:moveTo>
                <a:lnTo>
                  <a:pt x="2533" y="898"/>
                </a:lnTo>
                <a:lnTo>
                  <a:pt x="2533" y="890"/>
                </a:lnTo>
                <a:lnTo>
                  <a:pt x="2526" y="890"/>
                </a:lnTo>
                <a:lnTo>
                  <a:pt x="2526" y="898"/>
                </a:lnTo>
                <a:close/>
                <a:moveTo>
                  <a:pt x="753" y="914"/>
                </a:moveTo>
                <a:lnTo>
                  <a:pt x="760" y="914"/>
                </a:lnTo>
                <a:lnTo>
                  <a:pt x="760" y="907"/>
                </a:lnTo>
                <a:lnTo>
                  <a:pt x="753" y="907"/>
                </a:lnTo>
                <a:lnTo>
                  <a:pt x="753" y="914"/>
                </a:lnTo>
                <a:close/>
                <a:moveTo>
                  <a:pt x="769" y="914"/>
                </a:moveTo>
                <a:lnTo>
                  <a:pt x="776" y="914"/>
                </a:lnTo>
                <a:lnTo>
                  <a:pt x="776" y="907"/>
                </a:lnTo>
                <a:lnTo>
                  <a:pt x="769" y="907"/>
                </a:lnTo>
                <a:lnTo>
                  <a:pt x="769" y="914"/>
                </a:lnTo>
                <a:close/>
                <a:moveTo>
                  <a:pt x="786" y="914"/>
                </a:moveTo>
                <a:lnTo>
                  <a:pt x="793" y="914"/>
                </a:lnTo>
                <a:lnTo>
                  <a:pt x="793" y="907"/>
                </a:lnTo>
                <a:lnTo>
                  <a:pt x="786" y="907"/>
                </a:lnTo>
                <a:lnTo>
                  <a:pt x="786" y="914"/>
                </a:lnTo>
                <a:close/>
                <a:moveTo>
                  <a:pt x="802" y="914"/>
                </a:moveTo>
                <a:lnTo>
                  <a:pt x="810" y="914"/>
                </a:lnTo>
                <a:lnTo>
                  <a:pt x="810" y="907"/>
                </a:lnTo>
                <a:lnTo>
                  <a:pt x="802" y="907"/>
                </a:lnTo>
                <a:lnTo>
                  <a:pt x="802" y="914"/>
                </a:lnTo>
                <a:close/>
                <a:moveTo>
                  <a:pt x="819" y="914"/>
                </a:moveTo>
                <a:lnTo>
                  <a:pt x="826" y="914"/>
                </a:lnTo>
                <a:lnTo>
                  <a:pt x="826" y="907"/>
                </a:lnTo>
                <a:lnTo>
                  <a:pt x="819" y="907"/>
                </a:lnTo>
                <a:lnTo>
                  <a:pt x="819" y="914"/>
                </a:lnTo>
                <a:close/>
                <a:moveTo>
                  <a:pt x="836" y="914"/>
                </a:moveTo>
                <a:lnTo>
                  <a:pt x="843" y="914"/>
                </a:lnTo>
                <a:lnTo>
                  <a:pt x="843" y="907"/>
                </a:lnTo>
                <a:lnTo>
                  <a:pt x="836" y="907"/>
                </a:lnTo>
                <a:lnTo>
                  <a:pt x="836" y="914"/>
                </a:lnTo>
                <a:close/>
                <a:moveTo>
                  <a:pt x="852" y="914"/>
                </a:moveTo>
                <a:lnTo>
                  <a:pt x="859" y="914"/>
                </a:lnTo>
                <a:lnTo>
                  <a:pt x="859" y="907"/>
                </a:lnTo>
                <a:lnTo>
                  <a:pt x="852" y="907"/>
                </a:lnTo>
                <a:lnTo>
                  <a:pt x="852" y="914"/>
                </a:lnTo>
                <a:close/>
                <a:moveTo>
                  <a:pt x="871" y="914"/>
                </a:moveTo>
                <a:lnTo>
                  <a:pt x="876" y="914"/>
                </a:lnTo>
                <a:lnTo>
                  <a:pt x="876" y="907"/>
                </a:lnTo>
                <a:lnTo>
                  <a:pt x="871" y="907"/>
                </a:lnTo>
                <a:lnTo>
                  <a:pt x="871" y="914"/>
                </a:lnTo>
                <a:close/>
                <a:moveTo>
                  <a:pt x="888" y="914"/>
                </a:moveTo>
                <a:lnTo>
                  <a:pt x="895" y="914"/>
                </a:lnTo>
                <a:lnTo>
                  <a:pt x="895" y="907"/>
                </a:lnTo>
                <a:lnTo>
                  <a:pt x="888" y="907"/>
                </a:lnTo>
                <a:lnTo>
                  <a:pt x="888" y="914"/>
                </a:lnTo>
                <a:close/>
                <a:moveTo>
                  <a:pt x="904" y="914"/>
                </a:moveTo>
                <a:lnTo>
                  <a:pt x="911" y="914"/>
                </a:lnTo>
                <a:lnTo>
                  <a:pt x="911" y="907"/>
                </a:lnTo>
                <a:lnTo>
                  <a:pt x="904" y="907"/>
                </a:lnTo>
                <a:lnTo>
                  <a:pt x="904" y="914"/>
                </a:lnTo>
                <a:close/>
                <a:moveTo>
                  <a:pt x="921" y="914"/>
                </a:moveTo>
                <a:lnTo>
                  <a:pt x="928" y="914"/>
                </a:lnTo>
                <a:lnTo>
                  <a:pt x="928" y="907"/>
                </a:lnTo>
                <a:lnTo>
                  <a:pt x="921" y="907"/>
                </a:lnTo>
                <a:lnTo>
                  <a:pt x="921" y="914"/>
                </a:lnTo>
                <a:close/>
                <a:moveTo>
                  <a:pt x="937" y="914"/>
                </a:moveTo>
                <a:lnTo>
                  <a:pt x="944" y="914"/>
                </a:lnTo>
                <a:lnTo>
                  <a:pt x="944" y="907"/>
                </a:lnTo>
                <a:lnTo>
                  <a:pt x="937" y="907"/>
                </a:lnTo>
                <a:lnTo>
                  <a:pt x="937" y="914"/>
                </a:lnTo>
                <a:close/>
                <a:moveTo>
                  <a:pt x="954" y="914"/>
                </a:moveTo>
                <a:lnTo>
                  <a:pt x="961" y="914"/>
                </a:lnTo>
                <a:lnTo>
                  <a:pt x="961" y="907"/>
                </a:lnTo>
                <a:lnTo>
                  <a:pt x="954" y="907"/>
                </a:lnTo>
                <a:lnTo>
                  <a:pt x="954" y="914"/>
                </a:lnTo>
                <a:close/>
                <a:moveTo>
                  <a:pt x="971" y="914"/>
                </a:moveTo>
                <a:lnTo>
                  <a:pt x="978" y="914"/>
                </a:lnTo>
                <a:lnTo>
                  <a:pt x="978" y="907"/>
                </a:lnTo>
                <a:lnTo>
                  <a:pt x="971" y="907"/>
                </a:lnTo>
                <a:lnTo>
                  <a:pt x="971" y="914"/>
                </a:lnTo>
                <a:close/>
                <a:moveTo>
                  <a:pt x="1338" y="914"/>
                </a:moveTo>
                <a:lnTo>
                  <a:pt x="1345" y="914"/>
                </a:lnTo>
                <a:lnTo>
                  <a:pt x="1345" y="907"/>
                </a:lnTo>
                <a:lnTo>
                  <a:pt x="1338" y="907"/>
                </a:lnTo>
                <a:lnTo>
                  <a:pt x="1338" y="914"/>
                </a:lnTo>
                <a:close/>
                <a:moveTo>
                  <a:pt x="1354" y="914"/>
                </a:moveTo>
                <a:lnTo>
                  <a:pt x="1361" y="914"/>
                </a:lnTo>
                <a:lnTo>
                  <a:pt x="1361" y="907"/>
                </a:lnTo>
                <a:lnTo>
                  <a:pt x="1354" y="907"/>
                </a:lnTo>
                <a:lnTo>
                  <a:pt x="1354" y="914"/>
                </a:lnTo>
                <a:close/>
                <a:moveTo>
                  <a:pt x="1371" y="914"/>
                </a:moveTo>
                <a:lnTo>
                  <a:pt x="1378" y="914"/>
                </a:lnTo>
                <a:lnTo>
                  <a:pt x="1378" y="907"/>
                </a:lnTo>
                <a:lnTo>
                  <a:pt x="1371" y="907"/>
                </a:lnTo>
                <a:lnTo>
                  <a:pt x="1371" y="914"/>
                </a:lnTo>
                <a:close/>
                <a:moveTo>
                  <a:pt x="1390" y="914"/>
                </a:moveTo>
                <a:lnTo>
                  <a:pt x="1394" y="914"/>
                </a:lnTo>
                <a:lnTo>
                  <a:pt x="1394" y="907"/>
                </a:lnTo>
                <a:lnTo>
                  <a:pt x="1390" y="907"/>
                </a:lnTo>
                <a:lnTo>
                  <a:pt x="1390" y="914"/>
                </a:lnTo>
                <a:close/>
                <a:moveTo>
                  <a:pt x="1406" y="914"/>
                </a:moveTo>
                <a:lnTo>
                  <a:pt x="1413" y="914"/>
                </a:lnTo>
                <a:lnTo>
                  <a:pt x="1413" y="907"/>
                </a:lnTo>
                <a:lnTo>
                  <a:pt x="1406" y="907"/>
                </a:lnTo>
                <a:lnTo>
                  <a:pt x="1406" y="914"/>
                </a:lnTo>
                <a:close/>
                <a:moveTo>
                  <a:pt x="1423" y="914"/>
                </a:moveTo>
                <a:lnTo>
                  <a:pt x="1430" y="914"/>
                </a:lnTo>
                <a:lnTo>
                  <a:pt x="1430" y="907"/>
                </a:lnTo>
                <a:lnTo>
                  <a:pt x="1423" y="907"/>
                </a:lnTo>
                <a:lnTo>
                  <a:pt x="1423" y="914"/>
                </a:lnTo>
                <a:close/>
                <a:moveTo>
                  <a:pt x="1439" y="914"/>
                </a:moveTo>
                <a:lnTo>
                  <a:pt x="1447" y="914"/>
                </a:lnTo>
                <a:lnTo>
                  <a:pt x="1447" y="907"/>
                </a:lnTo>
                <a:lnTo>
                  <a:pt x="1439" y="907"/>
                </a:lnTo>
                <a:lnTo>
                  <a:pt x="1439" y="914"/>
                </a:lnTo>
                <a:close/>
                <a:moveTo>
                  <a:pt x="1456" y="914"/>
                </a:moveTo>
                <a:lnTo>
                  <a:pt x="1463" y="914"/>
                </a:lnTo>
                <a:lnTo>
                  <a:pt x="1463" y="907"/>
                </a:lnTo>
                <a:lnTo>
                  <a:pt x="1456" y="907"/>
                </a:lnTo>
                <a:lnTo>
                  <a:pt x="1456" y="914"/>
                </a:lnTo>
                <a:close/>
                <a:moveTo>
                  <a:pt x="1473" y="914"/>
                </a:moveTo>
                <a:lnTo>
                  <a:pt x="1480" y="914"/>
                </a:lnTo>
                <a:lnTo>
                  <a:pt x="1480" y="907"/>
                </a:lnTo>
                <a:lnTo>
                  <a:pt x="1473" y="907"/>
                </a:lnTo>
                <a:lnTo>
                  <a:pt x="1473" y="914"/>
                </a:lnTo>
                <a:close/>
                <a:moveTo>
                  <a:pt x="1489" y="914"/>
                </a:moveTo>
                <a:lnTo>
                  <a:pt x="1496" y="914"/>
                </a:lnTo>
                <a:lnTo>
                  <a:pt x="1496" y="907"/>
                </a:lnTo>
                <a:lnTo>
                  <a:pt x="1489" y="907"/>
                </a:lnTo>
                <a:lnTo>
                  <a:pt x="1489" y="914"/>
                </a:lnTo>
                <a:close/>
                <a:moveTo>
                  <a:pt x="1506" y="914"/>
                </a:moveTo>
                <a:lnTo>
                  <a:pt x="1513" y="914"/>
                </a:lnTo>
                <a:lnTo>
                  <a:pt x="1513" y="907"/>
                </a:lnTo>
                <a:lnTo>
                  <a:pt x="1506" y="907"/>
                </a:lnTo>
                <a:lnTo>
                  <a:pt x="1506" y="914"/>
                </a:lnTo>
                <a:close/>
                <a:moveTo>
                  <a:pt x="1522" y="914"/>
                </a:moveTo>
                <a:lnTo>
                  <a:pt x="1529" y="914"/>
                </a:lnTo>
                <a:lnTo>
                  <a:pt x="1529" y="907"/>
                </a:lnTo>
                <a:lnTo>
                  <a:pt x="1522" y="907"/>
                </a:lnTo>
                <a:lnTo>
                  <a:pt x="1522" y="914"/>
                </a:lnTo>
                <a:close/>
                <a:moveTo>
                  <a:pt x="1539" y="914"/>
                </a:moveTo>
                <a:lnTo>
                  <a:pt x="1546" y="914"/>
                </a:lnTo>
                <a:lnTo>
                  <a:pt x="1546" y="907"/>
                </a:lnTo>
                <a:lnTo>
                  <a:pt x="1539" y="907"/>
                </a:lnTo>
                <a:lnTo>
                  <a:pt x="1539" y="914"/>
                </a:lnTo>
                <a:close/>
                <a:moveTo>
                  <a:pt x="1555" y="914"/>
                </a:moveTo>
                <a:lnTo>
                  <a:pt x="1563" y="914"/>
                </a:lnTo>
                <a:lnTo>
                  <a:pt x="1563" y="907"/>
                </a:lnTo>
                <a:lnTo>
                  <a:pt x="1555" y="907"/>
                </a:lnTo>
                <a:lnTo>
                  <a:pt x="1555" y="914"/>
                </a:lnTo>
                <a:close/>
                <a:moveTo>
                  <a:pt x="1572" y="914"/>
                </a:moveTo>
                <a:lnTo>
                  <a:pt x="1579" y="914"/>
                </a:lnTo>
                <a:lnTo>
                  <a:pt x="1579" y="907"/>
                </a:lnTo>
                <a:lnTo>
                  <a:pt x="1572" y="907"/>
                </a:lnTo>
                <a:lnTo>
                  <a:pt x="1572" y="914"/>
                </a:lnTo>
                <a:close/>
                <a:moveTo>
                  <a:pt x="1589" y="914"/>
                </a:moveTo>
                <a:lnTo>
                  <a:pt x="1596" y="914"/>
                </a:lnTo>
                <a:lnTo>
                  <a:pt x="1596" y="907"/>
                </a:lnTo>
                <a:lnTo>
                  <a:pt x="1589" y="907"/>
                </a:lnTo>
                <a:lnTo>
                  <a:pt x="1589" y="914"/>
                </a:lnTo>
                <a:close/>
                <a:moveTo>
                  <a:pt x="1605" y="914"/>
                </a:moveTo>
                <a:lnTo>
                  <a:pt x="1612" y="914"/>
                </a:lnTo>
                <a:lnTo>
                  <a:pt x="1612" y="907"/>
                </a:lnTo>
                <a:lnTo>
                  <a:pt x="1605" y="907"/>
                </a:lnTo>
                <a:lnTo>
                  <a:pt x="1605" y="914"/>
                </a:lnTo>
                <a:close/>
                <a:moveTo>
                  <a:pt x="1622" y="914"/>
                </a:moveTo>
                <a:lnTo>
                  <a:pt x="1629" y="914"/>
                </a:lnTo>
                <a:lnTo>
                  <a:pt x="1629" y="907"/>
                </a:lnTo>
                <a:lnTo>
                  <a:pt x="1622" y="907"/>
                </a:lnTo>
                <a:lnTo>
                  <a:pt x="1622" y="914"/>
                </a:lnTo>
                <a:close/>
                <a:moveTo>
                  <a:pt x="1638" y="914"/>
                </a:moveTo>
                <a:lnTo>
                  <a:pt x="1645" y="914"/>
                </a:lnTo>
                <a:lnTo>
                  <a:pt x="1645" y="907"/>
                </a:lnTo>
                <a:lnTo>
                  <a:pt x="1638" y="907"/>
                </a:lnTo>
                <a:lnTo>
                  <a:pt x="1638" y="914"/>
                </a:lnTo>
                <a:close/>
                <a:moveTo>
                  <a:pt x="1657" y="914"/>
                </a:moveTo>
                <a:lnTo>
                  <a:pt x="1664" y="914"/>
                </a:lnTo>
                <a:lnTo>
                  <a:pt x="1664" y="907"/>
                </a:lnTo>
                <a:lnTo>
                  <a:pt x="1657" y="907"/>
                </a:lnTo>
                <a:lnTo>
                  <a:pt x="1657" y="914"/>
                </a:lnTo>
                <a:close/>
                <a:moveTo>
                  <a:pt x="1674" y="914"/>
                </a:moveTo>
                <a:lnTo>
                  <a:pt x="1681" y="914"/>
                </a:lnTo>
                <a:lnTo>
                  <a:pt x="1681" y="907"/>
                </a:lnTo>
                <a:lnTo>
                  <a:pt x="1674" y="907"/>
                </a:lnTo>
                <a:lnTo>
                  <a:pt x="1674" y="914"/>
                </a:lnTo>
                <a:close/>
                <a:moveTo>
                  <a:pt x="1690" y="914"/>
                </a:moveTo>
                <a:lnTo>
                  <a:pt x="1698" y="914"/>
                </a:lnTo>
                <a:lnTo>
                  <a:pt x="1698" y="907"/>
                </a:lnTo>
                <a:lnTo>
                  <a:pt x="1690" y="907"/>
                </a:lnTo>
                <a:lnTo>
                  <a:pt x="1690" y="914"/>
                </a:lnTo>
                <a:close/>
                <a:moveTo>
                  <a:pt x="1707" y="914"/>
                </a:moveTo>
                <a:lnTo>
                  <a:pt x="1714" y="914"/>
                </a:lnTo>
                <a:lnTo>
                  <a:pt x="1714" y="907"/>
                </a:lnTo>
                <a:lnTo>
                  <a:pt x="1707" y="907"/>
                </a:lnTo>
                <a:lnTo>
                  <a:pt x="1707" y="914"/>
                </a:lnTo>
                <a:close/>
                <a:moveTo>
                  <a:pt x="1724" y="914"/>
                </a:moveTo>
                <a:lnTo>
                  <a:pt x="1731" y="914"/>
                </a:lnTo>
                <a:lnTo>
                  <a:pt x="1731" y="907"/>
                </a:lnTo>
                <a:lnTo>
                  <a:pt x="1724" y="907"/>
                </a:lnTo>
                <a:lnTo>
                  <a:pt x="1724" y="914"/>
                </a:lnTo>
                <a:close/>
                <a:moveTo>
                  <a:pt x="1740" y="914"/>
                </a:moveTo>
                <a:lnTo>
                  <a:pt x="1747" y="914"/>
                </a:lnTo>
                <a:lnTo>
                  <a:pt x="1747" y="907"/>
                </a:lnTo>
                <a:lnTo>
                  <a:pt x="1740" y="907"/>
                </a:lnTo>
                <a:lnTo>
                  <a:pt x="1740" y="914"/>
                </a:lnTo>
                <a:close/>
                <a:moveTo>
                  <a:pt x="1757" y="914"/>
                </a:moveTo>
                <a:lnTo>
                  <a:pt x="1764" y="914"/>
                </a:lnTo>
                <a:lnTo>
                  <a:pt x="1764" y="907"/>
                </a:lnTo>
                <a:lnTo>
                  <a:pt x="1757" y="907"/>
                </a:lnTo>
                <a:lnTo>
                  <a:pt x="1757" y="914"/>
                </a:lnTo>
                <a:close/>
                <a:moveTo>
                  <a:pt x="1773" y="914"/>
                </a:moveTo>
                <a:lnTo>
                  <a:pt x="1780" y="914"/>
                </a:lnTo>
                <a:lnTo>
                  <a:pt x="1780" y="907"/>
                </a:lnTo>
                <a:lnTo>
                  <a:pt x="1773" y="907"/>
                </a:lnTo>
                <a:lnTo>
                  <a:pt x="1773" y="914"/>
                </a:lnTo>
                <a:close/>
                <a:moveTo>
                  <a:pt x="1790" y="914"/>
                </a:moveTo>
                <a:lnTo>
                  <a:pt x="1797" y="914"/>
                </a:lnTo>
                <a:lnTo>
                  <a:pt x="1797" y="907"/>
                </a:lnTo>
                <a:lnTo>
                  <a:pt x="1790" y="907"/>
                </a:lnTo>
                <a:lnTo>
                  <a:pt x="1790" y="914"/>
                </a:lnTo>
                <a:close/>
                <a:moveTo>
                  <a:pt x="1806" y="914"/>
                </a:moveTo>
                <a:lnTo>
                  <a:pt x="1814" y="914"/>
                </a:lnTo>
                <a:lnTo>
                  <a:pt x="1814" y="907"/>
                </a:lnTo>
                <a:lnTo>
                  <a:pt x="1806" y="907"/>
                </a:lnTo>
                <a:lnTo>
                  <a:pt x="1806" y="914"/>
                </a:lnTo>
                <a:close/>
                <a:moveTo>
                  <a:pt x="1823" y="914"/>
                </a:moveTo>
                <a:lnTo>
                  <a:pt x="1830" y="914"/>
                </a:lnTo>
                <a:lnTo>
                  <a:pt x="1830" y="907"/>
                </a:lnTo>
                <a:lnTo>
                  <a:pt x="1823" y="907"/>
                </a:lnTo>
                <a:lnTo>
                  <a:pt x="1823" y="914"/>
                </a:lnTo>
                <a:close/>
                <a:moveTo>
                  <a:pt x="1840" y="914"/>
                </a:moveTo>
                <a:lnTo>
                  <a:pt x="1847" y="914"/>
                </a:lnTo>
                <a:lnTo>
                  <a:pt x="1847" y="907"/>
                </a:lnTo>
                <a:lnTo>
                  <a:pt x="1840" y="907"/>
                </a:lnTo>
                <a:lnTo>
                  <a:pt x="1840" y="914"/>
                </a:lnTo>
                <a:close/>
                <a:moveTo>
                  <a:pt x="1856" y="914"/>
                </a:moveTo>
                <a:lnTo>
                  <a:pt x="1863" y="914"/>
                </a:lnTo>
                <a:lnTo>
                  <a:pt x="1863" y="907"/>
                </a:lnTo>
                <a:lnTo>
                  <a:pt x="1856" y="907"/>
                </a:lnTo>
                <a:lnTo>
                  <a:pt x="1856" y="914"/>
                </a:lnTo>
                <a:close/>
                <a:moveTo>
                  <a:pt x="1873" y="914"/>
                </a:moveTo>
                <a:lnTo>
                  <a:pt x="1880" y="914"/>
                </a:lnTo>
                <a:lnTo>
                  <a:pt x="1880" y="907"/>
                </a:lnTo>
                <a:lnTo>
                  <a:pt x="1873" y="907"/>
                </a:lnTo>
                <a:lnTo>
                  <a:pt x="1873" y="914"/>
                </a:lnTo>
                <a:close/>
                <a:moveTo>
                  <a:pt x="2107" y="914"/>
                </a:moveTo>
                <a:lnTo>
                  <a:pt x="2114" y="914"/>
                </a:lnTo>
                <a:lnTo>
                  <a:pt x="2114" y="907"/>
                </a:lnTo>
                <a:lnTo>
                  <a:pt x="2107" y="907"/>
                </a:lnTo>
                <a:lnTo>
                  <a:pt x="2107" y="914"/>
                </a:lnTo>
                <a:close/>
                <a:moveTo>
                  <a:pt x="2124" y="914"/>
                </a:moveTo>
                <a:lnTo>
                  <a:pt x="2131" y="914"/>
                </a:lnTo>
                <a:lnTo>
                  <a:pt x="2131" y="907"/>
                </a:lnTo>
                <a:lnTo>
                  <a:pt x="2124" y="907"/>
                </a:lnTo>
                <a:lnTo>
                  <a:pt x="2124" y="914"/>
                </a:lnTo>
                <a:close/>
                <a:moveTo>
                  <a:pt x="2140" y="914"/>
                </a:moveTo>
                <a:lnTo>
                  <a:pt x="2147" y="914"/>
                </a:lnTo>
                <a:lnTo>
                  <a:pt x="2147" y="907"/>
                </a:lnTo>
                <a:lnTo>
                  <a:pt x="2140" y="907"/>
                </a:lnTo>
                <a:lnTo>
                  <a:pt x="2140" y="914"/>
                </a:lnTo>
                <a:close/>
                <a:moveTo>
                  <a:pt x="2292" y="914"/>
                </a:moveTo>
                <a:lnTo>
                  <a:pt x="2299" y="914"/>
                </a:lnTo>
                <a:lnTo>
                  <a:pt x="2299" y="907"/>
                </a:lnTo>
                <a:lnTo>
                  <a:pt x="2292" y="907"/>
                </a:lnTo>
                <a:lnTo>
                  <a:pt x="2292" y="914"/>
                </a:lnTo>
                <a:close/>
                <a:moveTo>
                  <a:pt x="2308" y="914"/>
                </a:moveTo>
                <a:lnTo>
                  <a:pt x="2316" y="914"/>
                </a:lnTo>
                <a:lnTo>
                  <a:pt x="2316" y="907"/>
                </a:lnTo>
                <a:lnTo>
                  <a:pt x="2308" y="907"/>
                </a:lnTo>
                <a:lnTo>
                  <a:pt x="2308" y="914"/>
                </a:lnTo>
                <a:close/>
                <a:moveTo>
                  <a:pt x="2443" y="914"/>
                </a:moveTo>
                <a:lnTo>
                  <a:pt x="2451" y="914"/>
                </a:lnTo>
                <a:lnTo>
                  <a:pt x="2451" y="907"/>
                </a:lnTo>
                <a:lnTo>
                  <a:pt x="2443" y="907"/>
                </a:lnTo>
                <a:lnTo>
                  <a:pt x="2443" y="914"/>
                </a:lnTo>
                <a:close/>
                <a:moveTo>
                  <a:pt x="2477" y="914"/>
                </a:moveTo>
                <a:lnTo>
                  <a:pt x="2484" y="914"/>
                </a:lnTo>
                <a:lnTo>
                  <a:pt x="2484" y="907"/>
                </a:lnTo>
                <a:lnTo>
                  <a:pt x="2477" y="907"/>
                </a:lnTo>
                <a:lnTo>
                  <a:pt x="2477" y="914"/>
                </a:lnTo>
                <a:close/>
                <a:moveTo>
                  <a:pt x="2493" y="914"/>
                </a:moveTo>
                <a:lnTo>
                  <a:pt x="2500" y="914"/>
                </a:lnTo>
                <a:lnTo>
                  <a:pt x="2500" y="907"/>
                </a:lnTo>
                <a:lnTo>
                  <a:pt x="2493" y="907"/>
                </a:lnTo>
                <a:lnTo>
                  <a:pt x="2493" y="914"/>
                </a:lnTo>
                <a:close/>
                <a:moveTo>
                  <a:pt x="2510" y="914"/>
                </a:moveTo>
                <a:lnTo>
                  <a:pt x="2517" y="914"/>
                </a:lnTo>
                <a:lnTo>
                  <a:pt x="2517" y="907"/>
                </a:lnTo>
                <a:lnTo>
                  <a:pt x="2510" y="907"/>
                </a:lnTo>
                <a:lnTo>
                  <a:pt x="2510" y="914"/>
                </a:lnTo>
                <a:close/>
                <a:moveTo>
                  <a:pt x="2526" y="914"/>
                </a:moveTo>
                <a:lnTo>
                  <a:pt x="2533" y="914"/>
                </a:lnTo>
                <a:lnTo>
                  <a:pt x="2533" y="907"/>
                </a:lnTo>
                <a:lnTo>
                  <a:pt x="2526" y="907"/>
                </a:lnTo>
                <a:lnTo>
                  <a:pt x="2526" y="914"/>
                </a:lnTo>
                <a:close/>
                <a:moveTo>
                  <a:pt x="802" y="931"/>
                </a:moveTo>
                <a:lnTo>
                  <a:pt x="810" y="931"/>
                </a:lnTo>
                <a:lnTo>
                  <a:pt x="810" y="924"/>
                </a:lnTo>
                <a:lnTo>
                  <a:pt x="802" y="924"/>
                </a:lnTo>
                <a:lnTo>
                  <a:pt x="802" y="931"/>
                </a:lnTo>
                <a:close/>
                <a:moveTo>
                  <a:pt x="819" y="931"/>
                </a:moveTo>
                <a:lnTo>
                  <a:pt x="826" y="931"/>
                </a:lnTo>
                <a:lnTo>
                  <a:pt x="826" y="924"/>
                </a:lnTo>
                <a:lnTo>
                  <a:pt x="819" y="924"/>
                </a:lnTo>
                <a:lnTo>
                  <a:pt x="819" y="931"/>
                </a:lnTo>
                <a:close/>
                <a:moveTo>
                  <a:pt x="836" y="931"/>
                </a:moveTo>
                <a:lnTo>
                  <a:pt x="843" y="931"/>
                </a:lnTo>
                <a:lnTo>
                  <a:pt x="843" y="924"/>
                </a:lnTo>
                <a:lnTo>
                  <a:pt x="836" y="924"/>
                </a:lnTo>
                <a:lnTo>
                  <a:pt x="836" y="931"/>
                </a:lnTo>
                <a:close/>
                <a:moveTo>
                  <a:pt x="852" y="931"/>
                </a:moveTo>
                <a:lnTo>
                  <a:pt x="859" y="931"/>
                </a:lnTo>
                <a:lnTo>
                  <a:pt x="859" y="924"/>
                </a:lnTo>
                <a:lnTo>
                  <a:pt x="852" y="924"/>
                </a:lnTo>
                <a:lnTo>
                  <a:pt x="852" y="931"/>
                </a:lnTo>
                <a:close/>
                <a:moveTo>
                  <a:pt x="871" y="931"/>
                </a:moveTo>
                <a:lnTo>
                  <a:pt x="876" y="931"/>
                </a:lnTo>
                <a:lnTo>
                  <a:pt x="876" y="924"/>
                </a:lnTo>
                <a:lnTo>
                  <a:pt x="871" y="924"/>
                </a:lnTo>
                <a:lnTo>
                  <a:pt x="871" y="931"/>
                </a:lnTo>
                <a:close/>
                <a:moveTo>
                  <a:pt x="888" y="931"/>
                </a:moveTo>
                <a:lnTo>
                  <a:pt x="895" y="931"/>
                </a:lnTo>
                <a:lnTo>
                  <a:pt x="895" y="924"/>
                </a:lnTo>
                <a:lnTo>
                  <a:pt x="888" y="924"/>
                </a:lnTo>
                <a:lnTo>
                  <a:pt x="888" y="931"/>
                </a:lnTo>
                <a:close/>
                <a:moveTo>
                  <a:pt x="904" y="931"/>
                </a:moveTo>
                <a:lnTo>
                  <a:pt x="911" y="931"/>
                </a:lnTo>
                <a:lnTo>
                  <a:pt x="911" y="924"/>
                </a:lnTo>
                <a:lnTo>
                  <a:pt x="904" y="924"/>
                </a:lnTo>
                <a:lnTo>
                  <a:pt x="904" y="931"/>
                </a:lnTo>
                <a:close/>
                <a:moveTo>
                  <a:pt x="921" y="931"/>
                </a:moveTo>
                <a:lnTo>
                  <a:pt x="928" y="931"/>
                </a:lnTo>
                <a:lnTo>
                  <a:pt x="928" y="924"/>
                </a:lnTo>
                <a:lnTo>
                  <a:pt x="921" y="924"/>
                </a:lnTo>
                <a:lnTo>
                  <a:pt x="921" y="931"/>
                </a:lnTo>
                <a:close/>
                <a:moveTo>
                  <a:pt x="937" y="931"/>
                </a:moveTo>
                <a:lnTo>
                  <a:pt x="944" y="931"/>
                </a:lnTo>
                <a:lnTo>
                  <a:pt x="944" y="924"/>
                </a:lnTo>
                <a:lnTo>
                  <a:pt x="937" y="924"/>
                </a:lnTo>
                <a:lnTo>
                  <a:pt x="937" y="931"/>
                </a:lnTo>
                <a:close/>
                <a:moveTo>
                  <a:pt x="954" y="931"/>
                </a:moveTo>
                <a:lnTo>
                  <a:pt x="961" y="931"/>
                </a:lnTo>
                <a:lnTo>
                  <a:pt x="961" y="924"/>
                </a:lnTo>
                <a:lnTo>
                  <a:pt x="954" y="924"/>
                </a:lnTo>
                <a:lnTo>
                  <a:pt x="954" y="931"/>
                </a:lnTo>
                <a:close/>
                <a:moveTo>
                  <a:pt x="971" y="931"/>
                </a:moveTo>
                <a:lnTo>
                  <a:pt x="978" y="931"/>
                </a:lnTo>
                <a:lnTo>
                  <a:pt x="978" y="924"/>
                </a:lnTo>
                <a:lnTo>
                  <a:pt x="971" y="924"/>
                </a:lnTo>
                <a:lnTo>
                  <a:pt x="971" y="931"/>
                </a:lnTo>
                <a:close/>
                <a:moveTo>
                  <a:pt x="987" y="931"/>
                </a:moveTo>
                <a:lnTo>
                  <a:pt x="994" y="931"/>
                </a:lnTo>
                <a:lnTo>
                  <a:pt x="994" y="924"/>
                </a:lnTo>
                <a:lnTo>
                  <a:pt x="987" y="924"/>
                </a:lnTo>
                <a:lnTo>
                  <a:pt x="987" y="931"/>
                </a:lnTo>
                <a:close/>
                <a:moveTo>
                  <a:pt x="1004" y="931"/>
                </a:moveTo>
                <a:lnTo>
                  <a:pt x="1011" y="931"/>
                </a:lnTo>
                <a:lnTo>
                  <a:pt x="1011" y="924"/>
                </a:lnTo>
                <a:lnTo>
                  <a:pt x="1004" y="924"/>
                </a:lnTo>
                <a:lnTo>
                  <a:pt x="1004" y="931"/>
                </a:lnTo>
                <a:close/>
                <a:moveTo>
                  <a:pt x="1020" y="931"/>
                </a:moveTo>
                <a:lnTo>
                  <a:pt x="1027" y="931"/>
                </a:lnTo>
                <a:lnTo>
                  <a:pt x="1027" y="924"/>
                </a:lnTo>
                <a:lnTo>
                  <a:pt x="1020" y="924"/>
                </a:lnTo>
                <a:lnTo>
                  <a:pt x="1020" y="931"/>
                </a:lnTo>
                <a:close/>
                <a:moveTo>
                  <a:pt x="1354" y="931"/>
                </a:moveTo>
                <a:lnTo>
                  <a:pt x="1361" y="931"/>
                </a:lnTo>
                <a:lnTo>
                  <a:pt x="1361" y="924"/>
                </a:lnTo>
                <a:lnTo>
                  <a:pt x="1354" y="924"/>
                </a:lnTo>
                <a:lnTo>
                  <a:pt x="1354" y="931"/>
                </a:lnTo>
                <a:close/>
                <a:moveTo>
                  <a:pt x="1371" y="931"/>
                </a:moveTo>
                <a:lnTo>
                  <a:pt x="1378" y="931"/>
                </a:lnTo>
                <a:lnTo>
                  <a:pt x="1378" y="924"/>
                </a:lnTo>
                <a:lnTo>
                  <a:pt x="1371" y="924"/>
                </a:lnTo>
                <a:lnTo>
                  <a:pt x="1371" y="931"/>
                </a:lnTo>
                <a:close/>
                <a:moveTo>
                  <a:pt x="1390" y="931"/>
                </a:moveTo>
                <a:lnTo>
                  <a:pt x="1394" y="931"/>
                </a:lnTo>
                <a:lnTo>
                  <a:pt x="1394" y="924"/>
                </a:lnTo>
                <a:lnTo>
                  <a:pt x="1390" y="924"/>
                </a:lnTo>
                <a:lnTo>
                  <a:pt x="1390" y="931"/>
                </a:lnTo>
                <a:close/>
                <a:moveTo>
                  <a:pt x="1406" y="931"/>
                </a:moveTo>
                <a:lnTo>
                  <a:pt x="1413" y="931"/>
                </a:lnTo>
                <a:lnTo>
                  <a:pt x="1413" y="924"/>
                </a:lnTo>
                <a:lnTo>
                  <a:pt x="1406" y="924"/>
                </a:lnTo>
                <a:lnTo>
                  <a:pt x="1406" y="931"/>
                </a:lnTo>
                <a:close/>
                <a:moveTo>
                  <a:pt x="1423" y="931"/>
                </a:moveTo>
                <a:lnTo>
                  <a:pt x="1430" y="931"/>
                </a:lnTo>
                <a:lnTo>
                  <a:pt x="1430" y="924"/>
                </a:lnTo>
                <a:lnTo>
                  <a:pt x="1423" y="924"/>
                </a:lnTo>
                <a:lnTo>
                  <a:pt x="1423" y="931"/>
                </a:lnTo>
                <a:close/>
                <a:moveTo>
                  <a:pt x="1439" y="931"/>
                </a:moveTo>
                <a:lnTo>
                  <a:pt x="1447" y="931"/>
                </a:lnTo>
                <a:lnTo>
                  <a:pt x="1447" y="924"/>
                </a:lnTo>
                <a:lnTo>
                  <a:pt x="1439" y="924"/>
                </a:lnTo>
                <a:lnTo>
                  <a:pt x="1439" y="931"/>
                </a:lnTo>
                <a:close/>
                <a:moveTo>
                  <a:pt x="1456" y="931"/>
                </a:moveTo>
                <a:lnTo>
                  <a:pt x="1463" y="931"/>
                </a:lnTo>
                <a:lnTo>
                  <a:pt x="1463" y="924"/>
                </a:lnTo>
                <a:lnTo>
                  <a:pt x="1456" y="924"/>
                </a:lnTo>
                <a:lnTo>
                  <a:pt x="1456" y="931"/>
                </a:lnTo>
                <a:close/>
                <a:moveTo>
                  <a:pt x="1473" y="931"/>
                </a:moveTo>
                <a:lnTo>
                  <a:pt x="1480" y="931"/>
                </a:lnTo>
                <a:lnTo>
                  <a:pt x="1480" y="924"/>
                </a:lnTo>
                <a:lnTo>
                  <a:pt x="1473" y="924"/>
                </a:lnTo>
                <a:lnTo>
                  <a:pt x="1473" y="931"/>
                </a:lnTo>
                <a:close/>
                <a:moveTo>
                  <a:pt x="1489" y="931"/>
                </a:moveTo>
                <a:lnTo>
                  <a:pt x="1496" y="931"/>
                </a:lnTo>
                <a:lnTo>
                  <a:pt x="1496" y="924"/>
                </a:lnTo>
                <a:lnTo>
                  <a:pt x="1489" y="924"/>
                </a:lnTo>
                <a:lnTo>
                  <a:pt x="1489" y="931"/>
                </a:lnTo>
                <a:close/>
                <a:moveTo>
                  <a:pt x="1506" y="931"/>
                </a:moveTo>
                <a:lnTo>
                  <a:pt x="1513" y="931"/>
                </a:lnTo>
                <a:lnTo>
                  <a:pt x="1513" y="924"/>
                </a:lnTo>
                <a:lnTo>
                  <a:pt x="1506" y="924"/>
                </a:lnTo>
                <a:lnTo>
                  <a:pt x="1506" y="931"/>
                </a:lnTo>
                <a:close/>
                <a:moveTo>
                  <a:pt x="1522" y="931"/>
                </a:moveTo>
                <a:lnTo>
                  <a:pt x="1529" y="931"/>
                </a:lnTo>
                <a:lnTo>
                  <a:pt x="1529" y="924"/>
                </a:lnTo>
                <a:lnTo>
                  <a:pt x="1522" y="924"/>
                </a:lnTo>
                <a:lnTo>
                  <a:pt x="1522" y="931"/>
                </a:lnTo>
                <a:close/>
                <a:moveTo>
                  <a:pt x="1539" y="931"/>
                </a:moveTo>
                <a:lnTo>
                  <a:pt x="1546" y="931"/>
                </a:lnTo>
                <a:lnTo>
                  <a:pt x="1546" y="924"/>
                </a:lnTo>
                <a:lnTo>
                  <a:pt x="1539" y="924"/>
                </a:lnTo>
                <a:lnTo>
                  <a:pt x="1539" y="931"/>
                </a:lnTo>
                <a:close/>
                <a:moveTo>
                  <a:pt x="1555" y="931"/>
                </a:moveTo>
                <a:lnTo>
                  <a:pt x="1563" y="931"/>
                </a:lnTo>
                <a:lnTo>
                  <a:pt x="1563" y="924"/>
                </a:lnTo>
                <a:lnTo>
                  <a:pt x="1555" y="924"/>
                </a:lnTo>
                <a:lnTo>
                  <a:pt x="1555" y="931"/>
                </a:lnTo>
                <a:close/>
                <a:moveTo>
                  <a:pt x="1572" y="931"/>
                </a:moveTo>
                <a:lnTo>
                  <a:pt x="1579" y="931"/>
                </a:lnTo>
                <a:lnTo>
                  <a:pt x="1579" y="924"/>
                </a:lnTo>
                <a:lnTo>
                  <a:pt x="1572" y="924"/>
                </a:lnTo>
                <a:lnTo>
                  <a:pt x="1572" y="931"/>
                </a:lnTo>
                <a:close/>
                <a:moveTo>
                  <a:pt x="1589" y="931"/>
                </a:moveTo>
                <a:lnTo>
                  <a:pt x="1596" y="931"/>
                </a:lnTo>
                <a:lnTo>
                  <a:pt x="1596" y="924"/>
                </a:lnTo>
                <a:lnTo>
                  <a:pt x="1589" y="924"/>
                </a:lnTo>
                <a:lnTo>
                  <a:pt x="1589" y="931"/>
                </a:lnTo>
                <a:close/>
                <a:moveTo>
                  <a:pt x="1605" y="931"/>
                </a:moveTo>
                <a:lnTo>
                  <a:pt x="1612" y="931"/>
                </a:lnTo>
                <a:lnTo>
                  <a:pt x="1612" y="924"/>
                </a:lnTo>
                <a:lnTo>
                  <a:pt x="1605" y="924"/>
                </a:lnTo>
                <a:lnTo>
                  <a:pt x="1605" y="931"/>
                </a:lnTo>
                <a:close/>
                <a:moveTo>
                  <a:pt x="1622" y="931"/>
                </a:moveTo>
                <a:lnTo>
                  <a:pt x="1629" y="931"/>
                </a:lnTo>
                <a:lnTo>
                  <a:pt x="1629" y="924"/>
                </a:lnTo>
                <a:lnTo>
                  <a:pt x="1622" y="924"/>
                </a:lnTo>
                <a:lnTo>
                  <a:pt x="1622" y="931"/>
                </a:lnTo>
                <a:close/>
                <a:moveTo>
                  <a:pt x="1638" y="931"/>
                </a:moveTo>
                <a:lnTo>
                  <a:pt x="1645" y="931"/>
                </a:lnTo>
                <a:lnTo>
                  <a:pt x="1645" y="924"/>
                </a:lnTo>
                <a:lnTo>
                  <a:pt x="1638" y="924"/>
                </a:lnTo>
                <a:lnTo>
                  <a:pt x="1638" y="931"/>
                </a:lnTo>
                <a:close/>
                <a:moveTo>
                  <a:pt x="1657" y="931"/>
                </a:moveTo>
                <a:lnTo>
                  <a:pt x="1664" y="931"/>
                </a:lnTo>
                <a:lnTo>
                  <a:pt x="1664" y="924"/>
                </a:lnTo>
                <a:lnTo>
                  <a:pt x="1657" y="924"/>
                </a:lnTo>
                <a:lnTo>
                  <a:pt x="1657" y="931"/>
                </a:lnTo>
                <a:close/>
                <a:moveTo>
                  <a:pt x="1674" y="931"/>
                </a:moveTo>
                <a:lnTo>
                  <a:pt x="1681" y="931"/>
                </a:lnTo>
                <a:lnTo>
                  <a:pt x="1681" y="924"/>
                </a:lnTo>
                <a:lnTo>
                  <a:pt x="1674" y="924"/>
                </a:lnTo>
                <a:lnTo>
                  <a:pt x="1674" y="931"/>
                </a:lnTo>
                <a:close/>
                <a:moveTo>
                  <a:pt x="1690" y="931"/>
                </a:moveTo>
                <a:lnTo>
                  <a:pt x="1698" y="931"/>
                </a:lnTo>
                <a:lnTo>
                  <a:pt x="1698" y="924"/>
                </a:lnTo>
                <a:lnTo>
                  <a:pt x="1690" y="924"/>
                </a:lnTo>
                <a:lnTo>
                  <a:pt x="1690" y="931"/>
                </a:lnTo>
                <a:close/>
                <a:moveTo>
                  <a:pt x="1707" y="931"/>
                </a:moveTo>
                <a:lnTo>
                  <a:pt x="1714" y="931"/>
                </a:lnTo>
                <a:lnTo>
                  <a:pt x="1714" y="924"/>
                </a:lnTo>
                <a:lnTo>
                  <a:pt x="1707" y="924"/>
                </a:lnTo>
                <a:lnTo>
                  <a:pt x="1707" y="931"/>
                </a:lnTo>
                <a:close/>
                <a:moveTo>
                  <a:pt x="1724" y="931"/>
                </a:moveTo>
                <a:lnTo>
                  <a:pt x="1731" y="931"/>
                </a:lnTo>
                <a:lnTo>
                  <a:pt x="1731" y="924"/>
                </a:lnTo>
                <a:lnTo>
                  <a:pt x="1724" y="924"/>
                </a:lnTo>
                <a:lnTo>
                  <a:pt x="1724" y="931"/>
                </a:lnTo>
                <a:close/>
                <a:moveTo>
                  <a:pt x="1740" y="931"/>
                </a:moveTo>
                <a:lnTo>
                  <a:pt x="1747" y="931"/>
                </a:lnTo>
                <a:lnTo>
                  <a:pt x="1747" y="924"/>
                </a:lnTo>
                <a:lnTo>
                  <a:pt x="1740" y="924"/>
                </a:lnTo>
                <a:lnTo>
                  <a:pt x="1740" y="931"/>
                </a:lnTo>
                <a:close/>
                <a:moveTo>
                  <a:pt x="1757" y="931"/>
                </a:moveTo>
                <a:lnTo>
                  <a:pt x="1764" y="931"/>
                </a:lnTo>
                <a:lnTo>
                  <a:pt x="1764" y="924"/>
                </a:lnTo>
                <a:lnTo>
                  <a:pt x="1757" y="924"/>
                </a:lnTo>
                <a:lnTo>
                  <a:pt x="1757" y="931"/>
                </a:lnTo>
                <a:close/>
                <a:moveTo>
                  <a:pt x="1773" y="931"/>
                </a:moveTo>
                <a:lnTo>
                  <a:pt x="1780" y="931"/>
                </a:lnTo>
                <a:lnTo>
                  <a:pt x="1780" y="924"/>
                </a:lnTo>
                <a:lnTo>
                  <a:pt x="1773" y="924"/>
                </a:lnTo>
                <a:lnTo>
                  <a:pt x="1773" y="931"/>
                </a:lnTo>
                <a:close/>
                <a:moveTo>
                  <a:pt x="1790" y="931"/>
                </a:moveTo>
                <a:lnTo>
                  <a:pt x="1797" y="931"/>
                </a:lnTo>
                <a:lnTo>
                  <a:pt x="1797" y="924"/>
                </a:lnTo>
                <a:lnTo>
                  <a:pt x="1790" y="924"/>
                </a:lnTo>
                <a:lnTo>
                  <a:pt x="1790" y="931"/>
                </a:lnTo>
                <a:close/>
                <a:moveTo>
                  <a:pt x="1806" y="931"/>
                </a:moveTo>
                <a:lnTo>
                  <a:pt x="1814" y="931"/>
                </a:lnTo>
                <a:lnTo>
                  <a:pt x="1814" y="924"/>
                </a:lnTo>
                <a:lnTo>
                  <a:pt x="1806" y="924"/>
                </a:lnTo>
                <a:lnTo>
                  <a:pt x="1806" y="931"/>
                </a:lnTo>
                <a:close/>
                <a:moveTo>
                  <a:pt x="1823" y="931"/>
                </a:moveTo>
                <a:lnTo>
                  <a:pt x="1830" y="931"/>
                </a:lnTo>
                <a:lnTo>
                  <a:pt x="1830" y="924"/>
                </a:lnTo>
                <a:lnTo>
                  <a:pt x="1823" y="924"/>
                </a:lnTo>
                <a:lnTo>
                  <a:pt x="1823" y="931"/>
                </a:lnTo>
                <a:close/>
                <a:moveTo>
                  <a:pt x="1840" y="931"/>
                </a:moveTo>
                <a:lnTo>
                  <a:pt x="1847" y="931"/>
                </a:lnTo>
                <a:lnTo>
                  <a:pt x="1847" y="924"/>
                </a:lnTo>
                <a:lnTo>
                  <a:pt x="1840" y="924"/>
                </a:lnTo>
                <a:lnTo>
                  <a:pt x="1840" y="931"/>
                </a:lnTo>
                <a:close/>
                <a:moveTo>
                  <a:pt x="1856" y="931"/>
                </a:moveTo>
                <a:lnTo>
                  <a:pt x="1863" y="931"/>
                </a:lnTo>
                <a:lnTo>
                  <a:pt x="1863" y="924"/>
                </a:lnTo>
                <a:lnTo>
                  <a:pt x="1856" y="924"/>
                </a:lnTo>
                <a:lnTo>
                  <a:pt x="1856" y="931"/>
                </a:lnTo>
                <a:close/>
                <a:moveTo>
                  <a:pt x="1873" y="931"/>
                </a:moveTo>
                <a:lnTo>
                  <a:pt x="1880" y="931"/>
                </a:lnTo>
                <a:lnTo>
                  <a:pt x="1880" y="924"/>
                </a:lnTo>
                <a:lnTo>
                  <a:pt x="1873" y="924"/>
                </a:lnTo>
                <a:lnTo>
                  <a:pt x="1873" y="931"/>
                </a:lnTo>
                <a:close/>
                <a:moveTo>
                  <a:pt x="2124" y="931"/>
                </a:moveTo>
                <a:lnTo>
                  <a:pt x="2131" y="931"/>
                </a:lnTo>
                <a:lnTo>
                  <a:pt x="2131" y="924"/>
                </a:lnTo>
                <a:lnTo>
                  <a:pt x="2124" y="924"/>
                </a:lnTo>
                <a:lnTo>
                  <a:pt x="2124" y="931"/>
                </a:lnTo>
                <a:close/>
                <a:moveTo>
                  <a:pt x="2140" y="931"/>
                </a:moveTo>
                <a:lnTo>
                  <a:pt x="2147" y="931"/>
                </a:lnTo>
                <a:lnTo>
                  <a:pt x="2147" y="924"/>
                </a:lnTo>
                <a:lnTo>
                  <a:pt x="2140" y="924"/>
                </a:lnTo>
                <a:lnTo>
                  <a:pt x="2140" y="931"/>
                </a:lnTo>
                <a:close/>
                <a:moveTo>
                  <a:pt x="2259" y="931"/>
                </a:moveTo>
                <a:lnTo>
                  <a:pt x="2266" y="931"/>
                </a:lnTo>
                <a:lnTo>
                  <a:pt x="2266" y="924"/>
                </a:lnTo>
                <a:lnTo>
                  <a:pt x="2259" y="924"/>
                </a:lnTo>
                <a:lnTo>
                  <a:pt x="2259" y="931"/>
                </a:lnTo>
                <a:close/>
                <a:moveTo>
                  <a:pt x="2275" y="931"/>
                </a:moveTo>
                <a:lnTo>
                  <a:pt x="2282" y="931"/>
                </a:lnTo>
                <a:lnTo>
                  <a:pt x="2282" y="924"/>
                </a:lnTo>
                <a:lnTo>
                  <a:pt x="2275" y="924"/>
                </a:lnTo>
                <a:lnTo>
                  <a:pt x="2275" y="931"/>
                </a:lnTo>
                <a:close/>
                <a:moveTo>
                  <a:pt x="2292" y="931"/>
                </a:moveTo>
                <a:lnTo>
                  <a:pt x="2299" y="931"/>
                </a:lnTo>
                <a:lnTo>
                  <a:pt x="2299" y="924"/>
                </a:lnTo>
                <a:lnTo>
                  <a:pt x="2292" y="924"/>
                </a:lnTo>
                <a:lnTo>
                  <a:pt x="2292" y="931"/>
                </a:lnTo>
                <a:close/>
                <a:moveTo>
                  <a:pt x="2308" y="931"/>
                </a:moveTo>
                <a:lnTo>
                  <a:pt x="2316" y="931"/>
                </a:lnTo>
                <a:lnTo>
                  <a:pt x="2316" y="924"/>
                </a:lnTo>
                <a:lnTo>
                  <a:pt x="2308" y="924"/>
                </a:lnTo>
                <a:lnTo>
                  <a:pt x="2308" y="931"/>
                </a:lnTo>
                <a:close/>
                <a:moveTo>
                  <a:pt x="2325" y="931"/>
                </a:moveTo>
                <a:lnTo>
                  <a:pt x="2332" y="931"/>
                </a:lnTo>
                <a:lnTo>
                  <a:pt x="2332" y="924"/>
                </a:lnTo>
                <a:lnTo>
                  <a:pt x="2325" y="924"/>
                </a:lnTo>
                <a:lnTo>
                  <a:pt x="2325" y="931"/>
                </a:lnTo>
                <a:close/>
                <a:moveTo>
                  <a:pt x="2408" y="931"/>
                </a:moveTo>
                <a:lnTo>
                  <a:pt x="2415" y="931"/>
                </a:lnTo>
                <a:lnTo>
                  <a:pt x="2415" y="924"/>
                </a:lnTo>
                <a:lnTo>
                  <a:pt x="2408" y="924"/>
                </a:lnTo>
                <a:lnTo>
                  <a:pt x="2408" y="931"/>
                </a:lnTo>
                <a:close/>
                <a:moveTo>
                  <a:pt x="2427" y="931"/>
                </a:moveTo>
                <a:lnTo>
                  <a:pt x="2434" y="931"/>
                </a:lnTo>
                <a:lnTo>
                  <a:pt x="2434" y="924"/>
                </a:lnTo>
                <a:lnTo>
                  <a:pt x="2427" y="924"/>
                </a:lnTo>
                <a:lnTo>
                  <a:pt x="2427" y="931"/>
                </a:lnTo>
                <a:close/>
                <a:moveTo>
                  <a:pt x="2443" y="931"/>
                </a:moveTo>
                <a:lnTo>
                  <a:pt x="2451" y="931"/>
                </a:lnTo>
                <a:lnTo>
                  <a:pt x="2451" y="924"/>
                </a:lnTo>
                <a:lnTo>
                  <a:pt x="2443" y="924"/>
                </a:lnTo>
                <a:lnTo>
                  <a:pt x="2443" y="931"/>
                </a:lnTo>
                <a:close/>
                <a:moveTo>
                  <a:pt x="2460" y="931"/>
                </a:moveTo>
                <a:lnTo>
                  <a:pt x="2467" y="931"/>
                </a:lnTo>
                <a:lnTo>
                  <a:pt x="2467" y="924"/>
                </a:lnTo>
                <a:lnTo>
                  <a:pt x="2460" y="924"/>
                </a:lnTo>
                <a:lnTo>
                  <a:pt x="2460" y="931"/>
                </a:lnTo>
                <a:close/>
                <a:moveTo>
                  <a:pt x="2477" y="931"/>
                </a:moveTo>
                <a:lnTo>
                  <a:pt x="2484" y="931"/>
                </a:lnTo>
                <a:lnTo>
                  <a:pt x="2484" y="924"/>
                </a:lnTo>
                <a:lnTo>
                  <a:pt x="2477" y="924"/>
                </a:lnTo>
                <a:lnTo>
                  <a:pt x="2477" y="931"/>
                </a:lnTo>
                <a:close/>
                <a:moveTo>
                  <a:pt x="2510" y="931"/>
                </a:moveTo>
                <a:lnTo>
                  <a:pt x="2517" y="931"/>
                </a:lnTo>
                <a:lnTo>
                  <a:pt x="2517" y="924"/>
                </a:lnTo>
                <a:lnTo>
                  <a:pt x="2510" y="924"/>
                </a:lnTo>
                <a:lnTo>
                  <a:pt x="2510" y="931"/>
                </a:lnTo>
                <a:close/>
                <a:moveTo>
                  <a:pt x="802" y="947"/>
                </a:moveTo>
                <a:lnTo>
                  <a:pt x="810" y="947"/>
                </a:lnTo>
                <a:lnTo>
                  <a:pt x="810" y="940"/>
                </a:lnTo>
                <a:lnTo>
                  <a:pt x="802" y="940"/>
                </a:lnTo>
                <a:lnTo>
                  <a:pt x="802" y="947"/>
                </a:lnTo>
                <a:close/>
                <a:moveTo>
                  <a:pt x="819" y="947"/>
                </a:moveTo>
                <a:lnTo>
                  <a:pt x="826" y="947"/>
                </a:lnTo>
                <a:lnTo>
                  <a:pt x="826" y="940"/>
                </a:lnTo>
                <a:lnTo>
                  <a:pt x="819" y="940"/>
                </a:lnTo>
                <a:lnTo>
                  <a:pt x="819" y="947"/>
                </a:lnTo>
                <a:close/>
                <a:moveTo>
                  <a:pt x="836" y="947"/>
                </a:moveTo>
                <a:lnTo>
                  <a:pt x="843" y="947"/>
                </a:lnTo>
                <a:lnTo>
                  <a:pt x="843" y="940"/>
                </a:lnTo>
                <a:lnTo>
                  <a:pt x="836" y="940"/>
                </a:lnTo>
                <a:lnTo>
                  <a:pt x="836" y="947"/>
                </a:lnTo>
                <a:close/>
                <a:moveTo>
                  <a:pt x="852" y="947"/>
                </a:moveTo>
                <a:lnTo>
                  <a:pt x="859" y="947"/>
                </a:lnTo>
                <a:lnTo>
                  <a:pt x="859" y="940"/>
                </a:lnTo>
                <a:lnTo>
                  <a:pt x="852" y="940"/>
                </a:lnTo>
                <a:lnTo>
                  <a:pt x="852" y="947"/>
                </a:lnTo>
                <a:close/>
                <a:moveTo>
                  <a:pt x="871" y="947"/>
                </a:moveTo>
                <a:lnTo>
                  <a:pt x="876" y="947"/>
                </a:lnTo>
                <a:lnTo>
                  <a:pt x="876" y="940"/>
                </a:lnTo>
                <a:lnTo>
                  <a:pt x="871" y="940"/>
                </a:lnTo>
                <a:lnTo>
                  <a:pt x="871" y="947"/>
                </a:lnTo>
                <a:close/>
                <a:moveTo>
                  <a:pt x="888" y="947"/>
                </a:moveTo>
                <a:lnTo>
                  <a:pt x="895" y="947"/>
                </a:lnTo>
                <a:lnTo>
                  <a:pt x="895" y="940"/>
                </a:lnTo>
                <a:lnTo>
                  <a:pt x="888" y="940"/>
                </a:lnTo>
                <a:lnTo>
                  <a:pt x="888" y="947"/>
                </a:lnTo>
                <a:close/>
                <a:moveTo>
                  <a:pt x="904" y="947"/>
                </a:moveTo>
                <a:lnTo>
                  <a:pt x="911" y="947"/>
                </a:lnTo>
                <a:lnTo>
                  <a:pt x="911" y="940"/>
                </a:lnTo>
                <a:lnTo>
                  <a:pt x="904" y="940"/>
                </a:lnTo>
                <a:lnTo>
                  <a:pt x="904" y="947"/>
                </a:lnTo>
                <a:close/>
                <a:moveTo>
                  <a:pt x="921" y="947"/>
                </a:moveTo>
                <a:lnTo>
                  <a:pt x="928" y="947"/>
                </a:lnTo>
                <a:lnTo>
                  <a:pt x="928" y="940"/>
                </a:lnTo>
                <a:lnTo>
                  <a:pt x="921" y="940"/>
                </a:lnTo>
                <a:lnTo>
                  <a:pt x="921" y="947"/>
                </a:lnTo>
                <a:close/>
                <a:moveTo>
                  <a:pt x="937" y="947"/>
                </a:moveTo>
                <a:lnTo>
                  <a:pt x="944" y="947"/>
                </a:lnTo>
                <a:lnTo>
                  <a:pt x="944" y="940"/>
                </a:lnTo>
                <a:lnTo>
                  <a:pt x="937" y="940"/>
                </a:lnTo>
                <a:lnTo>
                  <a:pt x="937" y="947"/>
                </a:lnTo>
                <a:close/>
                <a:moveTo>
                  <a:pt x="954" y="947"/>
                </a:moveTo>
                <a:lnTo>
                  <a:pt x="961" y="947"/>
                </a:lnTo>
                <a:lnTo>
                  <a:pt x="961" y="940"/>
                </a:lnTo>
                <a:lnTo>
                  <a:pt x="954" y="940"/>
                </a:lnTo>
                <a:lnTo>
                  <a:pt x="954" y="947"/>
                </a:lnTo>
                <a:close/>
                <a:moveTo>
                  <a:pt x="971" y="947"/>
                </a:moveTo>
                <a:lnTo>
                  <a:pt x="978" y="947"/>
                </a:lnTo>
                <a:lnTo>
                  <a:pt x="978" y="940"/>
                </a:lnTo>
                <a:lnTo>
                  <a:pt x="971" y="940"/>
                </a:lnTo>
                <a:lnTo>
                  <a:pt x="971" y="947"/>
                </a:lnTo>
                <a:close/>
                <a:moveTo>
                  <a:pt x="987" y="947"/>
                </a:moveTo>
                <a:lnTo>
                  <a:pt x="994" y="947"/>
                </a:lnTo>
                <a:lnTo>
                  <a:pt x="994" y="940"/>
                </a:lnTo>
                <a:lnTo>
                  <a:pt x="987" y="940"/>
                </a:lnTo>
                <a:lnTo>
                  <a:pt x="987" y="947"/>
                </a:lnTo>
                <a:close/>
                <a:moveTo>
                  <a:pt x="1004" y="947"/>
                </a:moveTo>
                <a:lnTo>
                  <a:pt x="1011" y="947"/>
                </a:lnTo>
                <a:lnTo>
                  <a:pt x="1011" y="940"/>
                </a:lnTo>
                <a:lnTo>
                  <a:pt x="1004" y="940"/>
                </a:lnTo>
                <a:lnTo>
                  <a:pt x="1004" y="947"/>
                </a:lnTo>
                <a:close/>
                <a:moveTo>
                  <a:pt x="1020" y="947"/>
                </a:moveTo>
                <a:lnTo>
                  <a:pt x="1027" y="947"/>
                </a:lnTo>
                <a:lnTo>
                  <a:pt x="1027" y="940"/>
                </a:lnTo>
                <a:lnTo>
                  <a:pt x="1020" y="940"/>
                </a:lnTo>
                <a:lnTo>
                  <a:pt x="1020" y="947"/>
                </a:lnTo>
                <a:close/>
                <a:moveTo>
                  <a:pt x="1390" y="947"/>
                </a:moveTo>
                <a:lnTo>
                  <a:pt x="1394" y="947"/>
                </a:lnTo>
                <a:lnTo>
                  <a:pt x="1394" y="940"/>
                </a:lnTo>
                <a:lnTo>
                  <a:pt x="1390" y="940"/>
                </a:lnTo>
                <a:lnTo>
                  <a:pt x="1390" y="947"/>
                </a:lnTo>
                <a:close/>
                <a:moveTo>
                  <a:pt x="1522" y="947"/>
                </a:moveTo>
                <a:lnTo>
                  <a:pt x="1529" y="947"/>
                </a:lnTo>
                <a:lnTo>
                  <a:pt x="1529" y="940"/>
                </a:lnTo>
                <a:lnTo>
                  <a:pt x="1522" y="940"/>
                </a:lnTo>
                <a:lnTo>
                  <a:pt x="1522" y="947"/>
                </a:lnTo>
                <a:close/>
                <a:moveTo>
                  <a:pt x="1539" y="947"/>
                </a:moveTo>
                <a:lnTo>
                  <a:pt x="1546" y="947"/>
                </a:lnTo>
                <a:lnTo>
                  <a:pt x="1546" y="940"/>
                </a:lnTo>
                <a:lnTo>
                  <a:pt x="1539" y="940"/>
                </a:lnTo>
                <a:lnTo>
                  <a:pt x="1539" y="947"/>
                </a:lnTo>
                <a:close/>
                <a:moveTo>
                  <a:pt x="1555" y="947"/>
                </a:moveTo>
                <a:lnTo>
                  <a:pt x="1563" y="947"/>
                </a:lnTo>
                <a:lnTo>
                  <a:pt x="1563" y="940"/>
                </a:lnTo>
                <a:lnTo>
                  <a:pt x="1555" y="940"/>
                </a:lnTo>
                <a:lnTo>
                  <a:pt x="1555" y="947"/>
                </a:lnTo>
                <a:close/>
                <a:moveTo>
                  <a:pt x="1572" y="947"/>
                </a:moveTo>
                <a:lnTo>
                  <a:pt x="1579" y="947"/>
                </a:lnTo>
                <a:lnTo>
                  <a:pt x="1579" y="940"/>
                </a:lnTo>
                <a:lnTo>
                  <a:pt x="1572" y="940"/>
                </a:lnTo>
                <a:lnTo>
                  <a:pt x="1572" y="947"/>
                </a:lnTo>
                <a:close/>
                <a:moveTo>
                  <a:pt x="1589" y="947"/>
                </a:moveTo>
                <a:lnTo>
                  <a:pt x="1596" y="947"/>
                </a:lnTo>
                <a:lnTo>
                  <a:pt x="1596" y="940"/>
                </a:lnTo>
                <a:lnTo>
                  <a:pt x="1589" y="940"/>
                </a:lnTo>
                <a:lnTo>
                  <a:pt x="1589" y="947"/>
                </a:lnTo>
                <a:close/>
                <a:moveTo>
                  <a:pt x="1605" y="947"/>
                </a:moveTo>
                <a:lnTo>
                  <a:pt x="1612" y="947"/>
                </a:lnTo>
                <a:lnTo>
                  <a:pt x="1612" y="940"/>
                </a:lnTo>
                <a:lnTo>
                  <a:pt x="1605" y="940"/>
                </a:lnTo>
                <a:lnTo>
                  <a:pt x="1605" y="947"/>
                </a:lnTo>
                <a:close/>
                <a:moveTo>
                  <a:pt x="1622" y="947"/>
                </a:moveTo>
                <a:lnTo>
                  <a:pt x="1629" y="947"/>
                </a:lnTo>
                <a:lnTo>
                  <a:pt x="1629" y="940"/>
                </a:lnTo>
                <a:lnTo>
                  <a:pt x="1622" y="940"/>
                </a:lnTo>
                <a:lnTo>
                  <a:pt x="1622" y="947"/>
                </a:lnTo>
                <a:close/>
                <a:moveTo>
                  <a:pt x="1638" y="947"/>
                </a:moveTo>
                <a:lnTo>
                  <a:pt x="1645" y="947"/>
                </a:lnTo>
                <a:lnTo>
                  <a:pt x="1645" y="940"/>
                </a:lnTo>
                <a:lnTo>
                  <a:pt x="1638" y="940"/>
                </a:lnTo>
                <a:lnTo>
                  <a:pt x="1638" y="947"/>
                </a:lnTo>
                <a:close/>
                <a:moveTo>
                  <a:pt x="1657" y="947"/>
                </a:moveTo>
                <a:lnTo>
                  <a:pt x="1664" y="947"/>
                </a:lnTo>
                <a:lnTo>
                  <a:pt x="1664" y="940"/>
                </a:lnTo>
                <a:lnTo>
                  <a:pt x="1657" y="940"/>
                </a:lnTo>
                <a:lnTo>
                  <a:pt x="1657" y="947"/>
                </a:lnTo>
                <a:close/>
                <a:moveTo>
                  <a:pt x="1674" y="947"/>
                </a:moveTo>
                <a:lnTo>
                  <a:pt x="1681" y="947"/>
                </a:lnTo>
                <a:lnTo>
                  <a:pt x="1681" y="940"/>
                </a:lnTo>
                <a:lnTo>
                  <a:pt x="1674" y="940"/>
                </a:lnTo>
                <a:lnTo>
                  <a:pt x="1674" y="947"/>
                </a:lnTo>
                <a:close/>
                <a:moveTo>
                  <a:pt x="1690" y="947"/>
                </a:moveTo>
                <a:lnTo>
                  <a:pt x="1698" y="947"/>
                </a:lnTo>
                <a:lnTo>
                  <a:pt x="1698" y="940"/>
                </a:lnTo>
                <a:lnTo>
                  <a:pt x="1690" y="940"/>
                </a:lnTo>
                <a:lnTo>
                  <a:pt x="1690" y="947"/>
                </a:lnTo>
                <a:close/>
                <a:moveTo>
                  <a:pt x="1707" y="947"/>
                </a:moveTo>
                <a:lnTo>
                  <a:pt x="1714" y="947"/>
                </a:lnTo>
                <a:lnTo>
                  <a:pt x="1714" y="940"/>
                </a:lnTo>
                <a:lnTo>
                  <a:pt x="1707" y="940"/>
                </a:lnTo>
                <a:lnTo>
                  <a:pt x="1707" y="947"/>
                </a:lnTo>
                <a:close/>
                <a:moveTo>
                  <a:pt x="1724" y="947"/>
                </a:moveTo>
                <a:lnTo>
                  <a:pt x="1731" y="947"/>
                </a:lnTo>
                <a:lnTo>
                  <a:pt x="1731" y="940"/>
                </a:lnTo>
                <a:lnTo>
                  <a:pt x="1724" y="940"/>
                </a:lnTo>
                <a:lnTo>
                  <a:pt x="1724" y="947"/>
                </a:lnTo>
                <a:close/>
                <a:moveTo>
                  <a:pt x="1740" y="947"/>
                </a:moveTo>
                <a:lnTo>
                  <a:pt x="1747" y="947"/>
                </a:lnTo>
                <a:lnTo>
                  <a:pt x="1747" y="940"/>
                </a:lnTo>
                <a:lnTo>
                  <a:pt x="1740" y="940"/>
                </a:lnTo>
                <a:lnTo>
                  <a:pt x="1740" y="947"/>
                </a:lnTo>
                <a:close/>
                <a:moveTo>
                  <a:pt x="1757" y="947"/>
                </a:moveTo>
                <a:lnTo>
                  <a:pt x="1764" y="947"/>
                </a:lnTo>
                <a:lnTo>
                  <a:pt x="1764" y="940"/>
                </a:lnTo>
                <a:lnTo>
                  <a:pt x="1757" y="940"/>
                </a:lnTo>
                <a:lnTo>
                  <a:pt x="1757" y="947"/>
                </a:lnTo>
                <a:close/>
                <a:moveTo>
                  <a:pt x="1773" y="947"/>
                </a:moveTo>
                <a:lnTo>
                  <a:pt x="1780" y="947"/>
                </a:lnTo>
                <a:lnTo>
                  <a:pt x="1780" y="940"/>
                </a:lnTo>
                <a:lnTo>
                  <a:pt x="1773" y="940"/>
                </a:lnTo>
                <a:lnTo>
                  <a:pt x="1773" y="947"/>
                </a:lnTo>
                <a:close/>
                <a:moveTo>
                  <a:pt x="1790" y="947"/>
                </a:moveTo>
                <a:lnTo>
                  <a:pt x="1797" y="947"/>
                </a:lnTo>
                <a:lnTo>
                  <a:pt x="1797" y="940"/>
                </a:lnTo>
                <a:lnTo>
                  <a:pt x="1790" y="940"/>
                </a:lnTo>
                <a:lnTo>
                  <a:pt x="1790" y="947"/>
                </a:lnTo>
                <a:close/>
                <a:moveTo>
                  <a:pt x="1806" y="947"/>
                </a:moveTo>
                <a:lnTo>
                  <a:pt x="1814" y="947"/>
                </a:lnTo>
                <a:lnTo>
                  <a:pt x="1814" y="940"/>
                </a:lnTo>
                <a:lnTo>
                  <a:pt x="1806" y="940"/>
                </a:lnTo>
                <a:lnTo>
                  <a:pt x="1806" y="947"/>
                </a:lnTo>
                <a:close/>
                <a:moveTo>
                  <a:pt x="1823" y="947"/>
                </a:moveTo>
                <a:lnTo>
                  <a:pt x="1830" y="947"/>
                </a:lnTo>
                <a:lnTo>
                  <a:pt x="1830" y="940"/>
                </a:lnTo>
                <a:lnTo>
                  <a:pt x="1823" y="940"/>
                </a:lnTo>
                <a:lnTo>
                  <a:pt x="1823" y="947"/>
                </a:lnTo>
                <a:close/>
                <a:moveTo>
                  <a:pt x="1840" y="947"/>
                </a:moveTo>
                <a:lnTo>
                  <a:pt x="1847" y="947"/>
                </a:lnTo>
                <a:lnTo>
                  <a:pt x="1847" y="940"/>
                </a:lnTo>
                <a:lnTo>
                  <a:pt x="1840" y="940"/>
                </a:lnTo>
                <a:lnTo>
                  <a:pt x="1840" y="947"/>
                </a:lnTo>
                <a:close/>
                <a:moveTo>
                  <a:pt x="1856" y="947"/>
                </a:moveTo>
                <a:lnTo>
                  <a:pt x="1863" y="947"/>
                </a:lnTo>
                <a:lnTo>
                  <a:pt x="1863" y="940"/>
                </a:lnTo>
                <a:lnTo>
                  <a:pt x="1856" y="940"/>
                </a:lnTo>
                <a:lnTo>
                  <a:pt x="1856" y="947"/>
                </a:lnTo>
                <a:close/>
                <a:moveTo>
                  <a:pt x="2259" y="947"/>
                </a:moveTo>
                <a:lnTo>
                  <a:pt x="2266" y="947"/>
                </a:lnTo>
                <a:lnTo>
                  <a:pt x="2266" y="940"/>
                </a:lnTo>
                <a:lnTo>
                  <a:pt x="2259" y="940"/>
                </a:lnTo>
                <a:lnTo>
                  <a:pt x="2259" y="947"/>
                </a:lnTo>
                <a:close/>
                <a:moveTo>
                  <a:pt x="2275" y="947"/>
                </a:moveTo>
                <a:lnTo>
                  <a:pt x="2282" y="947"/>
                </a:lnTo>
                <a:lnTo>
                  <a:pt x="2282" y="940"/>
                </a:lnTo>
                <a:lnTo>
                  <a:pt x="2275" y="940"/>
                </a:lnTo>
                <a:lnTo>
                  <a:pt x="2275" y="947"/>
                </a:lnTo>
                <a:close/>
                <a:moveTo>
                  <a:pt x="2292" y="947"/>
                </a:moveTo>
                <a:lnTo>
                  <a:pt x="2299" y="947"/>
                </a:lnTo>
                <a:lnTo>
                  <a:pt x="2299" y="940"/>
                </a:lnTo>
                <a:lnTo>
                  <a:pt x="2292" y="940"/>
                </a:lnTo>
                <a:lnTo>
                  <a:pt x="2292" y="947"/>
                </a:lnTo>
                <a:close/>
                <a:moveTo>
                  <a:pt x="2308" y="947"/>
                </a:moveTo>
                <a:lnTo>
                  <a:pt x="2316" y="947"/>
                </a:lnTo>
                <a:lnTo>
                  <a:pt x="2316" y="940"/>
                </a:lnTo>
                <a:lnTo>
                  <a:pt x="2308" y="940"/>
                </a:lnTo>
                <a:lnTo>
                  <a:pt x="2308" y="947"/>
                </a:lnTo>
                <a:close/>
                <a:moveTo>
                  <a:pt x="2325" y="947"/>
                </a:moveTo>
                <a:lnTo>
                  <a:pt x="2332" y="947"/>
                </a:lnTo>
                <a:lnTo>
                  <a:pt x="2332" y="940"/>
                </a:lnTo>
                <a:lnTo>
                  <a:pt x="2325" y="940"/>
                </a:lnTo>
                <a:lnTo>
                  <a:pt x="2325" y="947"/>
                </a:lnTo>
                <a:close/>
                <a:moveTo>
                  <a:pt x="2391" y="947"/>
                </a:moveTo>
                <a:lnTo>
                  <a:pt x="2398" y="947"/>
                </a:lnTo>
                <a:lnTo>
                  <a:pt x="2398" y="940"/>
                </a:lnTo>
                <a:lnTo>
                  <a:pt x="2391" y="940"/>
                </a:lnTo>
                <a:lnTo>
                  <a:pt x="2391" y="947"/>
                </a:lnTo>
                <a:close/>
                <a:moveTo>
                  <a:pt x="2408" y="947"/>
                </a:moveTo>
                <a:lnTo>
                  <a:pt x="2415" y="947"/>
                </a:lnTo>
                <a:lnTo>
                  <a:pt x="2415" y="940"/>
                </a:lnTo>
                <a:lnTo>
                  <a:pt x="2408" y="940"/>
                </a:lnTo>
                <a:lnTo>
                  <a:pt x="2408" y="947"/>
                </a:lnTo>
                <a:close/>
                <a:moveTo>
                  <a:pt x="2427" y="947"/>
                </a:moveTo>
                <a:lnTo>
                  <a:pt x="2434" y="947"/>
                </a:lnTo>
                <a:lnTo>
                  <a:pt x="2434" y="940"/>
                </a:lnTo>
                <a:lnTo>
                  <a:pt x="2427" y="940"/>
                </a:lnTo>
                <a:lnTo>
                  <a:pt x="2427" y="947"/>
                </a:lnTo>
                <a:close/>
                <a:moveTo>
                  <a:pt x="2443" y="947"/>
                </a:moveTo>
                <a:lnTo>
                  <a:pt x="2451" y="947"/>
                </a:lnTo>
                <a:lnTo>
                  <a:pt x="2451" y="940"/>
                </a:lnTo>
                <a:lnTo>
                  <a:pt x="2443" y="940"/>
                </a:lnTo>
                <a:lnTo>
                  <a:pt x="2443" y="947"/>
                </a:lnTo>
                <a:close/>
                <a:moveTo>
                  <a:pt x="2460" y="947"/>
                </a:moveTo>
                <a:lnTo>
                  <a:pt x="2467" y="947"/>
                </a:lnTo>
                <a:lnTo>
                  <a:pt x="2467" y="940"/>
                </a:lnTo>
                <a:lnTo>
                  <a:pt x="2460" y="940"/>
                </a:lnTo>
                <a:lnTo>
                  <a:pt x="2460" y="947"/>
                </a:lnTo>
                <a:close/>
                <a:moveTo>
                  <a:pt x="2526" y="947"/>
                </a:moveTo>
                <a:lnTo>
                  <a:pt x="2533" y="947"/>
                </a:lnTo>
                <a:lnTo>
                  <a:pt x="2533" y="940"/>
                </a:lnTo>
                <a:lnTo>
                  <a:pt x="2526" y="940"/>
                </a:lnTo>
                <a:lnTo>
                  <a:pt x="2526" y="947"/>
                </a:lnTo>
                <a:close/>
                <a:moveTo>
                  <a:pt x="2543" y="947"/>
                </a:moveTo>
                <a:lnTo>
                  <a:pt x="2550" y="947"/>
                </a:lnTo>
                <a:lnTo>
                  <a:pt x="2550" y="940"/>
                </a:lnTo>
                <a:lnTo>
                  <a:pt x="2543" y="940"/>
                </a:lnTo>
                <a:lnTo>
                  <a:pt x="2543" y="947"/>
                </a:lnTo>
                <a:close/>
                <a:moveTo>
                  <a:pt x="786" y="964"/>
                </a:moveTo>
                <a:lnTo>
                  <a:pt x="793" y="964"/>
                </a:lnTo>
                <a:lnTo>
                  <a:pt x="793" y="957"/>
                </a:lnTo>
                <a:lnTo>
                  <a:pt x="786" y="957"/>
                </a:lnTo>
                <a:lnTo>
                  <a:pt x="786" y="964"/>
                </a:lnTo>
                <a:close/>
                <a:moveTo>
                  <a:pt x="802" y="964"/>
                </a:moveTo>
                <a:lnTo>
                  <a:pt x="810" y="964"/>
                </a:lnTo>
                <a:lnTo>
                  <a:pt x="810" y="957"/>
                </a:lnTo>
                <a:lnTo>
                  <a:pt x="802" y="957"/>
                </a:lnTo>
                <a:lnTo>
                  <a:pt x="802" y="964"/>
                </a:lnTo>
                <a:close/>
                <a:moveTo>
                  <a:pt x="819" y="964"/>
                </a:moveTo>
                <a:lnTo>
                  <a:pt x="826" y="964"/>
                </a:lnTo>
                <a:lnTo>
                  <a:pt x="826" y="957"/>
                </a:lnTo>
                <a:lnTo>
                  <a:pt x="819" y="957"/>
                </a:lnTo>
                <a:lnTo>
                  <a:pt x="819" y="964"/>
                </a:lnTo>
                <a:close/>
                <a:moveTo>
                  <a:pt x="836" y="964"/>
                </a:moveTo>
                <a:lnTo>
                  <a:pt x="843" y="964"/>
                </a:lnTo>
                <a:lnTo>
                  <a:pt x="843" y="957"/>
                </a:lnTo>
                <a:lnTo>
                  <a:pt x="836" y="957"/>
                </a:lnTo>
                <a:lnTo>
                  <a:pt x="836" y="964"/>
                </a:lnTo>
                <a:close/>
                <a:moveTo>
                  <a:pt x="852" y="964"/>
                </a:moveTo>
                <a:lnTo>
                  <a:pt x="859" y="964"/>
                </a:lnTo>
                <a:lnTo>
                  <a:pt x="859" y="957"/>
                </a:lnTo>
                <a:lnTo>
                  <a:pt x="852" y="957"/>
                </a:lnTo>
                <a:lnTo>
                  <a:pt x="852" y="964"/>
                </a:lnTo>
                <a:close/>
                <a:moveTo>
                  <a:pt x="871" y="964"/>
                </a:moveTo>
                <a:lnTo>
                  <a:pt x="876" y="964"/>
                </a:lnTo>
                <a:lnTo>
                  <a:pt x="876" y="957"/>
                </a:lnTo>
                <a:lnTo>
                  <a:pt x="871" y="957"/>
                </a:lnTo>
                <a:lnTo>
                  <a:pt x="871" y="964"/>
                </a:lnTo>
                <a:close/>
                <a:moveTo>
                  <a:pt x="888" y="964"/>
                </a:moveTo>
                <a:lnTo>
                  <a:pt x="895" y="964"/>
                </a:lnTo>
                <a:lnTo>
                  <a:pt x="895" y="957"/>
                </a:lnTo>
                <a:lnTo>
                  <a:pt x="888" y="957"/>
                </a:lnTo>
                <a:lnTo>
                  <a:pt x="888" y="964"/>
                </a:lnTo>
                <a:close/>
                <a:moveTo>
                  <a:pt x="904" y="964"/>
                </a:moveTo>
                <a:lnTo>
                  <a:pt x="911" y="964"/>
                </a:lnTo>
                <a:lnTo>
                  <a:pt x="911" y="957"/>
                </a:lnTo>
                <a:lnTo>
                  <a:pt x="904" y="957"/>
                </a:lnTo>
                <a:lnTo>
                  <a:pt x="904" y="964"/>
                </a:lnTo>
                <a:close/>
                <a:moveTo>
                  <a:pt x="921" y="964"/>
                </a:moveTo>
                <a:lnTo>
                  <a:pt x="928" y="964"/>
                </a:lnTo>
                <a:lnTo>
                  <a:pt x="928" y="957"/>
                </a:lnTo>
                <a:lnTo>
                  <a:pt x="921" y="957"/>
                </a:lnTo>
                <a:lnTo>
                  <a:pt x="921" y="964"/>
                </a:lnTo>
                <a:close/>
                <a:moveTo>
                  <a:pt x="937" y="964"/>
                </a:moveTo>
                <a:lnTo>
                  <a:pt x="944" y="964"/>
                </a:lnTo>
                <a:lnTo>
                  <a:pt x="944" y="957"/>
                </a:lnTo>
                <a:lnTo>
                  <a:pt x="937" y="957"/>
                </a:lnTo>
                <a:lnTo>
                  <a:pt x="937" y="964"/>
                </a:lnTo>
                <a:close/>
                <a:moveTo>
                  <a:pt x="954" y="964"/>
                </a:moveTo>
                <a:lnTo>
                  <a:pt x="961" y="964"/>
                </a:lnTo>
                <a:lnTo>
                  <a:pt x="961" y="957"/>
                </a:lnTo>
                <a:lnTo>
                  <a:pt x="954" y="957"/>
                </a:lnTo>
                <a:lnTo>
                  <a:pt x="954" y="964"/>
                </a:lnTo>
                <a:close/>
                <a:moveTo>
                  <a:pt x="971" y="964"/>
                </a:moveTo>
                <a:lnTo>
                  <a:pt x="978" y="964"/>
                </a:lnTo>
                <a:lnTo>
                  <a:pt x="978" y="957"/>
                </a:lnTo>
                <a:lnTo>
                  <a:pt x="971" y="957"/>
                </a:lnTo>
                <a:lnTo>
                  <a:pt x="971" y="964"/>
                </a:lnTo>
                <a:close/>
                <a:moveTo>
                  <a:pt x="987" y="964"/>
                </a:moveTo>
                <a:lnTo>
                  <a:pt x="994" y="964"/>
                </a:lnTo>
                <a:lnTo>
                  <a:pt x="994" y="957"/>
                </a:lnTo>
                <a:lnTo>
                  <a:pt x="987" y="957"/>
                </a:lnTo>
                <a:lnTo>
                  <a:pt x="987" y="964"/>
                </a:lnTo>
                <a:close/>
                <a:moveTo>
                  <a:pt x="1004" y="964"/>
                </a:moveTo>
                <a:lnTo>
                  <a:pt x="1011" y="964"/>
                </a:lnTo>
                <a:lnTo>
                  <a:pt x="1011" y="957"/>
                </a:lnTo>
                <a:lnTo>
                  <a:pt x="1004" y="957"/>
                </a:lnTo>
                <a:lnTo>
                  <a:pt x="1004" y="964"/>
                </a:lnTo>
                <a:close/>
                <a:moveTo>
                  <a:pt x="1020" y="964"/>
                </a:moveTo>
                <a:lnTo>
                  <a:pt x="1027" y="964"/>
                </a:lnTo>
                <a:lnTo>
                  <a:pt x="1027" y="957"/>
                </a:lnTo>
                <a:lnTo>
                  <a:pt x="1020" y="957"/>
                </a:lnTo>
                <a:lnTo>
                  <a:pt x="1020" y="964"/>
                </a:lnTo>
                <a:close/>
                <a:moveTo>
                  <a:pt x="1037" y="964"/>
                </a:moveTo>
                <a:lnTo>
                  <a:pt x="1044" y="964"/>
                </a:lnTo>
                <a:lnTo>
                  <a:pt x="1044" y="957"/>
                </a:lnTo>
                <a:lnTo>
                  <a:pt x="1037" y="957"/>
                </a:lnTo>
                <a:lnTo>
                  <a:pt x="1037" y="964"/>
                </a:lnTo>
                <a:close/>
                <a:moveTo>
                  <a:pt x="1539" y="964"/>
                </a:moveTo>
                <a:lnTo>
                  <a:pt x="1546" y="964"/>
                </a:lnTo>
                <a:lnTo>
                  <a:pt x="1546" y="957"/>
                </a:lnTo>
                <a:lnTo>
                  <a:pt x="1539" y="957"/>
                </a:lnTo>
                <a:lnTo>
                  <a:pt x="1539" y="964"/>
                </a:lnTo>
                <a:close/>
                <a:moveTo>
                  <a:pt x="1555" y="964"/>
                </a:moveTo>
                <a:lnTo>
                  <a:pt x="1563" y="964"/>
                </a:lnTo>
                <a:lnTo>
                  <a:pt x="1563" y="957"/>
                </a:lnTo>
                <a:lnTo>
                  <a:pt x="1555" y="957"/>
                </a:lnTo>
                <a:lnTo>
                  <a:pt x="1555" y="964"/>
                </a:lnTo>
                <a:close/>
                <a:moveTo>
                  <a:pt x="1572" y="964"/>
                </a:moveTo>
                <a:lnTo>
                  <a:pt x="1579" y="964"/>
                </a:lnTo>
                <a:lnTo>
                  <a:pt x="1579" y="957"/>
                </a:lnTo>
                <a:lnTo>
                  <a:pt x="1572" y="957"/>
                </a:lnTo>
                <a:lnTo>
                  <a:pt x="1572" y="964"/>
                </a:lnTo>
                <a:close/>
                <a:moveTo>
                  <a:pt x="1589" y="964"/>
                </a:moveTo>
                <a:lnTo>
                  <a:pt x="1596" y="964"/>
                </a:lnTo>
                <a:lnTo>
                  <a:pt x="1596" y="957"/>
                </a:lnTo>
                <a:lnTo>
                  <a:pt x="1589" y="957"/>
                </a:lnTo>
                <a:lnTo>
                  <a:pt x="1589" y="964"/>
                </a:lnTo>
                <a:close/>
                <a:moveTo>
                  <a:pt x="1605" y="964"/>
                </a:moveTo>
                <a:lnTo>
                  <a:pt x="1612" y="964"/>
                </a:lnTo>
                <a:lnTo>
                  <a:pt x="1612" y="957"/>
                </a:lnTo>
                <a:lnTo>
                  <a:pt x="1605" y="957"/>
                </a:lnTo>
                <a:lnTo>
                  <a:pt x="1605" y="964"/>
                </a:lnTo>
                <a:close/>
                <a:moveTo>
                  <a:pt x="1622" y="964"/>
                </a:moveTo>
                <a:lnTo>
                  <a:pt x="1629" y="964"/>
                </a:lnTo>
                <a:lnTo>
                  <a:pt x="1629" y="957"/>
                </a:lnTo>
                <a:lnTo>
                  <a:pt x="1622" y="957"/>
                </a:lnTo>
                <a:lnTo>
                  <a:pt x="1622" y="964"/>
                </a:lnTo>
                <a:close/>
                <a:moveTo>
                  <a:pt x="1638" y="964"/>
                </a:moveTo>
                <a:lnTo>
                  <a:pt x="1645" y="964"/>
                </a:lnTo>
                <a:lnTo>
                  <a:pt x="1645" y="957"/>
                </a:lnTo>
                <a:lnTo>
                  <a:pt x="1638" y="957"/>
                </a:lnTo>
                <a:lnTo>
                  <a:pt x="1638" y="964"/>
                </a:lnTo>
                <a:close/>
                <a:moveTo>
                  <a:pt x="1657" y="964"/>
                </a:moveTo>
                <a:lnTo>
                  <a:pt x="1664" y="964"/>
                </a:lnTo>
                <a:lnTo>
                  <a:pt x="1664" y="957"/>
                </a:lnTo>
                <a:lnTo>
                  <a:pt x="1657" y="957"/>
                </a:lnTo>
                <a:lnTo>
                  <a:pt x="1657" y="964"/>
                </a:lnTo>
                <a:close/>
                <a:moveTo>
                  <a:pt x="1674" y="964"/>
                </a:moveTo>
                <a:lnTo>
                  <a:pt x="1681" y="964"/>
                </a:lnTo>
                <a:lnTo>
                  <a:pt x="1681" y="957"/>
                </a:lnTo>
                <a:lnTo>
                  <a:pt x="1674" y="957"/>
                </a:lnTo>
                <a:lnTo>
                  <a:pt x="1674" y="964"/>
                </a:lnTo>
                <a:close/>
                <a:moveTo>
                  <a:pt x="1690" y="964"/>
                </a:moveTo>
                <a:lnTo>
                  <a:pt x="1698" y="964"/>
                </a:lnTo>
                <a:lnTo>
                  <a:pt x="1698" y="957"/>
                </a:lnTo>
                <a:lnTo>
                  <a:pt x="1690" y="957"/>
                </a:lnTo>
                <a:lnTo>
                  <a:pt x="1690" y="964"/>
                </a:lnTo>
                <a:close/>
                <a:moveTo>
                  <a:pt x="1707" y="964"/>
                </a:moveTo>
                <a:lnTo>
                  <a:pt x="1714" y="964"/>
                </a:lnTo>
                <a:lnTo>
                  <a:pt x="1714" y="957"/>
                </a:lnTo>
                <a:lnTo>
                  <a:pt x="1707" y="957"/>
                </a:lnTo>
                <a:lnTo>
                  <a:pt x="1707" y="964"/>
                </a:lnTo>
                <a:close/>
                <a:moveTo>
                  <a:pt x="1724" y="964"/>
                </a:moveTo>
                <a:lnTo>
                  <a:pt x="1731" y="964"/>
                </a:lnTo>
                <a:lnTo>
                  <a:pt x="1731" y="957"/>
                </a:lnTo>
                <a:lnTo>
                  <a:pt x="1724" y="957"/>
                </a:lnTo>
                <a:lnTo>
                  <a:pt x="1724" y="964"/>
                </a:lnTo>
                <a:close/>
                <a:moveTo>
                  <a:pt x="1740" y="964"/>
                </a:moveTo>
                <a:lnTo>
                  <a:pt x="1747" y="964"/>
                </a:lnTo>
                <a:lnTo>
                  <a:pt x="1747" y="957"/>
                </a:lnTo>
                <a:lnTo>
                  <a:pt x="1740" y="957"/>
                </a:lnTo>
                <a:lnTo>
                  <a:pt x="1740" y="964"/>
                </a:lnTo>
                <a:close/>
                <a:moveTo>
                  <a:pt x="1757" y="964"/>
                </a:moveTo>
                <a:lnTo>
                  <a:pt x="1764" y="964"/>
                </a:lnTo>
                <a:lnTo>
                  <a:pt x="1764" y="957"/>
                </a:lnTo>
                <a:lnTo>
                  <a:pt x="1757" y="957"/>
                </a:lnTo>
                <a:lnTo>
                  <a:pt x="1757" y="964"/>
                </a:lnTo>
                <a:close/>
                <a:moveTo>
                  <a:pt x="1773" y="964"/>
                </a:moveTo>
                <a:lnTo>
                  <a:pt x="1780" y="964"/>
                </a:lnTo>
                <a:lnTo>
                  <a:pt x="1780" y="957"/>
                </a:lnTo>
                <a:lnTo>
                  <a:pt x="1773" y="957"/>
                </a:lnTo>
                <a:lnTo>
                  <a:pt x="1773" y="964"/>
                </a:lnTo>
                <a:close/>
                <a:moveTo>
                  <a:pt x="1790" y="964"/>
                </a:moveTo>
                <a:lnTo>
                  <a:pt x="1797" y="964"/>
                </a:lnTo>
                <a:lnTo>
                  <a:pt x="1797" y="957"/>
                </a:lnTo>
                <a:lnTo>
                  <a:pt x="1790" y="957"/>
                </a:lnTo>
                <a:lnTo>
                  <a:pt x="1790" y="964"/>
                </a:lnTo>
                <a:close/>
                <a:moveTo>
                  <a:pt x="1806" y="964"/>
                </a:moveTo>
                <a:lnTo>
                  <a:pt x="1814" y="964"/>
                </a:lnTo>
                <a:lnTo>
                  <a:pt x="1814" y="957"/>
                </a:lnTo>
                <a:lnTo>
                  <a:pt x="1806" y="957"/>
                </a:lnTo>
                <a:lnTo>
                  <a:pt x="1806" y="964"/>
                </a:lnTo>
                <a:close/>
                <a:moveTo>
                  <a:pt x="1823" y="964"/>
                </a:moveTo>
                <a:lnTo>
                  <a:pt x="1830" y="964"/>
                </a:lnTo>
                <a:lnTo>
                  <a:pt x="1830" y="957"/>
                </a:lnTo>
                <a:lnTo>
                  <a:pt x="1823" y="957"/>
                </a:lnTo>
                <a:lnTo>
                  <a:pt x="1823" y="964"/>
                </a:lnTo>
                <a:close/>
                <a:moveTo>
                  <a:pt x="1840" y="964"/>
                </a:moveTo>
                <a:lnTo>
                  <a:pt x="1847" y="964"/>
                </a:lnTo>
                <a:lnTo>
                  <a:pt x="1847" y="957"/>
                </a:lnTo>
                <a:lnTo>
                  <a:pt x="1840" y="957"/>
                </a:lnTo>
                <a:lnTo>
                  <a:pt x="1840" y="964"/>
                </a:lnTo>
                <a:close/>
                <a:moveTo>
                  <a:pt x="2259" y="964"/>
                </a:moveTo>
                <a:lnTo>
                  <a:pt x="2266" y="964"/>
                </a:lnTo>
                <a:lnTo>
                  <a:pt x="2266" y="957"/>
                </a:lnTo>
                <a:lnTo>
                  <a:pt x="2259" y="957"/>
                </a:lnTo>
                <a:lnTo>
                  <a:pt x="2259" y="964"/>
                </a:lnTo>
                <a:close/>
                <a:moveTo>
                  <a:pt x="2275" y="964"/>
                </a:moveTo>
                <a:lnTo>
                  <a:pt x="2282" y="964"/>
                </a:lnTo>
                <a:lnTo>
                  <a:pt x="2282" y="957"/>
                </a:lnTo>
                <a:lnTo>
                  <a:pt x="2275" y="957"/>
                </a:lnTo>
                <a:lnTo>
                  <a:pt x="2275" y="964"/>
                </a:lnTo>
                <a:close/>
                <a:moveTo>
                  <a:pt x="2292" y="964"/>
                </a:moveTo>
                <a:lnTo>
                  <a:pt x="2299" y="964"/>
                </a:lnTo>
                <a:lnTo>
                  <a:pt x="2299" y="957"/>
                </a:lnTo>
                <a:lnTo>
                  <a:pt x="2292" y="957"/>
                </a:lnTo>
                <a:lnTo>
                  <a:pt x="2292" y="964"/>
                </a:lnTo>
                <a:close/>
                <a:moveTo>
                  <a:pt x="2308" y="964"/>
                </a:moveTo>
                <a:lnTo>
                  <a:pt x="2316" y="964"/>
                </a:lnTo>
                <a:lnTo>
                  <a:pt x="2316" y="957"/>
                </a:lnTo>
                <a:lnTo>
                  <a:pt x="2308" y="957"/>
                </a:lnTo>
                <a:lnTo>
                  <a:pt x="2308" y="964"/>
                </a:lnTo>
                <a:close/>
                <a:moveTo>
                  <a:pt x="2325" y="964"/>
                </a:moveTo>
                <a:lnTo>
                  <a:pt x="2332" y="964"/>
                </a:lnTo>
                <a:lnTo>
                  <a:pt x="2332" y="957"/>
                </a:lnTo>
                <a:lnTo>
                  <a:pt x="2325" y="957"/>
                </a:lnTo>
                <a:lnTo>
                  <a:pt x="2325" y="964"/>
                </a:lnTo>
                <a:close/>
                <a:moveTo>
                  <a:pt x="2342" y="964"/>
                </a:moveTo>
                <a:lnTo>
                  <a:pt x="2349" y="964"/>
                </a:lnTo>
                <a:lnTo>
                  <a:pt x="2349" y="957"/>
                </a:lnTo>
                <a:lnTo>
                  <a:pt x="2342" y="957"/>
                </a:lnTo>
                <a:lnTo>
                  <a:pt x="2342" y="964"/>
                </a:lnTo>
                <a:close/>
                <a:moveTo>
                  <a:pt x="2375" y="964"/>
                </a:moveTo>
                <a:lnTo>
                  <a:pt x="2382" y="964"/>
                </a:lnTo>
                <a:lnTo>
                  <a:pt x="2382" y="957"/>
                </a:lnTo>
                <a:lnTo>
                  <a:pt x="2375" y="957"/>
                </a:lnTo>
                <a:lnTo>
                  <a:pt x="2375" y="964"/>
                </a:lnTo>
                <a:close/>
                <a:moveTo>
                  <a:pt x="2391" y="964"/>
                </a:moveTo>
                <a:lnTo>
                  <a:pt x="2398" y="964"/>
                </a:lnTo>
                <a:lnTo>
                  <a:pt x="2398" y="957"/>
                </a:lnTo>
                <a:lnTo>
                  <a:pt x="2391" y="957"/>
                </a:lnTo>
                <a:lnTo>
                  <a:pt x="2391" y="964"/>
                </a:lnTo>
                <a:close/>
                <a:moveTo>
                  <a:pt x="2408" y="964"/>
                </a:moveTo>
                <a:lnTo>
                  <a:pt x="2415" y="964"/>
                </a:lnTo>
                <a:lnTo>
                  <a:pt x="2415" y="957"/>
                </a:lnTo>
                <a:lnTo>
                  <a:pt x="2408" y="957"/>
                </a:lnTo>
                <a:lnTo>
                  <a:pt x="2408" y="964"/>
                </a:lnTo>
                <a:close/>
                <a:moveTo>
                  <a:pt x="2427" y="964"/>
                </a:moveTo>
                <a:lnTo>
                  <a:pt x="2434" y="964"/>
                </a:lnTo>
                <a:lnTo>
                  <a:pt x="2434" y="957"/>
                </a:lnTo>
                <a:lnTo>
                  <a:pt x="2427" y="957"/>
                </a:lnTo>
                <a:lnTo>
                  <a:pt x="2427" y="964"/>
                </a:lnTo>
                <a:close/>
                <a:moveTo>
                  <a:pt x="2443" y="964"/>
                </a:moveTo>
                <a:lnTo>
                  <a:pt x="2451" y="964"/>
                </a:lnTo>
                <a:lnTo>
                  <a:pt x="2451" y="957"/>
                </a:lnTo>
                <a:lnTo>
                  <a:pt x="2443" y="957"/>
                </a:lnTo>
                <a:lnTo>
                  <a:pt x="2443" y="964"/>
                </a:lnTo>
                <a:close/>
                <a:moveTo>
                  <a:pt x="2460" y="964"/>
                </a:moveTo>
                <a:lnTo>
                  <a:pt x="2467" y="964"/>
                </a:lnTo>
                <a:lnTo>
                  <a:pt x="2467" y="957"/>
                </a:lnTo>
                <a:lnTo>
                  <a:pt x="2460" y="957"/>
                </a:lnTo>
                <a:lnTo>
                  <a:pt x="2460" y="964"/>
                </a:lnTo>
                <a:close/>
                <a:moveTo>
                  <a:pt x="2477" y="964"/>
                </a:moveTo>
                <a:lnTo>
                  <a:pt x="2484" y="964"/>
                </a:lnTo>
                <a:lnTo>
                  <a:pt x="2484" y="957"/>
                </a:lnTo>
                <a:lnTo>
                  <a:pt x="2477" y="957"/>
                </a:lnTo>
                <a:lnTo>
                  <a:pt x="2477" y="964"/>
                </a:lnTo>
                <a:close/>
                <a:moveTo>
                  <a:pt x="2493" y="964"/>
                </a:moveTo>
                <a:lnTo>
                  <a:pt x="2500" y="964"/>
                </a:lnTo>
                <a:lnTo>
                  <a:pt x="2500" y="957"/>
                </a:lnTo>
                <a:lnTo>
                  <a:pt x="2493" y="957"/>
                </a:lnTo>
                <a:lnTo>
                  <a:pt x="2493" y="964"/>
                </a:lnTo>
                <a:close/>
                <a:moveTo>
                  <a:pt x="2510" y="964"/>
                </a:moveTo>
                <a:lnTo>
                  <a:pt x="2517" y="964"/>
                </a:lnTo>
                <a:lnTo>
                  <a:pt x="2517" y="957"/>
                </a:lnTo>
                <a:lnTo>
                  <a:pt x="2510" y="957"/>
                </a:lnTo>
                <a:lnTo>
                  <a:pt x="2510" y="964"/>
                </a:lnTo>
                <a:close/>
                <a:moveTo>
                  <a:pt x="2526" y="964"/>
                </a:moveTo>
                <a:lnTo>
                  <a:pt x="2533" y="964"/>
                </a:lnTo>
                <a:lnTo>
                  <a:pt x="2533" y="957"/>
                </a:lnTo>
                <a:lnTo>
                  <a:pt x="2526" y="957"/>
                </a:lnTo>
                <a:lnTo>
                  <a:pt x="2526" y="964"/>
                </a:lnTo>
                <a:close/>
                <a:moveTo>
                  <a:pt x="2543" y="964"/>
                </a:moveTo>
                <a:lnTo>
                  <a:pt x="2550" y="964"/>
                </a:lnTo>
                <a:lnTo>
                  <a:pt x="2550" y="957"/>
                </a:lnTo>
                <a:lnTo>
                  <a:pt x="2543" y="957"/>
                </a:lnTo>
                <a:lnTo>
                  <a:pt x="2543" y="964"/>
                </a:lnTo>
                <a:close/>
                <a:moveTo>
                  <a:pt x="2761" y="964"/>
                </a:moveTo>
                <a:lnTo>
                  <a:pt x="2768" y="964"/>
                </a:lnTo>
                <a:lnTo>
                  <a:pt x="2768" y="957"/>
                </a:lnTo>
                <a:lnTo>
                  <a:pt x="2761" y="957"/>
                </a:lnTo>
                <a:lnTo>
                  <a:pt x="2761" y="964"/>
                </a:lnTo>
                <a:close/>
                <a:moveTo>
                  <a:pt x="769" y="981"/>
                </a:moveTo>
                <a:lnTo>
                  <a:pt x="776" y="981"/>
                </a:lnTo>
                <a:lnTo>
                  <a:pt x="776" y="974"/>
                </a:lnTo>
                <a:lnTo>
                  <a:pt x="769" y="974"/>
                </a:lnTo>
                <a:lnTo>
                  <a:pt x="769" y="981"/>
                </a:lnTo>
                <a:close/>
                <a:moveTo>
                  <a:pt x="786" y="981"/>
                </a:moveTo>
                <a:lnTo>
                  <a:pt x="793" y="981"/>
                </a:lnTo>
                <a:lnTo>
                  <a:pt x="793" y="974"/>
                </a:lnTo>
                <a:lnTo>
                  <a:pt x="786" y="974"/>
                </a:lnTo>
                <a:lnTo>
                  <a:pt x="786" y="981"/>
                </a:lnTo>
                <a:close/>
                <a:moveTo>
                  <a:pt x="802" y="981"/>
                </a:moveTo>
                <a:lnTo>
                  <a:pt x="810" y="981"/>
                </a:lnTo>
                <a:lnTo>
                  <a:pt x="810" y="974"/>
                </a:lnTo>
                <a:lnTo>
                  <a:pt x="802" y="974"/>
                </a:lnTo>
                <a:lnTo>
                  <a:pt x="802" y="981"/>
                </a:lnTo>
                <a:close/>
                <a:moveTo>
                  <a:pt x="819" y="981"/>
                </a:moveTo>
                <a:lnTo>
                  <a:pt x="826" y="981"/>
                </a:lnTo>
                <a:lnTo>
                  <a:pt x="826" y="974"/>
                </a:lnTo>
                <a:lnTo>
                  <a:pt x="819" y="974"/>
                </a:lnTo>
                <a:lnTo>
                  <a:pt x="819" y="981"/>
                </a:lnTo>
                <a:close/>
                <a:moveTo>
                  <a:pt x="836" y="981"/>
                </a:moveTo>
                <a:lnTo>
                  <a:pt x="843" y="981"/>
                </a:lnTo>
                <a:lnTo>
                  <a:pt x="843" y="974"/>
                </a:lnTo>
                <a:lnTo>
                  <a:pt x="836" y="974"/>
                </a:lnTo>
                <a:lnTo>
                  <a:pt x="836" y="981"/>
                </a:lnTo>
                <a:close/>
                <a:moveTo>
                  <a:pt x="852" y="981"/>
                </a:moveTo>
                <a:lnTo>
                  <a:pt x="859" y="981"/>
                </a:lnTo>
                <a:lnTo>
                  <a:pt x="859" y="974"/>
                </a:lnTo>
                <a:lnTo>
                  <a:pt x="852" y="974"/>
                </a:lnTo>
                <a:lnTo>
                  <a:pt x="852" y="981"/>
                </a:lnTo>
                <a:close/>
                <a:moveTo>
                  <a:pt x="871" y="981"/>
                </a:moveTo>
                <a:lnTo>
                  <a:pt x="876" y="981"/>
                </a:lnTo>
                <a:lnTo>
                  <a:pt x="876" y="974"/>
                </a:lnTo>
                <a:lnTo>
                  <a:pt x="871" y="974"/>
                </a:lnTo>
                <a:lnTo>
                  <a:pt x="871" y="981"/>
                </a:lnTo>
                <a:close/>
                <a:moveTo>
                  <a:pt x="888" y="981"/>
                </a:moveTo>
                <a:lnTo>
                  <a:pt x="895" y="981"/>
                </a:lnTo>
                <a:lnTo>
                  <a:pt x="895" y="974"/>
                </a:lnTo>
                <a:lnTo>
                  <a:pt x="888" y="974"/>
                </a:lnTo>
                <a:lnTo>
                  <a:pt x="888" y="981"/>
                </a:lnTo>
                <a:close/>
                <a:moveTo>
                  <a:pt x="904" y="981"/>
                </a:moveTo>
                <a:lnTo>
                  <a:pt x="911" y="981"/>
                </a:lnTo>
                <a:lnTo>
                  <a:pt x="911" y="974"/>
                </a:lnTo>
                <a:lnTo>
                  <a:pt x="904" y="974"/>
                </a:lnTo>
                <a:lnTo>
                  <a:pt x="904" y="981"/>
                </a:lnTo>
                <a:close/>
                <a:moveTo>
                  <a:pt x="921" y="981"/>
                </a:moveTo>
                <a:lnTo>
                  <a:pt x="928" y="981"/>
                </a:lnTo>
                <a:lnTo>
                  <a:pt x="928" y="974"/>
                </a:lnTo>
                <a:lnTo>
                  <a:pt x="921" y="974"/>
                </a:lnTo>
                <a:lnTo>
                  <a:pt x="921" y="981"/>
                </a:lnTo>
                <a:close/>
                <a:moveTo>
                  <a:pt x="937" y="981"/>
                </a:moveTo>
                <a:lnTo>
                  <a:pt x="944" y="981"/>
                </a:lnTo>
                <a:lnTo>
                  <a:pt x="944" y="974"/>
                </a:lnTo>
                <a:lnTo>
                  <a:pt x="937" y="974"/>
                </a:lnTo>
                <a:lnTo>
                  <a:pt x="937" y="981"/>
                </a:lnTo>
                <a:close/>
                <a:moveTo>
                  <a:pt x="954" y="981"/>
                </a:moveTo>
                <a:lnTo>
                  <a:pt x="961" y="981"/>
                </a:lnTo>
                <a:lnTo>
                  <a:pt x="961" y="974"/>
                </a:lnTo>
                <a:lnTo>
                  <a:pt x="954" y="974"/>
                </a:lnTo>
                <a:lnTo>
                  <a:pt x="954" y="981"/>
                </a:lnTo>
                <a:close/>
                <a:moveTo>
                  <a:pt x="971" y="981"/>
                </a:moveTo>
                <a:lnTo>
                  <a:pt x="978" y="981"/>
                </a:lnTo>
                <a:lnTo>
                  <a:pt x="978" y="974"/>
                </a:lnTo>
                <a:lnTo>
                  <a:pt x="971" y="974"/>
                </a:lnTo>
                <a:lnTo>
                  <a:pt x="971" y="981"/>
                </a:lnTo>
                <a:close/>
                <a:moveTo>
                  <a:pt x="987" y="981"/>
                </a:moveTo>
                <a:lnTo>
                  <a:pt x="994" y="981"/>
                </a:lnTo>
                <a:lnTo>
                  <a:pt x="994" y="974"/>
                </a:lnTo>
                <a:lnTo>
                  <a:pt x="987" y="974"/>
                </a:lnTo>
                <a:lnTo>
                  <a:pt x="987" y="981"/>
                </a:lnTo>
                <a:close/>
                <a:moveTo>
                  <a:pt x="1004" y="981"/>
                </a:moveTo>
                <a:lnTo>
                  <a:pt x="1011" y="981"/>
                </a:lnTo>
                <a:lnTo>
                  <a:pt x="1011" y="974"/>
                </a:lnTo>
                <a:lnTo>
                  <a:pt x="1004" y="974"/>
                </a:lnTo>
                <a:lnTo>
                  <a:pt x="1004" y="981"/>
                </a:lnTo>
                <a:close/>
                <a:moveTo>
                  <a:pt x="1020" y="981"/>
                </a:moveTo>
                <a:lnTo>
                  <a:pt x="1027" y="981"/>
                </a:lnTo>
                <a:lnTo>
                  <a:pt x="1027" y="974"/>
                </a:lnTo>
                <a:lnTo>
                  <a:pt x="1020" y="974"/>
                </a:lnTo>
                <a:lnTo>
                  <a:pt x="1020" y="981"/>
                </a:lnTo>
                <a:close/>
                <a:moveTo>
                  <a:pt x="1037" y="981"/>
                </a:moveTo>
                <a:lnTo>
                  <a:pt x="1044" y="981"/>
                </a:lnTo>
                <a:lnTo>
                  <a:pt x="1044" y="974"/>
                </a:lnTo>
                <a:lnTo>
                  <a:pt x="1037" y="974"/>
                </a:lnTo>
                <a:lnTo>
                  <a:pt x="1037" y="981"/>
                </a:lnTo>
                <a:close/>
                <a:moveTo>
                  <a:pt x="1053" y="981"/>
                </a:moveTo>
                <a:lnTo>
                  <a:pt x="1061" y="981"/>
                </a:lnTo>
                <a:lnTo>
                  <a:pt x="1061" y="974"/>
                </a:lnTo>
                <a:lnTo>
                  <a:pt x="1053" y="974"/>
                </a:lnTo>
                <a:lnTo>
                  <a:pt x="1053" y="981"/>
                </a:lnTo>
                <a:close/>
                <a:moveTo>
                  <a:pt x="1070" y="981"/>
                </a:moveTo>
                <a:lnTo>
                  <a:pt x="1077" y="981"/>
                </a:lnTo>
                <a:lnTo>
                  <a:pt x="1077" y="974"/>
                </a:lnTo>
                <a:lnTo>
                  <a:pt x="1070" y="974"/>
                </a:lnTo>
                <a:lnTo>
                  <a:pt x="1070" y="981"/>
                </a:lnTo>
                <a:close/>
                <a:moveTo>
                  <a:pt x="1539" y="981"/>
                </a:moveTo>
                <a:lnTo>
                  <a:pt x="1546" y="981"/>
                </a:lnTo>
                <a:lnTo>
                  <a:pt x="1546" y="974"/>
                </a:lnTo>
                <a:lnTo>
                  <a:pt x="1539" y="974"/>
                </a:lnTo>
                <a:lnTo>
                  <a:pt x="1539" y="981"/>
                </a:lnTo>
                <a:close/>
                <a:moveTo>
                  <a:pt x="1555" y="981"/>
                </a:moveTo>
                <a:lnTo>
                  <a:pt x="1563" y="981"/>
                </a:lnTo>
                <a:lnTo>
                  <a:pt x="1563" y="974"/>
                </a:lnTo>
                <a:lnTo>
                  <a:pt x="1555" y="974"/>
                </a:lnTo>
                <a:lnTo>
                  <a:pt x="1555" y="981"/>
                </a:lnTo>
                <a:close/>
                <a:moveTo>
                  <a:pt x="1572" y="981"/>
                </a:moveTo>
                <a:lnTo>
                  <a:pt x="1579" y="981"/>
                </a:lnTo>
                <a:lnTo>
                  <a:pt x="1579" y="974"/>
                </a:lnTo>
                <a:lnTo>
                  <a:pt x="1572" y="974"/>
                </a:lnTo>
                <a:lnTo>
                  <a:pt x="1572" y="981"/>
                </a:lnTo>
                <a:close/>
                <a:moveTo>
                  <a:pt x="1589" y="981"/>
                </a:moveTo>
                <a:lnTo>
                  <a:pt x="1596" y="981"/>
                </a:lnTo>
                <a:lnTo>
                  <a:pt x="1596" y="974"/>
                </a:lnTo>
                <a:lnTo>
                  <a:pt x="1589" y="974"/>
                </a:lnTo>
                <a:lnTo>
                  <a:pt x="1589" y="981"/>
                </a:lnTo>
                <a:close/>
                <a:moveTo>
                  <a:pt x="1605" y="981"/>
                </a:moveTo>
                <a:lnTo>
                  <a:pt x="1612" y="981"/>
                </a:lnTo>
                <a:lnTo>
                  <a:pt x="1612" y="974"/>
                </a:lnTo>
                <a:lnTo>
                  <a:pt x="1605" y="974"/>
                </a:lnTo>
                <a:lnTo>
                  <a:pt x="1605" y="981"/>
                </a:lnTo>
                <a:close/>
                <a:moveTo>
                  <a:pt x="1622" y="981"/>
                </a:moveTo>
                <a:lnTo>
                  <a:pt x="1629" y="981"/>
                </a:lnTo>
                <a:lnTo>
                  <a:pt x="1629" y="974"/>
                </a:lnTo>
                <a:lnTo>
                  <a:pt x="1622" y="974"/>
                </a:lnTo>
                <a:lnTo>
                  <a:pt x="1622" y="981"/>
                </a:lnTo>
                <a:close/>
                <a:moveTo>
                  <a:pt x="1638" y="981"/>
                </a:moveTo>
                <a:lnTo>
                  <a:pt x="1645" y="981"/>
                </a:lnTo>
                <a:lnTo>
                  <a:pt x="1645" y="974"/>
                </a:lnTo>
                <a:lnTo>
                  <a:pt x="1638" y="974"/>
                </a:lnTo>
                <a:lnTo>
                  <a:pt x="1638" y="981"/>
                </a:lnTo>
                <a:close/>
                <a:moveTo>
                  <a:pt x="1657" y="981"/>
                </a:moveTo>
                <a:lnTo>
                  <a:pt x="1664" y="981"/>
                </a:lnTo>
                <a:lnTo>
                  <a:pt x="1664" y="974"/>
                </a:lnTo>
                <a:lnTo>
                  <a:pt x="1657" y="974"/>
                </a:lnTo>
                <a:lnTo>
                  <a:pt x="1657" y="981"/>
                </a:lnTo>
                <a:close/>
                <a:moveTo>
                  <a:pt x="1674" y="981"/>
                </a:moveTo>
                <a:lnTo>
                  <a:pt x="1681" y="981"/>
                </a:lnTo>
                <a:lnTo>
                  <a:pt x="1681" y="974"/>
                </a:lnTo>
                <a:lnTo>
                  <a:pt x="1674" y="974"/>
                </a:lnTo>
                <a:lnTo>
                  <a:pt x="1674" y="981"/>
                </a:lnTo>
                <a:close/>
                <a:moveTo>
                  <a:pt x="1690" y="981"/>
                </a:moveTo>
                <a:lnTo>
                  <a:pt x="1698" y="981"/>
                </a:lnTo>
                <a:lnTo>
                  <a:pt x="1698" y="974"/>
                </a:lnTo>
                <a:lnTo>
                  <a:pt x="1690" y="974"/>
                </a:lnTo>
                <a:lnTo>
                  <a:pt x="1690" y="981"/>
                </a:lnTo>
                <a:close/>
                <a:moveTo>
                  <a:pt x="1707" y="981"/>
                </a:moveTo>
                <a:lnTo>
                  <a:pt x="1714" y="981"/>
                </a:lnTo>
                <a:lnTo>
                  <a:pt x="1714" y="974"/>
                </a:lnTo>
                <a:lnTo>
                  <a:pt x="1707" y="974"/>
                </a:lnTo>
                <a:lnTo>
                  <a:pt x="1707" y="981"/>
                </a:lnTo>
                <a:close/>
                <a:moveTo>
                  <a:pt x="1724" y="981"/>
                </a:moveTo>
                <a:lnTo>
                  <a:pt x="1731" y="981"/>
                </a:lnTo>
                <a:lnTo>
                  <a:pt x="1731" y="974"/>
                </a:lnTo>
                <a:lnTo>
                  <a:pt x="1724" y="974"/>
                </a:lnTo>
                <a:lnTo>
                  <a:pt x="1724" y="981"/>
                </a:lnTo>
                <a:close/>
                <a:moveTo>
                  <a:pt x="1740" y="981"/>
                </a:moveTo>
                <a:lnTo>
                  <a:pt x="1747" y="981"/>
                </a:lnTo>
                <a:lnTo>
                  <a:pt x="1747" y="974"/>
                </a:lnTo>
                <a:lnTo>
                  <a:pt x="1740" y="974"/>
                </a:lnTo>
                <a:lnTo>
                  <a:pt x="1740" y="981"/>
                </a:lnTo>
                <a:close/>
                <a:moveTo>
                  <a:pt x="1757" y="981"/>
                </a:moveTo>
                <a:lnTo>
                  <a:pt x="1764" y="981"/>
                </a:lnTo>
                <a:lnTo>
                  <a:pt x="1764" y="974"/>
                </a:lnTo>
                <a:lnTo>
                  <a:pt x="1757" y="974"/>
                </a:lnTo>
                <a:lnTo>
                  <a:pt x="1757" y="981"/>
                </a:lnTo>
                <a:close/>
                <a:moveTo>
                  <a:pt x="1773" y="981"/>
                </a:moveTo>
                <a:lnTo>
                  <a:pt x="1780" y="981"/>
                </a:lnTo>
                <a:lnTo>
                  <a:pt x="1780" y="974"/>
                </a:lnTo>
                <a:lnTo>
                  <a:pt x="1773" y="974"/>
                </a:lnTo>
                <a:lnTo>
                  <a:pt x="1773" y="981"/>
                </a:lnTo>
                <a:close/>
                <a:moveTo>
                  <a:pt x="1790" y="981"/>
                </a:moveTo>
                <a:lnTo>
                  <a:pt x="1797" y="981"/>
                </a:lnTo>
                <a:lnTo>
                  <a:pt x="1797" y="974"/>
                </a:lnTo>
                <a:lnTo>
                  <a:pt x="1790" y="974"/>
                </a:lnTo>
                <a:lnTo>
                  <a:pt x="1790" y="981"/>
                </a:lnTo>
                <a:close/>
                <a:moveTo>
                  <a:pt x="1806" y="981"/>
                </a:moveTo>
                <a:lnTo>
                  <a:pt x="1814" y="981"/>
                </a:lnTo>
                <a:lnTo>
                  <a:pt x="1814" y="974"/>
                </a:lnTo>
                <a:lnTo>
                  <a:pt x="1806" y="974"/>
                </a:lnTo>
                <a:lnTo>
                  <a:pt x="1806" y="981"/>
                </a:lnTo>
                <a:close/>
                <a:moveTo>
                  <a:pt x="1823" y="981"/>
                </a:moveTo>
                <a:lnTo>
                  <a:pt x="1830" y="981"/>
                </a:lnTo>
                <a:lnTo>
                  <a:pt x="1830" y="974"/>
                </a:lnTo>
                <a:lnTo>
                  <a:pt x="1823" y="974"/>
                </a:lnTo>
                <a:lnTo>
                  <a:pt x="1823" y="981"/>
                </a:lnTo>
                <a:close/>
                <a:moveTo>
                  <a:pt x="2292" y="981"/>
                </a:moveTo>
                <a:lnTo>
                  <a:pt x="2299" y="981"/>
                </a:lnTo>
                <a:lnTo>
                  <a:pt x="2299" y="974"/>
                </a:lnTo>
                <a:lnTo>
                  <a:pt x="2292" y="974"/>
                </a:lnTo>
                <a:lnTo>
                  <a:pt x="2292" y="981"/>
                </a:lnTo>
                <a:close/>
                <a:moveTo>
                  <a:pt x="2308" y="981"/>
                </a:moveTo>
                <a:lnTo>
                  <a:pt x="2316" y="981"/>
                </a:lnTo>
                <a:lnTo>
                  <a:pt x="2316" y="974"/>
                </a:lnTo>
                <a:lnTo>
                  <a:pt x="2308" y="974"/>
                </a:lnTo>
                <a:lnTo>
                  <a:pt x="2308" y="981"/>
                </a:lnTo>
                <a:close/>
                <a:moveTo>
                  <a:pt x="2325" y="981"/>
                </a:moveTo>
                <a:lnTo>
                  <a:pt x="2332" y="981"/>
                </a:lnTo>
                <a:lnTo>
                  <a:pt x="2332" y="974"/>
                </a:lnTo>
                <a:lnTo>
                  <a:pt x="2325" y="974"/>
                </a:lnTo>
                <a:lnTo>
                  <a:pt x="2325" y="981"/>
                </a:lnTo>
                <a:close/>
                <a:moveTo>
                  <a:pt x="2342" y="981"/>
                </a:moveTo>
                <a:lnTo>
                  <a:pt x="2349" y="981"/>
                </a:lnTo>
                <a:lnTo>
                  <a:pt x="2349" y="974"/>
                </a:lnTo>
                <a:lnTo>
                  <a:pt x="2342" y="974"/>
                </a:lnTo>
                <a:lnTo>
                  <a:pt x="2342" y="981"/>
                </a:lnTo>
                <a:close/>
                <a:moveTo>
                  <a:pt x="2375" y="981"/>
                </a:moveTo>
                <a:lnTo>
                  <a:pt x="2382" y="981"/>
                </a:lnTo>
                <a:lnTo>
                  <a:pt x="2382" y="974"/>
                </a:lnTo>
                <a:lnTo>
                  <a:pt x="2375" y="974"/>
                </a:lnTo>
                <a:lnTo>
                  <a:pt x="2375" y="981"/>
                </a:lnTo>
                <a:close/>
                <a:moveTo>
                  <a:pt x="2391" y="981"/>
                </a:moveTo>
                <a:lnTo>
                  <a:pt x="2398" y="981"/>
                </a:lnTo>
                <a:lnTo>
                  <a:pt x="2398" y="974"/>
                </a:lnTo>
                <a:lnTo>
                  <a:pt x="2391" y="974"/>
                </a:lnTo>
                <a:lnTo>
                  <a:pt x="2391" y="981"/>
                </a:lnTo>
                <a:close/>
                <a:moveTo>
                  <a:pt x="2408" y="981"/>
                </a:moveTo>
                <a:lnTo>
                  <a:pt x="2415" y="981"/>
                </a:lnTo>
                <a:lnTo>
                  <a:pt x="2415" y="974"/>
                </a:lnTo>
                <a:lnTo>
                  <a:pt x="2408" y="974"/>
                </a:lnTo>
                <a:lnTo>
                  <a:pt x="2408" y="981"/>
                </a:lnTo>
                <a:close/>
                <a:moveTo>
                  <a:pt x="2427" y="981"/>
                </a:moveTo>
                <a:lnTo>
                  <a:pt x="2434" y="981"/>
                </a:lnTo>
                <a:lnTo>
                  <a:pt x="2434" y="974"/>
                </a:lnTo>
                <a:lnTo>
                  <a:pt x="2427" y="974"/>
                </a:lnTo>
                <a:lnTo>
                  <a:pt x="2427" y="981"/>
                </a:lnTo>
                <a:close/>
                <a:moveTo>
                  <a:pt x="2443" y="981"/>
                </a:moveTo>
                <a:lnTo>
                  <a:pt x="2451" y="981"/>
                </a:lnTo>
                <a:lnTo>
                  <a:pt x="2451" y="974"/>
                </a:lnTo>
                <a:lnTo>
                  <a:pt x="2443" y="974"/>
                </a:lnTo>
                <a:lnTo>
                  <a:pt x="2443" y="981"/>
                </a:lnTo>
                <a:close/>
                <a:moveTo>
                  <a:pt x="2460" y="981"/>
                </a:moveTo>
                <a:lnTo>
                  <a:pt x="2467" y="981"/>
                </a:lnTo>
                <a:lnTo>
                  <a:pt x="2467" y="974"/>
                </a:lnTo>
                <a:lnTo>
                  <a:pt x="2460" y="974"/>
                </a:lnTo>
                <a:lnTo>
                  <a:pt x="2460" y="981"/>
                </a:lnTo>
                <a:close/>
                <a:moveTo>
                  <a:pt x="2477" y="981"/>
                </a:moveTo>
                <a:lnTo>
                  <a:pt x="2484" y="981"/>
                </a:lnTo>
                <a:lnTo>
                  <a:pt x="2484" y="974"/>
                </a:lnTo>
                <a:lnTo>
                  <a:pt x="2477" y="974"/>
                </a:lnTo>
                <a:lnTo>
                  <a:pt x="2477" y="981"/>
                </a:lnTo>
                <a:close/>
                <a:moveTo>
                  <a:pt x="2493" y="981"/>
                </a:moveTo>
                <a:lnTo>
                  <a:pt x="2500" y="981"/>
                </a:lnTo>
                <a:lnTo>
                  <a:pt x="2500" y="974"/>
                </a:lnTo>
                <a:lnTo>
                  <a:pt x="2493" y="974"/>
                </a:lnTo>
                <a:lnTo>
                  <a:pt x="2493" y="981"/>
                </a:lnTo>
                <a:close/>
                <a:moveTo>
                  <a:pt x="2526" y="981"/>
                </a:moveTo>
                <a:lnTo>
                  <a:pt x="2533" y="981"/>
                </a:lnTo>
                <a:lnTo>
                  <a:pt x="2533" y="974"/>
                </a:lnTo>
                <a:lnTo>
                  <a:pt x="2526" y="974"/>
                </a:lnTo>
                <a:lnTo>
                  <a:pt x="2526" y="981"/>
                </a:lnTo>
                <a:close/>
                <a:moveTo>
                  <a:pt x="2543" y="981"/>
                </a:moveTo>
                <a:lnTo>
                  <a:pt x="2550" y="981"/>
                </a:lnTo>
                <a:lnTo>
                  <a:pt x="2550" y="974"/>
                </a:lnTo>
                <a:lnTo>
                  <a:pt x="2543" y="974"/>
                </a:lnTo>
                <a:lnTo>
                  <a:pt x="2543" y="981"/>
                </a:lnTo>
                <a:close/>
                <a:moveTo>
                  <a:pt x="2560" y="981"/>
                </a:moveTo>
                <a:lnTo>
                  <a:pt x="2567" y="981"/>
                </a:lnTo>
                <a:lnTo>
                  <a:pt x="2567" y="974"/>
                </a:lnTo>
                <a:lnTo>
                  <a:pt x="2560" y="974"/>
                </a:lnTo>
                <a:lnTo>
                  <a:pt x="2560" y="981"/>
                </a:lnTo>
                <a:close/>
                <a:moveTo>
                  <a:pt x="2576" y="981"/>
                </a:moveTo>
                <a:lnTo>
                  <a:pt x="2583" y="981"/>
                </a:lnTo>
                <a:lnTo>
                  <a:pt x="2583" y="974"/>
                </a:lnTo>
                <a:lnTo>
                  <a:pt x="2576" y="974"/>
                </a:lnTo>
                <a:lnTo>
                  <a:pt x="2576" y="981"/>
                </a:lnTo>
                <a:close/>
                <a:moveTo>
                  <a:pt x="2593" y="981"/>
                </a:moveTo>
                <a:lnTo>
                  <a:pt x="2600" y="981"/>
                </a:lnTo>
                <a:lnTo>
                  <a:pt x="2600" y="974"/>
                </a:lnTo>
                <a:lnTo>
                  <a:pt x="2593" y="974"/>
                </a:lnTo>
                <a:lnTo>
                  <a:pt x="2593" y="981"/>
                </a:lnTo>
                <a:close/>
                <a:moveTo>
                  <a:pt x="769" y="997"/>
                </a:moveTo>
                <a:lnTo>
                  <a:pt x="776" y="997"/>
                </a:lnTo>
                <a:lnTo>
                  <a:pt x="776" y="990"/>
                </a:lnTo>
                <a:lnTo>
                  <a:pt x="769" y="990"/>
                </a:lnTo>
                <a:lnTo>
                  <a:pt x="769" y="997"/>
                </a:lnTo>
                <a:close/>
                <a:moveTo>
                  <a:pt x="786" y="997"/>
                </a:moveTo>
                <a:lnTo>
                  <a:pt x="793" y="997"/>
                </a:lnTo>
                <a:lnTo>
                  <a:pt x="793" y="990"/>
                </a:lnTo>
                <a:lnTo>
                  <a:pt x="786" y="990"/>
                </a:lnTo>
                <a:lnTo>
                  <a:pt x="786" y="997"/>
                </a:lnTo>
                <a:close/>
                <a:moveTo>
                  <a:pt x="802" y="997"/>
                </a:moveTo>
                <a:lnTo>
                  <a:pt x="810" y="997"/>
                </a:lnTo>
                <a:lnTo>
                  <a:pt x="810" y="990"/>
                </a:lnTo>
                <a:lnTo>
                  <a:pt x="802" y="990"/>
                </a:lnTo>
                <a:lnTo>
                  <a:pt x="802" y="997"/>
                </a:lnTo>
                <a:close/>
                <a:moveTo>
                  <a:pt x="819" y="997"/>
                </a:moveTo>
                <a:lnTo>
                  <a:pt x="826" y="997"/>
                </a:lnTo>
                <a:lnTo>
                  <a:pt x="826" y="990"/>
                </a:lnTo>
                <a:lnTo>
                  <a:pt x="819" y="990"/>
                </a:lnTo>
                <a:lnTo>
                  <a:pt x="819" y="997"/>
                </a:lnTo>
                <a:close/>
                <a:moveTo>
                  <a:pt x="836" y="997"/>
                </a:moveTo>
                <a:lnTo>
                  <a:pt x="843" y="997"/>
                </a:lnTo>
                <a:lnTo>
                  <a:pt x="843" y="990"/>
                </a:lnTo>
                <a:lnTo>
                  <a:pt x="836" y="990"/>
                </a:lnTo>
                <a:lnTo>
                  <a:pt x="836" y="997"/>
                </a:lnTo>
                <a:close/>
                <a:moveTo>
                  <a:pt x="852" y="997"/>
                </a:moveTo>
                <a:lnTo>
                  <a:pt x="859" y="997"/>
                </a:lnTo>
                <a:lnTo>
                  <a:pt x="859" y="990"/>
                </a:lnTo>
                <a:lnTo>
                  <a:pt x="852" y="990"/>
                </a:lnTo>
                <a:lnTo>
                  <a:pt x="852" y="997"/>
                </a:lnTo>
                <a:close/>
                <a:moveTo>
                  <a:pt x="871" y="997"/>
                </a:moveTo>
                <a:lnTo>
                  <a:pt x="876" y="997"/>
                </a:lnTo>
                <a:lnTo>
                  <a:pt x="876" y="990"/>
                </a:lnTo>
                <a:lnTo>
                  <a:pt x="871" y="990"/>
                </a:lnTo>
                <a:lnTo>
                  <a:pt x="871" y="997"/>
                </a:lnTo>
                <a:close/>
                <a:moveTo>
                  <a:pt x="888" y="997"/>
                </a:moveTo>
                <a:lnTo>
                  <a:pt x="895" y="997"/>
                </a:lnTo>
                <a:lnTo>
                  <a:pt x="895" y="990"/>
                </a:lnTo>
                <a:lnTo>
                  <a:pt x="888" y="990"/>
                </a:lnTo>
                <a:lnTo>
                  <a:pt x="888" y="997"/>
                </a:lnTo>
                <a:close/>
                <a:moveTo>
                  <a:pt x="904" y="997"/>
                </a:moveTo>
                <a:lnTo>
                  <a:pt x="911" y="997"/>
                </a:lnTo>
                <a:lnTo>
                  <a:pt x="911" y="990"/>
                </a:lnTo>
                <a:lnTo>
                  <a:pt x="904" y="990"/>
                </a:lnTo>
                <a:lnTo>
                  <a:pt x="904" y="997"/>
                </a:lnTo>
                <a:close/>
                <a:moveTo>
                  <a:pt x="921" y="997"/>
                </a:moveTo>
                <a:lnTo>
                  <a:pt x="928" y="997"/>
                </a:lnTo>
                <a:lnTo>
                  <a:pt x="928" y="990"/>
                </a:lnTo>
                <a:lnTo>
                  <a:pt x="921" y="990"/>
                </a:lnTo>
                <a:lnTo>
                  <a:pt x="921" y="997"/>
                </a:lnTo>
                <a:close/>
                <a:moveTo>
                  <a:pt x="937" y="997"/>
                </a:moveTo>
                <a:lnTo>
                  <a:pt x="944" y="997"/>
                </a:lnTo>
                <a:lnTo>
                  <a:pt x="944" y="990"/>
                </a:lnTo>
                <a:lnTo>
                  <a:pt x="937" y="990"/>
                </a:lnTo>
                <a:lnTo>
                  <a:pt x="937" y="997"/>
                </a:lnTo>
                <a:close/>
                <a:moveTo>
                  <a:pt x="954" y="997"/>
                </a:moveTo>
                <a:lnTo>
                  <a:pt x="961" y="997"/>
                </a:lnTo>
                <a:lnTo>
                  <a:pt x="961" y="990"/>
                </a:lnTo>
                <a:lnTo>
                  <a:pt x="954" y="990"/>
                </a:lnTo>
                <a:lnTo>
                  <a:pt x="954" y="997"/>
                </a:lnTo>
                <a:close/>
                <a:moveTo>
                  <a:pt x="971" y="997"/>
                </a:moveTo>
                <a:lnTo>
                  <a:pt x="978" y="997"/>
                </a:lnTo>
                <a:lnTo>
                  <a:pt x="978" y="990"/>
                </a:lnTo>
                <a:lnTo>
                  <a:pt x="971" y="990"/>
                </a:lnTo>
                <a:lnTo>
                  <a:pt x="971" y="997"/>
                </a:lnTo>
                <a:close/>
                <a:moveTo>
                  <a:pt x="987" y="997"/>
                </a:moveTo>
                <a:lnTo>
                  <a:pt x="994" y="997"/>
                </a:lnTo>
                <a:lnTo>
                  <a:pt x="994" y="990"/>
                </a:lnTo>
                <a:lnTo>
                  <a:pt x="987" y="990"/>
                </a:lnTo>
                <a:lnTo>
                  <a:pt x="987" y="997"/>
                </a:lnTo>
                <a:close/>
                <a:moveTo>
                  <a:pt x="1004" y="997"/>
                </a:moveTo>
                <a:lnTo>
                  <a:pt x="1011" y="997"/>
                </a:lnTo>
                <a:lnTo>
                  <a:pt x="1011" y="990"/>
                </a:lnTo>
                <a:lnTo>
                  <a:pt x="1004" y="990"/>
                </a:lnTo>
                <a:lnTo>
                  <a:pt x="1004" y="997"/>
                </a:lnTo>
                <a:close/>
                <a:moveTo>
                  <a:pt x="1020" y="997"/>
                </a:moveTo>
                <a:lnTo>
                  <a:pt x="1027" y="997"/>
                </a:lnTo>
                <a:lnTo>
                  <a:pt x="1027" y="990"/>
                </a:lnTo>
                <a:lnTo>
                  <a:pt x="1020" y="990"/>
                </a:lnTo>
                <a:lnTo>
                  <a:pt x="1020" y="997"/>
                </a:lnTo>
                <a:close/>
                <a:moveTo>
                  <a:pt x="1037" y="997"/>
                </a:moveTo>
                <a:lnTo>
                  <a:pt x="1044" y="997"/>
                </a:lnTo>
                <a:lnTo>
                  <a:pt x="1044" y="990"/>
                </a:lnTo>
                <a:lnTo>
                  <a:pt x="1037" y="990"/>
                </a:lnTo>
                <a:lnTo>
                  <a:pt x="1037" y="997"/>
                </a:lnTo>
                <a:close/>
                <a:moveTo>
                  <a:pt x="1053" y="997"/>
                </a:moveTo>
                <a:lnTo>
                  <a:pt x="1061" y="997"/>
                </a:lnTo>
                <a:lnTo>
                  <a:pt x="1061" y="990"/>
                </a:lnTo>
                <a:lnTo>
                  <a:pt x="1053" y="990"/>
                </a:lnTo>
                <a:lnTo>
                  <a:pt x="1053" y="997"/>
                </a:lnTo>
                <a:close/>
                <a:moveTo>
                  <a:pt x="1070" y="997"/>
                </a:moveTo>
                <a:lnTo>
                  <a:pt x="1077" y="997"/>
                </a:lnTo>
                <a:lnTo>
                  <a:pt x="1077" y="990"/>
                </a:lnTo>
                <a:lnTo>
                  <a:pt x="1070" y="990"/>
                </a:lnTo>
                <a:lnTo>
                  <a:pt x="1070" y="997"/>
                </a:lnTo>
                <a:close/>
                <a:moveTo>
                  <a:pt x="1087" y="997"/>
                </a:moveTo>
                <a:lnTo>
                  <a:pt x="1094" y="997"/>
                </a:lnTo>
                <a:lnTo>
                  <a:pt x="1094" y="990"/>
                </a:lnTo>
                <a:lnTo>
                  <a:pt x="1087" y="990"/>
                </a:lnTo>
                <a:lnTo>
                  <a:pt x="1087" y="997"/>
                </a:lnTo>
                <a:close/>
                <a:moveTo>
                  <a:pt x="1103" y="997"/>
                </a:moveTo>
                <a:lnTo>
                  <a:pt x="1110" y="997"/>
                </a:lnTo>
                <a:lnTo>
                  <a:pt x="1110" y="990"/>
                </a:lnTo>
                <a:lnTo>
                  <a:pt x="1103" y="990"/>
                </a:lnTo>
                <a:lnTo>
                  <a:pt x="1103" y="997"/>
                </a:lnTo>
                <a:close/>
                <a:moveTo>
                  <a:pt x="1120" y="997"/>
                </a:moveTo>
                <a:lnTo>
                  <a:pt x="1127" y="997"/>
                </a:lnTo>
                <a:lnTo>
                  <a:pt x="1127" y="990"/>
                </a:lnTo>
                <a:lnTo>
                  <a:pt x="1120" y="990"/>
                </a:lnTo>
                <a:lnTo>
                  <a:pt x="1120" y="997"/>
                </a:lnTo>
                <a:close/>
                <a:moveTo>
                  <a:pt x="1539" y="997"/>
                </a:moveTo>
                <a:lnTo>
                  <a:pt x="1546" y="997"/>
                </a:lnTo>
                <a:lnTo>
                  <a:pt x="1546" y="990"/>
                </a:lnTo>
                <a:lnTo>
                  <a:pt x="1539" y="990"/>
                </a:lnTo>
                <a:lnTo>
                  <a:pt x="1539" y="997"/>
                </a:lnTo>
                <a:close/>
                <a:moveTo>
                  <a:pt x="1555" y="997"/>
                </a:moveTo>
                <a:lnTo>
                  <a:pt x="1563" y="997"/>
                </a:lnTo>
                <a:lnTo>
                  <a:pt x="1563" y="990"/>
                </a:lnTo>
                <a:lnTo>
                  <a:pt x="1555" y="990"/>
                </a:lnTo>
                <a:lnTo>
                  <a:pt x="1555" y="997"/>
                </a:lnTo>
                <a:close/>
                <a:moveTo>
                  <a:pt x="1572" y="997"/>
                </a:moveTo>
                <a:lnTo>
                  <a:pt x="1579" y="997"/>
                </a:lnTo>
                <a:lnTo>
                  <a:pt x="1579" y="990"/>
                </a:lnTo>
                <a:lnTo>
                  <a:pt x="1572" y="990"/>
                </a:lnTo>
                <a:lnTo>
                  <a:pt x="1572" y="997"/>
                </a:lnTo>
                <a:close/>
                <a:moveTo>
                  <a:pt x="1589" y="997"/>
                </a:moveTo>
                <a:lnTo>
                  <a:pt x="1596" y="997"/>
                </a:lnTo>
                <a:lnTo>
                  <a:pt x="1596" y="990"/>
                </a:lnTo>
                <a:lnTo>
                  <a:pt x="1589" y="990"/>
                </a:lnTo>
                <a:lnTo>
                  <a:pt x="1589" y="997"/>
                </a:lnTo>
                <a:close/>
                <a:moveTo>
                  <a:pt x="1605" y="997"/>
                </a:moveTo>
                <a:lnTo>
                  <a:pt x="1612" y="997"/>
                </a:lnTo>
                <a:lnTo>
                  <a:pt x="1612" y="990"/>
                </a:lnTo>
                <a:lnTo>
                  <a:pt x="1605" y="990"/>
                </a:lnTo>
                <a:lnTo>
                  <a:pt x="1605" y="997"/>
                </a:lnTo>
                <a:close/>
                <a:moveTo>
                  <a:pt x="1622" y="997"/>
                </a:moveTo>
                <a:lnTo>
                  <a:pt x="1629" y="997"/>
                </a:lnTo>
                <a:lnTo>
                  <a:pt x="1629" y="990"/>
                </a:lnTo>
                <a:lnTo>
                  <a:pt x="1622" y="990"/>
                </a:lnTo>
                <a:lnTo>
                  <a:pt x="1622" y="997"/>
                </a:lnTo>
                <a:close/>
                <a:moveTo>
                  <a:pt x="1638" y="997"/>
                </a:moveTo>
                <a:lnTo>
                  <a:pt x="1645" y="997"/>
                </a:lnTo>
                <a:lnTo>
                  <a:pt x="1645" y="990"/>
                </a:lnTo>
                <a:lnTo>
                  <a:pt x="1638" y="990"/>
                </a:lnTo>
                <a:lnTo>
                  <a:pt x="1638" y="997"/>
                </a:lnTo>
                <a:close/>
                <a:moveTo>
                  <a:pt x="1657" y="997"/>
                </a:moveTo>
                <a:lnTo>
                  <a:pt x="1664" y="997"/>
                </a:lnTo>
                <a:lnTo>
                  <a:pt x="1664" y="990"/>
                </a:lnTo>
                <a:lnTo>
                  <a:pt x="1657" y="990"/>
                </a:lnTo>
                <a:lnTo>
                  <a:pt x="1657" y="997"/>
                </a:lnTo>
                <a:close/>
                <a:moveTo>
                  <a:pt x="1674" y="997"/>
                </a:moveTo>
                <a:lnTo>
                  <a:pt x="1681" y="997"/>
                </a:lnTo>
                <a:lnTo>
                  <a:pt x="1681" y="990"/>
                </a:lnTo>
                <a:lnTo>
                  <a:pt x="1674" y="990"/>
                </a:lnTo>
                <a:lnTo>
                  <a:pt x="1674" y="997"/>
                </a:lnTo>
                <a:close/>
                <a:moveTo>
                  <a:pt x="1690" y="997"/>
                </a:moveTo>
                <a:lnTo>
                  <a:pt x="1698" y="997"/>
                </a:lnTo>
                <a:lnTo>
                  <a:pt x="1698" y="990"/>
                </a:lnTo>
                <a:lnTo>
                  <a:pt x="1690" y="990"/>
                </a:lnTo>
                <a:lnTo>
                  <a:pt x="1690" y="997"/>
                </a:lnTo>
                <a:close/>
                <a:moveTo>
                  <a:pt x="1707" y="997"/>
                </a:moveTo>
                <a:lnTo>
                  <a:pt x="1714" y="997"/>
                </a:lnTo>
                <a:lnTo>
                  <a:pt x="1714" y="990"/>
                </a:lnTo>
                <a:lnTo>
                  <a:pt x="1707" y="990"/>
                </a:lnTo>
                <a:lnTo>
                  <a:pt x="1707" y="997"/>
                </a:lnTo>
                <a:close/>
                <a:moveTo>
                  <a:pt x="1724" y="997"/>
                </a:moveTo>
                <a:lnTo>
                  <a:pt x="1731" y="997"/>
                </a:lnTo>
                <a:lnTo>
                  <a:pt x="1731" y="990"/>
                </a:lnTo>
                <a:lnTo>
                  <a:pt x="1724" y="990"/>
                </a:lnTo>
                <a:lnTo>
                  <a:pt x="1724" y="997"/>
                </a:lnTo>
                <a:close/>
                <a:moveTo>
                  <a:pt x="1740" y="997"/>
                </a:moveTo>
                <a:lnTo>
                  <a:pt x="1747" y="997"/>
                </a:lnTo>
                <a:lnTo>
                  <a:pt x="1747" y="990"/>
                </a:lnTo>
                <a:lnTo>
                  <a:pt x="1740" y="990"/>
                </a:lnTo>
                <a:lnTo>
                  <a:pt x="1740" y="997"/>
                </a:lnTo>
                <a:close/>
                <a:moveTo>
                  <a:pt x="1757" y="997"/>
                </a:moveTo>
                <a:lnTo>
                  <a:pt x="1764" y="997"/>
                </a:lnTo>
                <a:lnTo>
                  <a:pt x="1764" y="990"/>
                </a:lnTo>
                <a:lnTo>
                  <a:pt x="1757" y="990"/>
                </a:lnTo>
                <a:lnTo>
                  <a:pt x="1757" y="997"/>
                </a:lnTo>
                <a:close/>
                <a:moveTo>
                  <a:pt x="1773" y="997"/>
                </a:moveTo>
                <a:lnTo>
                  <a:pt x="1780" y="997"/>
                </a:lnTo>
                <a:lnTo>
                  <a:pt x="1780" y="990"/>
                </a:lnTo>
                <a:lnTo>
                  <a:pt x="1773" y="990"/>
                </a:lnTo>
                <a:lnTo>
                  <a:pt x="1773" y="997"/>
                </a:lnTo>
                <a:close/>
                <a:moveTo>
                  <a:pt x="1790" y="997"/>
                </a:moveTo>
                <a:lnTo>
                  <a:pt x="1797" y="997"/>
                </a:lnTo>
                <a:lnTo>
                  <a:pt x="1797" y="990"/>
                </a:lnTo>
                <a:lnTo>
                  <a:pt x="1790" y="990"/>
                </a:lnTo>
                <a:lnTo>
                  <a:pt x="1790" y="997"/>
                </a:lnTo>
                <a:close/>
                <a:moveTo>
                  <a:pt x="1806" y="997"/>
                </a:moveTo>
                <a:lnTo>
                  <a:pt x="1814" y="997"/>
                </a:lnTo>
                <a:lnTo>
                  <a:pt x="1814" y="990"/>
                </a:lnTo>
                <a:lnTo>
                  <a:pt x="1806" y="990"/>
                </a:lnTo>
                <a:lnTo>
                  <a:pt x="1806" y="997"/>
                </a:lnTo>
                <a:close/>
                <a:moveTo>
                  <a:pt x="2292" y="997"/>
                </a:moveTo>
                <a:lnTo>
                  <a:pt x="2299" y="997"/>
                </a:lnTo>
                <a:lnTo>
                  <a:pt x="2299" y="990"/>
                </a:lnTo>
                <a:lnTo>
                  <a:pt x="2292" y="990"/>
                </a:lnTo>
                <a:lnTo>
                  <a:pt x="2292" y="997"/>
                </a:lnTo>
                <a:close/>
                <a:moveTo>
                  <a:pt x="2308" y="997"/>
                </a:moveTo>
                <a:lnTo>
                  <a:pt x="2316" y="997"/>
                </a:lnTo>
                <a:lnTo>
                  <a:pt x="2316" y="990"/>
                </a:lnTo>
                <a:lnTo>
                  <a:pt x="2308" y="990"/>
                </a:lnTo>
                <a:lnTo>
                  <a:pt x="2308" y="997"/>
                </a:lnTo>
                <a:close/>
                <a:moveTo>
                  <a:pt x="2325" y="997"/>
                </a:moveTo>
                <a:lnTo>
                  <a:pt x="2332" y="997"/>
                </a:lnTo>
                <a:lnTo>
                  <a:pt x="2332" y="990"/>
                </a:lnTo>
                <a:lnTo>
                  <a:pt x="2325" y="990"/>
                </a:lnTo>
                <a:lnTo>
                  <a:pt x="2325" y="997"/>
                </a:lnTo>
                <a:close/>
                <a:moveTo>
                  <a:pt x="2342" y="997"/>
                </a:moveTo>
                <a:lnTo>
                  <a:pt x="2349" y="997"/>
                </a:lnTo>
                <a:lnTo>
                  <a:pt x="2349" y="990"/>
                </a:lnTo>
                <a:lnTo>
                  <a:pt x="2342" y="990"/>
                </a:lnTo>
                <a:lnTo>
                  <a:pt x="2342" y="997"/>
                </a:lnTo>
                <a:close/>
                <a:moveTo>
                  <a:pt x="2358" y="997"/>
                </a:moveTo>
                <a:lnTo>
                  <a:pt x="2365" y="997"/>
                </a:lnTo>
                <a:lnTo>
                  <a:pt x="2365" y="990"/>
                </a:lnTo>
                <a:lnTo>
                  <a:pt x="2358" y="990"/>
                </a:lnTo>
                <a:lnTo>
                  <a:pt x="2358" y="997"/>
                </a:lnTo>
                <a:close/>
                <a:moveTo>
                  <a:pt x="2375" y="997"/>
                </a:moveTo>
                <a:lnTo>
                  <a:pt x="2382" y="997"/>
                </a:lnTo>
                <a:lnTo>
                  <a:pt x="2382" y="990"/>
                </a:lnTo>
                <a:lnTo>
                  <a:pt x="2375" y="990"/>
                </a:lnTo>
                <a:lnTo>
                  <a:pt x="2375" y="997"/>
                </a:lnTo>
                <a:close/>
                <a:moveTo>
                  <a:pt x="2391" y="997"/>
                </a:moveTo>
                <a:lnTo>
                  <a:pt x="2398" y="997"/>
                </a:lnTo>
                <a:lnTo>
                  <a:pt x="2398" y="990"/>
                </a:lnTo>
                <a:lnTo>
                  <a:pt x="2391" y="990"/>
                </a:lnTo>
                <a:lnTo>
                  <a:pt x="2391" y="997"/>
                </a:lnTo>
                <a:close/>
                <a:moveTo>
                  <a:pt x="2408" y="997"/>
                </a:moveTo>
                <a:lnTo>
                  <a:pt x="2415" y="997"/>
                </a:lnTo>
                <a:lnTo>
                  <a:pt x="2415" y="990"/>
                </a:lnTo>
                <a:lnTo>
                  <a:pt x="2408" y="990"/>
                </a:lnTo>
                <a:lnTo>
                  <a:pt x="2408" y="997"/>
                </a:lnTo>
                <a:close/>
                <a:moveTo>
                  <a:pt x="2427" y="997"/>
                </a:moveTo>
                <a:lnTo>
                  <a:pt x="2434" y="997"/>
                </a:lnTo>
                <a:lnTo>
                  <a:pt x="2434" y="990"/>
                </a:lnTo>
                <a:lnTo>
                  <a:pt x="2427" y="990"/>
                </a:lnTo>
                <a:lnTo>
                  <a:pt x="2427" y="997"/>
                </a:lnTo>
                <a:close/>
                <a:moveTo>
                  <a:pt x="2443" y="997"/>
                </a:moveTo>
                <a:lnTo>
                  <a:pt x="2451" y="997"/>
                </a:lnTo>
                <a:lnTo>
                  <a:pt x="2451" y="990"/>
                </a:lnTo>
                <a:lnTo>
                  <a:pt x="2443" y="990"/>
                </a:lnTo>
                <a:lnTo>
                  <a:pt x="2443" y="997"/>
                </a:lnTo>
                <a:close/>
                <a:moveTo>
                  <a:pt x="2460" y="997"/>
                </a:moveTo>
                <a:lnTo>
                  <a:pt x="2467" y="997"/>
                </a:lnTo>
                <a:lnTo>
                  <a:pt x="2467" y="990"/>
                </a:lnTo>
                <a:lnTo>
                  <a:pt x="2460" y="990"/>
                </a:lnTo>
                <a:lnTo>
                  <a:pt x="2460" y="997"/>
                </a:lnTo>
                <a:close/>
                <a:moveTo>
                  <a:pt x="2477" y="997"/>
                </a:moveTo>
                <a:lnTo>
                  <a:pt x="2484" y="997"/>
                </a:lnTo>
                <a:lnTo>
                  <a:pt x="2484" y="990"/>
                </a:lnTo>
                <a:lnTo>
                  <a:pt x="2477" y="990"/>
                </a:lnTo>
                <a:lnTo>
                  <a:pt x="2477" y="997"/>
                </a:lnTo>
                <a:close/>
                <a:moveTo>
                  <a:pt x="2493" y="997"/>
                </a:moveTo>
                <a:lnTo>
                  <a:pt x="2500" y="997"/>
                </a:lnTo>
                <a:lnTo>
                  <a:pt x="2500" y="990"/>
                </a:lnTo>
                <a:lnTo>
                  <a:pt x="2493" y="990"/>
                </a:lnTo>
                <a:lnTo>
                  <a:pt x="2493" y="997"/>
                </a:lnTo>
                <a:close/>
                <a:moveTo>
                  <a:pt x="2510" y="997"/>
                </a:moveTo>
                <a:lnTo>
                  <a:pt x="2517" y="997"/>
                </a:lnTo>
                <a:lnTo>
                  <a:pt x="2517" y="990"/>
                </a:lnTo>
                <a:lnTo>
                  <a:pt x="2510" y="990"/>
                </a:lnTo>
                <a:lnTo>
                  <a:pt x="2510" y="997"/>
                </a:lnTo>
                <a:close/>
                <a:moveTo>
                  <a:pt x="2526" y="997"/>
                </a:moveTo>
                <a:lnTo>
                  <a:pt x="2533" y="997"/>
                </a:lnTo>
                <a:lnTo>
                  <a:pt x="2533" y="990"/>
                </a:lnTo>
                <a:lnTo>
                  <a:pt x="2526" y="990"/>
                </a:lnTo>
                <a:lnTo>
                  <a:pt x="2526" y="997"/>
                </a:lnTo>
                <a:close/>
                <a:moveTo>
                  <a:pt x="2543" y="997"/>
                </a:moveTo>
                <a:lnTo>
                  <a:pt x="2550" y="997"/>
                </a:lnTo>
                <a:lnTo>
                  <a:pt x="2550" y="990"/>
                </a:lnTo>
                <a:lnTo>
                  <a:pt x="2543" y="990"/>
                </a:lnTo>
                <a:lnTo>
                  <a:pt x="2543" y="997"/>
                </a:lnTo>
                <a:close/>
                <a:moveTo>
                  <a:pt x="2560" y="997"/>
                </a:moveTo>
                <a:lnTo>
                  <a:pt x="2567" y="997"/>
                </a:lnTo>
                <a:lnTo>
                  <a:pt x="2567" y="990"/>
                </a:lnTo>
                <a:lnTo>
                  <a:pt x="2560" y="990"/>
                </a:lnTo>
                <a:lnTo>
                  <a:pt x="2560" y="997"/>
                </a:lnTo>
                <a:close/>
                <a:moveTo>
                  <a:pt x="2576" y="997"/>
                </a:moveTo>
                <a:lnTo>
                  <a:pt x="2583" y="997"/>
                </a:lnTo>
                <a:lnTo>
                  <a:pt x="2583" y="990"/>
                </a:lnTo>
                <a:lnTo>
                  <a:pt x="2576" y="990"/>
                </a:lnTo>
                <a:lnTo>
                  <a:pt x="2576" y="997"/>
                </a:lnTo>
                <a:close/>
                <a:moveTo>
                  <a:pt x="2593" y="997"/>
                </a:moveTo>
                <a:lnTo>
                  <a:pt x="2600" y="997"/>
                </a:lnTo>
                <a:lnTo>
                  <a:pt x="2600" y="990"/>
                </a:lnTo>
                <a:lnTo>
                  <a:pt x="2593" y="990"/>
                </a:lnTo>
                <a:lnTo>
                  <a:pt x="2593" y="997"/>
                </a:lnTo>
                <a:close/>
                <a:moveTo>
                  <a:pt x="2609" y="997"/>
                </a:moveTo>
                <a:lnTo>
                  <a:pt x="2616" y="997"/>
                </a:lnTo>
                <a:lnTo>
                  <a:pt x="2616" y="990"/>
                </a:lnTo>
                <a:lnTo>
                  <a:pt x="2609" y="990"/>
                </a:lnTo>
                <a:lnTo>
                  <a:pt x="2609" y="997"/>
                </a:lnTo>
                <a:close/>
                <a:moveTo>
                  <a:pt x="2626" y="997"/>
                </a:moveTo>
                <a:lnTo>
                  <a:pt x="2633" y="997"/>
                </a:lnTo>
                <a:lnTo>
                  <a:pt x="2633" y="990"/>
                </a:lnTo>
                <a:lnTo>
                  <a:pt x="2626" y="990"/>
                </a:lnTo>
                <a:lnTo>
                  <a:pt x="2626" y="997"/>
                </a:lnTo>
                <a:close/>
                <a:moveTo>
                  <a:pt x="2642" y="997"/>
                </a:moveTo>
                <a:lnTo>
                  <a:pt x="2649" y="997"/>
                </a:lnTo>
                <a:lnTo>
                  <a:pt x="2649" y="990"/>
                </a:lnTo>
                <a:lnTo>
                  <a:pt x="2642" y="990"/>
                </a:lnTo>
                <a:lnTo>
                  <a:pt x="2642" y="997"/>
                </a:lnTo>
                <a:close/>
                <a:moveTo>
                  <a:pt x="2659" y="997"/>
                </a:moveTo>
                <a:lnTo>
                  <a:pt x="2666" y="997"/>
                </a:lnTo>
                <a:lnTo>
                  <a:pt x="2666" y="990"/>
                </a:lnTo>
                <a:lnTo>
                  <a:pt x="2659" y="990"/>
                </a:lnTo>
                <a:lnTo>
                  <a:pt x="2659" y="997"/>
                </a:lnTo>
                <a:close/>
                <a:moveTo>
                  <a:pt x="2694" y="997"/>
                </a:moveTo>
                <a:lnTo>
                  <a:pt x="2702" y="997"/>
                </a:lnTo>
                <a:lnTo>
                  <a:pt x="2702" y="990"/>
                </a:lnTo>
                <a:lnTo>
                  <a:pt x="2694" y="990"/>
                </a:lnTo>
                <a:lnTo>
                  <a:pt x="2694" y="997"/>
                </a:lnTo>
                <a:close/>
                <a:moveTo>
                  <a:pt x="2728" y="997"/>
                </a:moveTo>
                <a:lnTo>
                  <a:pt x="2735" y="997"/>
                </a:lnTo>
                <a:lnTo>
                  <a:pt x="2735" y="990"/>
                </a:lnTo>
                <a:lnTo>
                  <a:pt x="2728" y="990"/>
                </a:lnTo>
                <a:lnTo>
                  <a:pt x="2728" y="997"/>
                </a:lnTo>
                <a:close/>
                <a:moveTo>
                  <a:pt x="2744" y="997"/>
                </a:moveTo>
                <a:lnTo>
                  <a:pt x="2751" y="997"/>
                </a:lnTo>
                <a:lnTo>
                  <a:pt x="2751" y="990"/>
                </a:lnTo>
                <a:lnTo>
                  <a:pt x="2744" y="990"/>
                </a:lnTo>
                <a:lnTo>
                  <a:pt x="2744" y="997"/>
                </a:lnTo>
                <a:close/>
                <a:moveTo>
                  <a:pt x="2761" y="997"/>
                </a:moveTo>
                <a:lnTo>
                  <a:pt x="2768" y="997"/>
                </a:lnTo>
                <a:lnTo>
                  <a:pt x="2768" y="990"/>
                </a:lnTo>
                <a:lnTo>
                  <a:pt x="2761" y="990"/>
                </a:lnTo>
                <a:lnTo>
                  <a:pt x="2761" y="997"/>
                </a:lnTo>
                <a:close/>
                <a:moveTo>
                  <a:pt x="769" y="1014"/>
                </a:moveTo>
                <a:lnTo>
                  <a:pt x="776" y="1014"/>
                </a:lnTo>
                <a:lnTo>
                  <a:pt x="776" y="1007"/>
                </a:lnTo>
                <a:lnTo>
                  <a:pt x="769" y="1007"/>
                </a:lnTo>
                <a:lnTo>
                  <a:pt x="769" y="1014"/>
                </a:lnTo>
                <a:close/>
                <a:moveTo>
                  <a:pt x="786" y="1014"/>
                </a:moveTo>
                <a:lnTo>
                  <a:pt x="793" y="1014"/>
                </a:lnTo>
                <a:lnTo>
                  <a:pt x="793" y="1007"/>
                </a:lnTo>
                <a:lnTo>
                  <a:pt x="786" y="1007"/>
                </a:lnTo>
                <a:lnTo>
                  <a:pt x="786" y="1014"/>
                </a:lnTo>
                <a:close/>
                <a:moveTo>
                  <a:pt x="802" y="1014"/>
                </a:moveTo>
                <a:lnTo>
                  <a:pt x="810" y="1014"/>
                </a:lnTo>
                <a:lnTo>
                  <a:pt x="810" y="1007"/>
                </a:lnTo>
                <a:lnTo>
                  <a:pt x="802" y="1007"/>
                </a:lnTo>
                <a:lnTo>
                  <a:pt x="802" y="1014"/>
                </a:lnTo>
                <a:close/>
                <a:moveTo>
                  <a:pt x="819" y="1014"/>
                </a:moveTo>
                <a:lnTo>
                  <a:pt x="826" y="1014"/>
                </a:lnTo>
                <a:lnTo>
                  <a:pt x="826" y="1007"/>
                </a:lnTo>
                <a:lnTo>
                  <a:pt x="819" y="1007"/>
                </a:lnTo>
                <a:lnTo>
                  <a:pt x="819" y="1014"/>
                </a:lnTo>
                <a:close/>
                <a:moveTo>
                  <a:pt x="836" y="1014"/>
                </a:moveTo>
                <a:lnTo>
                  <a:pt x="843" y="1014"/>
                </a:lnTo>
                <a:lnTo>
                  <a:pt x="843" y="1007"/>
                </a:lnTo>
                <a:lnTo>
                  <a:pt x="836" y="1007"/>
                </a:lnTo>
                <a:lnTo>
                  <a:pt x="836" y="1014"/>
                </a:lnTo>
                <a:close/>
                <a:moveTo>
                  <a:pt x="852" y="1014"/>
                </a:moveTo>
                <a:lnTo>
                  <a:pt x="859" y="1014"/>
                </a:lnTo>
                <a:lnTo>
                  <a:pt x="859" y="1007"/>
                </a:lnTo>
                <a:lnTo>
                  <a:pt x="852" y="1007"/>
                </a:lnTo>
                <a:lnTo>
                  <a:pt x="852" y="1014"/>
                </a:lnTo>
                <a:close/>
                <a:moveTo>
                  <a:pt x="871" y="1014"/>
                </a:moveTo>
                <a:lnTo>
                  <a:pt x="876" y="1014"/>
                </a:lnTo>
                <a:lnTo>
                  <a:pt x="876" y="1007"/>
                </a:lnTo>
                <a:lnTo>
                  <a:pt x="871" y="1007"/>
                </a:lnTo>
                <a:lnTo>
                  <a:pt x="871" y="1014"/>
                </a:lnTo>
                <a:close/>
                <a:moveTo>
                  <a:pt x="888" y="1014"/>
                </a:moveTo>
                <a:lnTo>
                  <a:pt x="895" y="1014"/>
                </a:lnTo>
                <a:lnTo>
                  <a:pt x="895" y="1007"/>
                </a:lnTo>
                <a:lnTo>
                  <a:pt x="888" y="1007"/>
                </a:lnTo>
                <a:lnTo>
                  <a:pt x="888" y="1014"/>
                </a:lnTo>
                <a:close/>
                <a:moveTo>
                  <a:pt x="904" y="1014"/>
                </a:moveTo>
                <a:lnTo>
                  <a:pt x="911" y="1014"/>
                </a:lnTo>
                <a:lnTo>
                  <a:pt x="911" y="1007"/>
                </a:lnTo>
                <a:lnTo>
                  <a:pt x="904" y="1007"/>
                </a:lnTo>
                <a:lnTo>
                  <a:pt x="904" y="1014"/>
                </a:lnTo>
                <a:close/>
                <a:moveTo>
                  <a:pt x="921" y="1014"/>
                </a:moveTo>
                <a:lnTo>
                  <a:pt x="928" y="1014"/>
                </a:lnTo>
                <a:lnTo>
                  <a:pt x="928" y="1007"/>
                </a:lnTo>
                <a:lnTo>
                  <a:pt x="921" y="1007"/>
                </a:lnTo>
                <a:lnTo>
                  <a:pt x="921" y="1014"/>
                </a:lnTo>
                <a:close/>
                <a:moveTo>
                  <a:pt x="937" y="1014"/>
                </a:moveTo>
                <a:lnTo>
                  <a:pt x="944" y="1014"/>
                </a:lnTo>
                <a:lnTo>
                  <a:pt x="944" y="1007"/>
                </a:lnTo>
                <a:lnTo>
                  <a:pt x="937" y="1007"/>
                </a:lnTo>
                <a:lnTo>
                  <a:pt x="937" y="1014"/>
                </a:lnTo>
                <a:close/>
                <a:moveTo>
                  <a:pt x="954" y="1014"/>
                </a:moveTo>
                <a:lnTo>
                  <a:pt x="961" y="1014"/>
                </a:lnTo>
                <a:lnTo>
                  <a:pt x="961" y="1007"/>
                </a:lnTo>
                <a:lnTo>
                  <a:pt x="954" y="1007"/>
                </a:lnTo>
                <a:lnTo>
                  <a:pt x="954" y="1014"/>
                </a:lnTo>
                <a:close/>
                <a:moveTo>
                  <a:pt x="971" y="1014"/>
                </a:moveTo>
                <a:lnTo>
                  <a:pt x="978" y="1014"/>
                </a:lnTo>
                <a:lnTo>
                  <a:pt x="978" y="1007"/>
                </a:lnTo>
                <a:lnTo>
                  <a:pt x="971" y="1007"/>
                </a:lnTo>
                <a:lnTo>
                  <a:pt x="971" y="1014"/>
                </a:lnTo>
                <a:close/>
                <a:moveTo>
                  <a:pt x="987" y="1014"/>
                </a:moveTo>
                <a:lnTo>
                  <a:pt x="994" y="1014"/>
                </a:lnTo>
                <a:lnTo>
                  <a:pt x="994" y="1007"/>
                </a:lnTo>
                <a:lnTo>
                  <a:pt x="987" y="1007"/>
                </a:lnTo>
                <a:lnTo>
                  <a:pt x="987" y="1014"/>
                </a:lnTo>
                <a:close/>
                <a:moveTo>
                  <a:pt x="1004" y="1014"/>
                </a:moveTo>
                <a:lnTo>
                  <a:pt x="1011" y="1014"/>
                </a:lnTo>
                <a:lnTo>
                  <a:pt x="1011" y="1007"/>
                </a:lnTo>
                <a:lnTo>
                  <a:pt x="1004" y="1007"/>
                </a:lnTo>
                <a:lnTo>
                  <a:pt x="1004" y="1014"/>
                </a:lnTo>
                <a:close/>
                <a:moveTo>
                  <a:pt x="1020" y="1014"/>
                </a:moveTo>
                <a:lnTo>
                  <a:pt x="1027" y="1014"/>
                </a:lnTo>
                <a:lnTo>
                  <a:pt x="1027" y="1007"/>
                </a:lnTo>
                <a:lnTo>
                  <a:pt x="1020" y="1007"/>
                </a:lnTo>
                <a:lnTo>
                  <a:pt x="1020" y="1014"/>
                </a:lnTo>
                <a:close/>
                <a:moveTo>
                  <a:pt x="1037" y="1014"/>
                </a:moveTo>
                <a:lnTo>
                  <a:pt x="1044" y="1014"/>
                </a:lnTo>
                <a:lnTo>
                  <a:pt x="1044" y="1007"/>
                </a:lnTo>
                <a:lnTo>
                  <a:pt x="1037" y="1007"/>
                </a:lnTo>
                <a:lnTo>
                  <a:pt x="1037" y="1014"/>
                </a:lnTo>
                <a:close/>
                <a:moveTo>
                  <a:pt x="1053" y="1014"/>
                </a:moveTo>
                <a:lnTo>
                  <a:pt x="1061" y="1014"/>
                </a:lnTo>
                <a:lnTo>
                  <a:pt x="1061" y="1007"/>
                </a:lnTo>
                <a:lnTo>
                  <a:pt x="1053" y="1007"/>
                </a:lnTo>
                <a:lnTo>
                  <a:pt x="1053" y="1014"/>
                </a:lnTo>
                <a:close/>
                <a:moveTo>
                  <a:pt x="1070" y="1014"/>
                </a:moveTo>
                <a:lnTo>
                  <a:pt x="1077" y="1014"/>
                </a:lnTo>
                <a:lnTo>
                  <a:pt x="1077" y="1007"/>
                </a:lnTo>
                <a:lnTo>
                  <a:pt x="1070" y="1007"/>
                </a:lnTo>
                <a:lnTo>
                  <a:pt x="1070" y="1014"/>
                </a:lnTo>
                <a:close/>
                <a:moveTo>
                  <a:pt x="1087" y="1014"/>
                </a:moveTo>
                <a:lnTo>
                  <a:pt x="1094" y="1014"/>
                </a:lnTo>
                <a:lnTo>
                  <a:pt x="1094" y="1007"/>
                </a:lnTo>
                <a:lnTo>
                  <a:pt x="1087" y="1007"/>
                </a:lnTo>
                <a:lnTo>
                  <a:pt x="1087" y="1014"/>
                </a:lnTo>
                <a:close/>
                <a:moveTo>
                  <a:pt x="1103" y="1014"/>
                </a:moveTo>
                <a:lnTo>
                  <a:pt x="1110" y="1014"/>
                </a:lnTo>
                <a:lnTo>
                  <a:pt x="1110" y="1007"/>
                </a:lnTo>
                <a:lnTo>
                  <a:pt x="1103" y="1007"/>
                </a:lnTo>
                <a:lnTo>
                  <a:pt x="1103" y="1014"/>
                </a:lnTo>
                <a:close/>
                <a:moveTo>
                  <a:pt x="1120" y="1014"/>
                </a:moveTo>
                <a:lnTo>
                  <a:pt x="1127" y="1014"/>
                </a:lnTo>
                <a:lnTo>
                  <a:pt x="1127" y="1007"/>
                </a:lnTo>
                <a:lnTo>
                  <a:pt x="1120" y="1007"/>
                </a:lnTo>
                <a:lnTo>
                  <a:pt x="1120" y="1014"/>
                </a:lnTo>
                <a:close/>
                <a:moveTo>
                  <a:pt x="1139" y="1014"/>
                </a:moveTo>
                <a:lnTo>
                  <a:pt x="1146" y="1014"/>
                </a:lnTo>
                <a:lnTo>
                  <a:pt x="1146" y="1007"/>
                </a:lnTo>
                <a:lnTo>
                  <a:pt x="1139" y="1007"/>
                </a:lnTo>
                <a:lnTo>
                  <a:pt x="1139" y="1014"/>
                </a:lnTo>
                <a:close/>
                <a:moveTo>
                  <a:pt x="1155" y="1014"/>
                </a:moveTo>
                <a:lnTo>
                  <a:pt x="1162" y="1014"/>
                </a:lnTo>
                <a:lnTo>
                  <a:pt x="1162" y="1007"/>
                </a:lnTo>
                <a:lnTo>
                  <a:pt x="1155" y="1007"/>
                </a:lnTo>
                <a:lnTo>
                  <a:pt x="1155" y="1014"/>
                </a:lnTo>
                <a:close/>
                <a:moveTo>
                  <a:pt x="1539" y="1014"/>
                </a:moveTo>
                <a:lnTo>
                  <a:pt x="1546" y="1014"/>
                </a:lnTo>
                <a:lnTo>
                  <a:pt x="1546" y="1007"/>
                </a:lnTo>
                <a:lnTo>
                  <a:pt x="1539" y="1007"/>
                </a:lnTo>
                <a:lnTo>
                  <a:pt x="1539" y="1014"/>
                </a:lnTo>
                <a:close/>
                <a:moveTo>
                  <a:pt x="1555" y="1014"/>
                </a:moveTo>
                <a:lnTo>
                  <a:pt x="1563" y="1014"/>
                </a:lnTo>
                <a:lnTo>
                  <a:pt x="1563" y="1007"/>
                </a:lnTo>
                <a:lnTo>
                  <a:pt x="1555" y="1007"/>
                </a:lnTo>
                <a:lnTo>
                  <a:pt x="1555" y="1014"/>
                </a:lnTo>
                <a:close/>
                <a:moveTo>
                  <a:pt x="1572" y="1014"/>
                </a:moveTo>
                <a:lnTo>
                  <a:pt x="1579" y="1014"/>
                </a:lnTo>
                <a:lnTo>
                  <a:pt x="1579" y="1007"/>
                </a:lnTo>
                <a:lnTo>
                  <a:pt x="1572" y="1007"/>
                </a:lnTo>
                <a:lnTo>
                  <a:pt x="1572" y="1014"/>
                </a:lnTo>
                <a:close/>
                <a:moveTo>
                  <a:pt x="1589" y="1014"/>
                </a:moveTo>
                <a:lnTo>
                  <a:pt x="1596" y="1014"/>
                </a:lnTo>
                <a:lnTo>
                  <a:pt x="1596" y="1007"/>
                </a:lnTo>
                <a:lnTo>
                  <a:pt x="1589" y="1007"/>
                </a:lnTo>
                <a:lnTo>
                  <a:pt x="1589" y="1014"/>
                </a:lnTo>
                <a:close/>
                <a:moveTo>
                  <a:pt x="1605" y="1014"/>
                </a:moveTo>
                <a:lnTo>
                  <a:pt x="1612" y="1014"/>
                </a:lnTo>
                <a:lnTo>
                  <a:pt x="1612" y="1007"/>
                </a:lnTo>
                <a:lnTo>
                  <a:pt x="1605" y="1007"/>
                </a:lnTo>
                <a:lnTo>
                  <a:pt x="1605" y="1014"/>
                </a:lnTo>
                <a:close/>
                <a:moveTo>
                  <a:pt x="1622" y="1014"/>
                </a:moveTo>
                <a:lnTo>
                  <a:pt x="1629" y="1014"/>
                </a:lnTo>
                <a:lnTo>
                  <a:pt x="1629" y="1007"/>
                </a:lnTo>
                <a:lnTo>
                  <a:pt x="1622" y="1007"/>
                </a:lnTo>
                <a:lnTo>
                  <a:pt x="1622" y="1014"/>
                </a:lnTo>
                <a:close/>
                <a:moveTo>
                  <a:pt x="1638" y="1014"/>
                </a:moveTo>
                <a:lnTo>
                  <a:pt x="1645" y="1014"/>
                </a:lnTo>
                <a:lnTo>
                  <a:pt x="1645" y="1007"/>
                </a:lnTo>
                <a:lnTo>
                  <a:pt x="1638" y="1007"/>
                </a:lnTo>
                <a:lnTo>
                  <a:pt x="1638" y="1014"/>
                </a:lnTo>
                <a:close/>
                <a:moveTo>
                  <a:pt x="1657" y="1014"/>
                </a:moveTo>
                <a:lnTo>
                  <a:pt x="1664" y="1014"/>
                </a:lnTo>
                <a:lnTo>
                  <a:pt x="1664" y="1007"/>
                </a:lnTo>
                <a:lnTo>
                  <a:pt x="1657" y="1007"/>
                </a:lnTo>
                <a:lnTo>
                  <a:pt x="1657" y="1014"/>
                </a:lnTo>
                <a:close/>
                <a:moveTo>
                  <a:pt x="1674" y="1014"/>
                </a:moveTo>
                <a:lnTo>
                  <a:pt x="1681" y="1014"/>
                </a:lnTo>
                <a:lnTo>
                  <a:pt x="1681" y="1007"/>
                </a:lnTo>
                <a:lnTo>
                  <a:pt x="1674" y="1007"/>
                </a:lnTo>
                <a:lnTo>
                  <a:pt x="1674" y="1014"/>
                </a:lnTo>
                <a:close/>
                <a:moveTo>
                  <a:pt x="1690" y="1014"/>
                </a:moveTo>
                <a:lnTo>
                  <a:pt x="1698" y="1014"/>
                </a:lnTo>
                <a:lnTo>
                  <a:pt x="1698" y="1007"/>
                </a:lnTo>
                <a:lnTo>
                  <a:pt x="1690" y="1007"/>
                </a:lnTo>
                <a:lnTo>
                  <a:pt x="1690" y="1014"/>
                </a:lnTo>
                <a:close/>
                <a:moveTo>
                  <a:pt x="1707" y="1014"/>
                </a:moveTo>
                <a:lnTo>
                  <a:pt x="1714" y="1014"/>
                </a:lnTo>
                <a:lnTo>
                  <a:pt x="1714" y="1007"/>
                </a:lnTo>
                <a:lnTo>
                  <a:pt x="1707" y="1007"/>
                </a:lnTo>
                <a:lnTo>
                  <a:pt x="1707" y="1014"/>
                </a:lnTo>
                <a:close/>
                <a:moveTo>
                  <a:pt x="1724" y="1014"/>
                </a:moveTo>
                <a:lnTo>
                  <a:pt x="1731" y="1014"/>
                </a:lnTo>
                <a:lnTo>
                  <a:pt x="1731" y="1007"/>
                </a:lnTo>
                <a:lnTo>
                  <a:pt x="1724" y="1007"/>
                </a:lnTo>
                <a:lnTo>
                  <a:pt x="1724" y="1014"/>
                </a:lnTo>
                <a:close/>
                <a:moveTo>
                  <a:pt x="1740" y="1014"/>
                </a:moveTo>
                <a:lnTo>
                  <a:pt x="1747" y="1014"/>
                </a:lnTo>
                <a:lnTo>
                  <a:pt x="1747" y="1007"/>
                </a:lnTo>
                <a:lnTo>
                  <a:pt x="1740" y="1007"/>
                </a:lnTo>
                <a:lnTo>
                  <a:pt x="1740" y="1014"/>
                </a:lnTo>
                <a:close/>
                <a:moveTo>
                  <a:pt x="1757" y="1014"/>
                </a:moveTo>
                <a:lnTo>
                  <a:pt x="1764" y="1014"/>
                </a:lnTo>
                <a:lnTo>
                  <a:pt x="1764" y="1007"/>
                </a:lnTo>
                <a:lnTo>
                  <a:pt x="1757" y="1007"/>
                </a:lnTo>
                <a:lnTo>
                  <a:pt x="1757" y="1014"/>
                </a:lnTo>
                <a:close/>
                <a:moveTo>
                  <a:pt x="1773" y="1014"/>
                </a:moveTo>
                <a:lnTo>
                  <a:pt x="1780" y="1014"/>
                </a:lnTo>
                <a:lnTo>
                  <a:pt x="1780" y="1007"/>
                </a:lnTo>
                <a:lnTo>
                  <a:pt x="1773" y="1007"/>
                </a:lnTo>
                <a:lnTo>
                  <a:pt x="1773" y="1014"/>
                </a:lnTo>
                <a:close/>
                <a:moveTo>
                  <a:pt x="1790" y="1014"/>
                </a:moveTo>
                <a:lnTo>
                  <a:pt x="1797" y="1014"/>
                </a:lnTo>
                <a:lnTo>
                  <a:pt x="1797" y="1007"/>
                </a:lnTo>
                <a:lnTo>
                  <a:pt x="1790" y="1007"/>
                </a:lnTo>
                <a:lnTo>
                  <a:pt x="1790" y="1014"/>
                </a:lnTo>
                <a:close/>
                <a:moveTo>
                  <a:pt x="2308" y="1014"/>
                </a:moveTo>
                <a:lnTo>
                  <a:pt x="2316" y="1014"/>
                </a:lnTo>
                <a:lnTo>
                  <a:pt x="2316" y="1007"/>
                </a:lnTo>
                <a:lnTo>
                  <a:pt x="2308" y="1007"/>
                </a:lnTo>
                <a:lnTo>
                  <a:pt x="2308" y="1014"/>
                </a:lnTo>
                <a:close/>
                <a:moveTo>
                  <a:pt x="2325" y="1014"/>
                </a:moveTo>
                <a:lnTo>
                  <a:pt x="2332" y="1014"/>
                </a:lnTo>
                <a:lnTo>
                  <a:pt x="2332" y="1007"/>
                </a:lnTo>
                <a:lnTo>
                  <a:pt x="2325" y="1007"/>
                </a:lnTo>
                <a:lnTo>
                  <a:pt x="2325" y="1014"/>
                </a:lnTo>
                <a:close/>
                <a:moveTo>
                  <a:pt x="2342" y="1014"/>
                </a:moveTo>
                <a:lnTo>
                  <a:pt x="2349" y="1014"/>
                </a:lnTo>
                <a:lnTo>
                  <a:pt x="2349" y="1007"/>
                </a:lnTo>
                <a:lnTo>
                  <a:pt x="2342" y="1007"/>
                </a:lnTo>
                <a:lnTo>
                  <a:pt x="2342" y="1014"/>
                </a:lnTo>
                <a:close/>
                <a:moveTo>
                  <a:pt x="2391" y="1014"/>
                </a:moveTo>
                <a:lnTo>
                  <a:pt x="2398" y="1014"/>
                </a:lnTo>
                <a:lnTo>
                  <a:pt x="2398" y="1007"/>
                </a:lnTo>
                <a:lnTo>
                  <a:pt x="2391" y="1007"/>
                </a:lnTo>
                <a:lnTo>
                  <a:pt x="2391" y="1014"/>
                </a:lnTo>
                <a:close/>
                <a:moveTo>
                  <a:pt x="2427" y="1014"/>
                </a:moveTo>
                <a:lnTo>
                  <a:pt x="2434" y="1014"/>
                </a:lnTo>
                <a:lnTo>
                  <a:pt x="2434" y="1007"/>
                </a:lnTo>
                <a:lnTo>
                  <a:pt x="2427" y="1007"/>
                </a:lnTo>
                <a:lnTo>
                  <a:pt x="2427" y="1014"/>
                </a:lnTo>
                <a:close/>
                <a:moveTo>
                  <a:pt x="2460" y="1014"/>
                </a:moveTo>
                <a:lnTo>
                  <a:pt x="2467" y="1014"/>
                </a:lnTo>
                <a:lnTo>
                  <a:pt x="2467" y="1007"/>
                </a:lnTo>
                <a:lnTo>
                  <a:pt x="2460" y="1007"/>
                </a:lnTo>
                <a:lnTo>
                  <a:pt x="2460" y="1014"/>
                </a:lnTo>
                <a:close/>
                <a:moveTo>
                  <a:pt x="2477" y="1014"/>
                </a:moveTo>
                <a:lnTo>
                  <a:pt x="2484" y="1014"/>
                </a:lnTo>
                <a:lnTo>
                  <a:pt x="2484" y="1007"/>
                </a:lnTo>
                <a:lnTo>
                  <a:pt x="2477" y="1007"/>
                </a:lnTo>
                <a:lnTo>
                  <a:pt x="2477" y="1014"/>
                </a:lnTo>
                <a:close/>
                <a:moveTo>
                  <a:pt x="2493" y="1014"/>
                </a:moveTo>
                <a:lnTo>
                  <a:pt x="2500" y="1014"/>
                </a:lnTo>
                <a:lnTo>
                  <a:pt x="2500" y="1007"/>
                </a:lnTo>
                <a:lnTo>
                  <a:pt x="2493" y="1007"/>
                </a:lnTo>
                <a:lnTo>
                  <a:pt x="2493" y="1014"/>
                </a:lnTo>
                <a:close/>
                <a:moveTo>
                  <a:pt x="2526" y="1014"/>
                </a:moveTo>
                <a:lnTo>
                  <a:pt x="2533" y="1014"/>
                </a:lnTo>
                <a:lnTo>
                  <a:pt x="2533" y="1007"/>
                </a:lnTo>
                <a:lnTo>
                  <a:pt x="2526" y="1007"/>
                </a:lnTo>
                <a:lnTo>
                  <a:pt x="2526" y="1014"/>
                </a:lnTo>
                <a:close/>
                <a:moveTo>
                  <a:pt x="2543" y="1014"/>
                </a:moveTo>
                <a:lnTo>
                  <a:pt x="2550" y="1014"/>
                </a:lnTo>
                <a:lnTo>
                  <a:pt x="2550" y="1007"/>
                </a:lnTo>
                <a:lnTo>
                  <a:pt x="2543" y="1007"/>
                </a:lnTo>
                <a:lnTo>
                  <a:pt x="2543" y="1014"/>
                </a:lnTo>
                <a:close/>
                <a:moveTo>
                  <a:pt x="2560" y="1014"/>
                </a:moveTo>
                <a:lnTo>
                  <a:pt x="2567" y="1014"/>
                </a:lnTo>
                <a:lnTo>
                  <a:pt x="2567" y="1007"/>
                </a:lnTo>
                <a:lnTo>
                  <a:pt x="2560" y="1007"/>
                </a:lnTo>
                <a:lnTo>
                  <a:pt x="2560" y="1014"/>
                </a:lnTo>
                <a:close/>
                <a:moveTo>
                  <a:pt x="2576" y="1014"/>
                </a:moveTo>
                <a:lnTo>
                  <a:pt x="2583" y="1014"/>
                </a:lnTo>
                <a:lnTo>
                  <a:pt x="2583" y="1007"/>
                </a:lnTo>
                <a:lnTo>
                  <a:pt x="2576" y="1007"/>
                </a:lnTo>
                <a:lnTo>
                  <a:pt x="2576" y="1014"/>
                </a:lnTo>
                <a:close/>
                <a:moveTo>
                  <a:pt x="2593" y="1014"/>
                </a:moveTo>
                <a:lnTo>
                  <a:pt x="2600" y="1014"/>
                </a:lnTo>
                <a:lnTo>
                  <a:pt x="2600" y="1007"/>
                </a:lnTo>
                <a:lnTo>
                  <a:pt x="2593" y="1007"/>
                </a:lnTo>
                <a:lnTo>
                  <a:pt x="2593" y="1014"/>
                </a:lnTo>
                <a:close/>
                <a:moveTo>
                  <a:pt x="2609" y="1014"/>
                </a:moveTo>
                <a:lnTo>
                  <a:pt x="2616" y="1014"/>
                </a:lnTo>
                <a:lnTo>
                  <a:pt x="2616" y="1007"/>
                </a:lnTo>
                <a:lnTo>
                  <a:pt x="2609" y="1007"/>
                </a:lnTo>
                <a:lnTo>
                  <a:pt x="2609" y="1014"/>
                </a:lnTo>
                <a:close/>
                <a:moveTo>
                  <a:pt x="2626" y="1014"/>
                </a:moveTo>
                <a:lnTo>
                  <a:pt x="2633" y="1014"/>
                </a:lnTo>
                <a:lnTo>
                  <a:pt x="2633" y="1007"/>
                </a:lnTo>
                <a:lnTo>
                  <a:pt x="2626" y="1007"/>
                </a:lnTo>
                <a:lnTo>
                  <a:pt x="2626" y="1014"/>
                </a:lnTo>
                <a:close/>
                <a:moveTo>
                  <a:pt x="2642" y="1014"/>
                </a:moveTo>
                <a:lnTo>
                  <a:pt x="2649" y="1014"/>
                </a:lnTo>
                <a:lnTo>
                  <a:pt x="2649" y="1007"/>
                </a:lnTo>
                <a:lnTo>
                  <a:pt x="2642" y="1007"/>
                </a:lnTo>
                <a:lnTo>
                  <a:pt x="2642" y="1014"/>
                </a:lnTo>
                <a:close/>
                <a:moveTo>
                  <a:pt x="2659" y="1014"/>
                </a:moveTo>
                <a:lnTo>
                  <a:pt x="2666" y="1014"/>
                </a:lnTo>
                <a:lnTo>
                  <a:pt x="2666" y="1007"/>
                </a:lnTo>
                <a:lnTo>
                  <a:pt x="2659" y="1007"/>
                </a:lnTo>
                <a:lnTo>
                  <a:pt x="2659" y="1014"/>
                </a:lnTo>
                <a:close/>
                <a:moveTo>
                  <a:pt x="2678" y="1014"/>
                </a:moveTo>
                <a:lnTo>
                  <a:pt x="2683" y="1014"/>
                </a:lnTo>
                <a:lnTo>
                  <a:pt x="2683" y="1007"/>
                </a:lnTo>
                <a:lnTo>
                  <a:pt x="2678" y="1007"/>
                </a:lnTo>
                <a:lnTo>
                  <a:pt x="2678" y="1014"/>
                </a:lnTo>
                <a:close/>
                <a:moveTo>
                  <a:pt x="2694" y="1014"/>
                </a:moveTo>
                <a:lnTo>
                  <a:pt x="2702" y="1014"/>
                </a:lnTo>
                <a:lnTo>
                  <a:pt x="2702" y="1007"/>
                </a:lnTo>
                <a:lnTo>
                  <a:pt x="2694" y="1007"/>
                </a:lnTo>
                <a:lnTo>
                  <a:pt x="2694" y="1014"/>
                </a:lnTo>
                <a:close/>
                <a:moveTo>
                  <a:pt x="2711" y="1014"/>
                </a:moveTo>
                <a:lnTo>
                  <a:pt x="2718" y="1014"/>
                </a:lnTo>
                <a:lnTo>
                  <a:pt x="2718" y="1007"/>
                </a:lnTo>
                <a:lnTo>
                  <a:pt x="2711" y="1007"/>
                </a:lnTo>
                <a:lnTo>
                  <a:pt x="2711" y="1014"/>
                </a:lnTo>
                <a:close/>
                <a:moveTo>
                  <a:pt x="2728" y="1014"/>
                </a:moveTo>
                <a:lnTo>
                  <a:pt x="2735" y="1014"/>
                </a:lnTo>
                <a:lnTo>
                  <a:pt x="2735" y="1007"/>
                </a:lnTo>
                <a:lnTo>
                  <a:pt x="2728" y="1007"/>
                </a:lnTo>
                <a:lnTo>
                  <a:pt x="2728" y="1014"/>
                </a:lnTo>
                <a:close/>
                <a:moveTo>
                  <a:pt x="2744" y="1014"/>
                </a:moveTo>
                <a:lnTo>
                  <a:pt x="2751" y="1014"/>
                </a:lnTo>
                <a:lnTo>
                  <a:pt x="2751" y="1007"/>
                </a:lnTo>
                <a:lnTo>
                  <a:pt x="2744" y="1007"/>
                </a:lnTo>
                <a:lnTo>
                  <a:pt x="2744" y="1014"/>
                </a:lnTo>
                <a:close/>
                <a:moveTo>
                  <a:pt x="2761" y="1014"/>
                </a:moveTo>
                <a:lnTo>
                  <a:pt x="2768" y="1014"/>
                </a:lnTo>
                <a:lnTo>
                  <a:pt x="2768" y="1007"/>
                </a:lnTo>
                <a:lnTo>
                  <a:pt x="2761" y="1007"/>
                </a:lnTo>
                <a:lnTo>
                  <a:pt x="2761" y="1014"/>
                </a:lnTo>
                <a:close/>
                <a:moveTo>
                  <a:pt x="769" y="1031"/>
                </a:moveTo>
                <a:lnTo>
                  <a:pt x="776" y="1031"/>
                </a:lnTo>
                <a:lnTo>
                  <a:pt x="776" y="1023"/>
                </a:lnTo>
                <a:lnTo>
                  <a:pt x="769" y="1023"/>
                </a:lnTo>
                <a:lnTo>
                  <a:pt x="769" y="1031"/>
                </a:lnTo>
                <a:close/>
                <a:moveTo>
                  <a:pt x="786" y="1031"/>
                </a:moveTo>
                <a:lnTo>
                  <a:pt x="793" y="1031"/>
                </a:lnTo>
                <a:lnTo>
                  <a:pt x="793" y="1023"/>
                </a:lnTo>
                <a:lnTo>
                  <a:pt x="786" y="1023"/>
                </a:lnTo>
                <a:lnTo>
                  <a:pt x="786" y="1031"/>
                </a:lnTo>
                <a:close/>
                <a:moveTo>
                  <a:pt x="802" y="1031"/>
                </a:moveTo>
                <a:lnTo>
                  <a:pt x="810" y="1031"/>
                </a:lnTo>
                <a:lnTo>
                  <a:pt x="810" y="1023"/>
                </a:lnTo>
                <a:lnTo>
                  <a:pt x="802" y="1023"/>
                </a:lnTo>
                <a:lnTo>
                  <a:pt x="802" y="1031"/>
                </a:lnTo>
                <a:close/>
                <a:moveTo>
                  <a:pt x="819" y="1031"/>
                </a:moveTo>
                <a:lnTo>
                  <a:pt x="826" y="1031"/>
                </a:lnTo>
                <a:lnTo>
                  <a:pt x="826" y="1023"/>
                </a:lnTo>
                <a:lnTo>
                  <a:pt x="819" y="1023"/>
                </a:lnTo>
                <a:lnTo>
                  <a:pt x="819" y="1031"/>
                </a:lnTo>
                <a:close/>
                <a:moveTo>
                  <a:pt x="836" y="1031"/>
                </a:moveTo>
                <a:lnTo>
                  <a:pt x="843" y="1031"/>
                </a:lnTo>
                <a:lnTo>
                  <a:pt x="843" y="1023"/>
                </a:lnTo>
                <a:lnTo>
                  <a:pt x="836" y="1023"/>
                </a:lnTo>
                <a:lnTo>
                  <a:pt x="836" y="1031"/>
                </a:lnTo>
                <a:close/>
                <a:moveTo>
                  <a:pt x="852" y="1031"/>
                </a:moveTo>
                <a:lnTo>
                  <a:pt x="859" y="1031"/>
                </a:lnTo>
                <a:lnTo>
                  <a:pt x="859" y="1023"/>
                </a:lnTo>
                <a:lnTo>
                  <a:pt x="852" y="1023"/>
                </a:lnTo>
                <a:lnTo>
                  <a:pt x="852" y="1031"/>
                </a:lnTo>
                <a:close/>
                <a:moveTo>
                  <a:pt x="871" y="1031"/>
                </a:moveTo>
                <a:lnTo>
                  <a:pt x="876" y="1031"/>
                </a:lnTo>
                <a:lnTo>
                  <a:pt x="876" y="1023"/>
                </a:lnTo>
                <a:lnTo>
                  <a:pt x="871" y="1023"/>
                </a:lnTo>
                <a:lnTo>
                  <a:pt x="871" y="1031"/>
                </a:lnTo>
                <a:close/>
                <a:moveTo>
                  <a:pt x="888" y="1031"/>
                </a:moveTo>
                <a:lnTo>
                  <a:pt x="895" y="1031"/>
                </a:lnTo>
                <a:lnTo>
                  <a:pt x="895" y="1023"/>
                </a:lnTo>
                <a:lnTo>
                  <a:pt x="888" y="1023"/>
                </a:lnTo>
                <a:lnTo>
                  <a:pt x="888" y="1031"/>
                </a:lnTo>
                <a:close/>
                <a:moveTo>
                  <a:pt x="904" y="1031"/>
                </a:moveTo>
                <a:lnTo>
                  <a:pt x="911" y="1031"/>
                </a:lnTo>
                <a:lnTo>
                  <a:pt x="911" y="1023"/>
                </a:lnTo>
                <a:lnTo>
                  <a:pt x="904" y="1023"/>
                </a:lnTo>
                <a:lnTo>
                  <a:pt x="904" y="1031"/>
                </a:lnTo>
                <a:close/>
                <a:moveTo>
                  <a:pt x="921" y="1031"/>
                </a:moveTo>
                <a:lnTo>
                  <a:pt x="928" y="1031"/>
                </a:lnTo>
                <a:lnTo>
                  <a:pt x="928" y="1023"/>
                </a:lnTo>
                <a:lnTo>
                  <a:pt x="921" y="1023"/>
                </a:lnTo>
                <a:lnTo>
                  <a:pt x="921" y="1031"/>
                </a:lnTo>
                <a:close/>
                <a:moveTo>
                  <a:pt x="937" y="1031"/>
                </a:moveTo>
                <a:lnTo>
                  <a:pt x="944" y="1031"/>
                </a:lnTo>
                <a:lnTo>
                  <a:pt x="944" y="1023"/>
                </a:lnTo>
                <a:lnTo>
                  <a:pt x="937" y="1023"/>
                </a:lnTo>
                <a:lnTo>
                  <a:pt x="937" y="1031"/>
                </a:lnTo>
                <a:close/>
                <a:moveTo>
                  <a:pt x="954" y="1031"/>
                </a:moveTo>
                <a:lnTo>
                  <a:pt x="961" y="1031"/>
                </a:lnTo>
                <a:lnTo>
                  <a:pt x="961" y="1023"/>
                </a:lnTo>
                <a:lnTo>
                  <a:pt x="954" y="1023"/>
                </a:lnTo>
                <a:lnTo>
                  <a:pt x="954" y="1031"/>
                </a:lnTo>
                <a:close/>
                <a:moveTo>
                  <a:pt x="971" y="1031"/>
                </a:moveTo>
                <a:lnTo>
                  <a:pt x="978" y="1031"/>
                </a:lnTo>
                <a:lnTo>
                  <a:pt x="978" y="1023"/>
                </a:lnTo>
                <a:lnTo>
                  <a:pt x="971" y="1023"/>
                </a:lnTo>
                <a:lnTo>
                  <a:pt x="971" y="1031"/>
                </a:lnTo>
                <a:close/>
                <a:moveTo>
                  <a:pt x="987" y="1031"/>
                </a:moveTo>
                <a:lnTo>
                  <a:pt x="994" y="1031"/>
                </a:lnTo>
                <a:lnTo>
                  <a:pt x="994" y="1023"/>
                </a:lnTo>
                <a:lnTo>
                  <a:pt x="987" y="1023"/>
                </a:lnTo>
                <a:lnTo>
                  <a:pt x="987" y="1031"/>
                </a:lnTo>
                <a:close/>
                <a:moveTo>
                  <a:pt x="1004" y="1031"/>
                </a:moveTo>
                <a:lnTo>
                  <a:pt x="1011" y="1031"/>
                </a:lnTo>
                <a:lnTo>
                  <a:pt x="1011" y="1023"/>
                </a:lnTo>
                <a:lnTo>
                  <a:pt x="1004" y="1023"/>
                </a:lnTo>
                <a:lnTo>
                  <a:pt x="1004" y="1031"/>
                </a:lnTo>
                <a:close/>
                <a:moveTo>
                  <a:pt x="1020" y="1031"/>
                </a:moveTo>
                <a:lnTo>
                  <a:pt x="1027" y="1031"/>
                </a:lnTo>
                <a:lnTo>
                  <a:pt x="1027" y="1023"/>
                </a:lnTo>
                <a:lnTo>
                  <a:pt x="1020" y="1023"/>
                </a:lnTo>
                <a:lnTo>
                  <a:pt x="1020" y="1031"/>
                </a:lnTo>
                <a:close/>
                <a:moveTo>
                  <a:pt x="1037" y="1031"/>
                </a:moveTo>
                <a:lnTo>
                  <a:pt x="1044" y="1031"/>
                </a:lnTo>
                <a:lnTo>
                  <a:pt x="1044" y="1023"/>
                </a:lnTo>
                <a:lnTo>
                  <a:pt x="1037" y="1023"/>
                </a:lnTo>
                <a:lnTo>
                  <a:pt x="1037" y="1031"/>
                </a:lnTo>
                <a:close/>
                <a:moveTo>
                  <a:pt x="1053" y="1031"/>
                </a:moveTo>
                <a:lnTo>
                  <a:pt x="1061" y="1031"/>
                </a:lnTo>
                <a:lnTo>
                  <a:pt x="1061" y="1023"/>
                </a:lnTo>
                <a:lnTo>
                  <a:pt x="1053" y="1023"/>
                </a:lnTo>
                <a:lnTo>
                  <a:pt x="1053" y="1031"/>
                </a:lnTo>
                <a:close/>
                <a:moveTo>
                  <a:pt x="1070" y="1031"/>
                </a:moveTo>
                <a:lnTo>
                  <a:pt x="1077" y="1031"/>
                </a:lnTo>
                <a:lnTo>
                  <a:pt x="1077" y="1023"/>
                </a:lnTo>
                <a:lnTo>
                  <a:pt x="1070" y="1023"/>
                </a:lnTo>
                <a:lnTo>
                  <a:pt x="1070" y="1031"/>
                </a:lnTo>
                <a:close/>
                <a:moveTo>
                  <a:pt x="1087" y="1031"/>
                </a:moveTo>
                <a:lnTo>
                  <a:pt x="1094" y="1031"/>
                </a:lnTo>
                <a:lnTo>
                  <a:pt x="1094" y="1023"/>
                </a:lnTo>
                <a:lnTo>
                  <a:pt x="1087" y="1023"/>
                </a:lnTo>
                <a:lnTo>
                  <a:pt x="1087" y="1031"/>
                </a:lnTo>
                <a:close/>
                <a:moveTo>
                  <a:pt x="1103" y="1031"/>
                </a:moveTo>
                <a:lnTo>
                  <a:pt x="1110" y="1031"/>
                </a:lnTo>
                <a:lnTo>
                  <a:pt x="1110" y="1023"/>
                </a:lnTo>
                <a:lnTo>
                  <a:pt x="1103" y="1023"/>
                </a:lnTo>
                <a:lnTo>
                  <a:pt x="1103" y="1031"/>
                </a:lnTo>
                <a:close/>
                <a:moveTo>
                  <a:pt x="1120" y="1031"/>
                </a:moveTo>
                <a:lnTo>
                  <a:pt x="1127" y="1031"/>
                </a:lnTo>
                <a:lnTo>
                  <a:pt x="1127" y="1023"/>
                </a:lnTo>
                <a:lnTo>
                  <a:pt x="1120" y="1023"/>
                </a:lnTo>
                <a:lnTo>
                  <a:pt x="1120" y="1031"/>
                </a:lnTo>
                <a:close/>
                <a:moveTo>
                  <a:pt x="1139" y="1031"/>
                </a:moveTo>
                <a:lnTo>
                  <a:pt x="1146" y="1031"/>
                </a:lnTo>
                <a:lnTo>
                  <a:pt x="1146" y="1023"/>
                </a:lnTo>
                <a:lnTo>
                  <a:pt x="1139" y="1023"/>
                </a:lnTo>
                <a:lnTo>
                  <a:pt x="1139" y="1031"/>
                </a:lnTo>
                <a:close/>
                <a:moveTo>
                  <a:pt x="1155" y="1031"/>
                </a:moveTo>
                <a:lnTo>
                  <a:pt x="1162" y="1031"/>
                </a:lnTo>
                <a:lnTo>
                  <a:pt x="1162" y="1023"/>
                </a:lnTo>
                <a:lnTo>
                  <a:pt x="1155" y="1023"/>
                </a:lnTo>
                <a:lnTo>
                  <a:pt x="1155" y="1031"/>
                </a:lnTo>
                <a:close/>
                <a:moveTo>
                  <a:pt x="1555" y="1031"/>
                </a:moveTo>
                <a:lnTo>
                  <a:pt x="1563" y="1031"/>
                </a:lnTo>
                <a:lnTo>
                  <a:pt x="1563" y="1023"/>
                </a:lnTo>
                <a:lnTo>
                  <a:pt x="1555" y="1023"/>
                </a:lnTo>
                <a:lnTo>
                  <a:pt x="1555" y="1031"/>
                </a:lnTo>
                <a:close/>
                <a:moveTo>
                  <a:pt x="1572" y="1031"/>
                </a:moveTo>
                <a:lnTo>
                  <a:pt x="1579" y="1031"/>
                </a:lnTo>
                <a:lnTo>
                  <a:pt x="1579" y="1023"/>
                </a:lnTo>
                <a:lnTo>
                  <a:pt x="1572" y="1023"/>
                </a:lnTo>
                <a:lnTo>
                  <a:pt x="1572" y="1031"/>
                </a:lnTo>
                <a:close/>
                <a:moveTo>
                  <a:pt x="1589" y="1031"/>
                </a:moveTo>
                <a:lnTo>
                  <a:pt x="1596" y="1031"/>
                </a:lnTo>
                <a:lnTo>
                  <a:pt x="1596" y="1023"/>
                </a:lnTo>
                <a:lnTo>
                  <a:pt x="1589" y="1023"/>
                </a:lnTo>
                <a:lnTo>
                  <a:pt x="1589" y="1031"/>
                </a:lnTo>
                <a:close/>
                <a:moveTo>
                  <a:pt x="1605" y="1031"/>
                </a:moveTo>
                <a:lnTo>
                  <a:pt x="1612" y="1031"/>
                </a:lnTo>
                <a:lnTo>
                  <a:pt x="1612" y="1023"/>
                </a:lnTo>
                <a:lnTo>
                  <a:pt x="1605" y="1023"/>
                </a:lnTo>
                <a:lnTo>
                  <a:pt x="1605" y="1031"/>
                </a:lnTo>
                <a:close/>
                <a:moveTo>
                  <a:pt x="1622" y="1031"/>
                </a:moveTo>
                <a:lnTo>
                  <a:pt x="1629" y="1031"/>
                </a:lnTo>
                <a:lnTo>
                  <a:pt x="1629" y="1023"/>
                </a:lnTo>
                <a:lnTo>
                  <a:pt x="1622" y="1023"/>
                </a:lnTo>
                <a:lnTo>
                  <a:pt x="1622" y="1031"/>
                </a:lnTo>
                <a:close/>
                <a:moveTo>
                  <a:pt x="1638" y="1031"/>
                </a:moveTo>
                <a:lnTo>
                  <a:pt x="1645" y="1031"/>
                </a:lnTo>
                <a:lnTo>
                  <a:pt x="1645" y="1023"/>
                </a:lnTo>
                <a:lnTo>
                  <a:pt x="1638" y="1023"/>
                </a:lnTo>
                <a:lnTo>
                  <a:pt x="1638" y="1031"/>
                </a:lnTo>
                <a:close/>
                <a:moveTo>
                  <a:pt x="1657" y="1031"/>
                </a:moveTo>
                <a:lnTo>
                  <a:pt x="1664" y="1031"/>
                </a:lnTo>
                <a:lnTo>
                  <a:pt x="1664" y="1023"/>
                </a:lnTo>
                <a:lnTo>
                  <a:pt x="1657" y="1023"/>
                </a:lnTo>
                <a:lnTo>
                  <a:pt x="1657" y="1031"/>
                </a:lnTo>
                <a:close/>
                <a:moveTo>
                  <a:pt x="1674" y="1031"/>
                </a:moveTo>
                <a:lnTo>
                  <a:pt x="1681" y="1031"/>
                </a:lnTo>
                <a:lnTo>
                  <a:pt x="1681" y="1023"/>
                </a:lnTo>
                <a:lnTo>
                  <a:pt x="1674" y="1023"/>
                </a:lnTo>
                <a:lnTo>
                  <a:pt x="1674" y="1031"/>
                </a:lnTo>
                <a:close/>
                <a:moveTo>
                  <a:pt x="1690" y="1031"/>
                </a:moveTo>
                <a:lnTo>
                  <a:pt x="1698" y="1031"/>
                </a:lnTo>
                <a:lnTo>
                  <a:pt x="1698" y="1023"/>
                </a:lnTo>
                <a:lnTo>
                  <a:pt x="1690" y="1023"/>
                </a:lnTo>
                <a:lnTo>
                  <a:pt x="1690" y="1031"/>
                </a:lnTo>
                <a:close/>
                <a:moveTo>
                  <a:pt x="1707" y="1031"/>
                </a:moveTo>
                <a:lnTo>
                  <a:pt x="1714" y="1031"/>
                </a:lnTo>
                <a:lnTo>
                  <a:pt x="1714" y="1023"/>
                </a:lnTo>
                <a:lnTo>
                  <a:pt x="1707" y="1023"/>
                </a:lnTo>
                <a:lnTo>
                  <a:pt x="1707" y="1031"/>
                </a:lnTo>
                <a:close/>
                <a:moveTo>
                  <a:pt x="1724" y="1031"/>
                </a:moveTo>
                <a:lnTo>
                  <a:pt x="1731" y="1031"/>
                </a:lnTo>
                <a:lnTo>
                  <a:pt x="1731" y="1023"/>
                </a:lnTo>
                <a:lnTo>
                  <a:pt x="1724" y="1023"/>
                </a:lnTo>
                <a:lnTo>
                  <a:pt x="1724" y="1031"/>
                </a:lnTo>
                <a:close/>
                <a:moveTo>
                  <a:pt x="1740" y="1031"/>
                </a:moveTo>
                <a:lnTo>
                  <a:pt x="1747" y="1031"/>
                </a:lnTo>
                <a:lnTo>
                  <a:pt x="1747" y="1023"/>
                </a:lnTo>
                <a:lnTo>
                  <a:pt x="1740" y="1023"/>
                </a:lnTo>
                <a:lnTo>
                  <a:pt x="1740" y="1031"/>
                </a:lnTo>
                <a:close/>
                <a:moveTo>
                  <a:pt x="1757" y="1031"/>
                </a:moveTo>
                <a:lnTo>
                  <a:pt x="1764" y="1031"/>
                </a:lnTo>
                <a:lnTo>
                  <a:pt x="1764" y="1023"/>
                </a:lnTo>
                <a:lnTo>
                  <a:pt x="1757" y="1023"/>
                </a:lnTo>
                <a:lnTo>
                  <a:pt x="1757" y="1031"/>
                </a:lnTo>
                <a:close/>
                <a:moveTo>
                  <a:pt x="1773" y="1031"/>
                </a:moveTo>
                <a:lnTo>
                  <a:pt x="1780" y="1031"/>
                </a:lnTo>
                <a:lnTo>
                  <a:pt x="1780" y="1023"/>
                </a:lnTo>
                <a:lnTo>
                  <a:pt x="1773" y="1023"/>
                </a:lnTo>
                <a:lnTo>
                  <a:pt x="1773" y="1031"/>
                </a:lnTo>
                <a:close/>
                <a:moveTo>
                  <a:pt x="1790" y="1031"/>
                </a:moveTo>
                <a:lnTo>
                  <a:pt x="1797" y="1031"/>
                </a:lnTo>
                <a:lnTo>
                  <a:pt x="1797" y="1023"/>
                </a:lnTo>
                <a:lnTo>
                  <a:pt x="1790" y="1023"/>
                </a:lnTo>
                <a:lnTo>
                  <a:pt x="1790" y="1031"/>
                </a:lnTo>
                <a:close/>
                <a:moveTo>
                  <a:pt x="2342" y="1031"/>
                </a:moveTo>
                <a:lnTo>
                  <a:pt x="2349" y="1031"/>
                </a:lnTo>
                <a:lnTo>
                  <a:pt x="2349" y="1023"/>
                </a:lnTo>
                <a:lnTo>
                  <a:pt x="2342" y="1023"/>
                </a:lnTo>
                <a:lnTo>
                  <a:pt x="2342" y="1031"/>
                </a:lnTo>
                <a:close/>
                <a:moveTo>
                  <a:pt x="2358" y="1031"/>
                </a:moveTo>
                <a:lnTo>
                  <a:pt x="2365" y="1031"/>
                </a:lnTo>
                <a:lnTo>
                  <a:pt x="2365" y="1023"/>
                </a:lnTo>
                <a:lnTo>
                  <a:pt x="2358" y="1023"/>
                </a:lnTo>
                <a:lnTo>
                  <a:pt x="2358" y="1031"/>
                </a:lnTo>
                <a:close/>
                <a:moveTo>
                  <a:pt x="2375" y="1031"/>
                </a:moveTo>
                <a:lnTo>
                  <a:pt x="2382" y="1031"/>
                </a:lnTo>
                <a:lnTo>
                  <a:pt x="2382" y="1023"/>
                </a:lnTo>
                <a:lnTo>
                  <a:pt x="2375" y="1023"/>
                </a:lnTo>
                <a:lnTo>
                  <a:pt x="2375" y="1031"/>
                </a:lnTo>
                <a:close/>
                <a:moveTo>
                  <a:pt x="2391" y="1031"/>
                </a:moveTo>
                <a:lnTo>
                  <a:pt x="2398" y="1031"/>
                </a:lnTo>
                <a:lnTo>
                  <a:pt x="2398" y="1023"/>
                </a:lnTo>
                <a:lnTo>
                  <a:pt x="2391" y="1023"/>
                </a:lnTo>
                <a:lnTo>
                  <a:pt x="2391" y="1031"/>
                </a:lnTo>
                <a:close/>
                <a:moveTo>
                  <a:pt x="2408" y="1031"/>
                </a:moveTo>
                <a:lnTo>
                  <a:pt x="2415" y="1031"/>
                </a:lnTo>
                <a:lnTo>
                  <a:pt x="2415" y="1023"/>
                </a:lnTo>
                <a:lnTo>
                  <a:pt x="2408" y="1023"/>
                </a:lnTo>
                <a:lnTo>
                  <a:pt x="2408" y="1031"/>
                </a:lnTo>
                <a:close/>
                <a:moveTo>
                  <a:pt x="2493" y="1031"/>
                </a:moveTo>
                <a:lnTo>
                  <a:pt x="2500" y="1031"/>
                </a:lnTo>
                <a:lnTo>
                  <a:pt x="2500" y="1023"/>
                </a:lnTo>
                <a:lnTo>
                  <a:pt x="2493" y="1023"/>
                </a:lnTo>
                <a:lnTo>
                  <a:pt x="2493" y="1031"/>
                </a:lnTo>
                <a:close/>
                <a:moveTo>
                  <a:pt x="2560" y="1031"/>
                </a:moveTo>
                <a:lnTo>
                  <a:pt x="2567" y="1031"/>
                </a:lnTo>
                <a:lnTo>
                  <a:pt x="2567" y="1023"/>
                </a:lnTo>
                <a:lnTo>
                  <a:pt x="2560" y="1023"/>
                </a:lnTo>
                <a:lnTo>
                  <a:pt x="2560" y="1031"/>
                </a:lnTo>
                <a:close/>
                <a:moveTo>
                  <a:pt x="2593" y="1031"/>
                </a:moveTo>
                <a:lnTo>
                  <a:pt x="2600" y="1031"/>
                </a:lnTo>
                <a:lnTo>
                  <a:pt x="2600" y="1023"/>
                </a:lnTo>
                <a:lnTo>
                  <a:pt x="2593" y="1023"/>
                </a:lnTo>
                <a:lnTo>
                  <a:pt x="2593" y="1031"/>
                </a:lnTo>
                <a:close/>
                <a:moveTo>
                  <a:pt x="2609" y="1031"/>
                </a:moveTo>
                <a:lnTo>
                  <a:pt x="2616" y="1031"/>
                </a:lnTo>
                <a:lnTo>
                  <a:pt x="2616" y="1023"/>
                </a:lnTo>
                <a:lnTo>
                  <a:pt x="2609" y="1023"/>
                </a:lnTo>
                <a:lnTo>
                  <a:pt x="2609" y="1031"/>
                </a:lnTo>
                <a:close/>
                <a:moveTo>
                  <a:pt x="2626" y="1031"/>
                </a:moveTo>
                <a:lnTo>
                  <a:pt x="2633" y="1031"/>
                </a:lnTo>
                <a:lnTo>
                  <a:pt x="2633" y="1023"/>
                </a:lnTo>
                <a:lnTo>
                  <a:pt x="2626" y="1023"/>
                </a:lnTo>
                <a:lnTo>
                  <a:pt x="2626" y="1031"/>
                </a:lnTo>
                <a:close/>
                <a:moveTo>
                  <a:pt x="2642" y="1031"/>
                </a:moveTo>
                <a:lnTo>
                  <a:pt x="2649" y="1031"/>
                </a:lnTo>
                <a:lnTo>
                  <a:pt x="2649" y="1023"/>
                </a:lnTo>
                <a:lnTo>
                  <a:pt x="2642" y="1023"/>
                </a:lnTo>
                <a:lnTo>
                  <a:pt x="2642" y="1031"/>
                </a:lnTo>
                <a:close/>
                <a:moveTo>
                  <a:pt x="2659" y="1031"/>
                </a:moveTo>
                <a:lnTo>
                  <a:pt x="2666" y="1031"/>
                </a:lnTo>
                <a:lnTo>
                  <a:pt x="2666" y="1023"/>
                </a:lnTo>
                <a:lnTo>
                  <a:pt x="2659" y="1023"/>
                </a:lnTo>
                <a:lnTo>
                  <a:pt x="2659" y="1031"/>
                </a:lnTo>
                <a:close/>
                <a:moveTo>
                  <a:pt x="2678" y="1031"/>
                </a:moveTo>
                <a:lnTo>
                  <a:pt x="2683" y="1031"/>
                </a:lnTo>
                <a:lnTo>
                  <a:pt x="2683" y="1023"/>
                </a:lnTo>
                <a:lnTo>
                  <a:pt x="2678" y="1023"/>
                </a:lnTo>
                <a:lnTo>
                  <a:pt x="2678" y="1031"/>
                </a:lnTo>
                <a:close/>
                <a:moveTo>
                  <a:pt x="2694" y="1031"/>
                </a:moveTo>
                <a:lnTo>
                  <a:pt x="2702" y="1031"/>
                </a:lnTo>
                <a:lnTo>
                  <a:pt x="2702" y="1023"/>
                </a:lnTo>
                <a:lnTo>
                  <a:pt x="2694" y="1023"/>
                </a:lnTo>
                <a:lnTo>
                  <a:pt x="2694" y="1031"/>
                </a:lnTo>
                <a:close/>
                <a:moveTo>
                  <a:pt x="2711" y="1031"/>
                </a:moveTo>
                <a:lnTo>
                  <a:pt x="2718" y="1031"/>
                </a:lnTo>
                <a:lnTo>
                  <a:pt x="2718" y="1023"/>
                </a:lnTo>
                <a:lnTo>
                  <a:pt x="2711" y="1023"/>
                </a:lnTo>
                <a:lnTo>
                  <a:pt x="2711" y="1031"/>
                </a:lnTo>
                <a:close/>
                <a:moveTo>
                  <a:pt x="2728" y="1031"/>
                </a:moveTo>
                <a:lnTo>
                  <a:pt x="2735" y="1031"/>
                </a:lnTo>
                <a:lnTo>
                  <a:pt x="2735" y="1023"/>
                </a:lnTo>
                <a:lnTo>
                  <a:pt x="2728" y="1023"/>
                </a:lnTo>
                <a:lnTo>
                  <a:pt x="2728" y="1031"/>
                </a:lnTo>
                <a:close/>
                <a:moveTo>
                  <a:pt x="2761" y="1031"/>
                </a:moveTo>
                <a:lnTo>
                  <a:pt x="2768" y="1031"/>
                </a:lnTo>
                <a:lnTo>
                  <a:pt x="2768" y="1023"/>
                </a:lnTo>
                <a:lnTo>
                  <a:pt x="2761" y="1023"/>
                </a:lnTo>
                <a:lnTo>
                  <a:pt x="2761" y="1031"/>
                </a:lnTo>
                <a:close/>
                <a:moveTo>
                  <a:pt x="2777" y="1031"/>
                </a:moveTo>
                <a:lnTo>
                  <a:pt x="2784" y="1031"/>
                </a:lnTo>
                <a:lnTo>
                  <a:pt x="2784" y="1023"/>
                </a:lnTo>
                <a:lnTo>
                  <a:pt x="2777" y="1023"/>
                </a:lnTo>
                <a:lnTo>
                  <a:pt x="2777" y="1031"/>
                </a:lnTo>
                <a:close/>
                <a:moveTo>
                  <a:pt x="786" y="1047"/>
                </a:moveTo>
                <a:lnTo>
                  <a:pt x="793" y="1047"/>
                </a:lnTo>
                <a:lnTo>
                  <a:pt x="793" y="1040"/>
                </a:lnTo>
                <a:lnTo>
                  <a:pt x="786" y="1040"/>
                </a:lnTo>
                <a:lnTo>
                  <a:pt x="786" y="1047"/>
                </a:lnTo>
                <a:close/>
                <a:moveTo>
                  <a:pt x="802" y="1047"/>
                </a:moveTo>
                <a:lnTo>
                  <a:pt x="810" y="1047"/>
                </a:lnTo>
                <a:lnTo>
                  <a:pt x="810" y="1040"/>
                </a:lnTo>
                <a:lnTo>
                  <a:pt x="802" y="1040"/>
                </a:lnTo>
                <a:lnTo>
                  <a:pt x="802" y="1047"/>
                </a:lnTo>
                <a:close/>
                <a:moveTo>
                  <a:pt x="819" y="1047"/>
                </a:moveTo>
                <a:lnTo>
                  <a:pt x="826" y="1047"/>
                </a:lnTo>
                <a:lnTo>
                  <a:pt x="826" y="1040"/>
                </a:lnTo>
                <a:lnTo>
                  <a:pt x="819" y="1040"/>
                </a:lnTo>
                <a:lnTo>
                  <a:pt x="819" y="1047"/>
                </a:lnTo>
                <a:close/>
                <a:moveTo>
                  <a:pt x="836" y="1047"/>
                </a:moveTo>
                <a:lnTo>
                  <a:pt x="843" y="1047"/>
                </a:lnTo>
                <a:lnTo>
                  <a:pt x="843" y="1040"/>
                </a:lnTo>
                <a:lnTo>
                  <a:pt x="836" y="1040"/>
                </a:lnTo>
                <a:lnTo>
                  <a:pt x="836" y="1047"/>
                </a:lnTo>
                <a:close/>
                <a:moveTo>
                  <a:pt x="852" y="1047"/>
                </a:moveTo>
                <a:lnTo>
                  <a:pt x="859" y="1047"/>
                </a:lnTo>
                <a:lnTo>
                  <a:pt x="859" y="1040"/>
                </a:lnTo>
                <a:lnTo>
                  <a:pt x="852" y="1040"/>
                </a:lnTo>
                <a:lnTo>
                  <a:pt x="852" y="1047"/>
                </a:lnTo>
                <a:close/>
                <a:moveTo>
                  <a:pt x="871" y="1047"/>
                </a:moveTo>
                <a:lnTo>
                  <a:pt x="876" y="1047"/>
                </a:lnTo>
                <a:lnTo>
                  <a:pt x="876" y="1040"/>
                </a:lnTo>
                <a:lnTo>
                  <a:pt x="871" y="1040"/>
                </a:lnTo>
                <a:lnTo>
                  <a:pt x="871" y="1047"/>
                </a:lnTo>
                <a:close/>
                <a:moveTo>
                  <a:pt x="888" y="1047"/>
                </a:moveTo>
                <a:lnTo>
                  <a:pt x="895" y="1047"/>
                </a:lnTo>
                <a:lnTo>
                  <a:pt x="895" y="1040"/>
                </a:lnTo>
                <a:lnTo>
                  <a:pt x="888" y="1040"/>
                </a:lnTo>
                <a:lnTo>
                  <a:pt x="888" y="1047"/>
                </a:lnTo>
                <a:close/>
                <a:moveTo>
                  <a:pt x="904" y="1047"/>
                </a:moveTo>
                <a:lnTo>
                  <a:pt x="911" y="1047"/>
                </a:lnTo>
                <a:lnTo>
                  <a:pt x="911" y="1040"/>
                </a:lnTo>
                <a:lnTo>
                  <a:pt x="904" y="1040"/>
                </a:lnTo>
                <a:lnTo>
                  <a:pt x="904" y="1047"/>
                </a:lnTo>
                <a:close/>
                <a:moveTo>
                  <a:pt x="921" y="1047"/>
                </a:moveTo>
                <a:lnTo>
                  <a:pt x="928" y="1047"/>
                </a:lnTo>
                <a:lnTo>
                  <a:pt x="928" y="1040"/>
                </a:lnTo>
                <a:lnTo>
                  <a:pt x="921" y="1040"/>
                </a:lnTo>
                <a:lnTo>
                  <a:pt x="921" y="1047"/>
                </a:lnTo>
                <a:close/>
                <a:moveTo>
                  <a:pt x="937" y="1047"/>
                </a:moveTo>
                <a:lnTo>
                  <a:pt x="944" y="1047"/>
                </a:lnTo>
                <a:lnTo>
                  <a:pt x="944" y="1040"/>
                </a:lnTo>
                <a:lnTo>
                  <a:pt x="937" y="1040"/>
                </a:lnTo>
                <a:lnTo>
                  <a:pt x="937" y="1047"/>
                </a:lnTo>
                <a:close/>
                <a:moveTo>
                  <a:pt x="954" y="1047"/>
                </a:moveTo>
                <a:lnTo>
                  <a:pt x="961" y="1047"/>
                </a:lnTo>
                <a:lnTo>
                  <a:pt x="961" y="1040"/>
                </a:lnTo>
                <a:lnTo>
                  <a:pt x="954" y="1040"/>
                </a:lnTo>
                <a:lnTo>
                  <a:pt x="954" y="1047"/>
                </a:lnTo>
                <a:close/>
                <a:moveTo>
                  <a:pt x="971" y="1047"/>
                </a:moveTo>
                <a:lnTo>
                  <a:pt x="978" y="1047"/>
                </a:lnTo>
                <a:lnTo>
                  <a:pt x="978" y="1040"/>
                </a:lnTo>
                <a:lnTo>
                  <a:pt x="971" y="1040"/>
                </a:lnTo>
                <a:lnTo>
                  <a:pt x="971" y="1047"/>
                </a:lnTo>
                <a:close/>
                <a:moveTo>
                  <a:pt x="987" y="1047"/>
                </a:moveTo>
                <a:lnTo>
                  <a:pt x="994" y="1047"/>
                </a:lnTo>
                <a:lnTo>
                  <a:pt x="994" y="1040"/>
                </a:lnTo>
                <a:lnTo>
                  <a:pt x="987" y="1040"/>
                </a:lnTo>
                <a:lnTo>
                  <a:pt x="987" y="1047"/>
                </a:lnTo>
                <a:close/>
                <a:moveTo>
                  <a:pt x="1004" y="1047"/>
                </a:moveTo>
                <a:lnTo>
                  <a:pt x="1011" y="1047"/>
                </a:lnTo>
                <a:lnTo>
                  <a:pt x="1011" y="1040"/>
                </a:lnTo>
                <a:lnTo>
                  <a:pt x="1004" y="1040"/>
                </a:lnTo>
                <a:lnTo>
                  <a:pt x="1004" y="1047"/>
                </a:lnTo>
                <a:close/>
                <a:moveTo>
                  <a:pt x="1020" y="1047"/>
                </a:moveTo>
                <a:lnTo>
                  <a:pt x="1027" y="1047"/>
                </a:lnTo>
                <a:lnTo>
                  <a:pt x="1027" y="1040"/>
                </a:lnTo>
                <a:lnTo>
                  <a:pt x="1020" y="1040"/>
                </a:lnTo>
                <a:lnTo>
                  <a:pt x="1020" y="1047"/>
                </a:lnTo>
                <a:close/>
                <a:moveTo>
                  <a:pt x="1037" y="1047"/>
                </a:moveTo>
                <a:lnTo>
                  <a:pt x="1044" y="1047"/>
                </a:lnTo>
                <a:lnTo>
                  <a:pt x="1044" y="1040"/>
                </a:lnTo>
                <a:lnTo>
                  <a:pt x="1037" y="1040"/>
                </a:lnTo>
                <a:lnTo>
                  <a:pt x="1037" y="1047"/>
                </a:lnTo>
                <a:close/>
                <a:moveTo>
                  <a:pt x="1053" y="1047"/>
                </a:moveTo>
                <a:lnTo>
                  <a:pt x="1061" y="1047"/>
                </a:lnTo>
                <a:lnTo>
                  <a:pt x="1061" y="1040"/>
                </a:lnTo>
                <a:lnTo>
                  <a:pt x="1053" y="1040"/>
                </a:lnTo>
                <a:lnTo>
                  <a:pt x="1053" y="1047"/>
                </a:lnTo>
                <a:close/>
                <a:moveTo>
                  <a:pt x="1070" y="1047"/>
                </a:moveTo>
                <a:lnTo>
                  <a:pt x="1077" y="1047"/>
                </a:lnTo>
                <a:lnTo>
                  <a:pt x="1077" y="1040"/>
                </a:lnTo>
                <a:lnTo>
                  <a:pt x="1070" y="1040"/>
                </a:lnTo>
                <a:lnTo>
                  <a:pt x="1070" y="1047"/>
                </a:lnTo>
                <a:close/>
                <a:moveTo>
                  <a:pt x="1087" y="1047"/>
                </a:moveTo>
                <a:lnTo>
                  <a:pt x="1094" y="1047"/>
                </a:lnTo>
                <a:lnTo>
                  <a:pt x="1094" y="1040"/>
                </a:lnTo>
                <a:lnTo>
                  <a:pt x="1087" y="1040"/>
                </a:lnTo>
                <a:lnTo>
                  <a:pt x="1087" y="1047"/>
                </a:lnTo>
                <a:close/>
                <a:moveTo>
                  <a:pt x="1103" y="1047"/>
                </a:moveTo>
                <a:lnTo>
                  <a:pt x="1110" y="1047"/>
                </a:lnTo>
                <a:lnTo>
                  <a:pt x="1110" y="1040"/>
                </a:lnTo>
                <a:lnTo>
                  <a:pt x="1103" y="1040"/>
                </a:lnTo>
                <a:lnTo>
                  <a:pt x="1103" y="1047"/>
                </a:lnTo>
                <a:close/>
                <a:moveTo>
                  <a:pt x="1120" y="1047"/>
                </a:moveTo>
                <a:lnTo>
                  <a:pt x="1127" y="1047"/>
                </a:lnTo>
                <a:lnTo>
                  <a:pt x="1127" y="1040"/>
                </a:lnTo>
                <a:lnTo>
                  <a:pt x="1120" y="1040"/>
                </a:lnTo>
                <a:lnTo>
                  <a:pt x="1120" y="1047"/>
                </a:lnTo>
                <a:close/>
                <a:moveTo>
                  <a:pt x="1139" y="1047"/>
                </a:moveTo>
                <a:lnTo>
                  <a:pt x="1146" y="1047"/>
                </a:lnTo>
                <a:lnTo>
                  <a:pt x="1146" y="1040"/>
                </a:lnTo>
                <a:lnTo>
                  <a:pt x="1139" y="1040"/>
                </a:lnTo>
                <a:lnTo>
                  <a:pt x="1139" y="1047"/>
                </a:lnTo>
                <a:close/>
                <a:moveTo>
                  <a:pt x="1155" y="1047"/>
                </a:moveTo>
                <a:lnTo>
                  <a:pt x="1162" y="1047"/>
                </a:lnTo>
                <a:lnTo>
                  <a:pt x="1162" y="1040"/>
                </a:lnTo>
                <a:lnTo>
                  <a:pt x="1155" y="1040"/>
                </a:lnTo>
                <a:lnTo>
                  <a:pt x="1155" y="1047"/>
                </a:lnTo>
                <a:close/>
                <a:moveTo>
                  <a:pt x="1572" y="1047"/>
                </a:moveTo>
                <a:lnTo>
                  <a:pt x="1579" y="1047"/>
                </a:lnTo>
                <a:lnTo>
                  <a:pt x="1579" y="1040"/>
                </a:lnTo>
                <a:lnTo>
                  <a:pt x="1572" y="1040"/>
                </a:lnTo>
                <a:lnTo>
                  <a:pt x="1572" y="1047"/>
                </a:lnTo>
                <a:close/>
                <a:moveTo>
                  <a:pt x="1589" y="1047"/>
                </a:moveTo>
                <a:lnTo>
                  <a:pt x="1596" y="1047"/>
                </a:lnTo>
                <a:lnTo>
                  <a:pt x="1596" y="1040"/>
                </a:lnTo>
                <a:lnTo>
                  <a:pt x="1589" y="1040"/>
                </a:lnTo>
                <a:lnTo>
                  <a:pt x="1589" y="1047"/>
                </a:lnTo>
                <a:close/>
                <a:moveTo>
                  <a:pt x="1605" y="1047"/>
                </a:moveTo>
                <a:lnTo>
                  <a:pt x="1612" y="1047"/>
                </a:lnTo>
                <a:lnTo>
                  <a:pt x="1612" y="1040"/>
                </a:lnTo>
                <a:lnTo>
                  <a:pt x="1605" y="1040"/>
                </a:lnTo>
                <a:lnTo>
                  <a:pt x="1605" y="1047"/>
                </a:lnTo>
                <a:close/>
                <a:moveTo>
                  <a:pt x="1622" y="1047"/>
                </a:moveTo>
                <a:lnTo>
                  <a:pt x="1629" y="1047"/>
                </a:lnTo>
                <a:lnTo>
                  <a:pt x="1629" y="1040"/>
                </a:lnTo>
                <a:lnTo>
                  <a:pt x="1622" y="1040"/>
                </a:lnTo>
                <a:lnTo>
                  <a:pt x="1622" y="1047"/>
                </a:lnTo>
                <a:close/>
                <a:moveTo>
                  <a:pt x="1638" y="1047"/>
                </a:moveTo>
                <a:lnTo>
                  <a:pt x="1645" y="1047"/>
                </a:lnTo>
                <a:lnTo>
                  <a:pt x="1645" y="1040"/>
                </a:lnTo>
                <a:lnTo>
                  <a:pt x="1638" y="1040"/>
                </a:lnTo>
                <a:lnTo>
                  <a:pt x="1638" y="1047"/>
                </a:lnTo>
                <a:close/>
                <a:moveTo>
                  <a:pt x="1657" y="1047"/>
                </a:moveTo>
                <a:lnTo>
                  <a:pt x="1664" y="1047"/>
                </a:lnTo>
                <a:lnTo>
                  <a:pt x="1664" y="1040"/>
                </a:lnTo>
                <a:lnTo>
                  <a:pt x="1657" y="1040"/>
                </a:lnTo>
                <a:lnTo>
                  <a:pt x="1657" y="1047"/>
                </a:lnTo>
                <a:close/>
                <a:moveTo>
                  <a:pt x="1674" y="1047"/>
                </a:moveTo>
                <a:lnTo>
                  <a:pt x="1681" y="1047"/>
                </a:lnTo>
                <a:lnTo>
                  <a:pt x="1681" y="1040"/>
                </a:lnTo>
                <a:lnTo>
                  <a:pt x="1674" y="1040"/>
                </a:lnTo>
                <a:lnTo>
                  <a:pt x="1674" y="1047"/>
                </a:lnTo>
                <a:close/>
                <a:moveTo>
                  <a:pt x="1690" y="1047"/>
                </a:moveTo>
                <a:lnTo>
                  <a:pt x="1698" y="1047"/>
                </a:lnTo>
                <a:lnTo>
                  <a:pt x="1698" y="1040"/>
                </a:lnTo>
                <a:lnTo>
                  <a:pt x="1690" y="1040"/>
                </a:lnTo>
                <a:lnTo>
                  <a:pt x="1690" y="1047"/>
                </a:lnTo>
                <a:close/>
                <a:moveTo>
                  <a:pt x="1707" y="1047"/>
                </a:moveTo>
                <a:lnTo>
                  <a:pt x="1714" y="1047"/>
                </a:lnTo>
                <a:lnTo>
                  <a:pt x="1714" y="1040"/>
                </a:lnTo>
                <a:lnTo>
                  <a:pt x="1707" y="1040"/>
                </a:lnTo>
                <a:lnTo>
                  <a:pt x="1707" y="1047"/>
                </a:lnTo>
                <a:close/>
                <a:moveTo>
                  <a:pt x="1724" y="1047"/>
                </a:moveTo>
                <a:lnTo>
                  <a:pt x="1731" y="1047"/>
                </a:lnTo>
                <a:lnTo>
                  <a:pt x="1731" y="1040"/>
                </a:lnTo>
                <a:lnTo>
                  <a:pt x="1724" y="1040"/>
                </a:lnTo>
                <a:lnTo>
                  <a:pt x="1724" y="1047"/>
                </a:lnTo>
                <a:close/>
                <a:moveTo>
                  <a:pt x="1740" y="1047"/>
                </a:moveTo>
                <a:lnTo>
                  <a:pt x="1747" y="1047"/>
                </a:lnTo>
                <a:lnTo>
                  <a:pt x="1747" y="1040"/>
                </a:lnTo>
                <a:lnTo>
                  <a:pt x="1740" y="1040"/>
                </a:lnTo>
                <a:lnTo>
                  <a:pt x="1740" y="1047"/>
                </a:lnTo>
                <a:close/>
                <a:moveTo>
                  <a:pt x="1757" y="1047"/>
                </a:moveTo>
                <a:lnTo>
                  <a:pt x="1764" y="1047"/>
                </a:lnTo>
                <a:lnTo>
                  <a:pt x="1764" y="1040"/>
                </a:lnTo>
                <a:lnTo>
                  <a:pt x="1757" y="1040"/>
                </a:lnTo>
                <a:lnTo>
                  <a:pt x="1757" y="1047"/>
                </a:lnTo>
                <a:close/>
                <a:moveTo>
                  <a:pt x="1773" y="1047"/>
                </a:moveTo>
                <a:lnTo>
                  <a:pt x="1780" y="1047"/>
                </a:lnTo>
                <a:lnTo>
                  <a:pt x="1780" y="1040"/>
                </a:lnTo>
                <a:lnTo>
                  <a:pt x="1773" y="1040"/>
                </a:lnTo>
                <a:lnTo>
                  <a:pt x="1773" y="1047"/>
                </a:lnTo>
                <a:close/>
                <a:moveTo>
                  <a:pt x="1790" y="1047"/>
                </a:moveTo>
                <a:lnTo>
                  <a:pt x="1797" y="1047"/>
                </a:lnTo>
                <a:lnTo>
                  <a:pt x="1797" y="1040"/>
                </a:lnTo>
                <a:lnTo>
                  <a:pt x="1790" y="1040"/>
                </a:lnTo>
                <a:lnTo>
                  <a:pt x="1790" y="1047"/>
                </a:lnTo>
                <a:close/>
                <a:moveTo>
                  <a:pt x="2358" y="1047"/>
                </a:moveTo>
                <a:lnTo>
                  <a:pt x="2365" y="1047"/>
                </a:lnTo>
                <a:lnTo>
                  <a:pt x="2365" y="1040"/>
                </a:lnTo>
                <a:lnTo>
                  <a:pt x="2358" y="1040"/>
                </a:lnTo>
                <a:lnTo>
                  <a:pt x="2358" y="1047"/>
                </a:lnTo>
                <a:close/>
                <a:moveTo>
                  <a:pt x="2375" y="1047"/>
                </a:moveTo>
                <a:lnTo>
                  <a:pt x="2382" y="1047"/>
                </a:lnTo>
                <a:lnTo>
                  <a:pt x="2382" y="1040"/>
                </a:lnTo>
                <a:lnTo>
                  <a:pt x="2375" y="1040"/>
                </a:lnTo>
                <a:lnTo>
                  <a:pt x="2375" y="1047"/>
                </a:lnTo>
                <a:close/>
                <a:moveTo>
                  <a:pt x="2391" y="1047"/>
                </a:moveTo>
                <a:lnTo>
                  <a:pt x="2398" y="1047"/>
                </a:lnTo>
                <a:lnTo>
                  <a:pt x="2398" y="1040"/>
                </a:lnTo>
                <a:lnTo>
                  <a:pt x="2391" y="1040"/>
                </a:lnTo>
                <a:lnTo>
                  <a:pt x="2391" y="1047"/>
                </a:lnTo>
                <a:close/>
                <a:moveTo>
                  <a:pt x="2408" y="1047"/>
                </a:moveTo>
                <a:lnTo>
                  <a:pt x="2415" y="1047"/>
                </a:lnTo>
                <a:lnTo>
                  <a:pt x="2415" y="1040"/>
                </a:lnTo>
                <a:lnTo>
                  <a:pt x="2408" y="1040"/>
                </a:lnTo>
                <a:lnTo>
                  <a:pt x="2408" y="1047"/>
                </a:lnTo>
                <a:close/>
                <a:moveTo>
                  <a:pt x="2427" y="1047"/>
                </a:moveTo>
                <a:lnTo>
                  <a:pt x="2434" y="1047"/>
                </a:lnTo>
                <a:lnTo>
                  <a:pt x="2434" y="1040"/>
                </a:lnTo>
                <a:lnTo>
                  <a:pt x="2427" y="1040"/>
                </a:lnTo>
                <a:lnTo>
                  <a:pt x="2427" y="1047"/>
                </a:lnTo>
                <a:close/>
                <a:moveTo>
                  <a:pt x="2443" y="1047"/>
                </a:moveTo>
                <a:lnTo>
                  <a:pt x="2451" y="1047"/>
                </a:lnTo>
                <a:lnTo>
                  <a:pt x="2451" y="1040"/>
                </a:lnTo>
                <a:lnTo>
                  <a:pt x="2443" y="1040"/>
                </a:lnTo>
                <a:lnTo>
                  <a:pt x="2443" y="1047"/>
                </a:lnTo>
                <a:close/>
                <a:moveTo>
                  <a:pt x="2460" y="1047"/>
                </a:moveTo>
                <a:lnTo>
                  <a:pt x="2467" y="1047"/>
                </a:lnTo>
                <a:lnTo>
                  <a:pt x="2467" y="1040"/>
                </a:lnTo>
                <a:lnTo>
                  <a:pt x="2460" y="1040"/>
                </a:lnTo>
                <a:lnTo>
                  <a:pt x="2460" y="1047"/>
                </a:lnTo>
                <a:close/>
                <a:moveTo>
                  <a:pt x="2477" y="1047"/>
                </a:moveTo>
                <a:lnTo>
                  <a:pt x="2484" y="1047"/>
                </a:lnTo>
                <a:lnTo>
                  <a:pt x="2484" y="1040"/>
                </a:lnTo>
                <a:lnTo>
                  <a:pt x="2477" y="1040"/>
                </a:lnTo>
                <a:lnTo>
                  <a:pt x="2477" y="1047"/>
                </a:lnTo>
                <a:close/>
                <a:moveTo>
                  <a:pt x="2493" y="1047"/>
                </a:moveTo>
                <a:lnTo>
                  <a:pt x="2500" y="1047"/>
                </a:lnTo>
                <a:lnTo>
                  <a:pt x="2500" y="1040"/>
                </a:lnTo>
                <a:lnTo>
                  <a:pt x="2493" y="1040"/>
                </a:lnTo>
                <a:lnTo>
                  <a:pt x="2493" y="1047"/>
                </a:lnTo>
                <a:close/>
                <a:moveTo>
                  <a:pt x="2510" y="1047"/>
                </a:moveTo>
                <a:lnTo>
                  <a:pt x="2517" y="1047"/>
                </a:lnTo>
                <a:lnTo>
                  <a:pt x="2517" y="1040"/>
                </a:lnTo>
                <a:lnTo>
                  <a:pt x="2510" y="1040"/>
                </a:lnTo>
                <a:lnTo>
                  <a:pt x="2510" y="1047"/>
                </a:lnTo>
                <a:close/>
                <a:moveTo>
                  <a:pt x="2526" y="1047"/>
                </a:moveTo>
                <a:lnTo>
                  <a:pt x="2533" y="1047"/>
                </a:lnTo>
                <a:lnTo>
                  <a:pt x="2533" y="1040"/>
                </a:lnTo>
                <a:lnTo>
                  <a:pt x="2526" y="1040"/>
                </a:lnTo>
                <a:lnTo>
                  <a:pt x="2526" y="1047"/>
                </a:lnTo>
                <a:close/>
                <a:moveTo>
                  <a:pt x="2543" y="1047"/>
                </a:moveTo>
                <a:lnTo>
                  <a:pt x="2550" y="1047"/>
                </a:lnTo>
                <a:lnTo>
                  <a:pt x="2550" y="1040"/>
                </a:lnTo>
                <a:lnTo>
                  <a:pt x="2543" y="1040"/>
                </a:lnTo>
                <a:lnTo>
                  <a:pt x="2543" y="1047"/>
                </a:lnTo>
                <a:close/>
                <a:moveTo>
                  <a:pt x="2560" y="1047"/>
                </a:moveTo>
                <a:lnTo>
                  <a:pt x="2567" y="1047"/>
                </a:lnTo>
                <a:lnTo>
                  <a:pt x="2567" y="1040"/>
                </a:lnTo>
                <a:lnTo>
                  <a:pt x="2560" y="1040"/>
                </a:lnTo>
                <a:lnTo>
                  <a:pt x="2560" y="1047"/>
                </a:lnTo>
                <a:close/>
                <a:moveTo>
                  <a:pt x="2609" y="1047"/>
                </a:moveTo>
                <a:lnTo>
                  <a:pt x="2616" y="1047"/>
                </a:lnTo>
                <a:lnTo>
                  <a:pt x="2616" y="1040"/>
                </a:lnTo>
                <a:lnTo>
                  <a:pt x="2609" y="1040"/>
                </a:lnTo>
                <a:lnTo>
                  <a:pt x="2609" y="1047"/>
                </a:lnTo>
                <a:close/>
                <a:moveTo>
                  <a:pt x="2626" y="1047"/>
                </a:moveTo>
                <a:lnTo>
                  <a:pt x="2633" y="1047"/>
                </a:lnTo>
                <a:lnTo>
                  <a:pt x="2633" y="1040"/>
                </a:lnTo>
                <a:lnTo>
                  <a:pt x="2626" y="1040"/>
                </a:lnTo>
                <a:lnTo>
                  <a:pt x="2626" y="1047"/>
                </a:lnTo>
                <a:close/>
                <a:moveTo>
                  <a:pt x="2642" y="1047"/>
                </a:moveTo>
                <a:lnTo>
                  <a:pt x="2649" y="1047"/>
                </a:lnTo>
                <a:lnTo>
                  <a:pt x="2649" y="1040"/>
                </a:lnTo>
                <a:lnTo>
                  <a:pt x="2642" y="1040"/>
                </a:lnTo>
                <a:lnTo>
                  <a:pt x="2642" y="1047"/>
                </a:lnTo>
                <a:close/>
                <a:moveTo>
                  <a:pt x="2659" y="1047"/>
                </a:moveTo>
                <a:lnTo>
                  <a:pt x="2666" y="1047"/>
                </a:lnTo>
                <a:lnTo>
                  <a:pt x="2666" y="1040"/>
                </a:lnTo>
                <a:lnTo>
                  <a:pt x="2659" y="1040"/>
                </a:lnTo>
                <a:lnTo>
                  <a:pt x="2659" y="1047"/>
                </a:lnTo>
                <a:close/>
                <a:moveTo>
                  <a:pt x="2678" y="1047"/>
                </a:moveTo>
                <a:lnTo>
                  <a:pt x="2683" y="1047"/>
                </a:lnTo>
                <a:lnTo>
                  <a:pt x="2683" y="1040"/>
                </a:lnTo>
                <a:lnTo>
                  <a:pt x="2678" y="1040"/>
                </a:lnTo>
                <a:lnTo>
                  <a:pt x="2678" y="1047"/>
                </a:lnTo>
                <a:close/>
                <a:moveTo>
                  <a:pt x="2694" y="1047"/>
                </a:moveTo>
                <a:lnTo>
                  <a:pt x="2702" y="1047"/>
                </a:lnTo>
                <a:lnTo>
                  <a:pt x="2702" y="1040"/>
                </a:lnTo>
                <a:lnTo>
                  <a:pt x="2694" y="1040"/>
                </a:lnTo>
                <a:lnTo>
                  <a:pt x="2694" y="1047"/>
                </a:lnTo>
                <a:close/>
                <a:moveTo>
                  <a:pt x="2711" y="1047"/>
                </a:moveTo>
                <a:lnTo>
                  <a:pt x="2718" y="1047"/>
                </a:lnTo>
                <a:lnTo>
                  <a:pt x="2718" y="1040"/>
                </a:lnTo>
                <a:lnTo>
                  <a:pt x="2711" y="1040"/>
                </a:lnTo>
                <a:lnTo>
                  <a:pt x="2711" y="1047"/>
                </a:lnTo>
                <a:close/>
                <a:moveTo>
                  <a:pt x="2728" y="1047"/>
                </a:moveTo>
                <a:lnTo>
                  <a:pt x="2735" y="1047"/>
                </a:lnTo>
                <a:lnTo>
                  <a:pt x="2735" y="1040"/>
                </a:lnTo>
                <a:lnTo>
                  <a:pt x="2728" y="1040"/>
                </a:lnTo>
                <a:lnTo>
                  <a:pt x="2728" y="1047"/>
                </a:lnTo>
                <a:close/>
                <a:moveTo>
                  <a:pt x="2744" y="1047"/>
                </a:moveTo>
                <a:lnTo>
                  <a:pt x="2751" y="1047"/>
                </a:lnTo>
                <a:lnTo>
                  <a:pt x="2751" y="1040"/>
                </a:lnTo>
                <a:lnTo>
                  <a:pt x="2744" y="1040"/>
                </a:lnTo>
                <a:lnTo>
                  <a:pt x="2744" y="1047"/>
                </a:lnTo>
                <a:close/>
                <a:moveTo>
                  <a:pt x="2777" y="1047"/>
                </a:moveTo>
                <a:lnTo>
                  <a:pt x="2784" y="1047"/>
                </a:lnTo>
                <a:lnTo>
                  <a:pt x="2784" y="1040"/>
                </a:lnTo>
                <a:lnTo>
                  <a:pt x="2777" y="1040"/>
                </a:lnTo>
                <a:lnTo>
                  <a:pt x="2777" y="1047"/>
                </a:lnTo>
                <a:close/>
                <a:moveTo>
                  <a:pt x="2794" y="1047"/>
                </a:moveTo>
                <a:lnTo>
                  <a:pt x="2801" y="1047"/>
                </a:lnTo>
                <a:lnTo>
                  <a:pt x="2801" y="1040"/>
                </a:lnTo>
                <a:lnTo>
                  <a:pt x="2794" y="1040"/>
                </a:lnTo>
                <a:lnTo>
                  <a:pt x="2794" y="1047"/>
                </a:lnTo>
                <a:close/>
                <a:moveTo>
                  <a:pt x="2811" y="1047"/>
                </a:moveTo>
                <a:lnTo>
                  <a:pt x="2818" y="1047"/>
                </a:lnTo>
                <a:lnTo>
                  <a:pt x="2818" y="1040"/>
                </a:lnTo>
                <a:lnTo>
                  <a:pt x="2811" y="1040"/>
                </a:lnTo>
                <a:lnTo>
                  <a:pt x="2811" y="1047"/>
                </a:lnTo>
                <a:close/>
                <a:moveTo>
                  <a:pt x="802" y="1064"/>
                </a:moveTo>
                <a:lnTo>
                  <a:pt x="810" y="1064"/>
                </a:lnTo>
                <a:lnTo>
                  <a:pt x="810" y="1057"/>
                </a:lnTo>
                <a:lnTo>
                  <a:pt x="802" y="1057"/>
                </a:lnTo>
                <a:lnTo>
                  <a:pt x="802" y="1064"/>
                </a:lnTo>
                <a:close/>
                <a:moveTo>
                  <a:pt x="819" y="1064"/>
                </a:moveTo>
                <a:lnTo>
                  <a:pt x="826" y="1064"/>
                </a:lnTo>
                <a:lnTo>
                  <a:pt x="826" y="1057"/>
                </a:lnTo>
                <a:lnTo>
                  <a:pt x="819" y="1057"/>
                </a:lnTo>
                <a:lnTo>
                  <a:pt x="819" y="1064"/>
                </a:lnTo>
                <a:close/>
                <a:moveTo>
                  <a:pt x="836" y="1064"/>
                </a:moveTo>
                <a:lnTo>
                  <a:pt x="843" y="1064"/>
                </a:lnTo>
                <a:lnTo>
                  <a:pt x="843" y="1057"/>
                </a:lnTo>
                <a:lnTo>
                  <a:pt x="836" y="1057"/>
                </a:lnTo>
                <a:lnTo>
                  <a:pt x="836" y="1064"/>
                </a:lnTo>
                <a:close/>
                <a:moveTo>
                  <a:pt x="852" y="1064"/>
                </a:moveTo>
                <a:lnTo>
                  <a:pt x="859" y="1064"/>
                </a:lnTo>
                <a:lnTo>
                  <a:pt x="859" y="1057"/>
                </a:lnTo>
                <a:lnTo>
                  <a:pt x="852" y="1057"/>
                </a:lnTo>
                <a:lnTo>
                  <a:pt x="852" y="1064"/>
                </a:lnTo>
                <a:close/>
                <a:moveTo>
                  <a:pt x="871" y="1064"/>
                </a:moveTo>
                <a:lnTo>
                  <a:pt x="876" y="1064"/>
                </a:lnTo>
                <a:lnTo>
                  <a:pt x="876" y="1057"/>
                </a:lnTo>
                <a:lnTo>
                  <a:pt x="871" y="1057"/>
                </a:lnTo>
                <a:lnTo>
                  <a:pt x="871" y="1064"/>
                </a:lnTo>
                <a:close/>
                <a:moveTo>
                  <a:pt x="888" y="1064"/>
                </a:moveTo>
                <a:lnTo>
                  <a:pt x="895" y="1064"/>
                </a:lnTo>
                <a:lnTo>
                  <a:pt x="895" y="1057"/>
                </a:lnTo>
                <a:lnTo>
                  <a:pt x="888" y="1057"/>
                </a:lnTo>
                <a:lnTo>
                  <a:pt x="888" y="1064"/>
                </a:lnTo>
                <a:close/>
                <a:moveTo>
                  <a:pt x="904" y="1064"/>
                </a:moveTo>
                <a:lnTo>
                  <a:pt x="911" y="1064"/>
                </a:lnTo>
                <a:lnTo>
                  <a:pt x="911" y="1057"/>
                </a:lnTo>
                <a:lnTo>
                  <a:pt x="904" y="1057"/>
                </a:lnTo>
                <a:lnTo>
                  <a:pt x="904" y="1064"/>
                </a:lnTo>
                <a:close/>
                <a:moveTo>
                  <a:pt x="921" y="1064"/>
                </a:moveTo>
                <a:lnTo>
                  <a:pt x="928" y="1064"/>
                </a:lnTo>
                <a:lnTo>
                  <a:pt x="928" y="1057"/>
                </a:lnTo>
                <a:lnTo>
                  <a:pt x="921" y="1057"/>
                </a:lnTo>
                <a:lnTo>
                  <a:pt x="921" y="1064"/>
                </a:lnTo>
                <a:close/>
                <a:moveTo>
                  <a:pt x="937" y="1064"/>
                </a:moveTo>
                <a:lnTo>
                  <a:pt x="944" y="1064"/>
                </a:lnTo>
                <a:lnTo>
                  <a:pt x="944" y="1057"/>
                </a:lnTo>
                <a:lnTo>
                  <a:pt x="937" y="1057"/>
                </a:lnTo>
                <a:lnTo>
                  <a:pt x="937" y="1064"/>
                </a:lnTo>
                <a:close/>
                <a:moveTo>
                  <a:pt x="954" y="1064"/>
                </a:moveTo>
                <a:lnTo>
                  <a:pt x="961" y="1064"/>
                </a:lnTo>
                <a:lnTo>
                  <a:pt x="961" y="1057"/>
                </a:lnTo>
                <a:lnTo>
                  <a:pt x="954" y="1057"/>
                </a:lnTo>
                <a:lnTo>
                  <a:pt x="954" y="1064"/>
                </a:lnTo>
                <a:close/>
                <a:moveTo>
                  <a:pt x="971" y="1064"/>
                </a:moveTo>
                <a:lnTo>
                  <a:pt x="978" y="1064"/>
                </a:lnTo>
                <a:lnTo>
                  <a:pt x="978" y="1057"/>
                </a:lnTo>
                <a:lnTo>
                  <a:pt x="971" y="1057"/>
                </a:lnTo>
                <a:lnTo>
                  <a:pt x="971" y="1064"/>
                </a:lnTo>
                <a:close/>
                <a:moveTo>
                  <a:pt x="987" y="1064"/>
                </a:moveTo>
                <a:lnTo>
                  <a:pt x="994" y="1064"/>
                </a:lnTo>
                <a:lnTo>
                  <a:pt x="994" y="1057"/>
                </a:lnTo>
                <a:lnTo>
                  <a:pt x="987" y="1057"/>
                </a:lnTo>
                <a:lnTo>
                  <a:pt x="987" y="1064"/>
                </a:lnTo>
                <a:close/>
                <a:moveTo>
                  <a:pt x="1004" y="1064"/>
                </a:moveTo>
                <a:lnTo>
                  <a:pt x="1011" y="1064"/>
                </a:lnTo>
                <a:lnTo>
                  <a:pt x="1011" y="1057"/>
                </a:lnTo>
                <a:lnTo>
                  <a:pt x="1004" y="1057"/>
                </a:lnTo>
                <a:lnTo>
                  <a:pt x="1004" y="1064"/>
                </a:lnTo>
                <a:close/>
                <a:moveTo>
                  <a:pt x="1020" y="1064"/>
                </a:moveTo>
                <a:lnTo>
                  <a:pt x="1027" y="1064"/>
                </a:lnTo>
                <a:lnTo>
                  <a:pt x="1027" y="1057"/>
                </a:lnTo>
                <a:lnTo>
                  <a:pt x="1020" y="1057"/>
                </a:lnTo>
                <a:lnTo>
                  <a:pt x="1020" y="1064"/>
                </a:lnTo>
                <a:close/>
                <a:moveTo>
                  <a:pt x="1037" y="1064"/>
                </a:moveTo>
                <a:lnTo>
                  <a:pt x="1044" y="1064"/>
                </a:lnTo>
                <a:lnTo>
                  <a:pt x="1044" y="1057"/>
                </a:lnTo>
                <a:lnTo>
                  <a:pt x="1037" y="1057"/>
                </a:lnTo>
                <a:lnTo>
                  <a:pt x="1037" y="1064"/>
                </a:lnTo>
                <a:close/>
                <a:moveTo>
                  <a:pt x="1053" y="1064"/>
                </a:moveTo>
                <a:lnTo>
                  <a:pt x="1061" y="1064"/>
                </a:lnTo>
                <a:lnTo>
                  <a:pt x="1061" y="1057"/>
                </a:lnTo>
                <a:lnTo>
                  <a:pt x="1053" y="1057"/>
                </a:lnTo>
                <a:lnTo>
                  <a:pt x="1053" y="1064"/>
                </a:lnTo>
                <a:close/>
                <a:moveTo>
                  <a:pt x="1070" y="1064"/>
                </a:moveTo>
                <a:lnTo>
                  <a:pt x="1077" y="1064"/>
                </a:lnTo>
                <a:lnTo>
                  <a:pt x="1077" y="1057"/>
                </a:lnTo>
                <a:lnTo>
                  <a:pt x="1070" y="1057"/>
                </a:lnTo>
                <a:lnTo>
                  <a:pt x="1070" y="1064"/>
                </a:lnTo>
                <a:close/>
                <a:moveTo>
                  <a:pt x="1087" y="1064"/>
                </a:moveTo>
                <a:lnTo>
                  <a:pt x="1094" y="1064"/>
                </a:lnTo>
                <a:lnTo>
                  <a:pt x="1094" y="1057"/>
                </a:lnTo>
                <a:lnTo>
                  <a:pt x="1087" y="1057"/>
                </a:lnTo>
                <a:lnTo>
                  <a:pt x="1087" y="1064"/>
                </a:lnTo>
                <a:close/>
                <a:moveTo>
                  <a:pt x="1103" y="1064"/>
                </a:moveTo>
                <a:lnTo>
                  <a:pt x="1110" y="1064"/>
                </a:lnTo>
                <a:lnTo>
                  <a:pt x="1110" y="1057"/>
                </a:lnTo>
                <a:lnTo>
                  <a:pt x="1103" y="1057"/>
                </a:lnTo>
                <a:lnTo>
                  <a:pt x="1103" y="1064"/>
                </a:lnTo>
                <a:close/>
                <a:moveTo>
                  <a:pt x="1120" y="1064"/>
                </a:moveTo>
                <a:lnTo>
                  <a:pt x="1127" y="1064"/>
                </a:lnTo>
                <a:lnTo>
                  <a:pt x="1127" y="1057"/>
                </a:lnTo>
                <a:lnTo>
                  <a:pt x="1120" y="1057"/>
                </a:lnTo>
                <a:lnTo>
                  <a:pt x="1120" y="1064"/>
                </a:lnTo>
                <a:close/>
                <a:moveTo>
                  <a:pt x="1139" y="1064"/>
                </a:moveTo>
                <a:lnTo>
                  <a:pt x="1146" y="1064"/>
                </a:lnTo>
                <a:lnTo>
                  <a:pt x="1146" y="1057"/>
                </a:lnTo>
                <a:lnTo>
                  <a:pt x="1139" y="1057"/>
                </a:lnTo>
                <a:lnTo>
                  <a:pt x="1139" y="1064"/>
                </a:lnTo>
                <a:close/>
                <a:moveTo>
                  <a:pt x="1155" y="1064"/>
                </a:moveTo>
                <a:lnTo>
                  <a:pt x="1162" y="1064"/>
                </a:lnTo>
                <a:lnTo>
                  <a:pt x="1162" y="1057"/>
                </a:lnTo>
                <a:lnTo>
                  <a:pt x="1155" y="1057"/>
                </a:lnTo>
                <a:lnTo>
                  <a:pt x="1155" y="1064"/>
                </a:lnTo>
                <a:close/>
                <a:moveTo>
                  <a:pt x="1572" y="1064"/>
                </a:moveTo>
                <a:lnTo>
                  <a:pt x="1579" y="1064"/>
                </a:lnTo>
                <a:lnTo>
                  <a:pt x="1579" y="1057"/>
                </a:lnTo>
                <a:lnTo>
                  <a:pt x="1572" y="1057"/>
                </a:lnTo>
                <a:lnTo>
                  <a:pt x="1572" y="1064"/>
                </a:lnTo>
                <a:close/>
                <a:moveTo>
                  <a:pt x="1589" y="1064"/>
                </a:moveTo>
                <a:lnTo>
                  <a:pt x="1596" y="1064"/>
                </a:lnTo>
                <a:lnTo>
                  <a:pt x="1596" y="1057"/>
                </a:lnTo>
                <a:lnTo>
                  <a:pt x="1589" y="1057"/>
                </a:lnTo>
                <a:lnTo>
                  <a:pt x="1589" y="1064"/>
                </a:lnTo>
                <a:close/>
                <a:moveTo>
                  <a:pt x="1605" y="1064"/>
                </a:moveTo>
                <a:lnTo>
                  <a:pt x="1612" y="1064"/>
                </a:lnTo>
                <a:lnTo>
                  <a:pt x="1612" y="1057"/>
                </a:lnTo>
                <a:lnTo>
                  <a:pt x="1605" y="1057"/>
                </a:lnTo>
                <a:lnTo>
                  <a:pt x="1605" y="1064"/>
                </a:lnTo>
                <a:close/>
                <a:moveTo>
                  <a:pt x="1622" y="1064"/>
                </a:moveTo>
                <a:lnTo>
                  <a:pt x="1629" y="1064"/>
                </a:lnTo>
                <a:lnTo>
                  <a:pt x="1629" y="1057"/>
                </a:lnTo>
                <a:lnTo>
                  <a:pt x="1622" y="1057"/>
                </a:lnTo>
                <a:lnTo>
                  <a:pt x="1622" y="1064"/>
                </a:lnTo>
                <a:close/>
                <a:moveTo>
                  <a:pt x="1638" y="1064"/>
                </a:moveTo>
                <a:lnTo>
                  <a:pt x="1645" y="1064"/>
                </a:lnTo>
                <a:lnTo>
                  <a:pt x="1645" y="1057"/>
                </a:lnTo>
                <a:lnTo>
                  <a:pt x="1638" y="1057"/>
                </a:lnTo>
                <a:lnTo>
                  <a:pt x="1638" y="1064"/>
                </a:lnTo>
                <a:close/>
                <a:moveTo>
                  <a:pt x="1657" y="1064"/>
                </a:moveTo>
                <a:lnTo>
                  <a:pt x="1664" y="1064"/>
                </a:lnTo>
                <a:lnTo>
                  <a:pt x="1664" y="1057"/>
                </a:lnTo>
                <a:lnTo>
                  <a:pt x="1657" y="1057"/>
                </a:lnTo>
                <a:lnTo>
                  <a:pt x="1657" y="1064"/>
                </a:lnTo>
                <a:close/>
                <a:moveTo>
                  <a:pt x="1674" y="1064"/>
                </a:moveTo>
                <a:lnTo>
                  <a:pt x="1681" y="1064"/>
                </a:lnTo>
                <a:lnTo>
                  <a:pt x="1681" y="1057"/>
                </a:lnTo>
                <a:lnTo>
                  <a:pt x="1674" y="1057"/>
                </a:lnTo>
                <a:lnTo>
                  <a:pt x="1674" y="1064"/>
                </a:lnTo>
                <a:close/>
                <a:moveTo>
                  <a:pt x="1690" y="1064"/>
                </a:moveTo>
                <a:lnTo>
                  <a:pt x="1698" y="1064"/>
                </a:lnTo>
                <a:lnTo>
                  <a:pt x="1698" y="1057"/>
                </a:lnTo>
                <a:lnTo>
                  <a:pt x="1690" y="1057"/>
                </a:lnTo>
                <a:lnTo>
                  <a:pt x="1690" y="1064"/>
                </a:lnTo>
                <a:close/>
                <a:moveTo>
                  <a:pt x="1707" y="1064"/>
                </a:moveTo>
                <a:lnTo>
                  <a:pt x="1714" y="1064"/>
                </a:lnTo>
                <a:lnTo>
                  <a:pt x="1714" y="1057"/>
                </a:lnTo>
                <a:lnTo>
                  <a:pt x="1707" y="1057"/>
                </a:lnTo>
                <a:lnTo>
                  <a:pt x="1707" y="1064"/>
                </a:lnTo>
                <a:close/>
                <a:moveTo>
                  <a:pt x="1724" y="1064"/>
                </a:moveTo>
                <a:lnTo>
                  <a:pt x="1731" y="1064"/>
                </a:lnTo>
                <a:lnTo>
                  <a:pt x="1731" y="1057"/>
                </a:lnTo>
                <a:lnTo>
                  <a:pt x="1724" y="1057"/>
                </a:lnTo>
                <a:lnTo>
                  <a:pt x="1724" y="1064"/>
                </a:lnTo>
                <a:close/>
                <a:moveTo>
                  <a:pt x="1740" y="1064"/>
                </a:moveTo>
                <a:lnTo>
                  <a:pt x="1747" y="1064"/>
                </a:lnTo>
                <a:lnTo>
                  <a:pt x="1747" y="1057"/>
                </a:lnTo>
                <a:lnTo>
                  <a:pt x="1740" y="1057"/>
                </a:lnTo>
                <a:lnTo>
                  <a:pt x="1740" y="1064"/>
                </a:lnTo>
                <a:close/>
                <a:moveTo>
                  <a:pt x="1757" y="1064"/>
                </a:moveTo>
                <a:lnTo>
                  <a:pt x="1764" y="1064"/>
                </a:lnTo>
                <a:lnTo>
                  <a:pt x="1764" y="1057"/>
                </a:lnTo>
                <a:lnTo>
                  <a:pt x="1757" y="1057"/>
                </a:lnTo>
                <a:lnTo>
                  <a:pt x="1757" y="1064"/>
                </a:lnTo>
                <a:close/>
                <a:moveTo>
                  <a:pt x="1773" y="1064"/>
                </a:moveTo>
                <a:lnTo>
                  <a:pt x="1780" y="1064"/>
                </a:lnTo>
                <a:lnTo>
                  <a:pt x="1780" y="1057"/>
                </a:lnTo>
                <a:lnTo>
                  <a:pt x="1773" y="1057"/>
                </a:lnTo>
                <a:lnTo>
                  <a:pt x="1773" y="1064"/>
                </a:lnTo>
                <a:close/>
                <a:moveTo>
                  <a:pt x="1790" y="1064"/>
                </a:moveTo>
                <a:lnTo>
                  <a:pt x="1797" y="1064"/>
                </a:lnTo>
                <a:lnTo>
                  <a:pt x="1797" y="1057"/>
                </a:lnTo>
                <a:lnTo>
                  <a:pt x="1790" y="1057"/>
                </a:lnTo>
                <a:lnTo>
                  <a:pt x="1790" y="1064"/>
                </a:lnTo>
                <a:close/>
                <a:moveTo>
                  <a:pt x="2460" y="1064"/>
                </a:moveTo>
                <a:lnTo>
                  <a:pt x="2467" y="1064"/>
                </a:lnTo>
                <a:lnTo>
                  <a:pt x="2467" y="1057"/>
                </a:lnTo>
                <a:lnTo>
                  <a:pt x="2460" y="1057"/>
                </a:lnTo>
                <a:lnTo>
                  <a:pt x="2460" y="1064"/>
                </a:lnTo>
                <a:close/>
                <a:moveTo>
                  <a:pt x="2477" y="1064"/>
                </a:moveTo>
                <a:lnTo>
                  <a:pt x="2484" y="1064"/>
                </a:lnTo>
                <a:lnTo>
                  <a:pt x="2484" y="1057"/>
                </a:lnTo>
                <a:lnTo>
                  <a:pt x="2477" y="1057"/>
                </a:lnTo>
                <a:lnTo>
                  <a:pt x="2477" y="1064"/>
                </a:lnTo>
                <a:close/>
                <a:moveTo>
                  <a:pt x="2493" y="1064"/>
                </a:moveTo>
                <a:lnTo>
                  <a:pt x="2500" y="1064"/>
                </a:lnTo>
                <a:lnTo>
                  <a:pt x="2500" y="1057"/>
                </a:lnTo>
                <a:lnTo>
                  <a:pt x="2493" y="1057"/>
                </a:lnTo>
                <a:lnTo>
                  <a:pt x="2493" y="1064"/>
                </a:lnTo>
                <a:close/>
                <a:moveTo>
                  <a:pt x="2510" y="1064"/>
                </a:moveTo>
                <a:lnTo>
                  <a:pt x="2517" y="1064"/>
                </a:lnTo>
                <a:lnTo>
                  <a:pt x="2517" y="1057"/>
                </a:lnTo>
                <a:lnTo>
                  <a:pt x="2510" y="1057"/>
                </a:lnTo>
                <a:lnTo>
                  <a:pt x="2510" y="1064"/>
                </a:lnTo>
                <a:close/>
                <a:moveTo>
                  <a:pt x="2560" y="1064"/>
                </a:moveTo>
                <a:lnTo>
                  <a:pt x="2567" y="1064"/>
                </a:lnTo>
                <a:lnTo>
                  <a:pt x="2567" y="1057"/>
                </a:lnTo>
                <a:lnTo>
                  <a:pt x="2560" y="1057"/>
                </a:lnTo>
                <a:lnTo>
                  <a:pt x="2560" y="1064"/>
                </a:lnTo>
                <a:close/>
                <a:moveTo>
                  <a:pt x="2576" y="1064"/>
                </a:moveTo>
                <a:lnTo>
                  <a:pt x="2583" y="1064"/>
                </a:lnTo>
                <a:lnTo>
                  <a:pt x="2583" y="1057"/>
                </a:lnTo>
                <a:lnTo>
                  <a:pt x="2576" y="1057"/>
                </a:lnTo>
                <a:lnTo>
                  <a:pt x="2576" y="1064"/>
                </a:lnTo>
                <a:close/>
                <a:moveTo>
                  <a:pt x="2609" y="1064"/>
                </a:moveTo>
                <a:lnTo>
                  <a:pt x="2616" y="1064"/>
                </a:lnTo>
                <a:lnTo>
                  <a:pt x="2616" y="1057"/>
                </a:lnTo>
                <a:lnTo>
                  <a:pt x="2609" y="1057"/>
                </a:lnTo>
                <a:lnTo>
                  <a:pt x="2609" y="1064"/>
                </a:lnTo>
                <a:close/>
                <a:moveTo>
                  <a:pt x="2659" y="1064"/>
                </a:moveTo>
                <a:lnTo>
                  <a:pt x="2666" y="1064"/>
                </a:lnTo>
                <a:lnTo>
                  <a:pt x="2666" y="1057"/>
                </a:lnTo>
                <a:lnTo>
                  <a:pt x="2659" y="1057"/>
                </a:lnTo>
                <a:lnTo>
                  <a:pt x="2659" y="1064"/>
                </a:lnTo>
                <a:close/>
                <a:moveTo>
                  <a:pt x="2694" y="1064"/>
                </a:moveTo>
                <a:lnTo>
                  <a:pt x="2702" y="1064"/>
                </a:lnTo>
                <a:lnTo>
                  <a:pt x="2702" y="1057"/>
                </a:lnTo>
                <a:lnTo>
                  <a:pt x="2694" y="1057"/>
                </a:lnTo>
                <a:lnTo>
                  <a:pt x="2694" y="1064"/>
                </a:lnTo>
                <a:close/>
                <a:moveTo>
                  <a:pt x="2711" y="1064"/>
                </a:moveTo>
                <a:lnTo>
                  <a:pt x="2718" y="1064"/>
                </a:lnTo>
                <a:lnTo>
                  <a:pt x="2718" y="1057"/>
                </a:lnTo>
                <a:lnTo>
                  <a:pt x="2711" y="1057"/>
                </a:lnTo>
                <a:lnTo>
                  <a:pt x="2711" y="1064"/>
                </a:lnTo>
                <a:close/>
                <a:moveTo>
                  <a:pt x="2728" y="1064"/>
                </a:moveTo>
                <a:lnTo>
                  <a:pt x="2735" y="1064"/>
                </a:lnTo>
                <a:lnTo>
                  <a:pt x="2735" y="1057"/>
                </a:lnTo>
                <a:lnTo>
                  <a:pt x="2728" y="1057"/>
                </a:lnTo>
                <a:lnTo>
                  <a:pt x="2728" y="1064"/>
                </a:lnTo>
                <a:close/>
                <a:moveTo>
                  <a:pt x="2744" y="1064"/>
                </a:moveTo>
                <a:lnTo>
                  <a:pt x="2751" y="1064"/>
                </a:lnTo>
                <a:lnTo>
                  <a:pt x="2751" y="1057"/>
                </a:lnTo>
                <a:lnTo>
                  <a:pt x="2744" y="1057"/>
                </a:lnTo>
                <a:lnTo>
                  <a:pt x="2744" y="1064"/>
                </a:lnTo>
                <a:close/>
                <a:moveTo>
                  <a:pt x="2811" y="1064"/>
                </a:moveTo>
                <a:lnTo>
                  <a:pt x="2818" y="1064"/>
                </a:lnTo>
                <a:lnTo>
                  <a:pt x="2818" y="1057"/>
                </a:lnTo>
                <a:lnTo>
                  <a:pt x="2811" y="1057"/>
                </a:lnTo>
                <a:lnTo>
                  <a:pt x="2811" y="1064"/>
                </a:lnTo>
                <a:close/>
                <a:moveTo>
                  <a:pt x="2827" y="1064"/>
                </a:moveTo>
                <a:lnTo>
                  <a:pt x="2834" y="1064"/>
                </a:lnTo>
                <a:lnTo>
                  <a:pt x="2834" y="1057"/>
                </a:lnTo>
                <a:lnTo>
                  <a:pt x="2827" y="1057"/>
                </a:lnTo>
                <a:lnTo>
                  <a:pt x="2827" y="1064"/>
                </a:lnTo>
                <a:close/>
                <a:moveTo>
                  <a:pt x="802" y="1080"/>
                </a:moveTo>
                <a:lnTo>
                  <a:pt x="810" y="1080"/>
                </a:lnTo>
                <a:lnTo>
                  <a:pt x="810" y="1073"/>
                </a:lnTo>
                <a:lnTo>
                  <a:pt x="802" y="1073"/>
                </a:lnTo>
                <a:lnTo>
                  <a:pt x="802" y="1080"/>
                </a:lnTo>
                <a:close/>
                <a:moveTo>
                  <a:pt x="819" y="1080"/>
                </a:moveTo>
                <a:lnTo>
                  <a:pt x="826" y="1080"/>
                </a:lnTo>
                <a:lnTo>
                  <a:pt x="826" y="1073"/>
                </a:lnTo>
                <a:lnTo>
                  <a:pt x="819" y="1073"/>
                </a:lnTo>
                <a:lnTo>
                  <a:pt x="819" y="1080"/>
                </a:lnTo>
                <a:close/>
                <a:moveTo>
                  <a:pt x="836" y="1080"/>
                </a:moveTo>
                <a:lnTo>
                  <a:pt x="843" y="1080"/>
                </a:lnTo>
                <a:lnTo>
                  <a:pt x="843" y="1073"/>
                </a:lnTo>
                <a:lnTo>
                  <a:pt x="836" y="1073"/>
                </a:lnTo>
                <a:lnTo>
                  <a:pt x="836" y="1080"/>
                </a:lnTo>
                <a:close/>
                <a:moveTo>
                  <a:pt x="852" y="1080"/>
                </a:moveTo>
                <a:lnTo>
                  <a:pt x="859" y="1080"/>
                </a:lnTo>
                <a:lnTo>
                  <a:pt x="859" y="1073"/>
                </a:lnTo>
                <a:lnTo>
                  <a:pt x="852" y="1073"/>
                </a:lnTo>
                <a:lnTo>
                  <a:pt x="852" y="1080"/>
                </a:lnTo>
                <a:close/>
                <a:moveTo>
                  <a:pt x="871" y="1080"/>
                </a:moveTo>
                <a:lnTo>
                  <a:pt x="876" y="1080"/>
                </a:lnTo>
                <a:lnTo>
                  <a:pt x="876" y="1073"/>
                </a:lnTo>
                <a:lnTo>
                  <a:pt x="871" y="1073"/>
                </a:lnTo>
                <a:lnTo>
                  <a:pt x="871" y="1080"/>
                </a:lnTo>
                <a:close/>
                <a:moveTo>
                  <a:pt x="888" y="1080"/>
                </a:moveTo>
                <a:lnTo>
                  <a:pt x="895" y="1080"/>
                </a:lnTo>
                <a:lnTo>
                  <a:pt x="895" y="1073"/>
                </a:lnTo>
                <a:lnTo>
                  <a:pt x="888" y="1073"/>
                </a:lnTo>
                <a:lnTo>
                  <a:pt x="888" y="1080"/>
                </a:lnTo>
                <a:close/>
                <a:moveTo>
                  <a:pt x="904" y="1080"/>
                </a:moveTo>
                <a:lnTo>
                  <a:pt x="911" y="1080"/>
                </a:lnTo>
                <a:lnTo>
                  <a:pt x="911" y="1073"/>
                </a:lnTo>
                <a:lnTo>
                  <a:pt x="904" y="1073"/>
                </a:lnTo>
                <a:lnTo>
                  <a:pt x="904" y="1080"/>
                </a:lnTo>
                <a:close/>
                <a:moveTo>
                  <a:pt x="921" y="1080"/>
                </a:moveTo>
                <a:lnTo>
                  <a:pt x="928" y="1080"/>
                </a:lnTo>
                <a:lnTo>
                  <a:pt x="928" y="1073"/>
                </a:lnTo>
                <a:lnTo>
                  <a:pt x="921" y="1073"/>
                </a:lnTo>
                <a:lnTo>
                  <a:pt x="921" y="1080"/>
                </a:lnTo>
                <a:close/>
                <a:moveTo>
                  <a:pt x="937" y="1080"/>
                </a:moveTo>
                <a:lnTo>
                  <a:pt x="944" y="1080"/>
                </a:lnTo>
                <a:lnTo>
                  <a:pt x="944" y="1073"/>
                </a:lnTo>
                <a:lnTo>
                  <a:pt x="937" y="1073"/>
                </a:lnTo>
                <a:lnTo>
                  <a:pt x="937" y="1080"/>
                </a:lnTo>
                <a:close/>
                <a:moveTo>
                  <a:pt x="954" y="1080"/>
                </a:moveTo>
                <a:lnTo>
                  <a:pt x="961" y="1080"/>
                </a:lnTo>
                <a:lnTo>
                  <a:pt x="961" y="1073"/>
                </a:lnTo>
                <a:lnTo>
                  <a:pt x="954" y="1073"/>
                </a:lnTo>
                <a:lnTo>
                  <a:pt x="954" y="1080"/>
                </a:lnTo>
                <a:close/>
                <a:moveTo>
                  <a:pt x="971" y="1080"/>
                </a:moveTo>
                <a:lnTo>
                  <a:pt x="978" y="1080"/>
                </a:lnTo>
                <a:lnTo>
                  <a:pt x="978" y="1073"/>
                </a:lnTo>
                <a:lnTo>
                  <a:pt x="971" y="1073"/>
                </a:lnTo>
                <a:lnTo>
                  <a:pt x="971" y="1080"/>
                </a:lnTo>
                <a:close/>
                <a:moveTo>
                  <a:pt x="987" y="1080"/>
                </a:moveTo>
                <a:lnTo>
                  <a:pt x="994" y="1080"/>
                </a:lnTo>
                <a:lnTo>
                  <a:pt x="994" y="1073"/>
                </a:lnTo>
                <a:lnTo>
                  <a:pt x="987" y="1073"/>
                </a:lnTo>
                <a:lnTo>
                  <a:pt x="987" y="1080"/>
                </a:lnTo>
                <a:close/>
                <a:moveTo>
                  <a:pt x="1004" y="1080"/>
                </a:moveTo>
                <a:lnTo>
                  <a:pt x="1011" y="1080"/>
                </a:lnTo>
                <a:lnTo>
                  <a:pt x="1011" y="1073"/>
                </a:lnTo>
                <a:lnTo>
                  <a:pt x="1004" y="1073"/>
                </a:lnTo>
                <a:lnTo>
                  <a:pt x="1004" y="1080"/>
                </a:lnTo>
                <a:close/>
                <a:moveTo>
                  <a:pt x="1020" y="1080"/>
                </a:moveTo>
                <a:lnTo>
                  <a:pt x="1027" y="1080"/>
                </a:lnTo>
                <a:lnTo>
                  <a:pt x="1027" y="1073"/>
                </a:lnTo>
                <a:lnTo>
                  <a:pt x="1020" y="1073"/>
                </a:lnTo>
                <a:lnTo>
                  <a:pt x="1020" y="1080"/>
                </a:lnTo>
                <a:close/>
                <a:moveTo>
                  <a:pt x="1037" y="1080"/>
                </a:moveTo>
                <a:lnTo>
                  <a:pt x="1044" y="1080"/>
                </a:lnTo>
                <a:lnTo>
                  <a:pt x="1044" y="1073"/>
                </a:lnTo>
                <a:lnTo>
                  <a:pt x="1037" y="1073"/>
                </a:lnTo>
                <a:lnTo>
                  <a:pt x="1037" y="1080"/>
                </a:lnTo>
                <a:close/>
                <a:moveTo>
                  <a:pt x="1053" y="1080"/>
                </a:moveTo>
                <a:lnTo>
                  <a:pt x="1061" y="1080"/>
                </a:lnTo>
                <a:lnTo>
                  <a:pt x="1061" y="1073"/>
                </a:lnTo>
                <a:lnTo>
                  <a:pt x="1053" y="1073"/>
                </a:lnTo>
                <a:lnTo>
                  <a:pt x="1053" y="1080"/>
                </a:lnTo>
                <a:close/>
                <a:moveTo>
                  <a:pt x="1070" y="1080"/>
                </a:moveTo>
                <a:lnTo>
                  <a:pt x="1077" y="1080"/>
                </a:lnTo>
                <a:lnTo>
                  <a:pt x="1077" y="1073"/>
                </a:lnTo>
                <a:lnTo>
                  <a:pt x="1070" y="1073"/>
                </a:lnTo>
                <a:lnTo>
                  <a:pt x="1070" y="1080"/>
                </a:lnTo>
                <a:close/>
                <a:moveTo>
                  <a:pt x="1087" y="1080"/>
                </a:moveTo>
                <a:lnTo>
                  <a:pt x="1094" y="1080"/>
                </a:lnTo>
                <a:lnTo>
                  <a:pt x="1094" y="1073"/>
                </a:lnTo>
                <a:lnTo>
                  <a:pt x="1087" y="1073"/>
                </a:lnTo>
                <a:lnTo>
                  <a:pt x="1087" y="1080"/>
                </a:lnTo>
                <a:close/>
                <a:moveTo>
                  <a:pt x="1103" y="1080"/>
                </a:moveTo>
                <a:lnTo>
                  <a:pt x="1110" y="1080"/>
                </a:lnTo>
                <a:lnTo>
                  <a:pt x="1110" y="1073"/>
                </a:lnTo>
                <a:lnTo>
                  <a:pt x="1103" y="1073"/>
                </a:lnTo>
                <a:lnTo>
                  <a:pt x="1103" y="1080"/>
                </a:lnTo>
                <a:close/>
                <a:moveTo>
                  <a:pt x="1120" y="1080"/>
                </a:moveTo>
                <a:lnTo>
                  <a:pt x="1127" y="1080"/>
                </a:lnTo>
                <a:lnTo>
                  <a:pt x="1127" y="1073"/>
                </a:lnTo>
                <a:lnTo>
                  <a:pt x="1120" y="1073"/>
                </a:lnTo>
                <a:lnTo>
                  <a:pt x="1120" y="1080"/>
                </a:lnTo>
                <a:close/>
                <a:moveTo>
                  <a:pt x="1139" y="1080"/>
                </a:moveTo>
                <a:lnTo>
                  <a:pt x="1146" y="1080"/>
                </a:lnTo>
                <a:lnTo>
                  <a:pt x="1146" y="1073"/>
                </a:lnTo>
                <a:lnTo>
                  <a:pt x="1139" y="1073"/>
                </a:lnTo>
                <a:lnTo>
                  <a:pt x="1139" y="1080"/>
                </a:lnTo>
                <a:close/>
                <a:moveTo>
                  <a:pt x="1555" y="1080"/>
                </a:moveTo>
                <a:lnTo>
                  <a:pt x="1563" y="1080"/>
                </a:lnTo>
                <a:lnTo>
                  <a:pt x="1563" y="1073"/>
                </a:lnTo>
                <a:lnTo>
                  <a:pt x="1555" y="1073"/>
                </a:lnTo>
                <a:lnTo>
                  <a:pt x="1555" y="1080"/>
                </a:lnTo>
                <a:close/>
                <a:moveTo>
                  <a:pt x="1572" y="1080"/>
                </a:moveTo>
                <a:lnTo>
                  <a:pt x="1579" y="1080"/>
                </a:lnTo>
                <a:lnTo>
                  <a:pt x="1579" y="1073"/>
                </a:lnTo>
                <a:lnTo>
                  <a:pt x="1572" y="1073"/>
                </a:lnTo>
                <a:lnTo>
                  <a:pt x="1572" y="1080"/>
                </a:lnTo>
                <a:close/>
                <a:moveTo>
                  <a:pt x="1589" y="1080"/>
                </a:moveTo>
                <a:lnTo>
                  <a:pt x="1596" y="1080"/>
                </a:lnTo>
                <a:lnTo>
                  <a:pt x="1596" y="1073"/>
                </a:lnTo>
                <a:lnTo>
                  <a:pt x="1589" y="1073"/>
                </a:lnTo>
                <a:lnTo>
                  <a:pt x="1589" y="1080"/>
                </a:lnTo>
                <a:close/>
                <a:moveTo>
                  <a:pt x="1605" y="1080"/>
                </a:moveTo>
                <a:lnTo>
                  <a:pt x="1612" y="1080"/>
                </a:lnTo>
                <a:lnTo>
                  <a:pt x="1612" y="1073"/>
                </a:lnTo>
                <a:lnTo>
                  <a:pt x="1605" y="1073"/>
                </a:lnTo>
                <a:lnTo>
                  <a:pt x="1605" y="1080"/>
                </a:lnTo>
                <a:close/>
                <a:moveTo>
                  <a:pt x="1622" y="1080"/>
                </a:moveTo>
                <a:lnTo>
                  <a:pt x="1629" y="1080"/>
                </a:lnTo>
                <a:lnTo>
                  <a:pt x="1629" y="1073"/>
                </a:lnTo>
                <a:lnTo>
                  <a:pt x="1622" y="1073"/>
                </a:lnTo>
                <a:lnTo>
                  <a:pt x="1622" y="1080"/>
                </a:lnTo>
                <a:close/>
                <a:moveTo>
                  <a:pt x="1638" y="1080"/>
                </a:moveTo>
                <a:lnTo>
                  <a:pt x="1645" y="1080"/>
                </a:lnTo>
                <a:lnTo>
                  <a:pt x="1645" y="1073"/>
                </a:lnTo>
                <a:lnTo>
                  <a:pt x="1638" y="1073"/>
                </a:lnTo>
                <a:lnTo>
                  <a:pt x="1638" y="1080"/>
                </a:lnTo>
                <a:close/>
                <a:moveTo>
                  <a:pt x="1657" y="1080"/>
                </a:moveTo>
                <a:lnTo>
                  <a:pt x="1664" y="1080"/>
                </a:lnTo>
                <a:lnTo>
                  <a:pt x="1664" y="1073"/>
                </a:lnTo>
                <a:lnTo>
                  <a:pt x="1657" y="1073"/>
                </a:lnTo>
                <a:lnTo>
                  <a:pt x="1657" y="1080"/>
                </a:lnTo>
                <a:close/>
                <a:moveTo>
                  <a:pt x="1674" y="1080"/>
                </a:moveTo>
                <a:lnTo>
                  <a:pt x="1681" y="1080"/>
                </a:lnTo>
                <a:lnTo>
                  <a:pt x="1681" y="1073"/>
                </a:lnTo>
                <a:lnTo>
                  <a:pt x="1674" y="1073"/>
                </a:lnTo>
                <a:lnTo>
                  <a:pt x="1674" y="1080"/>
                </a:lnTo>
                <a:close/>
                <a:moveTo>
                  <a:pt x="1690" y="1080"/>
                </a:moveTo>
                <a:lnTo>
                  <a:pt x="1698" y="1080"/>
                </a:lnTo>
                <a:lnTo>
                  <a:pt x="1698" y="1073"/>
                </a:lnTo>
                <a:lnTo>
                  <a:pt x="1690" y="1073"/>
                </a:lnTo>
                <a:lnTo>
                  <a:pt x="1690" y="1080"/>
                </a:lnTo>
                <a:close/>
                <a:moveTo>
                  <a:pt x="1707" y="1080"/>
                </a:moveTo>
                <a:lnTo>
                  <a:pt x="1714" y="1080"/>
                </a:lnTo>
                <a:lnTo>
                  <a:pt x="1714" y="1073"/>
                </a:lnTo>
                <a:lnTo>
                  <a:pt x="1707" y="1073"/>
                </a:lnTo>
                <a:lnTo>
                  <a:pt x="1707" y="1080"/>
                </a:lnTo>
                <a:close/>
                <a:moveTo>
                  <a:pt x="1724" y="1080"/>
                </a:moveTo>
                <a:lnTo>
                  <a:pt x="1731" y="1080"/>
                </a:lnTo>
                <a:lnTo>
                  <a:pt x="1731" y="1073"/>
                </a:lnTo>
                <a:lnTo>
                  <a:pt x="1724" y="1073"/>
                </a:lnTo>
                <a:lnTo>
                  <a:pt x="1724" y="1080"/>
                </a:lnTo>
                <a:close/>
                <a:moveTo>
                  <a:pt x="1740" y="1080"/>
                </a:moveTo>
                <a:lnTo>
                  <a:pt x="1747" y="1080"/>
                </a:lnTo>
                <a:lnTo>
                  <a:pt x="1747" y="1073"/>
                </a:lnTo>
                <a:lnTo>
                  <a:pt x="1740" y="1073"/>
                </a:lnTo>
                <a:lnTo>
                  <a:pt x="1740" y="1080"/>
                </a:lnTo>
                <a:close/>
                <a:moveTo>
                  <a:pt x="1757" y="1080"/>
                </a:moveTo>
                <a:lnTo>
                  <a:pt x="1764" y="1080"/>
                </a:lnTo>
                <a:lnTo>
                  <a:pt x="1764" y="1073"/>
                </a:lnTo>
                <a:lnTo>
                  <a:pt x="1757" y="1073"/>
                </a:lnTo>
                <a:lnTo>
                  <a:pt x="1757" y="1080"/>
                </a:lnTo>
                <a:close/>
                <a:moveTo>
                  <a:pt x="1773" y="1080"/>
                </a:moveTo>
                <a:lnTo>
                  <a:pt x="1780" y="1080"/>
                </a:lnTo>
                <a:lnTo>
                  <a:pt x="1780" y="1073"/>
                </a:lnTo>
                <a:lnTo>
                  <a:pt x="1773" y="1073"/>
                </a:lnTo>
                <a:lnTo>
                  <a:pt x="1773" y="1080"/>
                </a:lnTo>
                <a:close/>
                <a:moveTo>
                  <a:pt x="1790" y="1080"/>
                </a:moveTo>
                <a:lnTo>
                  <a:pt x="1797" y="1080"/>
                </a:lnTo>
                <a:lnTo>
                  <a:pt x="1797" y="1073"/>
                </a:lnTo>
                <a:lnTo>
                  <a:pt x="1790" y="1073"/>
                </a:lnTo>
                <a:lnTo>
                  <a:pt x="1790" y="1080"/>
                </a:lnTo>
                <a:close/>
                <a:moveTo>
                  <a:pt x="1856" y="1080"/>
                </a:moveTo>
                <a:lnTo>
                  <a:pt x="1863" y="1080"/>
                </a:lnTo>
                <a:lnTo>
                  <a:pt x="1863" y="1073"/>
                </a:lnTo>
                <a:lnTo>
                  <a:pt x="1856" y="1073"/>
                </a:lnTo>
                <a:lnTo>
                  <a:pt x="1856" y="1080"/>
                </a:lnTo>
                <a:close/>
                <a:moveTo>
                  <a:pt x="1873" y="1080"/>
                </a:moveTo>
                <a:lnTo>
                  <a:pt x="1880" y="1080"/>
                </a:lnTo>
                <a:lnTo>
                  <a:pt x="1880" y="1073"/>
                </a:lnTo>
                <a:lnTo>
                  <a:pt x="1873" y="1073"/>
                </a:lnTo>
                <a:lnTo>
                  <a:pt x="1873" y="1080"/>
                </a:lnTo>
                <a:close/>
                <a:moveTo>
                  <a:pt x="2543" y="1080"/>
                </a:moveTo>
                <a:lnTo>
                  <a:pt x="2550" y="1080"/>
                </a:lnTo>
                <a:lnTo>
                  <a:pt x="2550" y="1073"/>
                </a:lnTo>
                <a:lnTo>
                  <a:pt x="2543" y="1073"/>
                </a:lnTo>
                <a:lnTo>
                  <a:pt x="2543" y="1080"/>
                </a:lnTo>
                <a:close/>
                <a:moveTo>
                  <a:pt x="2560" y="1080"/>
                </a:moveTo>
                <a:lnTo>
                  <a:pt x="2567" y="1080"/>
                </a:lnTo>
                <a:lnTo>
                  <a:pt x="2567" y="1073"/>
                </a:lnTo>
                <a:lnTo>
                  <a:pt x="2560" y="1073"/>
                </a:lnTo>
                <a:lnTo>
                  <a:pt x="2560" y="1080"/>
                </a:lnTo>
                <a:close/>
                <a:moveTo>
                  <a:pt x="2576" y="1080"/>
                </a:moveTo>
                <a:lnTo>
                  <a:pt x="2583" y="1080"/>
                </a:lnTo>
                <a:lnTo>
                  <a:pt x="2583" y="1073"/>
                </a:lnTo>
                <a:lnTo>
                  <a:pt x="2576" y="1073"/>
                </a:lnTo>
                <a:lnTo>
                  <a:pt x="2576" y="1080"/>
                </a:lnTo>
                <a:close/>
                <a:moveTo>
                  <a:pt x="2593" y="1080"/>
                </a:moveTo>
                <a:lnTo>
                  <a:pt x="2600" y="1080"/>
                </a:lnTo>
                <a:lnTo>
                  <a:pt x="2600" y="1073"/>
                </a:lnTo>
                <a:lnTo>
                  <a:pt x="2593" y="1073"/>
                </a:lnTo>
                <a:lnTo>
                  <a:pt x="2593" y="1080"/>
                </a:lnTo>
                <a:close/>
                <a:moveTo>
                  <a:pt x="2609" y="1080"/>
                </a:moveTo>
                <a:lnTo>
                  <a:pt x="2616" y="1080"/>
                </a:lnTo>
                <a:lnTo>
                  <a:pt x="2616" y="1073"/>
                </a:lnTo>
                <a:lnTo>
                  <a:pt x="2609" y="1073"/>
                </a:lnTo>
                <a:lnTo>
                  <a:pt x="2609" y="1080"/>
                </a:lnTo>
                <a:close/>
                <a:moveTo>
                  <a:pt x="2642" y="1080"/>
                </a:moveTo>
                <a:lnTo>
                  <a:pt x="2649" y="1080"/>
                </a:lnTo>
                <a:lnTo>
                  <a:pt x="2649" y="1073"/>
                </a:lnTo>
                <a:lnTo>
                  <a:pt x="2642" y="1073"/>
                </a:lnTo>
                <a:lnTo>
                  <a:pt x="2642" y="1080"/>
                </a:lnTo>
                <a:close/>
                <a:moveTo>
                  <a:pt x="2659" y="1080"/>
                </a:moveTo>
                <a:lnTo>
                  <a:pt x="2666" y="1080"/>
                </a:lnTo>
                <a:lnTo>
                  <a:pt x="2666" y="1073"/>
                </a:lnTo>
                <a:lnTo>
                  <a:pt x="2659" y="1073"/>
                </a:lnTo>
                <a:lnTo>
                  <a:pt x="2659" y="1080"/>
                </a:lnTo>
                <a:close/>
                <a:moveTo>
                  <a:pt x="2744" y="1080"/>
                </a:moveTo>
                <a:lnTo>
                  <a:pt x="2751" y="1080"/>
                </a:lnTo>
                <a:lnTo>
                  <a:pt x="2751" y="1073"/>
                </a:lnTo>
                <a:lnTo>
                  <a:pt x="2744" y="1073"/>
                </a:lnTo>
                <a:lnTo>
                  <a:pt x="2744" y="1080"/>
                </a:lnTo>
                <a:close/>
                <a:moveTo>
                  <a:pt x="2811" y="1080"/>
                </a:moveTo>
                <a:lnTo>
                  <a:pt x="2818" y="1080"/>
                </a:lnTo>
                <a:lnTo>
                  <a:pt x="2818" y="1073"/>
                </a:lnTo>
                <a:lnTo>
                  <a:pt x="2811" y="1073"/>
                </a:lnTo>
                <a:lnTo>
                  <a:pt x="2811" y="1080"/>
                </a:lnTo>
                <a:close/>
                <a:moveTo>
                  <a:pt x="819" y="1097"/>
                </a:moveTo>
                <a:lnTo>
                  <a:pt x="826" y="1097"/>
                </a:lnTo>
                <a:lnTo>
                  <a:pt x="826" y="1090"/>
                </a:lnTo>
                <a:lnTo>
                  <a:pt x="819" y="1090"/>
                </a:lnTo>
                <a:lnTo>
                  <a:pt x="819" y="1097"/>
                </a:lnTo>
                <a:close/>
                <a:moveTo>
                  <a:pt x="836" y="1097"/>
                </a:moveTo>
                <a:lnTo>
                  <a:pt x="843" y="1097"/>
                </a:lnTo>
                <a:lnTo>
                  <a:pt x="843" y="1090"/>
                </a:lnTo>
                <a:lnTo>
                  <a:pt x="836" y="1090"/>
                </a:lnTo>
                <a:lnTo>
                  <a:pt x="836" y="1097"/>
                </a:lnTo>
                <a:close/>
                <a:moveTo>
                  <a:pt x="852" y="1097"/>
                </a:moveTo>
                <a:lnTo>
                  <a:pt x="859" y="1097"/>
                </a:lnTo>
                <a:lnTo>
                  <a:pt x="859" y="1090"/>
                </a:lnTo>
                <a:lnTo>
                  <a:pt x="852" y="1090"/>
                </a:lnTo>
                <a:lnTo>
                  <a:pt x="852" y="1097"/>
                </a:lnTo>
                <a:close/>
                <a:moveTo>
                  <a:pt x="871" y="1097"/>
                </a:moveTo>
                <a:lnTo>
                  <a:pt x="876" y="1097"/>
                </a:lnTo>
                <a:lnTo>
                  <a:pt x="876" y="1090"/>
                </a:lnTo>
                <a:lnTo>
                  <a:pt x="871" y="1090"/>
                </a:lnTo>
                <a:lnTo>
                  <a:pt x="871" y="1097"/>
                </a:lnTo>
                <a:close/>
                <a:moveTo>
                  <a:pt x="888" y="1097"/>
                </a:moveTo>
                <a:lnTo>
                  <a:pt x="895" y="1097"/>
                </a:lnTo>
                <a:lnTo>
                  <a:pt x="895" y="1090"/>
                </a:lnTo>
                <a:lnTo>
                  <a:pt x="888" y="1090"/>
                </a:lnTo>
                <a:lnTo>
                  <a:pt x="888" y="1097"/>
                </a:lnTo>
                <a:close/>
                <a:moveTo>
                  <a:pt x="904" y="1097"/>
                </a:moveTo>
                <a:lnTo>
                  <a:pt x="911" y="1097"/>
                </a:lnTo>
                <a:lnTo>
                  <a:pt x="911" y="1090"/>
                </a:lnTo>
                <a:lnTo>
                  <a:pt x="904" y="1090"/>
                </a:lnTo>
                <a:lnTo>
                  <a:pt x="904" y="1097"/>
                </a:lnTo>
                <a:close/>
                <a:moveTo>
                  <a:pt x="921" y="1097"/>
                </a:moveTo>
                <a:lnTo>
                  <a:pt x="928" y="1097"/>
                </a:lnTo>
                <a:lnTo>
                  <a:pt x="928" y="1090"/>
                </a:lnTo>
                <a:lnTo>
                  <a:pt x="921" y="1090"/>
                </a:lnTo>
                <a:lnTo>
                  <a:pt x="921" y="1097"/>
                </a:lnTo>
                <a:close/>
                <a:moveTo>
                  <a:pt x="937" y="1097"/>
                </a:moveTo>
                <a:lnTo>
                  <a:pt x="944" y="1097"/>
                </a:lnTo>
                <a:lnTo>
                  <a:pt x="944" y="1090"/>
                </a:lnTo>
                <a:lnTo>
                  <a:pt x="937" y="1090"/>
                </a:lnTo>
                <a:lnTo>
                  <a:pt x="937" y="1097"/>
                </a:lnTo>
                <a:close/>
                <a:moveTo>
                  <a:pt x="954" y="1097"/>
                </a:moveTo>
                <a:lnTo>
                  <a:pt x="961" y="1097"/>
                </a:lnTo>
                <a:lnTo>
                  <a:pt x="961" y="1090"/>
                </a:lnTo>
                <a:lnTo>
                  <a:pt x="954" y="1090"/>
                </a:lnTo>
                <a:lnTo>
                  <a:pt x="954" y="1097"/>
                </a:lnTo>
                <a:close/>
                <a:moveTo>
                  <a:pt x="971" y="1097"/>
                </a:moveTo>
                <a:lnTo>
                  <a:pt x="978" y="1097"/>
                </a:lnTo>
                <a:lnTo>
                  <a:pt x="978" y="1090"/>
                </a:lnTo>
                <a:lnTo>
                  <a:pt x="971" y="1090"/>
                </a:lnTo>
                <a:lnTo>
                  <a:pt x="971" y="1097"/>
                </a:lnTo>
                <a:close/>
                <a:moveTo>
                  <a:pt x="987" y="1097"/>
                </a:moveTo>
                <a:lnTo>
                  <a:pt x="994" y="1097"/>
                </a:lnTo>
                <a:lnTo>
                  <a:pt x="994" y="1090"/>
                </a:lnTo>
                <a:lnTo>
                  <a:pt x="987" y="1090"/>
                </a:lnTo>
                <a:lnTo>
                  <a:pt x="987" y="1097"/>
                </a:lnTo>
                <a:close/>
                <a:moveTo>
                  <a:pt x="1004" y="1097"/>
                </a:moveTo>
                <a:lnTo>
                  <a:pt x="1011" y="1097"/>
                </a:lnTo>
                <a:lnTo>
                  <a:pt x="1011" y="1090"/>
                </a:lnTo>
                <a:lnTo>
                  <a:pt x="1004" y="1090"/>
                </a:lnTo>
                <a:lnTo>
                  <a:pt x="1004" y="1097"/>
                </a:lnTo>
                <a:close/>
                <a:moveTo>
                  <a:pt x="1020" y="1097"/>
                </a:moveTo>
                <a:lnTo>
                  <a:pt x="1027" y="1097"/>
                </a:lnTo>
                <a:lnTo>
                  <a:pt x="1027" y="1090"/>
                </a:lnTo>
                <a:lnTo>
                  <a:pt x="1020" y="1090"/>
                </a:lnTo>
                <a:lnTo>
                  <a:pt x="1020" y="1097"/>
                </a:lnTo>
                <a:close/>
                <a:moveTo>
                  <a:pt x="1037" y="1097"/>
                </a:moveTo>
                <a:lnTo>
                  <a:pt x="1044" y="1097"/>
                </a:lnTo>
                <a:lnTo>
                  <a:pt x="1044" y="1090"/>
                </a:lnTo>
                <a:lnTo>
                  <a:pt x="1037" y="1090"/>
                </a:lnTo>
                <a:lnTo>
                  <a:pt x="1037" y="1097"/>
                </a:lnTo>
                <a:close/>
                <a:moveTo>
                  <a:pt x="1053" y="1097"/>
                </a:moveTo>
                <a:lnTo>
                  <a:pt x="1061" y="1097"/>
                </a:lnTo>
                <a:lnTo>
                  <a:pt x="1061" y="1090"/>
                </a:lnTo>
                <a:lnTo>
                  <a:pt x="1053" y="1090"/>
                </a:lnTo>
                <a:lnTo>
                  <a:pt x="1053" y="1097"/>
                </a:lnTo>
                <a:close/>
                <a:moveTo>
                  <a:pt x="1070" y="1097"/>
                </a:moveTo>
                <a:lnTo>
                  <a:pt x="1077" y="1097"/>
                </a:lnTo>
                <a:lnTo>
                  <a:pt x="1077" y="1090"/>
                </a:lnTo>
                <a:lnTo>
                  <a:pt x="1070" y="1090"/>
                </a:lnTo>
                <a:lnTo>
                  <a:pt x="1070" y="1097"/>
                </a:lnTo>
                <a:close/>
                <a:moveTo>
                  <a:pt x="1087" y="1097"/>
                </a:moveTo>
                <a:lnTo>
                  <a:pt x="1094" y="1097"/>
                </a:lnTo>
                <a:lnTo>
                  <a:pt x="1094" y="1090"/>
                </a:lnTo>
                <a:lnTo>
                  <a:pt x="1087" y="1090"/>
                </a:lnTo>
                <a:lnTo>
                  <a:pt x="1087" y="1097"/>
                </a:lnTo>
                <a:close/>
                <a:moveTo>
                  <a:pt x="1103" y="1097"/>
                </a:moveTo>
                <a:lnTo>
                  <a:pt x="1110" y="1097"/>
                </a:lnTo>
                <a:lnTo>
                  <a:pt x="1110" y="1090"/>
                </a:lnTo>
                <a:lnTo>
                  <a:pt x="1103" y="1090"/>
                </a:lnTo>
                <a:lnTo>
                  <a:pt x="1103" y="1097"/>
                </a:lnTo>
                <a:close/>
                <a:moveTo>
                  <a:pt x="1120" y="1097"/>
                </a:moveTo>
                <a:lnTo>
                  <a:pt x="1127" y="1097"/>
                </a:lnTo>
                <a:lnTo>
                  <a:pt x="1127" y="1090"/>
                </a:lnTo>
                <a:lnTo>
                  <a:pt x="1120" y="1090"/>
                </a:lnTo>
                <a:lnTo>
                  <a:pt x="1120" y="1097"/>
                </a:lnTo>
                <a:close/>
                <a:moveTo>
                  <a:pt x="1555" y="1097"/>
                </a:moveTo>
                <a:lnTo>
                  <a:pt x="1563" y="1097"/>
                </a:lnTo>
                <a:lnTo>
                  <a:pt x="1563" y="1090"/>
                </a:lnTo>
                <a:lnTo>
                  <a:pt x="1555" y="1090"/>
                </a:lnTo>
                <a:lnTo>
                  <a:pt x="1555" y="1097"/>
                </a:lnTo>
                <a:close/>
                <a:moveTo>
                  <a:pt x="1572" y="1097"/>
                </a:moveTo>
                <a:lnTo>
                  <a:pt x="1579" y="1097"/>
                </a:lnTo>
                <a:lnTo>
                  <a:pt x="1579" y="1090"/>
                </a:lnTo>
                <a:lnTo>
                  <a:pt x="1572" y="1090"/>
                </a:lnTo>
                <a:lnTo>
                  <a:pt x="1572" y="1097"/>
                </a:lnTo>
                <a:close/>
                <a:moveTo>
                  <a:pt x="1589" y="1097"/>
                </a:moveTo>
                <a:lnTo>
                  <a:pt x="1596" y="1097"/>
                </a:lnTo>
                <a:lnTo>
                  <a:pt x="1596" y="1090"/>
                </a:lnTo>
                <a:lnTo>
                  <a:pt x="1589" y="1090"/>
                </a:lnTo>
                <a:lnTo>
                  <a:pt x="1589" y="1097"/>
                </a:lnTo>
                <a:close/>
                <a:moveTo>
                  <a:pt x="1605" y="1097"/>
                </a:moveTo>
                <a:lnTo>
                  <a:pt x="1612" y="1097"/>
                </a:lnTo>
                <a:lnTo>
                  <a:pt x="1612" y="1090"/>
                </a:lnTo>
                <a:lnTo>
                  <a:pt x="1605" y="1090"/>
                </a:lnTo>
                <a:lnTo>
                  <a:pt x="1605" y="1097"/>
                </a:lnTo>
                <a:close/>
                <a:moveTo>
                  <a:pt x="1622" y="1097"/>
                </a:moveTo>
                <a:lnTo>
                  <a:pt x="1629" y="1097"/>
                </a:lnTo>
                <a:lnTo>
                  <a:pt x="1629" y="1090"/>
                </a:lnTo>
                <a:lnTo>
                  <a:pt x="1622" y="1090"/>
                </a:lnTo>
                <a:lnTo>
                  <a:pt x="1622" y="1097"/>
                </a:lnTo>
                <a:close/>
                <a:moveTo>
                  <a:pt x="1638" y="1097"/>
                </a:moveTo>
                <a:lnTo>
                  <a:pt x="1645" y="1097"/>
                </a:lnTo>
                <a:lnTo>
                  <a:pt x="1645" y="1090"/>
                </a:lnTo>
                <a:lnTo>
                  <a:pt x="1638" y="1090"/>
                </a:lnTo>
                <a:lnTo>
                  <a:pt x="1638" y="1097"/>
                </a:lnTo>
                <a:close/>
                <a:moveTo>
                  <a:pt x="1657" y="1097"/>
                </a:moveTo>
                <a:lnTo>
                  <a:pt x="1664" y="1097"/>
                </a:lnTo>
                <a:lnTo>
                  <a:pt x="1664" y="1090"/>
                </a:lnTo>
                <a:lnTo>
                  <a:pt x="1657" y="1090"/>
                </a:lnTo>
                <a:lnTo>
                  <a:pt x="1657" y="1097"/>
                </a:lnTo>
                <a:close/>
                <a:moveTo>
                  <a:pt x="1674" y="1097"/>
                </a:moveTo>
                <a:lnTo>
                  <a:pt x="1681" y="1097"/>
                </a:lnTo>
                <a:lnTo>
                  <a:pt x="1681" y="1090"/>
                </a:lnTo>
                <a:lnTo>
                  <a:pt x="1674" y="1090"/>
                </a:lnTo>
                <a:lnTo>
                  <a:pt x="1674" y="1097"/>
                </a:lnTo>
                <a:close/>
                <a:moveTo>
                  <a:pt x="1690" y="1097"/>
                </a:moveTo>
                <a:lnTo>
                  <a:pt x="1698" y="1097"/>
                </a:lnTo>
                <a:lnTo>
                  <a:pt x="1698" y="1090"/>
                </a:lnTo>
                <a:lnTo>
                  <a:pt x="1690" y="1090"/>
                </a:lnTo>
                <a:lnTo>
                  <a:pt x="1690" y="1097"/>
                </a:lnTo>
                <a:close/>
                <a:moveTo>
                  <a:pt x="1707" y="1097"/>
                </a:moveTo>
                <a:lnTo>
                  <a:pt x="1714" y="1097"/>
                </a:lnTo>
                <a:lnTo>
                  <a:pt x="1714" y="1090"/>
                </a:lnTo>
                <a:lnTo>
                  <a:pt x="1707" y="1090"/>
                </a:lnTo>
                <a:lnTo>
                  <a:pt x="1707" y="1097"/>
                </a:lnTo>
                <a:close/>
                <a:moveTo>
                  <a:pt x="1724" y="1097"/>
                </a:moveTo>
                <a:lnTo>
                  <a:pt x="1731" y="1097"/>
                </a:lnTo>
                <a:lnTo>
                  <a:pt x="1731" y="1090"/>
                </a:lnTo>
                <a:lnTo>
                  <a:pt x="1724" y="1090"/>
                </a:lnTo>
                <a:lnTo>
                  <a:pt x="1724" y="1097"/>
                </a:lnTo>
                <a:close/>
                <a:moveTo>
                  <a:pt x="1740" y="1097"/>
                </a:moveTo>
                <a:lnTo>
                  <a:pt x="1747" y="1097"/>
                </a:lnTo>
                <a:lnTo>
                  <a:pt x="1747" y="1090"/>
                </a:lnTo>
                <a:lnTo>
                  <a:pt x="1740" y="1090"/>
                </a:lnTo>
                <a:lnTo>
                  <a:pt x="1740" y="1097"/>
                </a:lnTo>
                <a:close/>
                <a:moveTo>
                  <a:pt x="1757" y="1097"/>
                </a:moveTo>
                <a:lnTo>
                  <a:pt x="1764" y="1097"/>
                </a:lnTo>
                <a:lnTo>
                  <a:pt x="1764" y="1090"/>
                </a:lnTo>
                <a:lnTo>
                  <a:pt x="1757" y="1090"/>
                </a:lnTo>
                <a:lnTo>
                  <a:pt x="1757" y="1097"/>
                </a:lnTo>
                <a:close/>
                <a:moveTo>
                  <a:pt x="1773" y="1097"/>
                </a:moveTo>
                <a:lnTo>
                  <a:pt x="1780" y="1097"/>
                </a:lnTo>
                <a:lnTo>
                  <a:pt x="1780" y="1090"/>
                </a:lnTo>
                <a:lnTo>
                  <a:pt x="1773" y="1090"/>
                </a:lnTo>
                <a:lnTo>
                  <a:pt x="1773" y="1097"/>
                </a:lnTo>
                <a:close/>
                <a:moveTo>
                  <a:pt x="1790" y="1097"/>
                </a:moveTo>
                <a:lnTo>
                  <a:pt x="1797" y="1097"/>
                </a:lnTo>
                <a:lnTo>
                  <a:pt x="1797" y="1090"/>
                </a:lnTo>
                <a:lnTo>
                  <a:pt x="1790" y="1090"/>
                </a:lnTo>
                <a:lnTo>
                  <a:pt x="1790" y="1097"/>
                </a:lnTo>
                <a:close/>
                <a:moveTo>
                  <a:pt x="1840" y="1097"/>
                </a:moveTo>
                <a:lnTo>
                  <a:pt x="1847" y="1097"/>
                </a:lnTo>
                <a:lnTo>
                  <a:pt x="1847" y="1090"/>
                </a:lnTo>
                <a:lnTo>
                  <a:pt x="1840" y="1090"/>
                </a:lnTo>
                <a:lnTo>
                  <a:pt x="1840" y="1097"/>
                </a:lnTo>
                <a:close/>
                <a:moveTo>
                  <a:pt x="1856" y="1097"/>
                </a:moveTo>
                <a:lnTo>
                  <a:pt x="1863" y="1097"/>
                </a:lnTo>
                <a:lnTo>
                  <a:pt x="1863" y="1090"/>
                </a:lnTo>
                <a:lnTo>
                  <a:pt x="1856" y="1090"/>
                </a:lnTo>
                <a:lnTo>
                  <a:pt x="1856" y="1097"/>
                </a:lnTo>
                <a:close/>
                <a:moveTo>
                  <a:pt x="1873" y="1097"/>
                </a:moveTo>
                <a:lnTo>
                  <a:pt x="1880" y="1097"/>
                </a:lnTo>
                <a:lnTo>
                  <a:pt x="1880" y="1090"/>
                </a:lnTo>
                <a:lnTo>
                  <a:pt x="1873" y="1090"/>
                </a:lnTo>
                <a:lnTo>
                  <a:pt x="1873" y="1097"/>
                </a:lnTo>
                <a:close/>
                <a:moveTo>
                  <a:pt x="2510" y="1097"/>
                </a:moveTo>
                <a:lnTo>
                  <a:pt x="2517" y="1097"/>
                </a:lnTo>
                <a:lnTo>
                  <a:pt x="2517" y="1090"/>
                </a:lnTo>
                <a:lnTo>
                  <a:pt x="2510" y="1090"/>
                </a:lnTo>
                <a:lnTo>
                  <a:pt x="2510" y="1097"/>
                </a:lnTo>
                <a:close/>
                <a:moveTo>
                  <a:pt x="2526" y="1097"/>
                </a:moveTo>
                <a:lnTo>
                  <a:pt x="2533" y="1097"/>
                </a:lnTo>
                <a:lnTo>
                  <a:pt x="2533" y="1090"/>
                </a:lnTo>
                <a:lnTo>
                  <a:pt x="2526" y="1090"/>
                </a:lnTo>
                <a:lnTo>
                  <a:pt x="2526" y="1097"/>
                </a:lnTo>
                <a:close/>
                <a:moveTo>
                  <a:pt x="2543" y="1097"/>
                </a:moveTo>
                <a:lnTo>
                  <a:pt x="2550" y="1097"/>
                </a:lnTo>
                <a:lnTo>
                  <a:pt x="2550" y="1090"/>
                </a:lnTo>
                <a:lnTo>
                  <a:pt x="2543" y="1090"/>
                </a:lnTo>
                <a:lnTo>
                  <a:pt x="2543" y="1097"/>
                </a:lnTo>
                <a:close/>
                <a:moveTo>
                  <a:pt x="2560" y="1097"/>
                </a:moveTo>
                <a:lnTo>
                  <a:pt x="2567" y="1097"/>
                </a:lnTo>
                <a:lnTo>
                  <a:pt x="2567" y="1090"/>
                </a:lnTo>
                <a:lnTo>
                  <a:pt x="2560" y="1090"/>
                </a:lnTo>
                <a:lnTo>
                  <a:pt x="2560" y="1097"/>
                </a:lnTo>
                <a:close/>
                <a:moveTo>
                  <a:pt x="2576" y="1097"/>
                </a:moveTo>
                <a:lnTo>
                  <a:pt x="2583" y="1097"/>
                </a:lnTo>
                <a:lnTo>
                  <a:pt x="2583" y="1090"/>
                </a:lnTo>
                <a:lnTo>
                  <a:pt x="2576" y="1090"/>
                </a:lnTo>
                <a:lnTo>
                  <a:pt x="2576" y="1097"/>
                </a:lnTo>
                <a:close/>
                <a:moveTo>
                  <a:pt x="2593" y="1097"/>
                </a:moveTo>
                <a:lnTo>
                  <a:pt x="2600" y="1097"/>
                </a:lnTo>
                <a:lnTo>
                  <a:pt x="2600" y="1090"/>
                </a:lnTo>
                <a:lnTo>
                  <a:pt x="2593" y="1090"/>
                </a:lnTo>
                <a:lnTo>
                  <a:pt x="2593" y="1097"/>
                </a:lnTo>
                <a:close/>
                <a:moveTo>
                  <a:pt x="2609" y="1097"/>
                </a:moveTo>
                <a:lnTo>
                  <a:pt x="2616" y="1097"/>
                </a:lnTo>
                <a:lnTo>
                  <a:pt x="2616" y="1090"/>
                </a:lnTo>
                <a:lnTo>
                  <a:pt x="2609" y="1090"/>
                </a:lnTo>
                <a:lnTo>
                  <a:pt x="2609" y="1097"/>
                </a:lnTo>
                <a:close/>
                <a:moveTo>
                  <a:pt x="2642" y="1097"/>
                </a:moveTo>
                <a:lnTo>
                  <a:pt x="2649" y="1097"/>
                </a:lnTo>
                <a:lnTo>
                  <a:pt x="2649" y="1090"/>
                </a:lnTo>
                <a:lnTo>
                  <a:pt x="2642" y="1090"/>
                </a:lnTo>
                <a:lnTo>
                  <a:pt x="2642" y="1097"/>
                </a:lnTo>
                <a:close/>
                <a:moveTo>
                  <a:pt x="2659" y="1097"/>
                </a:moveTo>
                <a:lnTo>
                  <a:pt x="2666" y="1097"/>
                </a:lnTo>
                <a:lnTo>
                  <a:pt x="2666" y="1090"/>
                </a:lnTo>
                <a:lnTo>
                  <a:pt x="2659" y="1090"/>
                </a:lnTo>
                <a:lnTo>
                  <a:pt x="2659" y="1097"/>
                </a:lnTo>
                <a:close/>
                <a:moveTo>
                  <a:pt x="2678" y="1097"/>
                </a:moveTo>
                <a:lnTo>
                  <a:pt x="2683" y="1097"/>
                </a:lnTo>
                <a:lnTo>
                  <a:pt x="2683" y="1090"/>
                </a:lnTo>
                <a:lnTo>
                  <a:pt x="2678" y="1090"/>
                </a:lnTo>
                <a:lnTo>
                  <a:pt x="2678" y="1097"/>
                </a:lnTo>
                <a:close/>
                <a:moveTo>
                  <a:pt x="2860" y="1097"/>
                </a:moveTo>
                <a:lnTo>
                  <a:pt x="2867" y="1097"/>
                </a:lnTo>
                <a:lnTo>
                  <a:pt x="2867" y="1090"/>
                </a:lnTo>
                <a:lnTo>
                  <a:pt x="2860" y="1090"/>
                </a:lnTo>
                <a:lnTo>
                  <a:pt x="2860" y="1097"/>
                </a:lnTo>
                <a:close/>
                <a:moveTo>
                  <a:pt x="2877" y="1097"/>
                </a:moveTo>
                <a:lnTo>
                  <a:pt x="2884" y="1097"/>
                </a:lnTo>
                <a:lnTo>
                  <a:pt x="2884" y="1090"/>
                </a:lnTo>
                <a:lnTo>
                  <a:pt x="2877" y="1090"/>
                </a:lnTo>
                <a:lnTo>
                  <a:pt x="2877" y="1097"/>
                </a:lnTo>
                <a:close/>
                <a:moveTo>
                  <a:pt x="819" y="1114"/>
                </a:moveTo>
                <a:lnTo>
                  <a:pt x="826" y="1114"/>
                </a:lnTo>
                <a:lnTo>
                  <a:pt x="826" y="1107"/>
                </a:lnTo>
                <a:lnTo>
                  <a:pt x="819" y="1107"/>
                </a:lnTo>
                <a:lnTo>
                  <a:pt x="819" y="1114"/>
                </a:lnTo>
                <a:close/>
                <a:moveTo>
                  <a:pt x="836" y="1114"/>
                </a:moveTo>
                <a:lnTo>
                  <a:pt x="843" y="1114"/>
                </a:lnTo>
                <a:lnTo>
                  <a:pt x="843" y="1107"/>
                </a:lnTo>
                <a:lnTo>
                  <a:pt x="836" y="1107"/>
                </a:lnTo>
                <a:lnTo>
                  <a:pt x="836" y="1114"/>
                </a:lnTo>
                <a:close/>
                <a:moveTo>
                  <a:pt x="852" y="1114"/>
                </a:moveTo>
                <a:lnTo>
                  <a:pt x="859" y="1114"/>
                </a:lnTo>
                <a:lnTo>
                  <a:pt x="859" y="1107"/>
                </a:lnTo>
                <a:lnTo>
                  <a:pt x="852" y="1107"/>
                </a:lnTo>
                <a:lnTo>
                  <a:pt x="852" y="1114"/>
                </a:lnTo>
                <a:close/>
                <a:moveTo>
                  <a:pt x="871" y="1114"/>
                </a:moveTo>
                <a:lnTo>
                  <a:pt x="876" y="1114"/>
                </a:lnTo>
                <a:lnTo>
                  <a:pt x="876" y="1107"/>
                </a:lnTo>
                <a:lnTo>
                  <a:pt x="871" y="1107"/>
                </a:lnTo>
                <a:lnTo>
                  <a:pt x="871" y="1114"/>
                </a:lnTo>
                <a:close/>
                <a:moveTo>
                  <a:pt x="888" y="1114"/>
                </a:moveTo>
                <a:lnTo>
                  <a:pt x="895" y="1114"/>
                </a:lnTo>
                <a:lnTo>
                  <a:pt x="895" y="1107"/>
                </a:lnTo>
                <a:lnTo>
                  <a:pt x="888" y="1107"/>
                </a:lnTo>
                <a:lnTo>
                  <a:pt x="888" y="1114"/>
                </a:lnTo>
                <a:close/>
                <a:moveTo>
                  <a:pt x="904" y="1114"/>
                </a:moveTo>
                <a:lnTo>
                  <a:pt x="911" y="1114"/>
                </a:lnTo>
                <a:lnTo>
                  <a:pt x="911" y="1107"/>
                </a:lnTo>
                <a:lnTo>
                  <a:pt x="904" y="1107"/>
                </a:lnTo>
                <a:lnTo>
                  <a:pt x="904" y="1114"/>
                </a:lnTo>
                <a:close/>
                <a:moveTo>
                  <a:pt x="921" y="1114"/>
                </a:moveTo>
                <a:lnTo>
                  <a:pt x="928" y="1114"/>
                </a:lnTo>
                <a:lnTo>
                  <a:pt x="928" y="1107"/>
                </a:lnTo>
                <a:lnTo>
                  <a:pt x="921" y="1107"/>
                </a:lnTo>
                <a:lnTo>
                  <a:pt x="921" y="1114"/>
                </a:lnTo>
                <a:close/>
                <a:moveTo>
                  <a:pt x="937" y="1114"/>
                </a:moveTo>
                <a:lnTo>
                  <a:pt x="944" y="1114"/>
                </a:lnTo>
                <a:lnTo>
                  <a:pt x="944" y="1107"/>
                </a:lnTo>
                <a:lnTo>
                  <a:pt x="937" y="1107"/>
                </a:lnTo>
                <a:lnTo>
                  <a:pt x="937" y="1114"/>
                </a:lnTo>
                <a:close/>
                <a:moveTo>
                  <a:pt x="954" y="1114"/>
                </a:moveTo>
                <a:lnTo>
                  <a:pt x="961" y="1114"/>
                </a:lnTo>
                <a:lnTo>
                  <a:pt x="961" y="1107"/>
                </a:lnTo>
                <a:lnTo>
                  <a:pt x="954" y="1107"/>
                </a:lnTo>
                <a:lnTo>
                  <a:pt x="954" y="1114"/>
                </a:lnTo>
                <a:close/>
                <a:moveTo>
                  <a:pt x="971" y="1114"/>
                </a:moveTo>
                <a:lnTo>
                  <a:pt x="978" y="1114"/>
                </a:lnTo>
                <a:lnTo>
                  <a:pt x="978" y="1107"/>
                </a:lnTo>
                <a:lnTo>
                  <a:pt x="971" y="1107"/>
                </a:lnTo>
                <a:lnTo>
                  <a:pt x="971" y="1114"/>
                </a:lnTo>
                <a:close/>
                <a:moveTo>
                  <a:pt x="987" y="1114"/>
                </a:moveTo>
                <a:lnTo>
                  <a:pt x="994" y="1114"/>
                </a:lnTo>
                <a:lnTo>
                  <a:pt x="994" y="1107"/>
                </a:lnTo>
                <a:lnTo>
                  <a:pt x="987" y="1107"/>
                </a:lnTo>
                <a:lnTo>
                  <a:pt x="987" y="1114"/>
                </a:lnTo>
                <a:close/>
                <a:moveTo>
                  <a:pt x="1004" y="1114"/>
                </a:moveTo>
                <a:lnTo>
                  <a:pt x="1011" y="1114"/>
                </a:lnTo>
                <a:lnTo>
                  <a:pt x="1011" y="1107"/>
                </a:lnTo>
                <a:lnTo>
                  <a:pt x="1004" y="1107"/>
                </a:lnTo>
                <a:lnTo>
                  <a:pt x="1004" y="1114"/>
                </a:lnTo>
                <a:close/>
                <a:moveTo>
                  <a:pt x="1020" y="1114"/>
                </a:moveTo>
                <a:lnTo>
                  <a:pt x="1027" y="1114"/>
                </a:lnTo>
                <a:lnTo>
                  <a:pt x="1027" y="1107"/>
                </a:lnTo>
                <a:lnTo>
                  <a:pt x="1020" y="1107"/>
                </a:lnTo>
                <a:lnTo>
                  <a:pt x="1020" y="1114"/>
                </a:lnTo>
                <a:close/>
                <a:moveTo>
                  <a:pt x="1037" y="1114"/>
                </a:moveTo>
                <a:lnTo>
                  <a:pt x="1044" y="1114"/>
                </a:lnTo>
                <a:lnTo>
                  <a:pt x="1044" y="1107"/>
                </a:lnTo>
                <a:lnTo>
                  <a:pt x="1037" y="1107"/>
                </a:lnTo>
                <a:lnTo>
                  <a:pt x="1037" y="1114"/>
                </a:lnTo>
                <a:close/>
                <a:moveTo>
                  <a:pt x="1053" y="1114"/>
                </a:moveTo>
                <a:lnTo>
                  <a:pt x="1061" y="1114"/>
                </a:lnTo>
                <a:lnTo>
                  <a:pt x="1061" y="1107"/>
                </a:lnTo>
                <a:lnTo>
                  <a:pt x="1053" y="1107"/>
                </a:lnTo>
                <a:lnTo>
                  <a:pt x="1053" y="1114"/>
                </a:lnTo>
                <a:close/>
                <a:moveTo>
                  <a:pt x="1070" y="1114"/>
                </a:moveTo>
                <a:lnTo>
                  <a:pt x="1077" y="1114"/>
                </a:lnTo>
                <a:lnTo>
                  <a:pt x="1077" y="1107"/>
                </a:lnTo>
                <a:lnTo>
                  <a:pt x="1070" y="1107"/>
                </a:lnTo>
                <a:lnTo>
                  <a:pt x="1070" y="1114"/>
                </a:lnTo>
                <a:close/>
                <a:moveTo>
                  <a:pt x="1087" y="1114"/>
                </a:moveTo>
                <a:lnTo>
                  <a:pt x="1094" y="1114"/>
                </a:lnTo>
                <a:lnTo>
                  <a:pt x="1094" y="1107"/>
                </a:lnTo>
                <a:lnTo>
                  <a:pt x="1087" y="1107"/>
                </a:lnTo>
                <a:lnTo>
                  <a:pt x="1087" y="1114"/>
                </a:lnTo>
                <a:close/>
                <a:moveTo>
                  <a:pt x="1103" y="1114"/>
                </a:moveTo>
                <a:lnTo>
                  <a:pt x="1110" y="1114"/>
                </a:lnTo>
                <a:lnTo>
                  <a:pt x="1110" y="1107"/>
                </a:lnTo>
                <a:lnTo>
                  <a:pt x="1103" y="1107"/>
                </a:lnTo>
                <a:lnTo>
                  <a:pt x="1103" y="1114"/>
                </a:lnTo>
                <a:close/>
                <a:moveTo>
                  <a:pt x="1120" y="1114"/>
                </a:moveTo>
                <a:lnTo>
                  <a:pt x="1127" y="1114"/>
                </a:lnTo>
                <a:lnTo>
                  <a:pt x="1127" y="1107"/>
                </a:lnTo>
                <a:lnTo>
                  <a:pt x="1120" y="1107"/>
                </a:lnTo>
                <a:lnTo>
                  <a:pt x="1120" y="1114"/>
                </a:lnTo>
                <a:close/>
                <a:moveTo>
                  <a:pt x="1555" y="1114"/>
                </a:moveTo>
                <a:lnTo>
                  <a:pt x="1563" y="1114"/>
                </a:lnTo>
                <a:lnTo>
                  <a:pt x="1563" y="1107"/>
                </a:lnTo>
                <a:lnTo>
                  <a:pt x="1555" y="1107"/>
                </a:lnTo>
                <a:lnTo>
                  <a:pt x="1555" y="1114"/>
                </a:lnTo>
                <a:close/>
                <a:moveTo>
                  <a:pt x="1572" y="1114"/>
                </a:moveTo>
                <a:lnTo>
                  <a:pt x="1579" y="1114"/>
                </a:lnTo>
                <a:lnTo>
                  <a:pt x="1579" y="1107"/>
                </a:lnTo>
                <a:lnTo>
                  <a:pt x="1572" y="1107"/>
                </a:lnTo>
                <a:lnTo>
                  <a:pt x="1572" y="1114"/>
                </a:lnTo>
                <a:close/>
                <a:moveTo>
                  <a:pt x="1589" y="1114"/>
                </a:moveTo>
                <a:lnTo>
                  <a:pt x="1596" y="1114"/>
                </a:lnTo>
                <a:lnTo>
                  <a:pt x="1596" y="1107"/>
                </a:lnTo>
                <a:lnTo>
                  <a:pt x="1589" y="1107"/>
                </a:lnTo>
                <a:lnTo>
                  <a:pt x="1589" y="1114"/>
                </a:lnTo>
                <a:close/>
                <a:moveTo>
                  <a:pt x="1605" y="1114"/>
                </a:moveTo>
                <a:lnTo>
                  <a:pt x="1612" y="1114"/>
                </a:lnTo>
                <a:lnTo>
                  <a:pt x="1612" y="1107"/>
                </a:lnTo>
                <a:lnTo>
                  <a:pt x="1605" y="1107"/>
                </a:lnTo>
                <a:lnTo>
                  <a:pt x="1605" y="1114"/>
                </a:lnTo>
                <a:close/>
                <a:moveTo>
                  <a:pt x="1622" y="1114"/>
                </a:moveTo>
                <a:lnTo>
                  <a:pt x="1629" y="1114"/>
                </a:lnTo>
                <a:lnTo>
                  <a:pt x="1629" y="1107"/>
                </a:lnTo>
                <a:lnTo>
                  <a:pt x="1622" y="1107"/>
                </a:lnTo>
                <a:lnTo>
                  <a:pt x="1622" y="1114"/>
                </a:lnTo>
                <a:close/>
                <a:moveTo>
                  <a:pt x="1638" y="1114"/>
                </a:moveTo>
                <a:lnTo>
                  <a:pt x="1645" y="1114"/>
                </a:lnTo>
                <a:lnTo>
                  <a:pt x="1645" y="1107"/>
                </a:lnTo>
                <a:lnTo>
                  <a:pt x="1638" y="1107"/>
                </a:lnTo>
                <a:lnTo>
                  <a:pt x="1638" y="1114"/>
                </a:lnTo>
                <a:close/>
                <a:moveTo>
                  <a:pt x="1657" y="1114"/>
                </a:moveTo>
                <a:lnTo>
                  <a:pt x="1664" y="1114"/>
                </a:lnTo>
                <a:lnTo>
                  <a:pt x="1664" y="1107"/>
                </a:lnTo>
                <a:lnTo>
                  <a:pt x="1657" y="1107"/>
                </a:lnTo>
                <a:lnTo>
                  <a:pt x="1657" y="1114"/>
                </a:lnTo>
                <a:close/>
                <a:moveTo>
                  <a:pt x="1674" y="1114"/>
                </a:moveTo>
                <a:lnTo>
                  <a:pt x="1681" y="1114"/>
                </a:lnTo>
                <a:lnTo>
                  <a:pt x="1681" y="1107"/>
                </a:lnTo>
                <a:lnTo>
                  <a:pt x="1674" y="1107"/>
                </a:lnTo>
                <a:lnTo>
                  <a:pt x="1674" y="1114"/>
                </a:lnTo>
                <a:close/>
                <a:moveTo>
                  <a:pt x="1690" y="1114"/>
                </a:moveTo>
                <a:lnTo>
                  <a:pt x="1698" y="1114"/>
                </a:lnTo>
                <a:lnTo>
                  <a:pt x="1698" y="1107"/>
                </a:lnTo>
                <a:lnTo>
                  <a:pt x="1690" y="1107"/>
                </a:lnTo>
                <a:lnTo>
                  <a:pt x="1690" y="1114"/>
                </a:lnTo>
                <a:close/>
                <a:moveTo>
                  <a:pt x="1707" y="1114"/>
                </a:moveTo>
                <a:lnTo>
                  <a:pt x="1714" y="1114"/>
                </a:lnTo>
                <a:lnTo>
                  <a:pt x="1714" y="1107"/>
                </a:lnTo>
                <a:lnTo>
                  <a:pt x="1707" y="1107"/>
                </a:lnTo>
                <a:lnTo>
                  <a:pt x="1707" y="1114"/>
                </a:lnTo>
                <a:close/>
                <a:moveTo>
                  <a:pt x="1724" y="1114"/>
                </a:moveTo>
                <a:lnTo>
                  <a:pt x="1731" y="1114"/>
                </a:lnTo>
                <a:lnTo>
                  <a:pt x="1731" y="1107"/>
                </a:lnTo>
                <a:lnTo>
                  <a:pt x="1724" y="1107"/>
                </a:lnTo>
                <a:lnTo>
                  <a:pt x="1724" y="1114"/>
                </a:lnTo>
                <a:close/>
                <a:moveTo>
                  <a:pt x="1740" y="1114"/>
                </a:moveTo>
                <a:lnTo>
                  <a:pt x="1747" y="1114"/>
                </a:lnTo>
                <a:lnTo>
                  <a:pt x="1747" y="1107"/>
                </a:lnTo>
                <a:lnTo>
                  <a:pt x="1740" y="1107"/>
                </a:lnTo>
                <a:lnTo>
                  <a:pt x="1740" y="1114"/>
                </a:lnTo>
                <a:close/>
                <a:moveTo>
                  <a:pt x="1757" y="1114"/>
                </a:moveTo>
                <a:lnTo>
                  <a:pt x="1764" y="1114"/>
                </a:lnTo>
                <a:lnTo>
                  <a:pt x="1764" y="1107"/>
                </a:lnTo>
                <a:lnTo>
                  <a:pt x="1757" y="1107"/>
                </a:lnTo>
                <a:lnTo>
                  <a:pt x="1757" y="1114"/>
                </a:lnTo>
                <a:close/>
                <a:moveTo>
                  <a:pt x="1773" y="1114"/>
                </a:moveTo>
                <a:lnTo>
                  <a:pt x="1780" y="1114"/>
                </a:lnTo>
                <a:lnTo>
                  <a:pt x="1780" y="1107"/>
                </a:lnTo>
                <a:lnTo>
                  <a:pt x="1773" y="1107"/>
                </a:lnTo>
                <a:lnTo>
                  <a:pt x="1773" y="1114"/>
                </a:lnTo>
                <a:close/>
                <a:moveTo>
                  <a:pt x="1790" y="1114"/>
                </a:moveTo>
                <a:lnTo>
                  <a:pt x="1797" y="1114"/>
                </a:lnTo>
                <a:lnTo>
                  <a:pt x="1797" y="1107"/>
                </a:lnTo>
                <a:lnTo>
                  <a:pt x="1790" y="1107"/>
                </a:lnTo>
                <a:lnTo>
                  <a:pt x="1790" y="1114"/>
                </a:lnTo>
                <a:close/>
                <a:moveTo>
                  <a:pt x="1823" y="1114"/>
                </a:moveTo>
                <a:lnTo>
                  <a:pt x="1830" y="1114"/>
                </a:lnTo>
                <a:lnTo>
                  <a:pt x="1830" y="1107"/>
                </a:lnTo>
                <a:lnTo>
                  <a:pt x="1823" y="1107"/>
                </a:lnTo>
                <a:lnTo>
                  <a:pt x="1823" y="1114"/>
                </a:lnTo>
                <a:close/>
                <a:moveTo>
                  <a:pt x="1840" y="1114"/>
                </a:moveTo>
                <a:lnTo>
                  <a:pt x="1847" y="1114"/>
                </a:lnTo>
                <a:lnTo>
                  <a:pt x="1847" y="1107"/>
                </a:lnTo>
                <a:lnTo>
                  <a:pt x="1840" y="1107"/>
                </a:lnTo>
                <a:lnTo>
                  <a:pt x="1840" y="1114"/>
                </a:lnTo>
                <a:close/>
                <a:moveTo>
                  <a:pt x="1856" y="1114"/>
                </a:moveTo>
                <a:lnTo>
                  <a:pt x="1863" y="1114"/>
                </a:lnTo>
                <a:lnTo>
                  <a:pt x="1863" y="1107"/>
                </a:lnTo>
                <a:lnTo>
                  <a:pt x="1856" y="1107"/>
                </a:lnTo>
                <a:lnTo>
                  <a:pt x="1856" y="1114"/>
                </a:lnTo>
                <a:close/>
                <a:moveTo>
                  <a:pt x="1873" y="1114"/>
                </a:moveTo>
                <a:lnTo>
                  <a:pt x="1880" y="1114"/>
                </a:lnTo>
                <a:lnTo>
                  <a:pt x="1880" y="1107"/>
                </a:lnTo>
                <a:lnTo>
                  <a:pt x="1873" y="1107"/>
                </a:lnTo>
                <a:lnTo>
                  <a:pt x="1873" y="1114"/>
                </a:lnTo>
                <a:close/>
                <a:moveTo>
                  <a:pt x="2477" y="1114"/>
                </a:moveTo>
                <a:lnTo>
                  <a:pt x="2484" y="1114"/>
                </a:lnTo>
                <a:lnTo>
                  <a:pt x="2484" y="1107"/>
                </a:lnTo>
                <a:lnTo>
                  <a:pt x="2477" y="1107"/>
                </a:lnTo>
                <a:lnTo>
                  <a:pt x="2477" y="1114"/>
                </a:lnTo>
                <a:close/>
                <a:moveTo>
                  <a:pt x="2493" y="1114"/>
                </a:moveTo>
                <a:lnTo>
                  <a:pt x="2500" y="1114"/>
                </a:lnTo>
                <a:lnTo>
                  <a:pt x="2500" y="1107"/>
                </a:lnTo>
                <a:lnTo>
                  <a:pt x="2493" y="1107"/>
                </a:lnTo>
                <a:lnTo>
                  <a:pt x="2493" y="1114"/>
                </a:lnTo>
                <a:close/>
                <a:moveTo>
                  <a:pt x="2510" y="1114"/>
                </a:moveTo>
                <a:lnTo>
                  <a:pt x="2517" y="1114"/>
                </a:lnTo>
                <a:lnTo>
                  <a:pt x="2517" y="1107"/>
                </a:lnTo>
                <a:lnTo>
                  <a:pt x="2510" y="1107"/>
                </a:lnTo>
                <a:lnTo>
                  <a:pt x="2510" y="1114"/>
                </a:lnTo>
                <a:close/>
                <a:moveTo>
                  <a:pt x="2526" y="1114"/>
                </a:moveTo>
                <a:lnTo>
                  <a:pt x="2533" y="1114"/>
                </a:lnTo>
                <a:lnTo>
                  <a:pt x="2533" y="1107"/>
                </a:lnTo>
                <a:lnTo>
                  <a:pt x="2526" y="1107"/>
                </a:lnTo>
                <a:lnTo>
                  <a:pt x="2526" y="1114"/>
                </a:lnTo>
                <a:close/>
                <a:moveTo>
                  <a:pt x="2543" y="1114"/>
                </a:moveTo>
                <a:lnTo>
                  <a:pt x="2550" y="1114"/>
                </a:lnTo>
                <a:lnTo>
                  <a:pt x="2550" y="1107"/>
                </a:lnTo>
                <a:lnTo>
                  <a:pt x="2543" y="1107"/>
                </a:lnTo>
                <a:lnTo>
                  <a:pt x="2543" y="1114"/>
                </a:lnTo>
                <a:close/>
                <a:moveTo>
                  <a:pt x="2560" y="1114"/>
                </a:moveTo>
                <a:lnTo>
                  <a:pt x="2567" y="1114"/>
                </a:lnTo>
                <a:lnTo>
                  <a:pt x="2567" y="1107"/>
                </a:lnTo>
                <a:lnTo>
                  <a:pt x="2560" y="1107"/>
                </a:lnTo>
                <a:lnTo>
                  <a:pt x="2560" y="1114"/>
                </a:lnTo>
                <a:close/>
                <a:moveTo>
                  <a:pt x="2576" y="1114"/>
                </a:moveTo>
                <a:lnTo>
                  <a:pt x="2583" y="1114"/>
                </a:lnTo>
                <a:lnTo>
                  <a:pt x="2583" y="1107"/>
                </a:lnTo>
                <a:lnTo>
                  <a:pt x="2576" y="1107"/>
                </a:lnTo>
                <a:lnTo>
                  <a:pt x="2576" y="1114"/>
                </a:lnTo>
                <a:close/>
                <a:moveTo>
                  <a:pt x="2593" y="1114"/>
                </a:moveTo>
                <a:lnTo>
                  <a:pt x="2600" y="1114"/>
                </a:lnTo>
                <a:lnTo>
                  <a:pt x="2600" y="1107"/>
                </a:lnTo>
                <a:lnTo>
                  <a:pt x="2593" y="1107"/>
                </a:lnTo>
                <a:lnTo>
                  <a:pt x="2593" y="1114"/>
                </a:lnTo>
                <a:close/>
                <a:moveTo>
                  <a:pt x="2609" y="1114"/>
                </a:moveTo>
                <a:lnTo>
                  <a:pt x="2616" y="1114"/>
                </a:lnTo>
                <a:lnTo>
                  <a:pt x="2616" y="1107"/>
                </a:lnTo>
                <a:lnTo>
                  <a:pt x="2609" y="1107"/>
                </a:lnTo>
                <a:lnTo>
                  <a:pt x="2609" y="1114"/>
                </a:lnTo>
                <a:close/>
                <a:moveTo>
                  <a:pt x="2626" y="1114"/>
                </a:moveTo>
                <a:lnTo>
                  <a:pt x="2633" y="1114"/>
                </a:lnTo>
                <a:lnTo>
                  <a:pt x="2633" y="1107"/>
                </a:lnTo>
                <a:lnTo>
                  <a:pt x="2626" y="1107"/>
                </a:lnTo>
                <a:lnTo>
                  <a:pt x="2626" y="1114"/>
                </a:lnTo>
                <a:close/>
                <a:moveTo>
                  <a:pt x="2642" y="1114"/>
                </a:moveTo>
                <a:lnTo>
                  <a:pt x="2649" y="1114"/>
                </a:lnTo>
                <a:lnTo>
                  <a:pt x="2649" y="1107"/>
                </a:lnTo>
                <a:lnTo>
                  <a:pt x="2642" y="1107"/>
                </a:lnTo>
                <a:lnTo>
                  <a:pt x="2642" y="1114"/>
                </a:lnTo>
                <a:close/>
                <a:moveTo>
                  <a:pt x="2659" y="1114"/>
                </a:moveTo>
                <a:lnTo>
                  <a:pt x="2666" y="1114"/>
                </a:lnTo>
                <a:lnTo>
                  <a:pt x="2666" y="1107"/>
                </a:lnTo>
                <a:lnTo>
                  <a:pt x="2659" y="1107"/>
                </a:lnTo>
                <a:lnTo>
                  <a:pt x="2659" y="1114"/>
                </a:lnTo>
                <a:close/>
                <a:moveTo>
                  <a:pt x="2678" y="1114"/>
                </a:moveTo>
                <a:lnTo>
                  <a:pt x="2683" y="1114"/>
                </a:lnTo>
                <a:lnTo>
                  <a:pt x="2683" y="1107"/>
                </a:lnTo>
                <a:lnTo>
                  <a:pt x="2678" y="1107"/>
                </a:lnTo>
                <a:lnTo>
                  <a:pt x="2678" y="1114"/>
                </a:lnTo>
                <a:close/>
                <a:moveTo>
                  <a:pt x="2860" y="1114"/>
                </a:moveTo>
                <a:lnTo>
                  <a:pt x="2867" y="1114"/>
                </a:lnTo>
                <a:lnTo>
                  <a:pt x="2867" y="1107"/>
                </a:lnTo>
                <a:lnTo>
                  <a:pt x="2860" y="1107"/>
                </a:lnTo>
                <a:lnTo>
                  <a:pt x="2860" y="1114"/>
                </a:lnTo>
                <a:close/>
                <a:moveTo>
                  <a:pt x="2877" y="1114"/>
                </a:moveTo>
                <a:lnTo>
                  <a:pt x="2884" y="1114"/>
                </a:lnTo>
                <a:lnTo>
                  <a:pt x="2884" y="1107"/>
                </a:lnTo>
                <a:lnTo>
                  <a:pt x="2877" y="1107"/>
                </a:lnTo>
                <a:lnTo>
                  <a:pt x="2877" y="1114"/>
                </a:lnTo>
                <a:close/>
                <a:moveTo>
                  <a:pt x="2962" y="1114"/>
                </a:moveTo>
                <a:lnTo>
                  <a:pt x="2969" y="1114"/>
                </a:lnTo>
                <a:lnTo>
                  <a:pt x="2969" y="1107"/>
                </a:lnTo>
                <a:lnTo>
                  <a:pt x="2962" y="1107"/>
                </a:lnTo>
                <a:lnTo>
                  <a:pt x="2962" y="1114"/>
                </a:lnTo>
                <a:close/>
                <a:moveTo>
                  <a:pt x="2979" y="1114"/>
                </a:moveTo>
                <a:lnTo>
                  <a:pt x="2986" y="1114"/>
                </a:lnTo>
                <a:lnTo>
                  <a:pt x="2986" y="1107"/>
                </a:lnTo>
                <a:lnTo>
                  <a:pt x="2979" y="1107"/>
                </a:lnTo>
                <a:lnTo>
                  <a:pt x="2979" y="1114"/>
                </a:lnTo>
                <a:close/>
                <a:moveTo>
                  <a:pt x="852" y="1133"/>
                </a:moveTo>
                <a:lnTo>
                  <a:pt x="859" y="1133"/>
                </a:lnTo>
                <a:lnTo>
                  <a:pt x="859" y="1126"/>
                </a:lnTo>
                <a:lnTo>
                  <a:pt x="852" y="1126"/>
                </a:lnTo>
                <a:lnTo>
                  <a:pt x="852" y="1133"/>
                </a:lnTo>
                <a:close/>
                <a:moveTo>
                  <a:pt x="871" y="1133"/>
                </a:moveTo>
                <a:lnTo>
                  <a:pt x="876" y="1133"/>
                </a:lnTo>
                <a:lnTo>
                  <a:pt x="876" y="1126"/>
                </a:lnTo>
                <a:lnTo>
                  <a:pt x="871" y="1126"/>
                </a:lnTo>
                <a:lnTo>
                  <a:pt x="871" y="1133"/>
                </a:lnTo>
                <a:close/>
                <a:moveTo>
                  <a:pt x="888" y="1133"/>
                </a:moveTo>
                <a:lnTo>
                  <a:pt x="895" y="1133"/>
                </a:lnTo>
                <a:lnTo>
                  <a:pt x="895" y="1126"/>
                </a:lnTo>
                <a:lnTo>
                  <a:pt x="888" y="1126"/>
                </a:lnTo>
                <a:lnTo>
                  <a:pt x="888" y="1133"/>
                </a:lnTo>
                <a:close/>
                <a:moveTo>
                  <a:pt x="904" y="1133"/>
                </a:moveTo>
                <a:lnTo>
                  <a:pt x="911" y="1133"/>
                </a:lnTo>
                <a:lnTo>
                  <a:pt x="911" y="1126"/>
                </a:lnTo>
                <a:lnTo>
                  <a:pt x="904" y="1126"/>
                </a:lnTo>
                <a:lnTo>
                  <a:pt x="904" y="1133"/>
                </a:lnTo>
                <a:close/>
                <a:moveTo>
                  <a:pt x="921" y="1133"/>
                </a:moveTo>
                <a:lnTo>
                  <a:pt x="928" y="1133"/>
                </a:lnTo>
                <a:lnTo>
                  <a:pt x="928" y="1126"/>
                </a:lnTo>
                <a:lnTo>
                  <a:pt x="921" y="1126"/>
                </a:lnTo>
                <a:lnTo>
                  <a:pt x="921" y="1133"/>
                </a:lnTo>
                <a:close/>
                <a:moveTo>
                  <a:pt x="937" y="1133"/>
                </a:moveTo>
                <a:lnTo>
                  <a:pt x="944" y="1133"/>
                </a:lnTo>
                <a:lnTo>
                  <a:pt x="944" y="1126"/>
                </a:lnTo>
                <a:lnTo>
                  <a:pt x="937" y="1126"/>
                </a:lnTo>
                <a:lnTo>
                  <a:pt x="937" y="1133"/>
                </a:lnTo>
                <a:close/>
                <a:moveTo>
                  <a:pt x="954" y="1133"/>
                </a:moveTo>
                <a:lnTo>
                  <a:pt x="961" y="1133"/>
                </a:lnTo>
                <a:lnTo>
                  <a:pt x="961" y="1126"/>
                </a:lnTo>
                <a:lnTo>
                  <a:pt x="954" y="1126"/>
                </a:lnTo>
                <a:lnTo>
                  <a:pt x="954" y="1133"/>
                </a:lnTo>
                <a:close/>
                <a:moveTo>
                  <a:pt x="971" y="1133"/>
                </a:moveTo>
                <a:lnTo>
                  <a:pt x="978" y="1133"/>
                </a:lnTo>
                <a:lnTo>
                  <a:pt x="978" y="1126"/>
                </a:lnTo>
                <a:lnTo>
                  <a:pt x="971" y="1126"/>
                </a:lnTo>
                <a:lnTo>
                  <a:pt x="971" y="1133"/>
                </a:lnTo>
                <a:close/>
                <a:moveTo>
                  <a:pt x="987" y="1133"/>
                </a:moveTo>
                <a:lnTo>
                  <a:pt x="994" y="1133"/>
                </a:lnTo>
                <a:lnTo>
                  <a:pt x="994" y="1126"/>
                </a:lnTo>
                <a:lnTo>
                  <a:pt x="987" y="1126"/>
                </a:lnTo>
                <a:lnTo>
                  <a:pt x="987" y="1133"/>
                </a:lnTo>
                <a:close/>
                <a:moveTo>
                  <a:pt x="1004" y="1133"/>
                </a:moveTo>
                <a:lnTo>
                  <a:pt x="1011" y="1133"/>
                </a:lnTo>
                <a:lnTo>
                  <a:pt x="1011" y="1126"/>
                </a:lnTo>
                <a:lnTo>
                  <a:pt x="1004" y="1126"/>
                </a:lnTo>
                <a:lnTo>
                  <a:pt x="1004" y="1133"/>
                </a:lnTo>
                <a:close/>
                <a:moveTo>
                  <a:pt x="1020" y="1133"/>
                </a:moveTo>
                <a:lnTo>
                  <a:pt x="1027" y="1133"/>
                </a:lnTo>
                <a:lnTo>
                  <a:pt x="1027" y="1126"/>
                </a:lnTo>
                <a:lnTo>
                  <a:pt x="1020" y="1126"/>
                </a:lnTo>
                <a:lnTo>
                  <a:pt x="1020" y="1133"/>
                </a:lnTo>
                <a:close/>
                <a:moveTo>
                  <a:pt x="1037" y="1133"/>
                </a:moveTo>
                <a:lnTo>
                  <a:pt x="1044" y="1133"/>
                </a:lnTo>
                <a:lnTo>
                  <a:pt x="1044" y="1126"/>
                </a:lnTo>
                <a:lnTo>
                  <a:pt x="1037" y="1126"/>
                </a:lnTo>
                <a:lnTo>
                  <a:pt x="1037" y="1133"/>
                </a:lnTo>
                <a:close/>
                <a:moveTo>
                  <a:pt x="1053" y="1133"/>
                </a:moveTo>
                <a:lnTo>
                  <a:pt x="1061" y="1133"/>
                </a:lnTo>
                <a:lnTo>
                  <a:pt x="1061" y="1126"/>
                </a:lnTo>
                <a:lnTo>
                  <a:pt x="1053" y="1126"/>
                </a:lnTo>
                <a:lnTo>
                  <a:pt x="1053" y="1133"/>
                </a:lnTo>
                <a:close/>
                <a:moveTo>
                  <a:pt x="1070" y="1133"/>
                </a:moveTo>
                <a:lnTo>
                  <a:pt x="1077" y="1133"/>
                </a:lnTo>
                <a:lnTo>
                  <a:pt x="1077" y="1126"/>
                </a:lnTo>
                <a:lnTo>
                  <a:pt x="1070" y="1126"/>
                </a:lnTo>
                <a:lnTo>
                  <a:pt x="1070" y="1133"/>
                </a:lnTo>
                <a:close/>
                <a:moveTo>
                  <a:pt x="1087" y="1133"/>
                </a:moveTo>
                <a:lnTo>
                  <a:pt x="1094" y="1133"/>
                </a:lnTo>
                <a:lnTo>
                  <a:pt x="1094" y="1126"/>
                </a:lnTo>
                <a:lnTo>
                  <a:pt x="1087" y="1126"/>
                </a:lnTo>
                <a:lnTo>
                  <a:pt x="1087" y="1133"/>
                </a:lnTo>
                <a:close/>
                <a:moveTo>
                  <a:pt x="1103" y="1133"/>
                </a:moveTo>
                <a:lnTo>
                  <a:pt x="1110" y="1133"/>
                </a:lnTo>
                <a:lnTo>
                  <a:pt x="1110" y="1126"/>
                </a:lnTo>
                <a:lnTo>
                  <a:pt x="1103" y="1126"/>
                </a:lnTo>
                <a:lnTo>
                  <a:pt x="1103" y="1133"/>
                </a:lnTo>
                <a:close/>
                <a:moveTo>
                  <a:pt x="1120" y="1133"/>
                </a:moveTo>
                <a:lnTo>
                  <a:pt x="1127" y="1133"/>
                </a:lnTo>
                <a:lnTo>
                  <a:pt x="1127" y="1126"/>
                </a:lnTo>
                <a:lnTo>
                  <a:pt x="1120" y="1126"/>
                </a:lnTo>
                <a:lnTo>
                  <a:pt x="1120" y="1133"/>
                </a:lnTo>
                <a:close/>
                <a:moveTo>
                  <a:pt x="1555" y="1133"/>
                </a:moveTo>
                <a:lnTo>
                  <a:pt x="1563" y="1133"/>
                </a:lnTo>
                <a:lnTo>
                  <a:pt x="1563" y="1126"/>
                </a:lnTo>
                <a:lnTo>
                  <a:pt x="1555" y="1126"/>
                </a:lnTo>
                <a:lnTo>
                  <a:pt x="1555" y="1133"/>
                </a:lnTo>
                <a:close/>
                <a:moveTo>
                  <a:pt x="1572" y="1133"/>
                </a:moveTo>
                <a:lnTo>
                  <a:pt x="1579" y="1133"/>
                </a:lnTo>
                <a:lnTo>
                  <a:pt x="1579" y="1126"/>
                </a:lnTo>
                <a:lnTo>
                  <a:pt x="1572" y="1126"/>
                </a:lnTo>
                <a:lnTo>
                  <a:pt x="1572" y="1133"/>
                </a:lnTo>
                <a:close/>
                <a:moveTo>
                  <a:pt x="1589" y="1133"/>
                </a:moveTo>
                <a:lnTo>
                  <a:pt x="1596" y="1133"/>
                </a:lnTo>
                <a:lnTo>
                  <a:pt x="1596" y="1126"/>
                </a:lnTo>
                <a:lnTo>
                  <a:pt x="1589" y="1126"/>
                </a:lnTo>
                <a:lnTo>
                  <a:pt x="1589" y="1133"/>
                </a:lnTo>
                <a:close/>
                <a:moveTo>
                  <a:pt x="1605" y="1133"/>
                </a:moveTo>
                <a:lnTo>
                  <a:pt x="1612" y="1133"/>
                </a:lnTo>
                <a:lnTo>
                  <a:pt x="1612" y="1126"/>
                </a:lnTo>
                <a:lnTo>
                  <a:pt x="1605" y="1126"/>
                </a:lnTo>
                <a:lnTo>
                  <a:pt x="1605" y="1133"/>
                </a:lnTo>
                <a:close/>
                <a:moveTo>
                  <a:pt x="1622" y="1133"/>
                </a:moveTo>
                <a:lnTo>
                  <a:pt x="1629" y="1133"/>
                </a:lnTo>
                <a:lnTo>
                  <a:pt x="1629" y="1126"/>
                </a:lnTo>
                <a:lnTo>
                  <a:pt x="1622" y="1126"/>
                </a:lnTo>
                <a:lnTo>
                  <a:pt x="1622" y="1133"/>
                </a:lnTo>
                <a:close/>
                <a:moveTo>
                  <a:pt x="1638" y="1133"/>
                </a:moveTo>
                <a:lnTo>
                  <a:pt x="1645" y="1133"/>
                </a:lnTo>
                <a:lnTo>
                  <a:pt x="1645" y="1126"/>
                </a:lnTo>
                <a:lnTo>
                  <a:pt x="1638" y="1126"/>
                </a:lnTo>
                <a:lnTo>
                  <a:pt x="1638" y="1133"/>
                </a:lnTo>
                <a:close/>
                <a:moveTo>
                  <a:pt x="1657" y="1133"/>
                </a:moveTo>
                <a:lnTo>
                  <a:pt x="1664" y="1133"/>
                </a:lnTo>
                <a:lnTo>
                  <a:pt x="1664" y="1126"/>
                </a:lnTo>
                <a:lnTo>
                  <a:pt x="1657" y="1126"/>
                </a:lnTo>
                <a:lnTo>
                  <a:pt x="1657" y="1133"/>
                </a:lnTo>
                <a:close/>
                <a:moveTo>
                  <a:pt x="1674" y="1133"/>
                </a:moveTo>
                <a:lnTo>
                  <a:pt x="1681" y="1133"/>
                </a:lnTo>
                <a:lnTo>
                  <a:pt x="1681" y="1126"/>
                </a:lnTo>
                <a:lnTo>
                  <a:pt x="1674" y="1126"/>
                </a:lnTo>
                <a:lnTo>
                  <a:pt x="1674" y="1133"/>
                </a:lnTo>
                <a:close/>
                <a:moveTo>
                  <a:pt x="1690" y="1133"/>
                </a:moveTo>
                <a:lnTo>
                  <a:pt x="1698" y="1133"/>
                </a:lnTo>
                <a:lnTo>
                  <a:pt x="1698" y="1126"/>
                </a:lnTo>
                <a:lnTo>
                  <a:pt x="1690" y="1126"/>
                </a:lnTo>
                <a:lnTo>
                  <a:pt x="1690" y="1133"/>
                </a:lnTo>
                <a:close/>
                <a:moveTo>
                  <a:pt x="1707" y="1133"/>
                </a:moveTo>
                <a:lnTo>
                  <a:pt x="1714" y="1133"/>
                </a:lnTo>
                <a:lnTo>
                  <a:pt x="1714" y="1126"/>
                </a:lnTo>
                <a:lnTo>
                  <a:pt x="1707" y="1126"/>
                </a:lnTo>
                <a:lnTo>
                  <a:pt x="1707" y="1133"/>
                </a:lnTo>
                <a:close/>
                <a:moveTo>
                  <a:pt x="1724" y="1133"/>
                </a:moveTo>
                <a:lnTo>
                  <a:pt x="1731" y="1133"/>
                </a:lnTo>
                <a:lnTo>
                  <a:pt x="1731" y="1126"/>
                </a:lnTo>
                <a:lnTo>
                  <a:pt x="1724" y="1126"/>
                </a:lnTo>
                <a:lnTo>
                  <a:pt x="1724" y="1133"/>
                </a:lnTo>
                <a:close/>
                <a:moveTo>
                  <a:pt x="1740" y="1133"/>
                </a:moveTo>
                <a:lnTo>
                  <a:pt x="1747" y="1133"/>
                </a:lnTo>
                <a:lnTo>
                  <a:pt x="1747" y="1126"/>
                </a:lnTo>
                <a:lnTo>
                  <a:pt x="1740" y="1126"/>
                </a:lnTo>
                <a:lnTo>
                  <a:pt x="1740" y="1133"/>
                </a:lnTo>
                <a:close/>
                <a:moveTo>
                  <a:pt x="1757" y="1133"/>
                </a:moveTo>
                <a:lnTo>
                  <a:pt x="1764" y="1133"/>
                </a:lnTo>
                <a:lnTo>
                  <a:pt x="1764" y="1126"/>
                </a:lnTo>
                <a:lnTo>
                  <a:pt x="1757" y="1126"/>
                </a:lnTo>
                <a:lnTo>
                  <a:pt x="1757" y="1133"/>
                </a:lnTo>
                <a:close/>
                <a:moveTo>
                  <a:pt x="1773" y="1133"/>
                </a:moveTo>
                <a:lnTo>
                  <a:pt x="1780" y="1133"/>
                </a:lnTo>
                <a:lnTo>
                  <a:pt x="1780" y="1126"/>
                </a:lnTo>
                <a:lnTo>
                  <a:pt x="1773" y="1126"/>
                </a:lnTo>
                <a:lnTo>
                  <a:pt x="1773" y="1133"/>
                </a:lnTo>
                <a:close/>
                <a:moveTo>
                  <a:pt x="1823" y="1133"/>
                </a:moveTo>
                <a:lnTo>
                  <a:pt x="1830" y="1133"/>
                </a:lnTo>
                <a:lnTo>
                  <a:pt x="1830" y="1126"/>
                </a:lnTo>
                <a:lnTo>
                  <a:pt x="1823" y="1126"/>
                </a:lnTo>
                <a:lnTo>
                  <a:pt x="1823" y="1133"/>
                </a:lnTo>
                <a:close/>
                <a:moveTo>
                  <a:pt x="1840" y="1133"/>
                </a:moveTo>
                <a:lnTo>
                  <a:pt x="1847" y="1133"/>
                </a:lnTo>
                <a:lnTo>
                  <a:pt x="1847" y="1126"/>
                </a:lnTo>
                <a:lnTo>
                  <a:pt x="1840" y="1126"/>
                </a:lnTo>
                <a:lnTo>
                  <a:pt x="1840" y="1133"/>
                </a:lnTo>
                <a:close/>
                <a:moveTo>
                  <a:pt x="1856" y="1133"/>
                </a:moveTo>
                <a:lnTo>
                  <a:pt x="1863" y="1133"/>
                </a:lnTo>
                <a:lnTo>
                  <a:pt x="1863" y="1126"/>
                </a:lnTo>
                <a:lnTo>
                  <a:pt x="1856" y="1126"/>
                </a:lnTo>
                <a:lnTo>
                  <a:pt x="1856" y="1133"/>
                </a:lnTo>
                <a:close/>
                <a:moveTo>
                  <a:pt x="1873" y="1133"/>
                </a:moveTo>
                <a:lnTo>
                  <a:pt x="1880" y="1133"/>
                </a:lnTo>
                <a:lnTo>
                  <a:pt x="1880" y="1126"/>
                </a:lnTo>
                <a:lnTo>
                  <a:pt x="1873" y="1126"/>
                </a:lnTo>
                <a:lnTo>
                  <a:pt x="1873" y="1133"/>
                </a:lnTo>
                <a:close/>
                <a:moveTo>
                  <a:pt x="2477" y="1133"/>
                </a:moveTo>
                <a:lnTo>
                  <a:pt x="2484" y="1133"/>
                </a:lnTo>
                <a:lnTo>
                  <a:pt x="2484" y="1126"/>
                </a:lnTo>
                <a:lnTo>
                  <a:pt x="2477" y="1126"/>
                </a:lnTo>
                <a:lnTo>
                  <a:pt x="2477" y="1133"/>
                </a:lnTo>
                <a:close/>
                <a:moveTo>
                  <a:pt x="2493" y="1133"/>
                </a:moveTo>
                <a:lnTo>
                  <a:pt x="2500" y="1133"/>
                </a:lnTo>
                <a:lnTo>
                  <a:pt x="2500" y="1126"/>
                </a:lnTo>
                <a:lnTo>
                  <a:pt x="2493" y="1126"/>
                </a:lnTo>
                <a:lnTo>
                  <a:pt x="2493" y="1133"/>
                </a:lnTo>
                <a:close/>
                <a:moveTo>
                  <a:pt x="2510" y="1133"/>
                </a:moveTo>
                <a:lnTo>
                  <a:pt x="2517" y="1133"/>
                </a:lnTo>
                <a:lnTo>
                  <a:pt x="2517" y="1126"/>
                </a:lnTo>
                <a:lnTo>
                  <a:pt x="2510" y="1126"/>
                </a:lnTo>
                <a:lnTo>
                  <a:pt x="2510" y="1133"/>
                </a:lnTo>
                <a:close/>
                <a:moveTo>
                  <a:pt x="2526" y="1133"/>
                </a:moveTo>
                <a:lnTo>
                  <a:pt x="2533" y="1133"/>
                </a:lnTo>
                <a:lnTo>
                  <a:pt x="2533" y="1126"/>
                </a:lnTo>
                <a:lnTo>
                  <a:pt x="2526" y="1126"/>
                </a:lnTo>
                <a:lnTo>
                  <a:pt x="2526" y="1133"/>
                </a:lnTo>
                <a:close/>
                <a:moveTo>
                  <a:pt x="2543" y="1133"/>
                </a:moveTo>
                <a:lnTo>
                  <a:pt x="2550" y="1133"/>
                </a:lnTo>
                <a:lnTo>
                  <a:pt x="2550" y="1126"/>
                </a:lnTo>
                <a:lnTo>
                  <a:pt x="2543" y="1126"/>
                </a:lnTo>
                <a:lnTo>
                  <a:pt x="2543" y="1133"/>
                </a:lnTo>
                <a:close/>
                <a:moveTo>
                  <a:pt x="2560" y="1133"/>
                </a:moveTo>
                <a:lnTo>
                  <a:pt x="2567" y="1133"/>
                </a:lnTo>
                <a:lnTo>
                  <a:pt x="2567" y="1126"/>
                </a:lnTo>
                <a:lnTo>
                  <a:pt x="2560" y="1126"/>
                </a:lnTo>
                <a:lnTo>
                  <a:pt x="2560" y="1133"/>
                </a:lnTo>
                <a:close/>
                <a:moveTo>
                  <a:pt x="2576" y="1133"/>
                </a:moveTo>
                <a:lnTo>
                  <a:pt x="2583" y="1133"/>
                </a:lnTo>
                <a:lnTo>
                  <a:pt x="2583" y="1126"/>
                </a:lnTo>
                <a:lnTo>
                  <a:pt x="2576" y="1126"/>
                </a:lnTo>
                <a:lnTo>
                  <a:pt x="2576" y="1133"/>
                </a:lnTo>
                <a:close/>
                <a:moveTo>
                  <a:pt x="2593" y="1133"/>
                </a:moveTo>
                <a:lnTo>
                  <a:pt x="2600" y="1133"/>
                </a:lnTo>
                <a:lnTo>
                  <a:pt x="2600" y="1126"/>
                </a:lnTo>
                <a:lnTo>
                  <a:pt x="2593" y="1126"/>
                </a:lnTo>
                <a:lnTo>
                  <a:pt x="2593" y="1133"/>
                </a:lnTo>
                <a:close/>
                <a:moveTo>
                  <a:pt x="2609" y="1133"/>
                </a:moveTo>
                <a:lnTo>
                  <a:pt x="2616" y="1133"/>
                </a:lnTo>
                <a:lnTo>
                  <a:pt x="2616" y="1126"/>
                </a:lnTo>
                <a:lnTo>
                  <a:pt x="2609" y="1126"/>
                </a:lnTo>
                <a:lnTo>
                  <a:pt x="2609" y="1133"/>
                </a:lnTo>
                <a:close/>
                <a:moveTo>
                  <a:pt x="2626" y="1133"/>
                </a:moveTo>
                <a:lnTo>
                  <a:pt x="2633" y="1133"/>
                </a:lnTo>
                <a:lnTo>
                  <a:pt x="2633" y="1126"/>
                </a:lnTo>
                <a:lnTo>
                  <a:pt x="2626" y="1126"/>
                </a:lnTo>
                <a:lnTo>
                  <a:pt x="2626" y="1133"/>
                </a:lnTo>
                <a:close/>
                <a:moveTo>
                  <a:pt x="2642" y="1133"/>
                </a:moveTo>
                <a:lnTo>
                  <a:pt x="2649" y="1133"/>
                </a:lnTo>
                <a:lnTo>
                  <a:pt x="2649" y="1126"/>
                </a:lnTo>
                <a:lnTo>
                  <a:pt x="2642" y="1126"/>
                </a:lnTo>
                <a:lnTo>
                  <a:pt x="2642" y="1133"/>
                </a:lnTo>
                <a:close/>
                <a:moveTo>
                  <a:pt x="2659" y="1133"/>
                </a:moveTo>
                <a:lnTo>
                  <a:pt x="2666" y="1133"/>
                </a:lnTo>
                <a:lnTo>
                  <a:pt x="2666" y="1126"/>
                </a:lnTo>
                <a:lnTo>
                  <a:pt x="2659" y="1126"/>
                </a:lnTo>
                <a:lnTo>
                  <a:pt x="2659" y="1133"/>
                </a:lnTo>
                <a:close/>
                <a:moveTo>
                  <a:pt x="2678" y="1133"/>
                </a:moveTo>
                <a:lnTo>
                  <a:pt x="2683" y="1133"/>
                </a:lnTo>
                <a:lnTo>
                  <a:pt x="2683" y="1126"/>
                </a:lnTo>
                <a:lnTo>
                  <a:pt x="2678" y="1126"/>
                </a:lnTo>
                <a:lnTo>
                  <a:pt x="2678" y="1133"/>
                </a:lnTo>
                <a:close/>
                <a:moveTo>
                  <a:pt x="2694" y="1133"/>
                </a:moveTo>
                <a:lnTo>
                  <a:pt x="2702" y="1133"/>
                </a:lnTo>
                <a:lnTo>
                  <a:pt x="2702" y="1126"/>
                </a:lnTo>
                <a:lnTo>
                  <a:pt x="2694" y="1126"/>
                </a:lnTo>
                <a:lnTo>
                  <a:pt x="2694" y="1133"/>
                </a:lnTo>
                <a:close/>
                <a:moveTo>
                  <a:pt x="2877" y="1133"/>
                </a:moveTo>
                <a:lnTo>
                  <a:pt x="2884" y="1133"/>
                </a:lnTo>
                <a:lnTo>
                  <a:pt x="2884" y="1126"/>
                </a:lnTo>
                <a:lnTo>
                  <a:pt x="2877" y="1126"/>
                </a:lnTo>
                <a:lnTo>
                  <a:pt x="2877" y="1133"/>
                </a:lnTo>
                <a:close/>
                <a:moveTo>
                  <a:pt x="2946" y="1133"/>
                </a:moveTo>
                <a:lnTo>
                  <a:pt x="2953" y="1133"/>
                </a:lnTo>
                <a:lnTo>
                  <a:pt x="2953" y="1126"/>
                </a:lnTo>
                <a:lnTo>
                  <a:pt x="2946" y="1126"/>
                </a:lnTo>
                <a:lnTo>
                  <a:pt x="2946" y="1133"/>
                </a:lnTo>
                <a:close/>
                <a:moveTo>
                  <a:pt x="2962" y="1133"/>
                </a:moveTo>
                <a:lnTo>
                  <a:pt x="2969" y="1133"/>
                </a:lnTo>
                <a:lnTo>
                  <a:pt x="2969" y="1126"/>
                </a:lnTo>
                <a:lnTo>
                  <a:pt x="2962" y="1126"/>
                </a:lnTo>
                <a:lnTo>
                  <a:pt x="2962" y="1133"/>
                </a:lnTo>
                <a:close/>
                <a:moveTo>
                  <a:pt x="871" y="1149"/>
                </a:moveTo>
                <a:lnTo>
                  <a:pt x="876" y="1149"/>
                </a:lnTo>
                <a:lnTo>
                  <a:pt x="876" y="1142"/>
                </a:lnTo>
                <a:lnTo>
                  <a:pt x="871" y="1142"/>
                </a:lnTo>
                <a:lnTo>
                  <a:pt x="871" y="1149"/>
                </a:lnTo>
                <a:close/>
                <a:moveTo>
                  <a:pt x="888" y="1149"/>
                </a:moveTo>
                <a:lnTo>
                  <a:pt x="895" y="1149"/>
                </a:lnTo>
                <a:lnTo>
                  <a:pt x="895" y="1142"/>
                </a:lnTo>
                <a:lnTo>
                  <a:pt x="888" y="1142"/>
                </a:lnTo>
                <a:lnTo>
                  <a:pt x="888" y="1149"/>
                </a:lnTo>
                <a:close/>
                <a:moveTo>
                  <a:pt x="904" y="1149"/>
                </a:moveTo>
                <a:lnTo>
                  <a:pt x="911" y="1149"/>
                </a:lnTo>
                <a:lnTo>
                  <a:pt x="911" y="1142"/>
                </a:lnTo>
                <a:lnTo>
                  <a:pt x="904" y="1142"/>
                </a:lnTo>
                <a:lnTo>
                  <a:pt x="904" y="1149"/>
                </a:lnTo>
                <a:close/>
                <a:moveTo>
                  <a:pt x="921" y="1149"/>
                </a:moveTo>
                <a:lnTo>
                  <a:pt x="928" y="1149"/>
                </a:lnTo>
                <a:lnTo>
                  <a:pt x="928" y="1142"/>
                </a:lnTo>
                <a:lnTo>
                  <a:pt x="921" y="1142"/>
                </a:lnTo>
                <a:lnTo>
                  <a:pt x="921" y="1149"/>
                </a:lnTo>
                <a:close/>
                <a:moveTo>
                  <a:pt x="937" y="1149"/>
                </a:moveTo>
                <a:lnTo>
                  <a:pt x="944" y="1149"/>
                </a:lnTo>
                <a:lnTo>
                  <a:pt x="944" y="1142"/>
                </a:lnTo>
                <a:lnTo>
                  <a:pt x="937" y="1142"/>
                </a:lnTo>
                <a:lnTo>
                  <a:pt x="937" y="1149"/>
                </a:lnTo>
                <a:close/>
                <a:moveTo>
                  <a:pt x="954" y="1149"/>
                </a:moveTo>
                <a:lnTo>
                  <a:pt x="961" y="1149"/>
                </a:lnTo>
                <a:lnTo>
                  <a:pt x="961" y="1142"/>
                </a:lnTo>
                <a:lnTo>
                  <a:pt x="954" y="1142"/>
                </a:lnTo>
                <a:lnTo>
                  <a:pt x="954" y="1149"/>
                </a:lnTo>
                <a:close/>
                <a:moveTo>
                  <a:pt x="971" y="1149"/>
                </a:moveTo>
                <a:lnTo>
                  <a:pt x="978" y="1149"/>
                </a:lnTo>
                <a:lnTo>
                  <a:pt x="978" y="1142"/>
                </a:lnTo>
                <a:lnTo>
                  <a:pt x="971" y="1142"/>
                </a:lnTo>
                <a:lnTo>
                  <a:pt x="971" y="1149"/>
                </a:lnTo>
                <a:close/>
                <a:moveTo>
                  <a:pt x="987" y="1149"/>
                </a:moveTo>
                <a:lnTo>
                  <a:pt x="994" y="1149"/>
                </a:lnTo>
                <a:lnTo>
                  <a:pt x="994" y="1142"/>
                </a:lnTo>
                <a:lnTo>
                  <a:pt x="987" y="1142"/>
                </a:lnTo>
                <a:lnTo>
                  <a:pt x="987" y="1149"/>
                </a:lnTo>
                <a:close/>
                <a:moveTo>
                  <a:pt x="1004" y="1149"/>
                </a:moveTo>
                <a:lnTo>
                  <a:pt x="1011" y="1149"/>
                </a:lnTo>
                <a:lnTo>
                  <a:pt x="1011" y="1142"/>
                </a:lnTo>
                <a:lnTo>
                  <a:pt x="1004" y="1142"/>
                </a:lnTo>
                <a:lnTo>
                  <a:pt x="1004" y="1149"/>
                </a:lnTo>
                <a:close/>
                <a:moveTo>
                  <a:pt x="1020" y="1149"/>
                </a:moveTo>
                <a:lnTo>
                  <a:pt x="1027" y="1149"/>
                </a:lnTo>
                <a:lnTo>
                  <a:pt x="1027" y="1142"/>
                </a:lnTo>
                <a:lnTo>
                  <a:pt x="1020" y="1142"/>
                </a:lnTo>
                <a:lnTo>
                  <a:pt x="1020" y="1149"/>
                </a:lnTo>
                <a:close/>
                <a:moveTo>
                  <a:pt x="1037" y="1149"/>
                </a:moveTo>
                <a:lnTo>
                  <a:pt x="1044" y="1149"/>
                </a:lnTo>
                <a:lnTo>
                  <a:pt x="1044" y="1142"/>
                </a:lnTo>
                <a:lnTo>
                  <a:pt x="1037" y="1142"/>
                </a:lnTo>
                <a:lnTo>
                  <a:pt x="1037" y="1149"/>
                </a:lnTo>
                <a:close/>
                <a:moveTo>
                  <a:pt x="1053" y="1149"/>
                </a:moveTo>
                <a:lnTo>
                  <a:pt x="1061" y="1149"/>
                </a:lnTo>
                <a:lnTo>
                  <a:pt x="1061" y="1142"/>
                </a:lnTo>
                <a:lnTo>
                  <a:pt x="1053" y="1142"/>
                </a:lnTo>
                <a:lnTo>
                  <a:pt x="1053" y="1149"/>
                </a:lnTo>
                <a:close/>
                <a:moveTo>
                  <a:pt x="1070" y="1149"/>
                </a:moveTo>
                <a:lnTo>
                  <a:pt x="1077" y="1149"/>
                </a:lnTo>
                <a:lnTo>
                  <a:pt x="1077" y="1142"/>
                </a:lnTo>
                <a:lnTo>
                  <a:pt x="1070" y="1142"/>
                </a:lnTo>
                <a:lnTo>
                  <a:pt x="1070" y="1149"/>
                </a:lnTo>
                <a:close/>
                <a:moveTo>
                  <a:pt x="1087" y="1149"/>
                </a:moveTo>
                <a:lnTo>
                  <a:pt x="1094" y="1149"/>
                </a:lnTo>
                <a:lnTo>
                  <a:pt x="1094" y="1142"/>
                </a:lnTo>
                <a:lnTo>
                  <a:pt x="1087" y="1142"/>
                </a:lnTo>
                <a:lnTo>
                  <a:pt x="1087" y="1149"/>
                </a:lnTo>
                <a:close/>
                <a:moveTo>
                  <a:pt x="1103" y="1149"/>
                </a:moveTo>
                <a:lnTo>
                  <a:pt x="1110" y="1149"/>
                </a:lnTo>
                <a:lnTo>
                  <a:pt x="1110" y="1142"/>
                </a:lnTo>
                <a:lnTo>
                  <a:pt x="1103" y="1142"/>
                </a:lnTo>
                <a:lnTo>
                  <a:pt x="1103" y="1149"/>
                </a:lnTo>
                <a:close/>
                <a:moveTo>
                  <a:pt x="1120" y="1149"/>
                </a:moveTo>
                <a:lnTo>
                  <a:pt x="1127" y="1149"/>
                </a:lnTo>
                <a:lnTo>
                  <a:pt x="1127" y="1142"/>
                </a:lnTo>
                <a:lnTo>
                  <a:pt x="1120" y="1142"/>
                </a:lnTo>
                <a:lnTo>
                  <a:pt x="1120" y="1149"/>
                </a:lnTo>
                <a:close/>
                <a:moveTo>
                  <a:pt x="1555" y="1149"/>
                </a:moveTo>
                <a:lnTo>
                  <a:pt x="1563" y="1149"/>
                </a:lnTo>
                <a:lnTo>
                  <a:pt x="1563" y="1142"/>
                </a:lnTo>
                <a:lnTo>
                  <a:pt x="1555" y="1142"/>
                </a:lnTo>
                <a:lnTo>
                  <a:pt x="1555" y="1149"/>
                </a:lnTo>
                <a:close/>
                <a:moveTo>
                  <a:pt x="1572" y="1149"/>
                </a:moveTo>
                <a:lnTo>
                  <a:pt x="1579" y="1149"/>
                </a:lnTo>
                <a:lnTo>
                  <a:pt x="1579" y="1142"/>
                </a:lnTo>
                <a:lnTo>
                  <a:pt x="1572" y="1142"/>
                </a:lnTo>
                <a:lnTo>
                  <a:pt x="1572" y="1149"/>
                </a:lnTo>
                <a:close/>
                <a:moveTo>
                  <a:pt x="1589" y="1149"/>
                </a:moveTo>
                <a:lnTo>
                  <a:pt x="1596" y="1149"/>
                </a:lnTo>
                <a:lnTo>
                  <a:pt x="1596" y="1142"/>
                </a:lnTo>
                <a:lnTo>
                  <a:pt x="1589" y="1142"/>
                </a:lnTo>
                <a:lnTo>
                  <a:pt x="1589" y="1149"/>
                </a:lnTo>
                <a:close/>
                <a:moveTo>
                  <a:pt x="1605" y="1149"/>
                </a:moveTo>
                <a:lnTo>
                  <a:pt x="1612" y="1149"/>
                </a:lnTo>
                <a:lnTo>
                  <a:pt x="1612" y="1142"/>
                </a:lnTo>
                <a:lnTo>
                  <a:pt x="1605" y="1142"/>
                </a:lnTo>
                <a:lnTo>
                  <a:pt x="1605" y="1149"/>
                </a:lnTo>
                <a:close/>
                <a:moveTo>
                  <a:pt x="1622" y="1149"/>
                </a:moveTo>
                <a:lnTo>
                  <a:pt x="1629" y="1149"/>
                </a:lnTo>
                <a:lnTo>
                  <a:pt x="1629" y="1142"/>
                </a:lnTo>
                <a:lnTo>
                  <a:pt x="1622" y="1142"/>
                </a:lnTo>
                <a:lnTo>
                  <a:pt x="1622" y="1149"/>
                </a:lnTo>
                <a:close/>
                <a:moveTo>
                  <a:pt x="1638" y="1149"/>
                </a:moveTo>
                <a:lnTo>
                  <a:pt x="1645" y="1149"/>
                </a:lnTo>
                <a:lnTo>
                  <a:pt x="1645" y="1142"/>
                </a:lnTo>
                <a:lnTo>
                  <a:pt x="1638" y="1142"/>
                </a:lnTo>
                <a:lnTo>
                  <a:pt x="1638" y="1149"/>
                </a:lnTo>
                <a:close/>
                <a:moveTo>
                  <a:pt x="1657" y="1149"/>
                </a:moveTo>
                <a:lnTo>
                  <a:pt x="1664" y="1149"/>
                </a:lnTo>
                <a:lnTo>
                  <a:pt x="1664" y="1142"/>
                </a:lnTo>
                <a:lnTo>
                  <a:pt x="1657" y="1142"/>
                </a:lnTo>
                <a:lnTo>
                  <a:pt x="1657" y="1149"/>
                </a:lnTo>
                <a:close/>
                <a:moveTo>
                  <a:pt x="1674" y="1149"/>
                </a:moveTo>
                <a:lnTo>
                  <a:pt x="1681" y="1149"/>
                </a:lnTo>
                <a:lnTo>
                  <a:pt x="1681" y="1142"/>
                </a:lnTo>
                <a:lnTo>
                  <a:pt x="1674" y="1142"/>
                </a:lnTo>
                <a:lnTo>
                  <a:pt x="1674" y="1149"/>
                </a:lnTo>
                <a:close/>
                <a:moveTo>
                  <a:pt x="1690" y="1149"/>
                </a:moveTo>
                <a:lnTo>
                  <a:pt x="1698" y="1149"/>
                </a:lnTo>
                <a:lnTo>
                  <a:pt x="1698" y="1142"/>
                </a:lnTo>
                <a:lnTo>
                  <a:pt x="1690" y="1142"/>
                </a:lnTo>
                <a:lnTo>
                  <a:pt x="1690" y="1149"/>
                </a:lnTo>
                <a:close/>
                <a:moveTo>
                  <a:pt x="1707" y="1149"/>
                </a:moveTo>
                <a:lnTo>
                  <a:pt x="1714" y="1149"/>
                </a:lnTo>
                <a:lnTo>
                  <a:pt x="1714" y="1142"/>
                </a:lnTo>
                <a:lnTo>
                  <a:pt x="1707" y="1142"/>
                </a:lnTo>
                <a:lnTo>
                  <a:pt x="1707" y="1149"/>
                </a:lnTo>
                <a:close/>
                <a:moveTo>
                  <a:pt x="1724" y="1149"/>
                </a:moveTo>
                <a:lnTo>
                  <a:pt x="1731" y="1149"/>
                </a:lnTo>
                <a:lnTo>
                  <a:pt x="1731" y="1142"/>
                </a:lnTo>
                <a:lnTo>
                  <a:pt x="1724" y="1142"/>
                </a:lnTo>
                <a:lnTo>
                  <a:pt x="1724" y="1149"/>
                </a:lnTo>
                <a:close/>
                <a:moveTo>
                  <a:pt x="1740" y="1149"/>
                </a:moveTo>
                <a:lnTo>
                  <a:pt x="1747" y="1149"/>
                </a:lnTo>
                <a:lnTo>
                  <a:pt x="1747" y="1142"/>
                </a:lnTo>
                <a:lnTo>
                  <a:pt x="1740" y="1142"/>
                </a:lnTo>
                <a:lnTo>
                  <a:pt x="1740" y="1149"/>
                </a:lnTo>
                <a:close/>
                <a:moveTo>
                  <a:pt x="1757" y="1149"/>
                </a:moveTo>
                <a:lnTo>
                  <a:pt x="1764" y="1149"/>
                </a:lnTo>
                <a:lnTo>
                  <a:pt x="1764" y="1142"/>
                </a:lnTo>
                <a:lnTo>
                  <a:pt x="1757" y="1142"/>
                </a:lnTo>
                <a:lnTo>
                  <a:pt x="1757" y="1149"/>
                </a:lnTo>
                <a:close/>
                <a:moveTo>
                  <a:pt x="1823" y="1149"/>
                </a:moveTo>
                <a:lnTo>
                  <a:pt x="1830" y="1149"/>
                </a:lnTo>
                <a:lnTo>
                  <a:pt x="1830" y="1142"/>
                </a:lnTo>
                <a:lnTo>
                  <a:pt x="1823" y="1142"/>
                </a:lnTo>
                <a:lnTo>
                  <a:pt x="1823" y="1149"/>
                </a:lnTo>
                <a:close/>
                <a:moveTo>
                  <a:pt x="1840" y="1149"/>
                </a:moveTo>
                <a:lnTo>
                  <a:pt x="1847" y="1149"/>
                </a:lnTo>
                <a:lnTo>
                  <a:pt x="1847" y="1142"/>
                </a:lnTo>
                <a:lnTo>
                  <a:pt x="1840" y="1142"/>
                </a:lnTo>
                <a:lnTo>
                  <a:pt x="1840" y="1149"/>
                </a:lnTo>
                <a:close/>
                <a:moveTo>
                  <a:pt x="1856" y="1149"/>
                </a:moveTo>
                <a:lnTo>
                  <a:pt x="1863" y="1149"/>
                </a:lnTo>
                <a:lnTo>
                  <a:pt x="1863" y="1142"/>
                </a:lnTo>
                <a:lnTo>
                  <a:pt x="1856" y="1142"/>
                </a:lnTo>
                <a:lnTo>
                  <a:pt x="1856" y="1149"/>
                </a:lnTo>
                <a:close/>
                <a:moveTo>
                  <a:pt x="1873" y="1149"/>
                </a:moveTo>
                <a:lnTo>
                  <a:pt x="1880" y="1149"/>
                </a:lnTo>
                <a:lnTo>
                  <a:pt x="1880" y="1142"/>
                </a:lnTo>
                <a:lnTo>
                  <a:pt x="1873" y="1142"/>
                </a:lnTo>
                <a:lnTo>
                  <a:pt x="1873" y="1149"/>
                </a:lnTo>
                <a:close/>
                <a:moveTo>
                  <a:pt x="2427" y="1149"/>
                </a:moveTo>
                <a:lnTo>
                  <a:pt x="2434" y="1149"/>
                </a:lnTo>
                <a:lnTo>
                  <a:pt x="2434" y="1142"/>
                </a:lnTo>
                <a:lnTo>
                  <a:pt x="2427" y="1142"/>
                </a:lnTo>
                <a:lnTo>
                  <a:pt x="2427" y="1149"/>
                </a:lnTo>
                <a:close/>
                <a:moveTo>
                  <a:pt x="2443" y="1149"/>
                </a:moveTo>
                <a:lnTo>
                  <a:pt x="2451" y="1149"/>
                </a:lnTo>
                <a:lnTo>
                  <a:pt x="2451" y="1142"/>
                </a:lnTo>
                <a:lnTo>
                  <a:pt x="2443" y="1142"/>
                </a:lnTo>
                <a:lnTo>
                  <a:pt x="2443" y="1149"/>
                </a:lnTo>
                <a:close/>
                <a:moveTo>
                  <a:pt x="2460" y="1149"/>
                </a:moveTo>
                <a:lnTo>
                  <a:pt x="2467" y="1149"/>
                </a:lnTo>
                <a:lnTo>
                  <a:pt x="2467" y="1142"/>
                </a:lnTo>
                <a:lnTo>
                  <a:pt x="2460" y="1142"/>
                </a:lnTo>
                <a:lnTo>
                  <a:pt x="2460" y="1149"/>
                </a:lnTo>
                <a:close/>
                <a:moveTo>
                  <a:pt x="2477" y="1149"/>
                </a:moveTo>
                <a:lnTo>
                  <a:pt x="2484" y="1149"/>
                </a:lnTo>
                <a:lnTo>
                  <a:pt x="2484" y="1142"/>
                </a:lnTo>
                <a:lnTo>
                  <a:pt x="2477" y="1142"/>
                </a:lnTo>
                <a:lnTo>
                  <a:pt x="2477" y="1149"/>
                </a:lnTo>
                <a:close/>
                <a:moveTo>
                  <a:pt x="2493" y="1149"/>
                </a:moveTo>
                <a:lnTo>
                  <a:pt x="2500" y="1149"/>
                </a:lnTo>
                <a:lnTo>
                  <a:pt x="2500" y="1142"/>
                </a:lnTo>
                <a:lnTo>
                  <a:pt x="2493" y="1142"/>
                </a:lnTo>
                <a:lnTo>
                  <a:pt x="2493" y="1149"/>
                </a:lnTo>
                <a:close/>
                <a:moveTo>
                  <a:pt x="2510" y="1149"/>
                </a:moveTo>
                <a:lnTo>
                  <a:pt x="2517" y="1149"/>
                </a:lnTo>
                <a:lnTo>
                  <a:pt x="2517" y="1142"/>
                </a:lnTo>
                <a:lnTo>
                  <a:pt x="2510" y="1142"/>
                </a:lnTo>
                <a:lnTo>
                  <a:pt x="2510" y="1149"/>
                </a:lnTo>
                <a:close/>
                <a:moveTo>
                  <a:pt x="2526" y="1149"/>
                </a:moveTo>
                <a:lnTo>
                  <a:pt x="2533" y="1149"/>
                </a:lnTo>
                <a:lnTo>
                  <a:pt x="2533" y="1142"/>
                </a:lnTo>
                <a:lnTo>
                  <a:pt x="2526" y="1142"/>
                </a:lnTo>
                <a:lnTo>
                  <a:pt x="2526" y="1149"/>
                </a:lnTo>
                <a:close/>
                <a:moveTo>
                  <a:pt x="2543" y="1149"/>
                </a:moveTo>
                <a:lnTo>
                  <a:pt x="2550" y="1149"/>
                </a:lnTo>
                <a:lnTo>
                  <a:pt x="2550" y="1142"/>
                </a:lnTo>
                <a:lnTo>
                  <a:pt x="2543" y="1142"/>
                </a:lnTo>
                <a:lnTo>
                  <a:pt x="2543" y="1149"/>
                </a:lnTo>
                <a:close/>
                <a:moveTo>
                  <a:pt x="2560" y="1149"/>
                </a:moveTo>
                <a:lnTo>
                  <a:pt x="2567" y="1149"/>
                </a:lnTo>
                <a:lnTo>
                  <a:pt x="2567" y="1142"/>
                </a:lnTo>
                <a:lnTo>
                  <a:pt x="2560" y="1142"/>
                </a:lnTo>
                <a:lnTo>
                  <a:pt x="2560" y="1149"/>
                </a:lnTo>
                <a:close/>
                <a:moveTo>
                  <a:pt x="2576" y="1149"/>
                </a:moveTo>
                <a:lnTo>
                  <a:pt x="2583" y="1149"/>
                </a:lnTo>
                <a:lnTo>
                  <a:pt x="2583" y="1142"/>
                </a:lnTo>
                <a:lnTo>
                  <a:pt x="2576" y="1142"/>
                </a:lnTo>
                <a:lnTo>
                  <a:pt x="2576" y="1149"/>
                </a:lnTo>
                <a:close/>
                <a:moveTo>
                  <a:pt x="2593" y="1149"/>
                </a:moveTo>
                <a:lnTo>
                  <a:pt x="2600" y="1149"/>
                </a:lnTo>
                <a:lnTo>
                  <a:pt x="2600" y="1142"/>
                </a:lnTo>
                <a:lnTo>
                  <a:pt x="2593" y="1142"/>
                </a:lnTo>
                <a:lnTo>
                  <a:pt x="2593" y="1149"/>
                </a:lnTo>
                <a:close/>
                <a:moveTo>
                  <a:pt x="2609" y="1149"/>
                </a:moveTo>
                <a:lnTo>
                  <a:pt x="2616" y="1149"/>
                </a:lnTo>
                <a:lnTo>
                  <a:pt x="2616" y="1142"/>
                </a:lnTo>
                <a:lnTo>
                  <a:pt x="2609" y="1142"/>
                </a:lnTo>
                <a:lnTo>
                  <a:pt x="2609" y="1149"/>
                </a:lnTo>
                <a:close/>
                <a:moveTo>
                  <a:pt x="2626" y="1149"/>
                </a:moveTo>
                <a:lnTo>
                  <a:pt x="2633" y="1149"/>
                </a:lnTo>
                <a:lnTo>
                  <a:pt x="2633" y="1142"/>
                </a:lnTo>
                <a:lnTo>
                  <a:pt x="2626" y="1142"/>
                </a:lnTo>
                <a:lnTo>
                  <a:pt x="2626" y="1149"/>
                </a:lnTo>
                <a:close/>
                <a:moveTo>
                  <a:pt x="2642" y="1149"/>
                </a:moveTo>
                <a:lnTo>
                  <a:pt x="2649" y="1149"/>
                </a:lnTo>
                <a:lnTo>
                  <a:pt x="2649" y="1142"/>
                </a:lnTo>
                <a:lnTo>
                  <a:pt x="2642" y="1142"/>
                </a:lnTo>
                <a:lnTo>
                  <a:pt x="2642" y="1149"/>
                </a:lnTo>
                <a:close/>
                <a:moveTo>
                  <a:pt x="2659" y="1149"/>
                </a:moveTo>
                <a:lnTo>
                  <a:pt x="2666" y="1149"/>
                </a:lnTo>
                <a:lnTo>
                  <a:pt x="2666" y="1142"/>
                </a:lnTo>
                <a:lnTo>
                  <a:pt x="2659" y="1142"/>
                </a:lnTo>
                <a:lnTo>
                  <a:pt x="2659" y="1149"/>
                </a:lnTo>
                <a:close/>
                <a:moveTo>
                  <a:pt x="2678" y="1149"/>
                </a:moveTo>
                <a:lnTo>
                  <a:pt x="2683" y="1149"/>
                </a:lnTo>
                <a:lnTo>
                  <a:pt x="2683" y="1142"/>
                </a:lnTo>
                <a:lnTo>
                  <a:pt x="2678" y="1142"/>
                </a:lnTo>
                <a:lnTo>
                  <a:pt x="2678" y="1149"/>
                </a:lnTo>
                <a:close/>
                <a:moveTo>
                  <a:pt x="2694" y="1149"/>
                </a:moveTo>
                <a:lnTo>
                  <a:pt x="2702" y="1149"/>
                </a:lnTo>
                <a:lnTo>
                  <a:pt x="2702" y="1142"/>
                </a:lnTo>
                <a:lnTo>
                  <a:pt x="2694" y="1142"/>
                </a:lnTo>
                <a:lnTo>
                  <a:pt x="2694" y="1149"/>
                </a:lnTo>
                <a:close/>
                <a:moveTo>
                  <a:pt x="2711" y="1149"/>
                </a:moveTo>
                <a:lnTo>
                  <a:pt x="2718" y="1149"/>
                </a:lnTo>
                <a:lnTo>
                  <a:pt x="2718" y="1142"/>
                </a:lnTo>
                <a:lnTo>
                  <a:pt x="2711" y="1142"/>
                </a:lnTo>
                <a:lnTo>
                  <a:pt x="2711" y="1149"/>
                </a:lnTo>
                <a:close/>
                <a:moveTo>
                  <a:pt x="2844" y="1149"/>
                </a:moveTo>
                <a:lnTo>
                  <a:pt x="2851" y="1149"/>
                </a:lnTo>
                <a:lnTo>
                  <a:pt x="2851" y="1142"/>
                </a:lnTo>
                <a:lnTo>
                  <a:pt x="2844" y="1142"/>
                </a:lnTo>
                <a:lnTo>
                  <a:pt x="2844" y="1149"/>
                </a:lnTo>
                <a:close/>
                <a:moveTo>
                  <a:pt x="2860" y="1149"/>
                </a:moveTo>
                <a:lnTo>
                  <a:pt x="2867" y="1149"/>
                </a:lnTo>
                <a:lnTo>
                  <a:pt x="2867" y="1142"/>
                </a:lnTo>
                <a:lnTo>
                  <a:pt x="2860" y="1142"/>
                </a:lnTo>
                <a:lnTo>
                  <a:pt x="2860" y="1149"/>
                </a:lnTo>
                <a:close/>
                <a:moveTo>
                  <a:pt x="871" y="1166"/>
                </a:moveTo>
                <a:lnTo>
                  <a:pt x="876" y="1166"/>
                </a:lnTo>
                <a:lnTo>
                  <a:pt x="876" y="1159"/>
                </a:lnTo>
                <a:lnTo>
                  <a:pt x="871" y="1159"/>
                </a:lnTo>
                <a:lnTo>
                  <a:pt x="871" y="1166"/>
                </a:lnTo>
                <a:close/>
                <a:moveTo>
                  <a:pt x="888" y="1166"/>
                </a:moveTo>
                <a:lnTo>
                  <a:pt x="895" y="1166"/>
                </a:lnTo>
                <a:lnTo>
                  <a:pt x="895" y="1159"/>
                </a:lnTo>
                <a:lnTo>
                  <a:pt x="888" y="1159"/>
                </a:lnTo>
                <a:lnTo>
                  <a:pt x="888" y="1166"/>
                </a:lnTo>
                <a:close/>
                <a:moveTo>
                  <a:pt x="904" y="1166"/>
                </a:moveTo>
                <a:lnTo>
                  <a:pt x="911" y="1166"/>
                </a:lnTo>
                <a:lnTo>
                  <a:pt x="911" y="1159"/>
                </a:lnTo>
                <a:lnTo>
                  <a:pt x="904" y="1159"/>
                </a:lnTo>
                <a:lnTo>
                  <a:pt x="904" y="1166"/>
                </a:lnTo>
                <a:close/>
                <a:moveTo>
                  <a:pt x="921" y="1166"/>
                </a:moveTo>
                <a:lnTo>
                  <a:pt x="928" y="1166"/>
                </a:lnTo>
                <a:lnTo>
                  <a:pt x="928" y="1159"/>
                </a:lnTo>
                <a:lnTo>
                  <a:pt x="921" y="1159"/>
                </a:lnTo>
                <a:lnTo>
                  <a:pt x="921" y="1166"/>
                </a:lnTo>
                <a:close/>
                <a:moveTo>
                  <a:pt x="937" y="1166"/>
                </a:moveTo>
                <a:lnTo>
                  <a:pt x="944" y="1166"/>
                </a:lnTo>
                <a:lnTo>
                  <a:pt x="944" y="1159"/>
                </a:lnTo>
                <a:lnTo>
                  <a:pt x="937" y="1159"/>
                </a:lnTo>
                <a:lnTo>
                  <a:pt x="937" y="1166"/>
                </a:lnTo>
                <a:close/>
                <a:moveTo>
                  <a:pt x="954" y="1166"/>
                </a:moveTo>
                <a:lnTo>
                  <a:pt x="961" y="1166"/>
                </a:lnTo>
                <a:lnTo>
                  <a:pt x="961" y="1159"/>
                </a:lnTo>
                <a:lnTo>
                  <a:pt x="954" y="1159"/>
                </a:lnTo>
                <a:lnTo>
                  <a:pt x="954" y="1166"/>
                </a:lnTo>
                <a:close/>
                <a:moveTo>
                  <a:pt x="971" y="1166"/>
                </a:moveTo>
                <a:lnTo>
                  <a:pt x="978" y="1166"/>
                </a:lnTo>
                <a:lnTo>
                  <a:pt x="978" y="1159"/>
                </a:lnTo>
                <a:lnTo>
                  <a:pt x="971" y="1159"/>
                </a:lnTo>
                <a:lnTo>
                  <a:pt x="971" y="1166"/>
                </a:lnTo>
                <a:close/>
                <a:moveTo>
                  <a:pt x="987" y="1166"/>
                </a:moveTo>
                <a:lnTo>
                  <a:pt x="994" y="1166"/>
                </a:lnTo>
                <a:lnTo>
                  <a:pt x="994" y="1159"/>
                </a:lnTo>
                <a:lnTo>
                  <a:pt x="987" y="1159"/>
                </a:lnTo>
                <a:lnTo>
                  <a:pt x="987" y="1166"/>
                </a:lnTo>
                <a:close/>
                <a:moveTo>
                  <a:pt x="1004" y="1166"/>
                </a:moveTo>
                <a:lnTo>
                  <a:pt x="1011" y="1166"/>
                </a:lnTo>
                <a:lnTo>
                  <a:pt x="1011" y="1159"/>
                </a:lnTo>
                <a:lnTo>
                  <a:pt x="1004" y="1159"/>
                </a:lnTo>
                <a:lnTo>
                  <a:pt x="1004" y="1166"/>
                </a:lnTo>
                <a:close/>
                <a:moveTo>
                  <a:pt x="1020" y="1166"/>
                </a:moveTo>
                <a:lnTo>
                  <a:pt x="1027" y="1166"/>
                </a:lnTo>
                <a:lnTo>
                  <a:pt x="1027" y="1159"/>
                </a:lnTo>
                <a:lnTo>
                  <a:pt x="1020" y="1159"/>
                </a:lnTo>
                <a:lnTo>
                  <a:pt x="1020" y="1166"/>
                </a:lnTo>
                <a:close/>
                <a:moveTo>
                  <a:pt x="1037" y="1166"/>
                </a:moveTo>
                <a:lnTo>
                  <a:pt x="1044" y="1166"/>
                </a:lnTo>
                <a:lnTo>
                  <a:pt x="1044" y="1159"/>
                </a:lnTo>
                <a:lnTo>
                  <a:pt x="1037" y="1159"/>
                </a:lnTo>
                <a:lnTo>
                  <a:pt x="1037" y="1166"/>
                </a:lnTo>
                <a:close/>
                <a:moveTo>
                  <a:pt x="1053" y="1166"/>
                </a:moveTo>
                <a:lnTo>
                  <a:pt x="1061" y="1166"/>
                </a:lnTo>
                <a:lnTo>
                  <a:pt x="1061" y="1159"/>
                </a:lnTo>
                <a:lnTo>
                  <a:pt x="1053" y="1159"/>
                </a:lnTo>
                <a:lnTo>
                  <a:pt x="1053" y="1166"/>
                </a:lnTo>
                <a:close/>
                <a:moveTo>
                  <a:pt x="1070" y="1166"/>
                </a:moveTo>
                <a:lnTo>
                  <a:pt x="1077" y="1166"/>
                </a:lnTo>
                <a:lnTo>
                  <a:pt x="1077" y="1159"/>
                </a:lnTo>
                <a:lnTo>
                  <a:pt x="1070" y="1159"/>
                </a:lnTo>
                <a:lnTo>
                  <a:pt x="1070" y="1166"/>
                </a:lnTo>
                <a:close/>
                <a:moveTo>
                  <a:pt x="1087" y="1166"/>
                </a:moveTo>
                <a:lnTo>
                  <a:pt x="1094" y="1166"/>
                </a:lnTo>
                <a:lnTo>
                  <a:pt x="1094" y="1159"/>
                </a:lnTo>
                <a:lnTo>
                  <a:pt x="1087" y="1159"/>
                </a:lnTo>
                <a:lnTo>
                  <a:pt x="1087" y="1166"/>
                </a:lnTo>
                <a:close/>
                <a:moveTo>
                  <a:pt x="1103" y="1166"/>
                </a:moveTo>
                <a:lnTo>
                  <a:pt x="1110" y="1166"/>
                </a:lnTo>
                <a:lnTo>
                  <a:pt x="1110" y="1159"/>
                </a:lnTo>
                <a:lnTo>
                  <a:pt x="1103" y="1159"/>
                </a:lnTo>
                <a:lnTo>
                  <a:pt x="1103" y="1166"/>
                </a:lnTo>
                <a:close/>
                <a:moveTo>
                  <a:pt x="1572" y="1166"/>
                </a:moveTo>
                <a:lnTo>
                  <a:pt x="1579" y="1166"/>
                </a:lnTo>
                <a:lnTo>
                  <a:pt x="1579" y="1159"/>
                </a:lnTo>
                <a:lnTo>
                  <a:pt x="1572" y="1159"/>
                </a:lnTo>
                <a:lnTo>
                  <a:pt x="1572" y="1166"/>
                </a:lnTo>
                <a:close/>
                <a:moveTo>
                  <a:pt x="1589" y="1166"/>
                </a:moveTo>
                <a:lnTo>
                  <a:pt x="1596" y="1166"/>
                </a:lnTo>
                <a:lnTo>
                  <a:pt x="1596" y="1159"/>
                </a:lnTo>
                <a:lnTo>
                  <a:pt x="1589" y="1159"/>
                </a:lnTo>
                <a:lnTo>
                  <a:pt x="1589" y="1166"/>
                </a:lnTo>
                <a:close/>
                <a:moveTo>
                  <a:pt x="1605" y="1166"/>
                </a:moveTo>
                <a:lnTo>
                  <a:pt x="1612" y="1166"/>
                </a:lnTo>
                <a:lnTo>
                  <a:pt x="1612" y="1159"/>
                </a:lnTo>
                <a:lnTo>
                  <a:pt x="1605" y="1159"/>
                </a:lnTo>
                <a:lnTo>
                  <a:pt x="1605" y="1166"/>
                </a:lnTo>
                <a:close/>
                <a:moveTo>
                  <a:pt x="1622" y="1166"/>
                </a:moveTo>
                <a:lnTo>
                  <a:pt x="1629" y="1166"/>
                </a:lnTo>
                <a:lnTo>
                  <a:pt x="1629" y="1159"/>
                </a:lnTo>
                <a:lnTo>
                  <a:pt x="1622" y="1159"/>
                </a:lnTo>
                <a:lnTo>
                  <a:pt x="1622" y="1166"/>
                </a:lnTo>
                <a:close/>
                <a:moveTo>
                  <a:pt x="1638" y="1166"/>
                </a:moveTo>
                <a:lnTo>
                  <a:pt x="1645" y="1166"/>
                </a:lnTo>
                <a:lnTo>
                  <a:pt x="1645" y="1159"/>
                </a:lnTo>
                <a:lnTo>
                  <a:pt x="1638" y="1159"/>
                </a:lnTo>
                <a:lnTo>
                  <a:pt x="1638" y="1166"/>
                </a:lnTo>
                <a:close/>
                <a:moveTo>
                  <a:pt x="1657" y="1166"/>
                </a:moveTo>
                <a:lnTo>
                  <a:pt x="1664" y="1166"/>
                </a:lnTo>
                <a:lnTo>
                  <a:pt x="1664" y="1159"/>
                </a:lnTo>
                <a:lnTo>
                  <a:pt x="1657" y="1159"/>
                </a:lnTo>
                <a:lnTo>
                  <a:pt x="1657" y="1166"/>
                </a:lnTo>
                <a:close/>
                <a:moveTo>
                  <a:pt x="1674" y="1166"/>
                </a:moveTo>
                <a:lnTo>
                  <a:pt x="1681" y="1166"/>
                </a:lnTo>
                <a:lnTo>
                  <a:pt x="1681" y="1159"/>
                </a:lnTo>
                <a:lnTo>
                  <a:pt x="1674" y="1159"/>
                </a:lnTo>
                <a:lnTo>
                  <a:pt x="1674" y="1166"/>
                </a:lnTo>
                <a:close/>
                <a:moveTo>
                  <a:pt x="1690" y="1166"/>
                </a:moveTo>
                <a:lnTo>
                  <a:pt x="1698" y="1166"/>
                </a:lnTo>
                <a:lnTo>
                  <a:pt x="1698" y="1159"/>
                </a:lnTo>
                <a:lnTo>
                  <a:pt x="1690" y="1159"/>
                </a:lnTo>
                <a:lnTo>
                  <a:pt x="1690" y="1166"/>
                </a:lnTo>
                <a:close/>
                <a:moveTo>
                  <a:pt x="1707" y="1166"/>
                </a:moveTo>
                <a:lnTo>
                  <a:pt x="1714" y="1166"/>
                </a:lnTo>
                <a:lnTo>
                  <a:pt x="1714" y="1159"/>
                </a:lnTo>
                <a:lnTo>
                  <a:pt x="1707" y="1159"/>
                </a:lnTo>
                <a:lnTo>
                  <a:pt x="1707" y="1166"/>
                </a:lnTo>
                <a:close/>
                <a:moveTo>
                  <a:pt x="1724" y="1166"/>
                </a:moveTo>
                <a:lnTo>
                  <a:pt x="1731" y="1166"/>
                </a:lnTo>
                <a:lnTo>
                  <a:pt x="1731" y="1159"/>
                </a:lnTo>
                <a:lnTo>
                  <a:pt x="1724" y="1159"/>
                </a:lnTo>
                <a:lnTo>
                  <a:pt x="1724" y="1166"/>
                </a:lnTo>
                <a:close/>
                <a:moveTo>
                  <a:pt x="1740" y="1166"/>
                </a:moveTo>
                <a:lnTo>
                  <a:pt x="1747" y="1166"/>
                </a:lnTo>
                <a:lnTo>
                  <a:pt x="1747" y="1159"/>
                </a:lnTo>
                <a:lnTo>
                  <a:pt x="1740" y="1159"/>
                </a:lnTo>
                <a:lnTo>
                  <a:pt x="1740" y="1166"/>
                </a:lnTo>
                <a:close/>
                <a:moveTo>
                  <a:pt x="1757" y="1166"/>
                </a:moveTo>
                <a:lnTo>
                  <a:pt x="1764" y="1166"/>
                </a:lnTo>
                <a:lnTo>
                  <a:pt x="1764" y="1159"/>
                </a:lnTo>
                <a:lnTo>
                  <a:pt x="1757" y="1159"/>
                </a:lnTo>
                <a:lnTo>
                  <a:pt x="1757" y="1166"/>
                </a:lnTo>
                <a:close/>
                <a:moveTo>
                  <a:pt x="1823" y="1166"/>
                </a:moveTo>
                <a:lnTo>
                  <a:pt x="1830" y="1166"/>
                </a:lnTo>
                <a:lnTo>
                  <a:pt x="1830" y="1159"/>
                </a:lnTo>
                <a:lnTo>
                  <a:pt x="1823" y="1159"/>
                </a:lnTo>
                <a:lnTo>
                  <a:pt x="1823" y="1166"/>
                </a:lnTo>
                <a:close/>
                <a:moveTo>
                  <a:pt x="1840" y="1166"/>
                </a:moveTo>
                <a:lnTo>
                  <a:pt x="1847" y="1166"/>
                </a:lnTo>
                <a:lnTo>
                  <a:pt x="1847" y="1159"/>
                </a:lnTo>
                <a:lnTo>
                  <a:pt x="1840" y="1159"/>
                </a:lnTo>
                <a:lnTo>
                  <a:pt x="1840" y="1166"/>
                </a:lnTo>
                <a:close/>
                <a:moveTo>
                  <a:pt x="1856" y="1166"/>
                </a:moveTo>
                <a:lnTo>
                  <a:pt x="1863" y="1166"/>
                </a:lnTo>
                <a:lnTo>
                  <a:pt x="1863" y="1159"/>
                </a:lnTo>
                <a:lnTo>
                  <a:pt x="1856" y="1159"/>
                </a:lnTo>
                <a:lnTo>
                  <a:pt x="1856" y="1166"/>
                </a:lnTo>
                <a:close/>
                <a:moveTo>
                  <a:pt x="2408" y="1166"/>
                </a:moveTo>
                <a:lnTo>
                  <a:pt x="2415" y="1166"/>
                </a:lnTo>
                <a:lnTo>
                  <a:pt x="2415" y="1159"/>
                </a:lnTo>
                <a:lnTo>
                  <a:pt x="2408" y="1159"/>
                </a:lnTo>
                <a:lnTo>
                  <a:pt x="2408" y="1166"/>
                </a:lnTo>
                <a:close/>
                <a:moveTo>
                  <a:pt x="2427" y="1166"/>
                </a:moveTo>
                <a:lnTo>
                  <a:pt x="2434" y="1166"/>
                </a:lnTo>
                <a:lnTo>
                  <a:pt x="2434" y="1159"/>
                </a:lnTo>
                <a:lnTo>
                  <a:pt x="2427" y="1159"/>
                </a:lnTo>
                <a:lnTo>
                  <a:pt x="2427" y="1166"/>
                </a:lnTo>
                <a:close/>
                <a:moveTo>
                  <a:pt x="2443" y="1166"/>
                </a:moveTo>
                <a:lnTo>
                  <a:pt x="2451" y="1166"/>
                </a:lnTo>
                <a:lnTo>
                  <a:pt x="2451" y="1159"/>
                </a:lnTo>
                <a:lnTo>
                  <a:pt x="2443" y="1159"/>
                </a:lnTo>
                <a:lnTo>
                  <a:pt x="2443" y="1166"/>
                </a:lnTo>
                <a:close/>
                <a:moveTo>
                  <a:pt x="2460" y="1166"/>
                </a:moveTo>
                <a:lnTo>
                  <a:pt x="2467" y="1166"/>
                </a:lnTo>
                <a:lnTo>
                  <a:pt x="2467" y="1159"/>
                </a:lnTo>
                <a:lnTo>
                  <a:pt x="2460" y="1159"/>
                </a:lnTo>
                <a:lnTo>
                  <a:pt x="2460" y="1166"/>
                </a:lnTo>
                <a:close/>
                <a:moveTo>
                  <a:pt x="2477" y="1166"/>
                </a:moveTo>
                <a:lnTo>
                  <a:pt x="2484" y="1166"/>
                </a:lnTo>
                <a:lnTo>
                  <a:pt x="2484" y="1159"/>
                </a:lnTo>
                <a:lnTo>
                  <a:pt x="2477" y="1159"/>
                </a:lnTo>
                <a:lnTo>
                  <a:pt x="2477" y="1166"/>
                </a:lnTo>
                <a:close/>
                <a:moveTo>
                  <a:pt x="2493" y="1166"/>
                </a:moveTo>
                <a:lnTo>
                  <a:pt x="2500" y="1166"/>
                </a:lnTo>
                <a:lnTo>
                  <a:pt x="2500" y="1159"/>
                </a:lnTo>
                <a:lnTo>
                  <a:pt x="2493" y="1159"/>
                </a:lnTo>
                <a:lnTo>
                  <a:pt x="2493" y="1166"/>
                </a:lnTo>
                <a:close/>
                <a:moveTo>
                  <a:pt x="2510" y="1166"/>
                </a:moveTo>
                <a:lnTo>
                  <a:pt x="2517" y="1166"/>
                </a:lnTo>
                <a:lnTo>
                  <a:pt x="2517" y="1159"/>
                </a:lnTo>
                <a:lnTo>
                  <a:pt x="2510" y="1159"/>
                </a:lnTo>
                <a:lnTo>
                  <a:pt x="2510" y="1166"/>
                </a:lnTo>
                <a:close/>
                <a:moveTo>
                  <a:pt x="2526" y="1166"/>
                </a:moveTo>
                <a:lnTo>
                  <a:pt x="2533" y="1166"/>
                </a:lnTo>
                <a:lnTo>
                  <a:pt x="2533" y="1159"/>
                </a:lnTo>
                <a:lnTo>
                  <a:pt x="2526" y="1159"/>
                </a:lnTo>
                <a:lnTo>
                  <a:pt x="2526" y="1166"/>
                </a:lnTo>
                <a:close/>
                <a:moveTo>
                  <a:pt x="2543" y="1166"/>
                </a:moveTo>
                <a:lnTo>
                  <a:pt x="2550" y="1166"/>
                </a:lnTo>
                <a:lnTo>
                  <a:pt x="2550" y="1159"/>
                </a:lnTo>
                <a:lnTo>
                  <a:pt x="2543" y="1159"/>
                </a:lnTo>
                <a:lnTo>
                  <a:pt x="2543" y="1166"/>
                </a:lnTo>
                <a:close/>
                <a:moveTo>
                  <a:pt x="2560" y="1166"/>
                </a:moveTo>
                <a:lnTo>
                  <a:pt x="2567" y="1166"/>
                </a:lnTo>
                <a:lnTo>
                  <a:pt x="2567" y="1159"/>
                </a:lnTo>
                <a:lnTo>
                  <a:pt x="2560" y="1159"/>
                </a:lnTo>
                <a:lnTo>
                  <a:pt x="2560" y="1166"/>
                </a:lnTo>
                <a:close/>
                <a:moveTo>
                  <a:pt x="2576" y="1166"/>
                </a:moveTo>
                <a:lnTo>
                  <a:pt x="2583" y="1166"/>
                </a:lnTo>
                <a:lnTo>
                  <a:pt x="2583" y="1159"/>
                </a:lnTo>
                <a:lnTo>
                  <a:pt x="2576" y="1159"/>
                </a:lnTo>
                <a:lnTo>
                  <a:pt x="2576" y="1166"/>
                </a:lnTo>
                <a:close/>
                <a:moveTo>
                  <a:pt x="2593" y="1166"/>
                </a:moveTo>
                <a:lnTo>
                  <a:pt x="2600" y="1166"/>
                </a:lnTo>
                <a:lnTo>
                  <a:pt x="2600" y="1159"/>
                </a:lnTo>
                <a:lnTo>
                  <a:pt x="2593" y="1159"/>
                </a:lnTo>
                <a:lnTo>
                  <a:pt x="2593" y="1166"/>
                </a:lnTo>
                <a:close/>
                <a:moveTo>
                  <a:pt x="2609" y="1166"/>
                </a:moveTo>
                <a:lnTo>
                  <a:pt x="2616" y="1166"/>
                </a:lnTo>
                <a:lnTo>
                  <a:pt x="2616" y="1159"/>
                </a:lnTo>
                <a:lnTo>
                  <a:pt x="2609" y="1159"/>
                </a:lnTo>
                <a:lnTo>
                  <a:pt x="2609" y="1166"/>
                </a:lnTo>
                <a:close/>
                <a:moveTo>
                  <a:pt x="2626" y="1166"/>
                </a:moveTo>
                <a:lnTo>
                  <a:pt x="2633" y="1166"/>
                </a:lnTo>
                <a:lnTo>
                  <a:pt x="2633" y="1159"/>
                </a:lnTo>
                <a:lnTo>
                  <a:pt x="2626" y="1159"/>
                </a:lnTo>
                <a:lnTo>
                  <a:pt x="2626" y="1166"/>
                </a:lnTo>
                <a:close/>
                <a:moveTo>
                  <a:pt x="2642" y="1166"/>
                </a:moveTo>
                <a:lnTo>
                  <a:pt x="2649" y="1166"/>
                </a:lnTo>
                <a:lnTo>
                  <a:pt x="2649" y="1159"/>
                </a:lnTo>
                <a:lnTo>
                  <a:pt x="2642" y="1159"/>
                </a:lnTo>
                <a:lnTo>
                  <a:pt x="2642" y="1166"/>
                </a:lnTo>
                <a:close/>
                <a:moveTo>
                  <a:pt x="2659" y="1166"/>
                </a:moveTo>
                <a:lnTo>
                  <a:pt x="2666" y="1166"/>
                </a:lnTo>
                <a:lnTo>
                  <a:pt x="2666" y="1159"/>
                </a:lnTo>
                <a:lnTo>
                  <a:pt x="2659" y="1159"/>
                </a:lnTo>
                <a:lnTo>
                  <a:pt x="2659" y="1166"/>
                </a:lnTo>
                <a:close/>
                <a:moveTo>
                  <a:pt x="2678" y="1166"/>
                </a:moveTo>
                <a:lnTo>
                  <a:pt x="2683" y="1166"/>
                </a:lnTo>
                <a:lnTo>
                  <a:pt x="2683" y="1159"/>
                </a:lnTo>
                <a:lnTo>
                  <a:pt x="2678" y="1159"/>
                </a:lnTo>
                <a:lnTo>
                  <a:pt x="2678" y="1166"/>
                </a:lnTo>
                <a:close/>
                <a:moveTo>
                  <a:pt x="2694" y="1166"/>
                </a:moveTo>
                <a:lnTo>
                  <a:pt x="2702" y="1166"/>
                </a:lnTo>
                <a:lnTo>
                  <a:pt x="2702" y="1159"/>
                </a:lnTo>
                <a:lnTo>
                  <a:pt x="2694" y="1159"/>
                </a:lnTo>
                <a:lnTo>
                  <a:pt x="2694" y="1166"/>
                </a:lnTo>
                <a:close/>
                <a:moveTo>
                  <a:pt x="2711" y="1166"/>
                </a:moveTo>
                <a:lnTo>
                  <a:pt x="2718" y="1166"/>
                </a:lnTo>
                <a:lnTo>
                  <a:pt x="2718" y="1159"/>
                </a:lnTo>
                <a:lnTo>
                  <a:pt x="2711" y="1159"/>
                </a:lnTo>
                <a:lnTo>
                  <a:pt x="2711" y="1166"/>
                </a:lnTo>
                <a:close/>
                <a:moveTo>
                  <a:pt x="2728" y="1166"/>
                </a:moveTo>
                <a:lnTo>
                  <a:pt x="2735" y="1166"/>
                </a:lnTo>
                <a:lnTo>
                  <a:pt x="2735" y="1159"/>
                </a:lnTo>
                <a:lnTo>
                  <a:pt x="2728" y="1159"/>
                </a:lnTo>
                <a:lnTo>
                  <a:pt x="2728" y="1166"/>
                </a:lnTo>
                <a:close/>
                <a:moveTo>
                  <a:pt x="2844" y="1166"/>
                </a:moveTo>
                <a:lnTo>
                  <a:pt x="2851" y="1166"/>
                </a:lnTo>
                <a:lnTo>
                  <a:pt x="2851" y="1159"/>
                </a:lnTo>
                <a:lnTo>
                  <a:pt x="2844" y="1159"/>
                </a:lnTo>
                <a:lnTo>
                  <a:pt x="2844" y="1166"/>
                </a:lnTo>
                <a:close/>
                <a:moveTo>
                  <a:pt x="2860" y="1166"/>
                </a:moveTo>
                <a:lnTo>
                  <a:pt x="2867" y="1166"/>
                </a:lnTo>
                <a:lnTo>
                  <a:pt x="2867" y="1159"/>
                </a:lnTo>
                <a:lnTo>
                  <a:pt x="2860" y="1159"/>
                </a:lnTo>
                <a:lnTo>
                  <a:pt x="2860" y="1166"/>
                </a:lnTo>
                <a:close/>
                <a:moveTo>
                  <a:pt x="2877" y="1166"/>
                </a:moveTo>
                <a:lnTo>
                  <a:pt x="2884" y="1166"/>
                </a:lnTo>
                <a:lnTo>
                  <a:pt x="2884" y="1159"/>
                </a:lnTo>
                <a:lnTo>
                  <a:pt x="2877" y="1159"/>
                </a:lnTo>
                <a:lnTo>
                  <a:pt x="2877" y="1166"/>
                </a:lnTo>
                <a:close/>
                <a:moveTo>
                  <a:pt x="852" y="1183"/>
                </a:moveTo>
                <a:lnTo>
                  <a:pt x="859" y="1183"/>
                </a:lnTo>
                <a:lnTo>
                  <a:pt x="859" y="1175"/>
                </a:lnTo>
                <a:lnTo>
                  <a:pt x="852" y="1175"/>
                </a:lnTo>
                <a:lnTo>
                  <a:pt x="852" y="1183"/>
                </a:lnTo>
                <a:close/>
                <a:moveTo>
                  <a:pt x="871" y="1183"/>
                </a:moveTo>
                <a:lnTo>
                  <a:pt x="876" y="1183"/>
                </a:lnTo>
                <a:lnTo>
                  <a:pt x="876" y="1175"/>
                </a:lnTo>
                <a:lnTo>
                  <a:pt x="871" y="1175"/>
                </a:lnTo>
                <a:lnTo>
                  <a:pt x="871" y="1183"/>
                </a:lnTo>
                <a:close/>
                <a:moveTo>
                  <a:pt x="888" y="1183"/>
                </a:moveTo>
                <a:lnTo>
                  <a:pt x="895" y="1183"/>
                </a:lnTo>
                <a:lnTo>
                  <a:pt x="895" y="1175"/>
                </a:lnTo>
                <a:lnTo>
                  <a:pt x="888" y="1175"/>
                </a:lnTo>
                <a:lnTo>
                  <a:pt x="888" y="1183"/>
                </a:lnTo>
                <a:close/>
                <a:moveTo>
                  <a:pt x="904" y="1183"/>
                </a:moveTo>
                <a:lnTo>
                  <a:pt x="911" y="1183"/>
                </a:lnTo>
                <a:lnTo>
                  <a:pt x="911" y="1175"/>
                </a:lnTo>
                <a:lnTo>
                  <a:pt x="904" y="1175"/>
                </a:lnTo>
                <a:lnTo>
                  <a:pt x="904" y="1183"/>
                </a:lnTo>
                <a:close/>
                <a:moveTo>
                  <a:pt x="921" y="1183"/>
                </a:moveTo>
                <a:lnTo>
                  <a:pt x="928" y="1183"/>
                </a:lnTo>
                <a:lnTo>
                  <a:pt x="928" y="1175"/>
                </a:lnTo>
                <a:lnTo>
                  <a:pt x="921" y="1175"/>
                </a:lnTo>
                <a:lnTo>
                  <a:pt x="921" y="1183"/>
                </a:lnTo>
                <a:close/>
                <a:moveTo>
                  <a:pt x="937" y="1183"/>
                </a:moveTo>
                <a:lnTo>
                  <a:pt x="944" y="1183"/>
                </a:lnTo>
                <a:lnTo>
                  <a:pt x="944" y="1175"/>
                </a:lnTo>
                <a:lnTo>
                  <a:pt x="937" y="1175"/>
                </a:lnTo>
                <a:lnTo>
                  <a:pt x="937" y="1183"/>
                </a:lnTo>
                <a:close/>
                <a:moveTo>
                  <a:pt x="954" y="1183"/>
                </a:moveTo>
                <a:lnTo>
                  <a:pt x="961" y="1183"/>
                </a:lnTo>
                <a:lnTo>
                  <a:pt x="961" y="1175"/>
                </a:lnTo>
                <a:lnTo>
                  <a:pt x="954" y="1175"/>
                </a:lnTo>
                <a:lnTo>
                  <a:pt x="954" y="1183"/>
                </a:lnTo>
                <a:close/>
                <a:moveTo>
                  <a:pt x="971" y="1183"/>
                </a:moveTo>
                <a:lnTo>
                  <a:pt x="978" y="1183"/>
                </a:lnTo>
                <a:lnTo>
                  <a:pt x="978" y="1175"/>
                </a:lnTo>
                <a:lnTo>
                  <a:pt x="971" y="1175"/>
                </a:lnTo>
                <a:lnTo>
                  <a:pt x="971" y="1183"/>
                </a:lnTo>
                <a:close/>
                <a:moveTo>
                  <a:pt x="987" y="1183"/>
                </a:moveTo>
                <a:lnTo>
                  <a:pt x="994" y="1183"/>
                </a:lnTo>
                <a:lnTo>
                  <a:pt x="994" y="1175"/>
                </a:lnTo>
                <a:lnTo>
                  <a:pt x="987" y="1175"/>
                </a:lnTo>
                <a:lnTo>
                  <a:pt x="987" y="1183"/>
                </a:lnTo>
                <a:close/>
                <a:moveTo>
                  <a:pt x="1004" y="1183"/>
                </a:moveTo>
                <a:lnTo>
                  <a:pt x="1011" y="1183"/>
                </a:lnTo>
                <a:lnTo>
                  <a:pt x="1011" y="1175"/>
                </a:lnTo>
                <a:lnTo>
                  <a:pt x="1004" y="1175"/>
                </a:lnTo>
                <a:lnTo>
                  <a:pt x="1004" y="1183"/>
                </a:lnTo>
                <a:close/>
                <a:moveTo>
                  <a:pt x="1020" y="1183"/>
                </a:moveTo>
                <a:lnTo>
                  <a:pt x="1027" y="1183"/>
                </a:lnTo>
                <a:lnTo>
                  <a:pt x="1027" y="1175"/>
                </a:lnTo>
                <a:lnTo>
                  <a:pt x="1020" y="1175"/>
                </a:lnTo>
                <a:lnTo>
                  <a:pt x="1020" y="1183"/>
                </a:lnTo>
                <a:close/>
                <a:moveTo>
                  <a:pt x="1037" y="1183"/>
                </a:moveTo>
                <a:lnTo>
                  <a:pt x="1044" y="1183"/>
                </a:lnTo>
                <a:lnTo>
                  <a:pt x="1044" y="1175"/>
                </a:lnTo>
                <a:lnTo>
                  <a:pt x="1037" y="1175"/>
                </a:lnTo>
                <a:lnTo>
                  <a:pt x="1037" y="1183"/>
                </a:lnTo>
                <a:close/>
                <a:moveTo>
                  <a:pt x="1053" y="1183"/>
                </a:moveTo>
                <a:lnTo>
                  <a:pt x="1061" y="1183"/>
                </a:lnTo>
                <a:lnTo>
                  <a:pt x="1061" y="1175"/>
                </a:lnTo>
                <a:lnTo>
                  <a:pt x="1053" y="1175"/>
                </a:lnTo>
                <a:lnTo>
                  <a:pt x="1053" y="1183"/>
                </a:lnTo>
                <a:close/>
                <a:moveTo>
                  <a:pt x="1070" y="1183"/>
                </a:moveTo>
                <a:lnTo>
                  <a:pt x="1077" y="1183"/>
                </a:lnTo>
                <a:lnTo>
                  <a:pt x="1077" y="1175"/>
                </a:lnTo>
                <a:lnTo>
                  <a:pt x="1070" y="1175"/>
                </a:lnTo>
                <a:lnTo>
                  <a:pt x="1070" y="1183"/>
                </a:lnTo>
                <a:close/>
                <a:moveTo>
                  <a:pt x="1087" y="1183"/>
                </a:moveTo>
                <a:lnTo>
                  <a:pt x="1094" y="1183"/>
                </a:lnTo>
                <a:lnTo>
                  <a:pt x="1094" y="1175"/>
                </a:lnTo>
                <a:lnTo>
                  <a:pt x="1087" y="1175"/>
                </a:lnTo>
                <a:lnTo>
                  <a:pt x="1087" y="1183"/>
                </a:lnTo>
                <a:close/>
                <a:moveTo>
                  <a:pt x="1103" y="1183"/>
                </a:moveTo>
                <a:lnTo>
                  <a:pt x="1110" y="1183"/>
                </a:lnTo>
                <a:lnTo>
                  <a:pt x="1110" y="1175"/>
                </a:lnTo>
                <a:lnTo>
                  <a:pt x="1103" y="1175"/>
                </a:lnTo>
                <a:lnTo>
                  <a:pt x="1103" y="1183"/>
                </a:lnTo>
                <a:close/>
                <a:moveTo>
                  <a:pt x="1572" y="1183"/>
                </a:moveTo>
                <a:lnTo>
                  <a:pt x="1579" y="1183"/>
                </a:lnTo>
                <a:lnTo>
                  <a:pt x="1579" y="1175"/>
                </a:lnTo>
                <a:lnTo>
                  <a:pt x="1572" y="1175"/>
                </a:lnTo>
                <a:lnTo>
                  <a:pt x="1572" y="1183"/>
                </a:lnTo>
                <a:close/>
                <a:moveTo>
                  <a:pt x="1589" y="1183"/>
                </a:moveTo>
                <a:lnTo>
                  <a:pt x="1596" y="1183"/>
                </a:lnTo>
                <a:lnTo>
                  <a:pt x="1596" y="1175"/>
                </a:lnTo>
                <a:lnTo>
                  <a:pt x="1589" y="1175"/>
                </a:lnTo>
                <a:lnTo>
                  <a:pt x="1589" y="1183"/>
                </a:lnTo>
                <a:close/>
                <a:moveTo>
                  <a:pt x="1605" y="1183"/>
                </a:moveTo>
                <a:lnTo>
                  <a:pt x="1612" y="1183"/>
                </a:lnTo>
                <a:lnTo>
                  <a:pt x="1612" y="1175"/>
                </a:lnTo>
                <a:lnTo>
                  <a:pt x="1605" y="1175"/>
                </a:lnTo>
                <a:lnTo>
                  <a:pt x="1605" y="1183"/>
                </a:lnTo>
                <a:close/>
                <a:moveTo>
                  <a:pt x="1622" y="1183"/>
                </a:moveTo>
                <a:lnTo>
                  <a:pt x="1629" y="1183"/>
                </a:lnTo>
                <a:lnTo>
                  <a:pt x="1629" y="1175"/>
                </a:lnTo>
                <a:lnTo>
                  <a:pt x="1622" y="1175"/>
                </a:lnTo>
                <a:lnTo>
                  <a:pt x="1622" y="1183"/>
                </a:lnTo>
                <a:close/>
                <a:moveTo>
                  <a:pt x="1638" y="1183"/>
                </a:moveTo>
                <a:lnTo>
                  <a:pt x="1645" y="1183"/>
                </a:lnTo>
                <a:lnTo>
                  <a:pt x="1645" y="1175"/>
                </a:lnTo>
                <a:lnTo>
                  <a:pt x="1638" y="1175"/>
                </a:lnTo>
                <a:lnTo>
                  <a:pt x="1638" y="1183"/>
                </a:lnTo>
                <a:close/>
                <a:moveTo>
                  <a:pt x="1657" y="1183"/>
                </a:moveTo>
                <a:lnTo>
                  <a:pt x="1664" y="1183"/>
                </a:lnTo>
                <a:lnTo>
                  <a:pt x="1664" y="1175"/>
                </a:lnTo>
                <a:lnTo>
                  <a:pt x="1657" y="1175"/>
                </a:lnTo>
                <a:lnTo>
                  <a:pt x="1657" y="1183"/>
                </a:lnTo>
                <a:close/>
                <a:moveTo>
                  <a:pt x="1674" y="1183"/>
                </a:moveTo>
                <a:lnTo>
                  <a:pt x="1681" y="1183"/>
                </a:lnTo>
                <a:lnTo>
                  <a:pt x="1681" y="1175"/>
                </a:lnTo>
                <a:lnTo>
                  <a:pt x="1674" y="1175"/>
                </a:lnTo>
                <a:lnTo>
                  <a:pt x="1674" y="1183"/>
                </a:lnTo>
                <a:close/>
                <a:moveTo>
                  <a:pt x="1690" y="1183"/>
                </a:moveTo>
                <a:lnTo>
                  <a:pt x="1698" y="1183"/>
                </a:lnTo>
                <a:lnTo>
                  <a:pt x="1698" y="1175"/>
                </a:lnTo>
                <a:lnTo>
                  <a:pt x="1690" y="1175"/>
                </a:lnTo>
                <a:lnTo>
                  <a:pt x="1690" y="1183"/>
                </a:lnTo>
                <a:close/>
                <a:moveTo>
                  <a:pt x="1707" y="1183"/>
                </a:moveTo>
                <a:lnTo>
                  <a:pt x="1714" y="1183"/>
                </a:lnTo>
                <a:lnTo>
                  <a:pt x="1714" y="1175"/>
                </a:lnTo>
                <a:lnTo>
                  <a:pt x="1707" y="1175"/>
                </a:lnTo>
                <a:lnTo>
                  <a:pt x="1707" y="1183"/>
                </a:lnTo>
                <a:close/>
                <a:moveTo>
                  <a:pt x="1724" y="1183"/>
                </a:moveTo>
                <a:lnTo>
                  <a:pt x="1731" y="1183"/>
                </a:lnTo>
                <a:lnTo>
                  <a:pt x="1731" y="1175"/>
                </a:lnTo>
                <a:lnTo>
                  <a:pt x="1724" y="1175"/>
                </a:lnTo>
                <a:lnTo>
                  <a:pt x="1724" y="1183"/>
                </a:lnTo>
                <a:close/>
                <a:moveTo>
                  <a:pt x="1740" y="1183"/>
                </a:moveTo>
                <a:lnTo>
                  <a:pt x="1747" y="1183"/>
                </a:lnTo>
                <a:lnTo>
                  <a:pt x="1747" y="1175"/>
                </a:lnTo>
                <a:lnTo>
                  <a:pt x="1740" y="1175"/>
                </a:lnTo>
                <a:lnTo>
                  <a:pt x="1740" y="1183"/>
                </a:lnTo>
                <a:close/>
                <a:moveTo>
                  <a:pt x="1757" y="1183"/>
                </a:moveTo>
                <a:lnTo>
                  <a:pt x="1764" y="1183"/>
                </a:lnTo>
                <a:lnTo>
                  <a:pt x="1764" y="1175"/>
                </a:lnTo>
                <a:lnTo>
                  <a:pt x="1757" y="1175"/>
                </a:lnTo>
                <a:lnTo>
                  <a:pt x="1757" y="1183"/>
                </a:lnTo>
                <a:close/>
                <a:moveTo>
                  <a:pt x="1823" y="1183"/>
                </a:moveTo>
                <a:lnTo>
                  <a:pt x="1830" y="1183"/>
                </a:lnTo>
                <a:lnTo>
                  <a:pt x="1830" y="1175"/>
                </a:lnTo>
                <a:lnTo>
                  <a:pt x="1823" y="1175"/>
                </a:lnTo>
                <a:lnTo>
                  <a:pt x="1823" y="1183"/>
                </a:lnTo>
                <a:close/>
                <a:moveTo>
                  <a:pt x="1840" y="1183"/>
                </a:moveTo>
                <a:lnTo>
                  <a:pt x="1847" y="1183"/>
                </a:lnTo>
                <a:lnTo>
                  <a:pt x="1847" y="1175"/>
                </a:lnTo>
                <a:lnTo>
                  <a:pt x="1840" y="1175"/>
                </a:lnTo>
                <a:lnTo>
                  <a:pt x="1840" y="1183"/>
                </a:lnTo>
                <a:close/>
                <a:moveTo>
                  <a:pt x="1856" y="1183"/>
                </a:moveTo>
                <a:lnTo>
                  <a:pt x="1863" y="1183"/>
                </a:lnTo>
                <a:lnTo>
                  <a:pt x="1863" y="1175"/>
                </a:lnTo>
                <a:lnTo>
                  <a:pt x="1856" y="1175"/>
                </a:lnTo>
                <a:lnTo>
                  <a:pt x="1856" y="1183"/>
                </a:lnTo>
                <a:close/>
                <a:moveTo>
                  <a:pt x="2408" y="1183"/>
                </a:moveTo>
                <a:lnTo>
                  <a:pt x="2415" y="1183"/>
                </a:lnTo>
                <a:lnTo>
                  <a:pt x="2415" y="1175"/>
                </a:lnTo>
                <a:lnTo>
                  <a:pt x="2408" y="1175"/>
                </a:lnTo>
                <a:lnTo>
                  <a:pt x="2408" y="1183"/>
                </a:lnTo>
                <a:close/>
                <a:moveTo>
                  <a:pt x="2427" y="1183"/>
                </a:moveTo>
                <a:lnTo>
                  <a:pt x="2434" y="1183"/>
                </a:lnTo>
                <a:lnTo>
                  <a:pt x="2434" y="1175"/>
                </a:lnTo>
                <a:lnTo>
                  <a:pt x="2427" y="1175"/>
                </a:lnTo>
                <a:lnTo>
                  <a:pt x="2427" y="1183"/>
                </a:lnTo>
                <a:close/>
                <a:moveTo>
                  <a:pt x="2443" y="1183"/>
                </a:moveTo>
                <a:lnTo>
                  <a:pt x="2451" y="1183"/>
                </a:lnTo>
                <a:lnTo>
                  <a:pt x="2451" y="1175"/>
                </a:lnTo>
                <a:lnTo>
                  <a:pt x="2443" y="1175"/>
                </a:lnTo>
                <a:lnTo>
                  <a:pt x="2443" y="1183"/>
                </a:lnTo>
                <a:close/>
                <a:moveTo>
                  <a:pt x="2460" y="1183"/>
                </a:moveTo>
                <a:lnTo>
                  <a:pt x="2467" y="1183"/>
                </a:lnTo>
                <a:lnTo>
                  <a:pt x="2467" y="1175"/>
                </a:lnTo>
                <a:lnTo>
                  <a:pt x="2460" y="1175"/>
                </a:lnTo>
                <a:lnTo>
                  <a:pt x="2460" y="1183"/>
                </a:lnTo>
                <a:close/>
                <a:moveTo>
                  <a:pt x="2477" y="1183"/>
                </a:moveTo>
                <a:lnTo>
                  <a:pt x="2484" y="1183"/>
                </a:lnTo>
                <a:lnTo>
                  <a:pt x="2484" y="1175"/>
                </a:lnTo>
                <a:lnTo>
                  <a:pt x="2477" y="1175"/>
                </a:lnTo>
                <a:lnTo>
                  <a:pt x="2477" y="1183"/>
                </a:lnTo>
                <a:close/>
                <a:moveTo>
                  <a:pt x="2493" y="1183"/>
                </a:moveTo>
                <a:lnTo>
                  <a:pt x="2500" y="1183"/>
                </a:lnTo>
                <a:lnTo>
                  <a:pt x="2500" y="1175"/>
                </a:lnTo>
                <a:lnTo>
                  <a:pt x="2493" y="1175"/>
                </a:lnTo>
                <a:lnTo>
                  <a:pt x="2493" y="1183"/>
                </a:lnTo>
                <a:close/>
                <a:moveTo>
                  <a:pt x="2510" y="1183"/>
                </a:moveTo>
                <a:lnTo>
                  <a:pt x="2517" y="1183"/>
                </a:lnTo>
                <a:lnTo>
                  <a:pt x="2517" y="1175"/>
                </a:lnTo>
                <a:lnTo>
                  <a:pt x="2510" y="1175"/>
                </a:lnTo>
                <a:lnTo>
                  <a:pt x="2510" y="1183"/>
                </a:lnTo>
                <a:close/>
                <a:moveTo>
                  <a:pt x="2526" y="1183"/>
                </a:moveTo>
                <a:lnTo>
                  <a:pt x="2533" y="1183"/>
                </a:lnTo>
                <a:lnTo>
                  <a:pt x="2533" y="1175"/>
                </a:lnTo>
                <a:lnTo>
                  <a:pt x="2526" y="1175"/>
                </a:lnTo>
                <a:lnTo>
                  <a:pt x="2526" y="1183"/>
                </a:lnTo>
                <a:close/>
                <a:moveTo>
                  <a:pt x="2543" y="1183"/>
                </a:moveTo>
                <a:lnTo>
                  <a:pt x="2550" y="1183"/>
                </a:lnTo>
                <a:lnTo>
                  <a:pt x="2550" y="1175"/>
                </a:lnTo>
                <a:lnTo>
                  <a:pt x="2543" y="1175"/>
                </a:lnTo>
                <a:lnTo>
                  <a:pt x="2543" y="1183"/>
                </a:lnTo>
                <a:close/>
                <a:moveTo>
                  <a:pt x="2560" y="1183"/>
                </a:moveTo>
                <a:lnTo>
                  <a:pt x="2567" y="1183"/>
                </a:lnTo>
                <a:lnTo>
                  <a:pt x="2567" y="1175"/>
                </a:lnTo>
                <a:lnTo>
                  <a:pt x="2560" y="1175"/>
                </a:lnTo>
                <a:lnTo>
                  <a:pt x="2560" y="1183"/>
                </a:lnTo>
                <a:close/>
                <a:moveTo>
                  <a:pt x="2576" y="1183"/>
                </a:moveTo>
                <a:lnTo>
                  <a:pt x="2583" y="1183"/>
                </a:lnTo>
                <a:lnTo>
                  <a:pt x="2583" y="1175"/>
                </a:lnTo>
                <a:lnTo>
                  <a:pt x="2576" y="1175"/>
                </a:lnTo>
                <a:lnTo>
                  <a:pt x="2576" y="1183"/>
                </a:lnTo>
                <a:close/>
                <a:moveTo>
                  <a:pt x="2593" y="1183"/>
                </a:moveTo>
                <a:lnTo>
                  <a:pt x="2600" y="1183"/>
                </a:lnTo>
                <a:lnTo>
                  <a:pt x="2600" y="1175"/>
                </a:lnTo>
                <a:lnTo>
                  <a:pt x="2593" y="1175"/>
                </a:lnTo>
                <a:lnTo>
                  <a:pt x="2593" y="1183"/>
                </a:lnTo>
                <a:close/>
                <a:moveTo>
                  <a:pt x="2609" y="1183"/>
                </a:moveTo>
                <a:lnTo>
                  <a:pt x="2616" y="1183"/>
                </a:lnTo>
                <a:lnTo>
                  <a:pt x="2616" y="1175"/>
                </a:lnTo>
                <a:lnTo>
                  <a:pt x="2609" y="1175"/>
                </a:lnTo>
                <a:lnTo>
                  <a:pt x="2609" y="1183"/>
                </a:lnTo>
                <a:close/>
                <a:moveTo>
                  <a:pt x="2626" y="1183"/>
                </a:moveTo>
                <a:lnTo>
                  <a:pt x="2633" y="1183"/>
                </a:lnTo>
                <a:lnTo>
                  <a:pt x="2633" y="1175"/>
                </a:lnTo>
                <a:lnTo>
                  <a:pt x="2626" y="1175"/>
                </a:lnTo>
                <a:lnTo>
                  <a:pt x="2626" y="1183"/>
                </a:lnTo>
                <a:close/>
                <a:moveTo>
                  <a:pt x="2642" y="1183"/>
                </a:moveTo>
                <a:lnTo>
                  <a:pt x="2649" y="1183"/>
                </a:lnTo>
                <a:lnTo>
                  <a:pt x="2649" y="1175"/>
                </a:lnTo>
                <a:lnTo>
                  <a:pt x="2642" y="1175"/>
                </a:lnTo>
                <a:lnTo>
                  <a:pt x="2642" y="1183"/>
                </a:lnTo>
                <a:close/>
                <a:moveTo>
                  <a:pt x="2659" y="1183"/>
                </a:moveTo>
                <a:lnTo>
                  <a:pt x="2666" y="1183"/>
                </a:lnTo>
                <a:lnTo>
                  <a:pt x="2666" y="1175"/>
                </a:lnTo>
                <a:lnTo>
                  <a:pt x="2659" y="1175"/>
                </a:lnTo>
                <a:lnTo>
                  <a:pt x="2659" y="1183"/>
                </a:lnTo>
                <a:close/>
                <a:moveTo>
                  <a:pt x="2678" y="1183"/>
                </a:moveTo>
                <a:lnTo>
                  <a:pt x="2683" y="1183"/>
                </a:lnTo>
                <a:lnTo>
                  <a:pt x="2683" y="1175"/>
                </a:lnTo>
                <a:lnTo>
                  <a:pt x="2678" y="1175"/>
                </a:lnTo>
                <a:lnTo>
                  <a:pt x="2678" y="1183"/>
                </a:lnTo>
                <a:close/>
                <a:moveTo>
                  <a:pt x="2694" y="1183"/>
                </a:moveTo>
                <a:lnTo>
                  <a:pt x="2702" y="1183"/>
                </a:lnTo>
                <a:lnTo>
                  <a:pt x="2702" y="1175"/>
                </a:lnTo>
                <a:lnTo>
                  <a:pt x="2694" y="1175"/>
                </a:lnTo>
                <a:lnTo>
                  <a:pt x="2694" y="1183"/>
                </a:lnTo>
                <a:close/>
                <a:moveTo>
                  <a:pt x="2711" y="1183"/>
                </a:moveTo>
                <a:lnTo>
                  <a:pt x="2718" y="1183"/>
                </a:lnTo>
                <a:lnTo>
                  <a:pt x="2718" y="1175"/>
                </a:lnTo>
                <a:lnTo>
                  <a:pt x="2711" y="1175"/>
                </a:lnTo>
                <a:lnTo>
                  <a:pt x="2711" y="1183"/>
                </a:lnTo>
                <a:close/>
                <a:moveTo>
                  <a:pt x="2728" y="1183"/>
                </a:moveTo>
                <a:lnTo>
                  <a:pt x="2735" y="1183"/>
                </a:lnTo>
                <a:lnTo>
                  <a:pt x="2735" y="1175"/>
                </a:lnTo>
                <a:lnTo>
                  <a:pt x="2728" y="1175"/>
                </a:lnTo>
                <a:lnTo>
                  <a:pt x="2728" y="1183"/>
                </a:lnTo>
                <a:close/>
                <a:moveTo>
                  <a:pt x="2744" y="1183"/>
                </a:moveTo>
                <a:lnTo>
                  <a:pt x="2751" y="1183"/>
                </a:lnTo>
                <a:lnTo>
                  <a:pt x="2751" y="1175"/>
                </a:lnTo>
                <a:lnTo>
                  <a:pt x="2744" y="1175"/>
                </a:lnTo>
                <a:lnTo>
                  <a:pt x="2744" y="1183"/>
                </a:lnTo>
                <a:close/>
                <a:moveTo>
                  <a:pt x="852" y="1199"/>
                </a:moveTo>
                <a:lnTo>
                  <a:pt x="859" y="1199"/>
                </a:lnTo>
                <a:lnTo>
                  <a:pt x="859" y="1192"/>
                </a:lnTo>
                <a:lnTo>
                  <a:pt x="852" y="1192"/>
                </a:lnTo>
                <a:lnTo>
                  <a:pt x="852" y="1199"/>
                </a:lnTo>
                <a:close/>
                <a:moveTo>
                  <a:pt x="871" y="1199"/>
                </a:moveTo>
                <a:lnTo>
                  <a:pt x="876" y="1199"/>
                </a:lnTo>
                <a:lnTo>
                  <a:pt x="876" y="1192"/>
                </a:lnTo>
                <a:lnTo>
                  <a:pt x="871" y="1192"/>
                </a:lnTo>
                <a:lnTo>
                  <a:pt x="871" y="1199"/>
                </a:lnTo>
                <a:close/>
                <a:moveTo>
                  <a:pt x="888" y="1199"/>
                </a:moveTo>
                <a:lnTo>
                  <a:pt x="895" y="1199"/>
                </a:lnTo>
                <a:lnTo>
                  <a:pt x="895" y="1192"/>
                </a:lnTo>
                <a:lnTo>
                  <a:pt x="888" y="1192"/>
                </a:lnTo>
                <a:lnTo>
                  <a:pt x="888" y="1199"/>
                </a:lnTo>
                <a:close/>
                <a:moveTo>
                  <a:pt x="904" y="1199"/>
                </a:moveTo>
                <a:lnTo>
                  <a:pt x="911" y="1199"/>
                </a:lnTo>
                <a:lnTo>
                  <a:pt x="911" y="1192"/>
                </a:lnTo>
                <a:lnTo>
                  <a:pt x="904" y="1192"/>
                </a:lnTo>
                <a:lnTo>
                  <a:pt x="904" y="1199"/>
                </a:lnTo>
                <a:close/>
                <a:moveTo>
                  <a:pt x="921" y="1199"/>
                </a:moveTo>
                <a:lnTo>
                  <a:pt x="928" y="1199"/>
                </a:lnTo>
                <a:lnTo>
                  <a:pt x="928" y="1192"/>
                </a:lnTo>
                <a:lnTo>
                  <a:pt x="921" y="1192"/>
                </a:lnTo>
                <a:lnTo>
                  <a:pt x="921" y="1199"/>
                </a:lnTo>
                <a:close/>
                <a:moveTo>
                  <a:pt x="937" y="1199"/>
                </a:moveTo>
                <a:lnTo>
                  <a:pt x="944" y="1199"/>
                </a:lnTo>
                <a:lnTo>
                  <a:pt x="944" y="1192"/>
                </a:lnTo>
                <a:lnTo>
                  <a:pt x="937" y="1192"/>
                </a:lnTo>
                <a:lnTo>
                  <a:pt x="937" y="1199"/>
                </a:lnTo>
                <a:close/>
                <a:moveTo>
                  <a:pt x="954" y="1199"/>
                </a:moveTo>
                <a:lnTo>
                  <a:pt x="961" y="1199"/>
                </a:lnTo>
                <a:lnTo>
                  <a:pt x="961" y="1192"/>
                </a:lnTo>
                <a:lnTo>
                  <a:pt x="954" y="1192"/>
                </a:lnTo>
                <a:lnTo>
                  <a:pt x="954" y="1199"/>
                </a:lnTo>
                <a:close/>
                <a:moveTo>
                  <a:pt x="971" y="1199"/>
                </a:moveTo>
                <a:lnTo>
                  <a:pt x="978" y="1199"/>
                </a:lnTo>
                <a:lnTo>
                  <a:pt x="978" y="1192"/>
                </a:lnTo>
                <a:lnTo>
                  <a:pt x="971" y="1192"/>
                </a:lnTo>
                <a:lnTo>
                  <a:pt x="971" y="1199"/>
                </a:lnTo>
                <a:close/>
                <a:moveTo>
                  <a:pt x="987" y="1199"/>
                </a:moveTo>
                <a:lnTo>
                  <a:pt x="994" y="1199"/>
                </a:lnTo>
                <a:lnTo>
                  <a:pt x="994" y="1192"/>
                </a:lnTo>
                <a:lnTo>
                  <a:pt x="987" y="1192"/>
                </a:lnTo>
                <a:lnTo>
                  <a:pt x="987" y="1199"/>
                </a:lnTo>
                <a:close/>
                <a:moveTo>
                  <a:pt x="1004" y="1199"/>
                </a:moveTo>
                <a:lnTo>
                  <a:pt x="1011" y="1199"/>
                </a:lnTo>
                <a:lnTo>
                  <a:pt x="1011" y="1192"/>
                </a:lnTo>
                <a:lnTo>
                  <a:pt x="1004" y="1192"/>
                </a:lnTo>
                <a:lnTo>
                  <a:pt x="1004" y="1199"/>
                </a:lnTo>
                <a:close/>
                <a:moveTo>
                  <a:pt x="1020" y="1199"/>
                </a:moveTo>
                <a:lnTo>
                  <a:pt x="1027" y="1199"/>
                </a:lnTo>
                <a:lnTo>
                  <a:pt x="1027" y="1192"/>
                </a:lnTo>
                <a:lnTo>
                  <a:pt x="1020" y="1192"/>
                </a:lnTo>
                <a:lnTo>
                  <a:pt x="1020" y="1199"/>
                </a:lnTo>
                <a:close/>
                <a:moveTo>
                  <a:pt x="1037" y="1199"/>
                </a:moveTo>
                <a:lnTo>
                  <a:pt x="1044" y="1199"/>
                </a:lnTo>
                <a:lnTo>
                  <a:pt x="1044" y="1192"/>
                </a:lnTo>
                <a:lnTo>
                  <a:pt x="1037" y="1192"/>
                </a:lnTo>
                <a:lnTo>
                  <a:pt x="1037" y="1199"/>
                </a:lnTo>
                <a:close/>
                <a:moveTo>
                  <a:pt x="1053" y="1199"/>
                </a:moveTo>
                <a:lnTo>
                  <a:pt x="1061" y="1199"/>
                </a:lnTo>
                <a:lnTo>
                  <a:pt x="1061" y="1192"/>
                </a:lnTo>
                <a:lnTo>
                  <a:pt x="1053" y="1192"/>
                </a:lnTo>
                <a:lnTo>
                  <a:pt x="1053" y="1199"/>
                </a:lnTo>
                <a:close/>
                <a:moveTo>
                  <a:pt x="1572" y="1199"/>
                </a:moveTo>
                <a:lnTo>
                  <a:pt x="1579" y="1199"/>
                </a:lnTo>
                <a:lnTo>
                  <a:pt x="1579" y="1192"/>
                </a:lnTo>
                <a:lnTo>
                  <a:pt x="1572" y="1192"/>
                </a:lnTo>
                <a:lnTo>
                  <a:pt x="1572" y="1199"/>
                </a:lnTo>
                <a:close/>
                <a:moveTo>
                  <a:pt x="1589" y="1199"/>
                </a:moveTo>
                <a:lnTo>
                  <a:pt x="1596" y="1199"/>
                </a:lnTo>
                <a:lnTo>
                  <a:pt x="1596" y="1192"/>
                </a:lnTo>
                <a:lnTo>
                  <a:pt x="1589" y="1192"/>
                </a:lnTo>
                <a:lnTo>
                  <a:pt x="1589" y="1199"/>
                </a:lnTo>
                <a:close/>
                <a:moveTo>
                  <a:pt x="1605" y="1199"/>
                </a:moveTo>
                <a:lnTo>
                  <a:pt x="1612" y="1199"/>
                </a:lnTo>
                <a:lnTo>
                  <a:pt x="1612" y="1192"/>
                </a:lnTo>
                <a:lnTo>
                  <a:pt x="1605" y="1192"/>
                </a:lnTo>
                <a:lnTo>
                  <a:pt x="1605" y="1199"/>
                </a:lnTo>
                <a:close/>
                <a:moveTo>
                  <a:pt x="1622" y="1199"/>
                </a:moveTo>
                <a:lnTo>
                  <a:pt x="1629" y="1199"/>
                </a:lnTo>
                <a:lnTo>
                  <a:pt x="1629" y="1192"/>
                </a:lnTo>
                <a:lnTo>
                  <a:pt x="1622" y="1192"/>
                </a:lnTo>
                <a:lnTo>
                  <a:pt x="1622" y="1199"/>
                </a:lnTo>
                <a:close/>
                <a:moveTo>
                  <a:pt x="1638" y="1199"/>
                </a:moveTo>
                <a:lnTo>
                  <a:pt x="1645" y="1199"/>
                </a:lnTo>
                <a:lnTo>
                  <a:pt x="1645" y="1192"/>
                </a:lnTo>
                <a:lnTo>
                  <a:pt x="1638" y="1192"/>
                </a:lnTo>
                <a:lnTo>
                  <a:pt x="1638" y="1199"/>
                </a:lnTo>
                <a:close/>
                <a:moveTo>
                  <a:pt x="1657" y="1199"/>
                </a:moveTo>
                <a:lnTo>
                  <a:pt x="1664" y="1199"/>
                </a:lnTo>
                <a:lnTo>
                  <a:pt x="1664" y="1192"/>
                </a:lnTo>
                <a:lnTo>
                  <a:pt x="1657" y="1192"/>
                </a:lnTo>
                <a:lnTo>
                  <a:pt x="1657" y="1199"/>
                </a:lnTo>
                <a:close/>
                <a:moveTo>
                  <a:pt x="1674" y="1199"/>
                </a:moveTo>
                <a:lnTo>
                  <a:pt x="1681" y="1199"/>
                </a:lnTo>
                <a:lnTo>
                  <a:pt x="1681" y="1192"/>
                </a:lnTo>
                <a:lnTo>
                  <a:pt x="1674" y="1192"/>
                </a:lnTo>
                <a:lnTo>
                  <a:pt x="1674" y="1199"/>
                </a:lnTo>
                <a:close/>
                <a:moveTo>
                  <a:pt x="1690" y="1199"/>
                </a:moveTo>
                <a:lnTo>
                  <a:pt x="1698" y="1199"/>
                </a:lnTo>
                <a:lnTo>
                  <a:pt x="1698" y="1192"/>
                </a:lnTo>
                <a:lnTo>
                  <a:pt x="1690" y="1192"/>
                </a:lnTo>
                <a:lnTo>
                  <a:pt x="1690" y="1199"/>
                </a:lnTo>
                <a:close/>
                <a:moveTo>
                  <a:pt x="1707" y="1199"/>
                </a:moveTo>
                <a:lnTo>
                  <a:pt x="1714" y="1199"/>
                </a:lnTo>
                <a:lnTo>
                  <a:pt x="1714" y="1192"/>
                </a:lnTo>
                <a:lnTo>
                  <a:pt x="1707" y="1192"/>
                </a:lnTo>
                <a:lnTo>
                  <a:pt x="1707" y="1199"/>
                </a:lnTo>
                <a:close/>
                <a:moveTo>
                  <a:pt x="1724" y="1199"/>
                </a:moveTo>
                <a:lnTo>
                  <a:pt x="1731" y="1199"/>
                </a:lnTo>
                <a:lnTo>
                  <a:pt x="1731" y="1192"/>
                </a:lnTo>
                <a:lnTo>
                  <a:pt x="1724" y="1192"/>
                </a:lnTo>
                <a:lnTo>
                  <a:pt x="1724" y="1199"/>
                </a:lnTo>
                <a:close/>
                <a:moveTo>
                  <a:pt x="1740" y="1199"/>
                </a:moveTo>
                <a:lnTo>
                  <a:pt x="1747" y="1199"/>
                </a:lnTo>
                <a:lnTo>
                  <a:pt x="1747" y="1192"/>
                </a:lnTo>
                <a:lnTo>
                  <a:pt x="1740" y="1192"/>
                </a:lnTo>
                <a:lnTo>
                  <a:pt x="1740" y="1199"/>
                </a:lnTo>
                <a:close/>
                <a:moveTo>
                  <a:pt x="1840" y="1199"/>
                </a:moveTo>
                <a:lnTo>
                  <a:pt x="1847" y="1199"/>
                </a:lnTo>
                <a:lnTo>
                  <a:pt x="1847" y="1192"/>
                </a:lnTo>
                <a:lnTo>
                  <a:pt x="1840" y="1192"/>
                </a:lnTo>
                <a:lnTo>
                  <a:pt x="1840" y="1199"/>
                </a:lnTo>
                <a:close/>
                <a:moveTo>
                  <a:pt x="2408" y="1199"/>
                </a:moveTo>
                <a:lnTo>
                  <a:pt x="2415" y="1199"/>
                </a:lnTo>
                <a:lnTo>
                  <a:pt x="2415" y="1192"/>
                </a:lnTo>
                <a:lnTo>
                  <a:pt x="2408" y="1192"/>
                </a:lnTo>
                <a:lnTo>
                  <a:pt x="2408" y="1199"/>
                </a:lnTo>
                <a:close/>
                <a:moveTo>
                  <a:pt x="2427" y="1199"/>
                </a:moveTo>
                <a:lnTo>
                  <a:pt x="2434" y="1199"/>
                </a:lnTo>
                <a:lnTo>
                  <a:pt x="2434" y="1192"/>
                </a:lnTo>
                <a:lnTo>
                  <a:pt x="2427" y="1192"/>
                </a:lnTo>
                <a:lnTo>
                  <a:pt x="2427" y="1199"/>
                </a:lnTo>
                <a:close/>
                <a:moveTo>
                  <a:pt x="2443" y="1199"/>
                </a:moveTo>
                <a:lnTo>
                  <a:pt x="2451" y="1199"/>
                </a:lnTo>
                <a:lnTo>
                  <a:pt x="2451" y="1192"/>
                </a:lnTo>
                <a:lnTo>
                  <a:pt x="2443" y="1192"/>
                </a:lnTo>
                <a:lnTo>
                  <a:pt x="2443" y="1199"/>
                </a:lnTo>
                <a:close/>
                <a:moveTo>
                  <a:pt x="2460" y="1199"/>
                </a:moveTo>
                <a:lnTo>
                  <a:pt x="2467" y="1199"/>
                </a:lnTo>
                <a:lnTo>
                  <a:pt x="2467" y="1192"/>
                </a:lnTo>
                <a:lnTo>
                  <a:pt x="2460" y="1192"/>
                </a:lnTo>
                <a:lnTo>
                  <a:pt x="2460" y="1199"/>
                </a:lnTo>
                <a:close/>
                <a:moveTo>
                  <a:pt x="2477" y="1199"/>
                </a:moveTo>
                <a:lnTo>
                  <a:pt x="2484" y="1199"/>
                </a:lnTo>
                <a:lnTo>
                  <a:pt x="2484" y="1192"/>
                </a:lnTo>
                <a:lnTo>
                  <a:pt x="2477" y="1192"/>
                </a:lnTo>
                <a:lnTo>
                  <a:pt x="2477" y="1199"/>
                </a:lnTo>
                <a:close/>
                <a:moveTo>
                  <a:pt x="2493" y="1199"/>
                </a:moveTo>
                <a:lnTo>
                  <a:pt x="2500" y="1199"/>
                </a:lnTo>
                <a:lnTo>
                  <a:pt x="2500" y="1192"/>
                </a:lnTo>
                <a:lnTo>
                  <a:pt x="2493" y="1192"/>
                </a:lnTo>
                <a:lnTo>
                  <a:pt x="2493" y="1199"/>
                </a:lnTo>
                <a:close/>
                <a:moveTo>
                  <a:pt x="2510" y="1199"/>
                </a:moveTo>
                <a:lnTo>
                  <a:pt x="2517" y="1199"/>
                </a:lnTo>
                <a:lnTo>
                  <a:pt x="2517" y="1192"/>
                </a:lnTo>
                <a:lnTo>
                  <a:pt x="2510" y="1192"/>
                </a:lnTo>
                <a:lnTo>
                  <a:pt x="2510" y="1199"/>
                </a:lnTo>
                <a:close/>
                <a:moveTo>
                  <a:pt x="2526" y="1199"/>
                </a:moveTo>
                <a:lnTo>
                  <a:pt x="2533" y="1199"/>
                </a:lnTo>
                <a:lnTo>
                  <a:pt x="2533" y="1192"/>
                </a:lnTo>
                <a:lnTo>
                  <a:pt x="2526" y="1192"/>
                </a:lnTo>
                <a:lnTo>
                  <a:pt x="2526" y="1199"/>
                </a:lnTo>
                <a:close/>
                <a:moveTo>
                  <a:pt x="2543" y="1199"/>
                </a:moveTo>
                <a:lnTo>
                  <a:pt x="2550" y="1199"/>
                </a:lnTo>
                <a:lnTo>
                  <a:pt x="2550" y="1192"/>
                </a:lnTo>
                <a:lnTo>
                  <a:pt x="2543" y="1192"/>
                </a:lnTo>
                <a:lnTo>
                  <a:pt x="2543" y="1199"/>
                </a:lnTo>
                <a:close/>
                <a:moveTo>
                  <a:pt x="2560" y="1199"/>
                </a:moveTo>
                <a:lnTo>
                  <a:pt x="2567" y="1199"/>
                </a:lnTo>
                <a:lnTo>
                  <a:pt x="2567" y="1192"/>
                </a:lnTo>
                <a:lnTo>
                  <a:pt x="2560" y="1192"/>
                </a:lnTo>
                <a:lnTo>
                  <a:pt x="2560" y="1199"/>
                </a:lnTo>
                <a:close/>
                <a:moveTo>
                  <a:pt x="2576" y="1199"/>
                </a:moveTo>
                <a:lnTo>
                  <a:pt x="2583" y="1199"/>
                </a:lnTo>
                <a:lnTo>
                  <a:pt x="2583" y="1192"/>
                </a:lnTo>
                <a:lnTo>
                  <a:pt x="2576" y="1192"/>
                </a:lnTo>
                <a:lnTo>
                  <a:pt x="2576" y="1199"/>
                </a:lnTo>
                <a:close/>
                <a:moveTo>
                  <a:pt x="2593" y="1199"/>
                </a:moveTo>
                <a:lnTo>
                  <a:pt x="2600" y="1199"/>
                </a:lnTo>
                <a:lnTo>
                  <a:pt x="2600" y="1192"/>
                </a:lnTo>
                <a:lnTo>
                  <a:pt x="2593" y="1192"/>
                </a:lnTo>
                <a:lnTo>
                  <a:pt x="2593" y="1199"/>
                </a:lnTo>
                <a:close/>
                <a:moveTo>
                  <a:pt x="2609" y="1199"/>
                </a:moveTo>
                <a:lnTo>
                  <a:pt x="2616" y="1199"/>
                </a:lnTo>
                <a:lnTo>
                  <a:pt x="2616" y="1192"/>
                </a:lnTo>
                <a:lnTo>
                  <a:pt x="2609" y="1192"/>
                </a:lnTo>
                <a:lnTo>
                  <a:pt x="2609" y="1199"/>
                </a:lnTo>
                <a:close/>
                <a:moveTo>
                  <a:pt x="2626" y="1199"/>
                </a:moveTo>
                <a:lnTo>
                  <a:pt x="2633" y="1199"/>
                </a:lnTo>
                <a:lnTo>
                  <a:pt x="2633" y="1192"/>
                </a:lnTo>
                <a:lnTo>
                  <a:pt x="2626" y="1192"/>
                </a:lnTo>
                <a:lnTo>
                  <a:pt x="2626" y="1199"/>
                </a:lnTo>
                <a:close/>
                <a:moveTo>
                  <a:pt x="2642" y="1199"/>
                </a:moveTo>
                <a:lnTo>
                  <a:pt x="2649" y="1199"/>
                </a:lnTo>
                <a:lnTo>
                  <a:pt x="2649" y="1192"/>
                </a:lnTo>
                <a:lnTo>
                  <a:pt x="2642" y="1192"/>
                </a:lnTo>
                <a:lnTo>
                  <a:pt x="2642" y="1199"/>
                </a:lnTo>
                <a:close/>
                <a:moveTo>
                  <a:pt x="2659" y="1199"/>
                </a:moveTo>
                <a:lnTo>
                  <a:pt x="2666" y="1199"/>
                </a:lnTo>
                <a:lnTo>
                  <a:pt x="2666" y="1192"/>
                </a:lnTo>
                <a:lnTo>
                  <a:pt x="2659" y="1192"/>
                </a:lnTo>
                <a:lnTo>
                  <a:pt x="2659" y="1199"/>
                </a:lnTo>
                <a:close/>
                <a:moveTo>
                  <a:pt x="2678" y="1199"/>
                </a:moveTo>
                <a:lnTo>
                  <a:pt x="2683" y="1199"/>
                </a:lnTo>
                <a:lnTo>
                  <a:pt x="2683" y="1192"/>
                </a:lnTo>
                <a:lnTo>
                  <a:pt x="2678" y="1192"/>
                </a:lnTo>
                <a:lnTo>
                  <a:pt x="2678" y="1199"/>
                </a:lnTo>
                <a:close/>
                <a:moveTo>
                  <a:pt x="2694" y="1199"/>
                </a:moveTo>
                <a:lnTo>
                  <a:pt x="2702" y="1199"/>
                </a:lnTo>
                <a:lnTo>
                  <a:pt x="2702" y="1192"/>
                </a:lnTo>
                <a:lnTo>
                  <a:pt x="2694" y="1192"/>
                </a:lnTo>
                <a:lnTo>
                  <a:pt x="2694" y="1199"/>
                </a:lnTo>
                <a:close/>
                <a:moveTo>
                  <a:pt x="2711" y="1199"/>
                </a:moveTo>
                <a:lnTo>
                  <a:pt x="2718" y="1199"/>
                </a:lnTo>
                <a:lnTo>
                  <a:pt x="2718" y="1192"/>
                </a:lnTo>
                <a:lnTo>
                  <a:pt x="2711" y="1192"/>
                </a:lnTo>
                <a:lnTo>
                  <a:pt x="2711" y="1199"/>
                </a:lnTo>
                <a:close/>
                <a:moveTo>
                  <a:pt x="2728" y="1199"/>
                </a:moveTo>
                <a:lnTo>
                  <a:pt x="2735" y="1199"/>
                </a:lnTo>
                <a:lnTo>
                  <a:pt x="2735" y="1192"/>
                </a:lnTo>
                <a:lnTo>
                  <a:pt x="2728" y="1192"/>
                </a:lnTo>
                <a:lnTo>
                  <a:pt x="2728" y="1199"/>
                </a:lnTo>
                <a:close/>
                <a:moveTo>
                  <a:pt x="2744" y="1199"/>
                </a:moveTo>
                <a:lnTo>
                  <a:pt x="2751" y="1199"/>
                </a:lnTo>
                <a:lnTo>
                  <a:pt x="2751" y="1192"/>
                </a:lnTo>
                <a:lnTo>
                  <a:pt x="2744" y="1192"/>
                </a:lnTo>
                <a:lnTo>
                  <a:pt x="2744" y="1199"/>
                </a:lnTo>
                <a:close/>
                <a:moveTo>
                  <a:pt x="852" y="1216"/>
                </a:moveTo>
                <a:lnTo>
                  <a:pt x="859" y="1216"/>
                </a:lnTo>
                <a:lnTo>
                  <a:pt x="859" y="1209"/>
                </a:lnTo>
                <a:lnTo>
                  <a:pt x="852" y="1209"/>
                </a:lnTo>
                <a:lnTo>
                  <a:pt x="852" y="1216"/>
                </a:lnTo>
                <a:close/>
                <a:moveTo>
                  <a:pt x="871" y="1216"/>
                </a:moveTo>
                <a:lnTo>
                  <a:pt x="876" y="1216"/>
                </a:lnTo>
                <a:lnTo>
                  <a:pt x="876" y="1209"/>
                </a:lnTo>
                <a:lnTo>
                  <a:pt x="871" y="1209"/>
                </a:lnTo>
                <a:lnTo>
                  <a:pt x="871" y="1216"/>
                </a:lnTo>
                <a:close/>
                <a:moveTo>
                  <a:pt x="888" y="1216"/>
                </a:moveTo>
                <a:lnTo>
                  <a:pt x="895" y="1216"/>
                </a:lnTo>
                <a:lnTo>
                  <a:pt x="895" y="1209"/>
                </a:lnTo>
                <a:lnTo>
                  <a:pt x="888" y="1209"/>
                </a:lnTo>
                <a:lnTo>
                  <a:pt x="888" y="1216"/>
                </a:lnTo>
                <a:close/>
                <a:moveTo>
                  <a:pt x="904" y="1216"/>
                </a:moveTo>
                <a:lnTo>
                  <a:pt x="911" y="1216"/>
                </a:lnTo>
                <a:lnTo>
                  <a:pt x="911" y="1209"/>
                </a:lnTo>
                <a:lnTo>
                  <a:pt x="904" y="1209"/>
                </a:lnTo>
                <a:lnTo>
                  <a:pt x="904" y="1216"/>
                </a:lnTo>
                <a:close/>
                <a:moveTo>
                  <a:pt x="921" y="1216"/>
                </a:moveTo>
                <a:lnTo>
                  <a:pt x="928" y="1216"/>
                </a:lnTo>
                <a:lnTo>
                  <a:pt x="928" y="1209"/>
                </a:lnTo>
                <a:lnTo>
                  <a:pt x="921" y="1209"/>
                </a:lnTo>
                <a:lnTo>
                  <a:pt x="921" y="1216"/>
                </a:lnTo>
                <a:close/>
                <a:moveTo>
                  <a:pt x="937" y="1216"/>
                </a:moveTo>
                <a:lnTo>
                  <a:pt x="944" y="1216"/>
                </a:lnTo>
                <a:lnTo>
                  <a:pt x="944" y="1209"/>
                </a:lnTo>
                <a:lnTo>
                  <a:pt x="937" y="1209"/>
                </a:lnTo>
                <a:lnTo>
                  <a:pt x="937" y="1216"/>
                </a:lnTo>
                <a:close/>
                <a:moveTo>
                  <a:pt x="954" y="1216"/>
                </a:moveTo>
                <a:lnTo>
                  <a:pt x="961" y="1216"/>
                </a:lnTo>
                <a:lnTo>
                  <a:pt x="961" y="1209"/>
                </a:lnTo>
                <a:lnTo>
                  <a:pt x="954" y="1209"/>
                </a:lnTo>
                <a:lnTo>
                  <a:pt x="954" y="1216"/>
                </a:lnTo>
                <a:close/>
                <a:moveTo>
                  <a:pt x="971" y="1216"/>
                </a:moveTo>
                <a:lnTo>
                  <a:pt x="978" y="1216"/>
                </a:lnTo>
                <a:lnTo>
                  <a:pt x="978" y="1209"/>
                </a:lnTo>
                <a:lnTo>
                  <a:pt x="971" y="1209"/>
                </a:lnTo>
                <a:lnTo>
                  <a:pt x="971" y="1216"/>
                </a:lnTo>
                <a:close/>
                <a:moveTo>
                  <a:pt x="987" y="1216"/>
                </a:moveTo>
                <a:lnTo>
                  <a:pt x="994" y="1216"/>
                </a:lnTo>
                <a:lnTo>
                  <a:pt x="994" y="1209"/>
                </a:lnTo>
                <a:lnTo>
                  <a:pt x="987" y="1209"/>
                </a:lnTo>
                <a:lnTo>
                  <a:pt x="987" y="1216"/>
                </a:lnTo>
                <a:close/>
                <a:moveTo>
                  <a:pt x="1004" y="1216"/>
                </a:moveTo>
                <a:lnTo>
                  <a:pt x="1011" y="1216"/>
                </a:lnTo>
                <a:lnTo>
                  <a:pt x="1011" y="1209"/>
                </a:lnTo>
                <a:lnTo>
                  <a:pt x="1004" y="1209"/>
                </a:lnTo>
                <a:lnTo>
                  <a:pt x="1004" y="1216"/>
                </a:lnTo>
                <a:close/>
                <a:moveTo>
                  <a:pt x="1020" y="1216"/>
                </a:moveTo>
                <a:lnTo>
                  <a:pt x="1027" y="1216"/>
                </a:lnTo>
                <a:lnTo>
                  <a:pt x="1027" y="1209"/>
                </a:lnTo>
                <a:lnTo>
                  <a:pt x="1020" y="1209"/>
                </a:lnTo>
                <a:lnTo>
                  <a:pt x="1020" y="1216"/>
                </a:lnTo>
                <a:close/>
                <a:moveTo>
                  <a:pt x="1037" y="1216"/>
                </a:moveTo>
                <a:lnTo>
                  <a:pt x="1044" y="1216"/>
                </a:lnTo>
                <a:lnTo>
                  <a:pt x="1044" y="1209"/>
                </a:lnTo>
                <a:lnTo>
                  <a:pt x="1037" y="1209"/>
                </a:lnTo>
                <a:lnTo>
                  <a:pt x="1037" y="1216"/>
                </a:lnTo>
                <a:close/>
                <a:moveTo>
                  <a:pt x="1053" y="1216"/>
                </a:moveTo>
                <a:lnTo>
                  <a:pt x="1061" y="1216"/>
                </a:lnTo>
                <a:lnTo>
                  <a:pt x="1061" y="1209"/>
                </a:lnTo>
                <a:lnTo>
                  <a:pt x="1053" y="1209"/>
                </a:lnTo>
                <a:lnTo>
                  <a:pt x="1053" y="1216"/>
                </a:lnTo>
                <a:close/>
                <a:moveTo>
                  <a:pt x="1589" y="1216"/>
                </a:moveTo>
                <a:lnTo>
                  <a:pt x="1596" y="1216"/>
                </a:lnTo>
                <a:lnTo>
                  <a:pt x="1596" y="1209"/>
                </a:lnTo>
                <a:lnTo>
                  <a:pt x="1589" y="1209"/>
                </a:lnTo>
                <a:lnTo>
                  <a:pt x="1589" y="1216"/>
                </a:lnTo>
                <a:close/>
                <a:moveTo>
                  <a:pt x="1605" y="1216"/>
                </a:moveTo>
                <a:lnTo>
                  <a:pt x="1612" y="1216"/>
                </a:lnTo>
                <a:lnTo>
                  <a:pt x="1612" y="1209"/>
                </a:lnTo>
                <a:lnTo>
                  <a:pt x="1605" y="1209"/>
                </a:lnTo>
                <a:lnTo>
                  <a:pt x="1605" y="1216"/>
                </a:lnTo>
                <a:close/>
                <a:moveTo>
                  <a:pt x="1622" y="1216"/>
                </a:moveTo>
                <a:lnTo>
                  <a:pt x="1629" y="1216"/>
                </a:lnTo>
                <a:lnTo>
                  <a:pt x="1629" y="1209"/>
                </a:lnTo>
                <a:lnTo>
                  <a:pt x="1622" y="1209"/>
                </a:lnTo>
                <a:lnTo>
                  <a:pt x="1622" y="1216"/>
                </a:lnTo>
                <a:close/>
                <a:moveTo>
                  <a:pt x="1638" y="1216"/>
                </a:moveTo>
                <a:lnTo>
                  <a:pt x="1645" y="1216"/>
                </a:lnTo>
                <a:lnTo>
                  <a:pt x="1645" y="1209"/>
                </a:lnTo>
                <a:lnTo>
                  <a:pt x="1638" y="1209"/>
                </a:lnTo>
                <a:lnTo>
                  <a:pt x="1638" y="1216"/>
                </a:lnTo>
                <a:close/>
                <a:moveTo>
                  <a:pt x="1657" y="1216"/>
                </a:moveTo>
                <a:lnTo>
                  <a:pt x="1664" y="1216"/>
                </a:lnTo>
                <a:lnTo>
                  <a:pt x="1664" y="1209"/>
                </a:lnTo>
                <a:lnTo>
                  <a:pt x="1657" y="1209"/>
                </a:lnTo>
                <a:lnTo>
                  <a:pt x="1657" y="1216"/>
                </a:lnTo>
                <a:close/>
                <a:moveTo>
                  <a:pt x="1674" y="1216"/>
                </a:moveTo>
                <a:lnTo>
                  <a:pt x="1681" y="1216"/>
                </a:lnTo>
                <a:lnTo>
                  <a:pt x="1681" y="1209"/>
                </a:lnTo>
                <a:lnTo>
                  <a:pt x="1674" y="1209"/>
                </a:lnTo>
                <a:lnTo>
                  <a:pt x="1674" y="1216"/>
                </a:lnTo>
                <a:close/>
                <a:moveTo>
                  <a:pt x="1690" y="1216"/>
                </a:moveTo>
                <a:lnTo>
                  <a:pt x="1698" y="1216"/>
                </a:lnTo>
                <a:lnTo>
                  <a:pt x="1698" y="1209"/>
                </a:lnTo>
                <a:lnTo>
                  <a:pt x="1690" y="1209"/>
                </a:lnTo>
                <a:lnTo>
                  <a:pt x="1690" y="1216"/>
                </a:lnTo>
                <a:close/>
                <a:moveTo>
                  <a:pt x="1707" y="1216"/>
                </a:moveTo>
                <a:lnTo>
                  <a:pt x="1714" y="1216"/>
                </a:lnTo>
                <a:lnTo>
                  <a:pt x="1714" y="1209"/>
                </a:lnTo>
                <a:lnTo>
                  <a:pt x="1707" y="1209"/>
                </a:lnTo>
                <a:lnTo>
                  <a:pt x="1707" y="1216"/>
                </a:lnTo>
                <a:close/>
                <a:moveTo>
                  <a:pt x="1724" y="1216"/>
                </a:moveTo>
                <a:lnTo>
                  <a:pt x="1731" y="1216"/>
                </a:lnTo>
                <a:lnTo>
                  <a:pt x="1731" y="1209"/>
                </a:lnTo>
                <a:lnTo>
                  <a:pt x="1724" y="1209"/>
                </a:lnTo>
                <a:lnTo>
                  <a:pt x="1724" y="1216"/>
                </a:lnTo>
                <a:close/>
                <a:moveTo>
                  <a:pt x="1740" y="1216"/>
                </a:moveTo>
                <a:lnTo>
                  <a:pt x="1747" y="1216"/>
                </a:lnTo>
                <a:lnTo>
                  <a:pt x="1747" y="1209"/>
                </a:lnTo>
                <a:lnTo>
                  <a:pt x="1740" y="1209"/>
                </a:lnTo>
                <a:lnTo>
                  <a:pt x="1740" y="1216"/>
                </a:lnTo>
                <a:close/>
                <a:moveTo>
                  <a:pt x="2408" y="1216"/>
                </a:moveTo>
                <a:lnTo>
                  <a:pt x="2415" y="1216"/>
                </a:lnTo>
                <a:lnTo>
                  <a:pt x="2415" y="1209"/>
                </a:lnTo>
                <a:lnTo>
                  <a:pt x="2408" y="1209"/>
                </a:lnTo>
                <a:lnTo>
                  <a:pt x="2408" y="1216"/>
                </a:lnTo>
                <a:close/>
                <a:moveTo>
                  <a:pt x="2427" y="1216"/>
                </a:moveTo>
                <a:lnTo>
                  <a:pt x="2434" y="1216"/>
                </a:lnTo>
                <a:lnTo>
                  <a:pt x="2434" y="1209"/>
                </a:lnTo>
                <a:lnTo>
                  <a:pt x="2427" y="1209"/>
                </a:lnTo>
                <a:lnTo>
                  <a:pt x="2427" y="1216"/>
                </a:lnTo>
                <a:close/>
                <a:moveTo>
                  <a:pt x="2443" y="1216"/>
                </a:moveTo>
                <a:lnTo>
                  <a:pt x="2451" y="1216"/>
                </a:lnTo>
                <a:lnTo>
                  <a:pt x="2451" y="1209"/>
                </a:lnTo>
                <a:lnTo>
                  <a:pt x="2443" y="1209"/>
                </a:lnTo>
                <a:lnTo>
                  <a:pt x="2443" y="1216"/>
                </a:lnTo>
                <a:close/>
                <a:moveTo>
                  <a:pt x="2460" y="1216"/>
                </a:moveTo>
                <a:lnTo>
                  <a:pt x="2467" y="1216"/>
                </a:lnTo>
                <a:lnTo>
                  <a:pt x="2467" y="1209"/>
                </a:lnTo>
                <a:lnTo>
                  <a:pt x="2460" y="1209"/>
                </a:lnTo>
                <a:lnTo>
                  <a:pt x="2460" y="1216"/>
                </a:lnTo>
                <a:close/>
                <a:moveTo>
                  <a:pt x="2477" y="1216"/>
                </a:moveTo>
                <a:lnTo>
                  <a:pt x="2484" y="1216"/>
                </a:lnTo>
                <a:lnTo>
                  <a:pt x="2484" y="1209"/>
                </a:lnTo>
                <a:lnTo>
                  <a:pt x="2477" y="1209"/>
                </a:lnTo>
                <a:lnTo>
                  <a:pt x="2477" y="1216"/>
                </a:lnTo>
                <a:close/>
                <a:moveTo>
                  <a:pt x="2493" y="1216"/>
                </a:moveTo>
                <a:lnTo>
                  <a:pt x="2500" y="1216"/>
                </a:lnTo>
                <a:lnTo>
                  <a:pt x="2500" y="1209"/>
                </a:lnTo>
                <a:lnTo>
                  <a:pt x="2493" y="1209"/>
                </a:lnTo>
                <a:lnTo>
                  <a:pt x="2493" y="1216"/>
                </a:lnTo>
                <a:close/>
                <a:moveTo>
                  <a:pt x="2510" y="1216"/>
                </a:moveTo>
                <a:lnTo>
                  <a:pt x="2517" y="1216"/>
                </a:lnTo>
                <a:lnTo>
                  <a:pt x="2517" y="1209"/>
                </a:lnTo>
                <a:lnTo>
                  <a:pt x="2510" y="1209"/>
                </a:lnTo>
                <a:lnTo>
                  <a:pt x="2510" y="1216"/>
                </a:lnTo>
                <a:close/>
                <a:moveTo>
                  <a:pt x="2526" y="1216"/>
                </a:moveTo>
                <a:lnTo>
                  <a:pt x="2533" y="1216"/>
                </a:lnTo>
                <a:lnTo>
                  <a:pt x="2533" y="1209"/>
                </a:lnTo>
                <a:lnTo>
                  <a:pt x="2526" y="1209"/>
                </a:lnTo>
                <a:lnTo>
                  <a:pt x="2526" y="1216"/>
                </a:lnTo>
                <a:close/>
                <a:moveTo>
                  <a:pt x="2543" y="1216"/>
                </a:moveTo>
                <a:lnTo>
                  <a:pt x="2550" y="1216"/>
                </a:lnTo>
                <a:lnTo>
                  <a:pt x="2550" y="1209"/>
                </a:lnTo>
                <a:lnTo>
                  <a:pt x="2543" y="1209"/>
                </a:lnTo>
                <a:lnTo>
                  <a:pt x="2543" y="1216"/>
                </a:lnTo>
                <a:close/>
                <a:moveTo>
                  <a:pt x="2560" y="1216"/>
                </a:moveTo>
                <a:lnTo>
                  <a:pt x="2567" y="1216"/>
                </a:lnTo>
                <a:lnTo>
                  <a:pt x="2567" y="1209"/>
                </a:lnTo>
                <a:lnTo>
                  <a:pt x="2560" y="1209"/>
                </a:lnTo>
                <a:lnTo>
                  <a:pt x="2560" y="1216"/>
                </a:lnTo>
                <a:close/>
                <a:moveTo>
                  <a:pt x="2576" y="1216"/>
                </a:moveTo>
                <a:lnTo>
                  <a:pt x="2583" y="1216"/>
                </a:lnTo>
                <a:lnTo>
                  <a:pt x="2583" y="1209"/>
                </a:lnTo>
                <a:lnTo>
                  <a:pt x="2576" y="1209"/>
                </a:lnTo>
                <a:lnTo>
                  <a:pt x="2576" y="1216"/>
                </a:lnTo>
                <a:close/>
                <a:moveTo>
                  <a:pt x="2593" y="1216"/>
                </a:moveTo>
                <a:lnTo>
                  <a:pt x="2600" y="1216"/>
                </a:lnTo>
                <a:lnTo>
                  <a:pt x="2600" y="1209"/>
                </a:lnTo>
                <a:lnTo>
                  <a:pt x="2593" y="1209"/>
                </a:lnTo>
                <a:lnTo>
                  <a:pt x="2593" y="1216"/>
                </a:lnTo>
                <a:close/>
                <a:moveTo>
                  <a:pt x="2609" y="1216"/>
                </a:moveTo>
                <a:lnTo>
                  <a:pt x="2616" y="1216"/>
                </a:lnTo>
                <a:lnTo>
                  <a:pt x="2616" y="1209"/>
                </a:lnTo>
                <a:lnTo>
                  <a:pt x="2609" y="1209"/>
                </a:lnTo>
                <a:lnTo>
                  <a:pt x="2609" y="1216"/>
                </a:lnTo>
                <a:close/>
                <a:moveTo>
                  <a:pt x="2626" y="1216"/>
                </a:moveTo>
                <a:lnTo>
                  <a:pt x="2633" y="1216"/>
                </a:lnTo>
                <a:lnTo>
                  <a:pt x="2633" y="1209"/>
                </a:lnTo>
                <a:lnTo>
                  <a:pt x="2626" y="1209"/>
                </a:lnTo>
                <a:lnTo>
                  <a:pt x="2626" y="1216"/>
                </a:lnTo>
                <a:close/>
                <a:moveTo>
                  <a:pt x="2642" y="1216"/>
                </a:moveTo>
                <a:lnTo>
                  <a:pt x="2649" y="1216"/>
                </a:lnTo>
                <a:lnTo>
                  <a:pt x="2649" y="1209"/>
                </a:lnTo>
                <a:lnTo>
                  <a:pt x="2642" y="1209"/>
                </a:lnTo>
                <a:lnTo>
                  <a:pt x="2642" y="1216"/>
                </a:lnTo>
                <a:close/>
                <a:moveTo>
                  <a:pt x="2659" y="1216"/>
                </a:moveTo>
                <a:lnTo>
                  <a:pt x="2666" y="1216"/>
                </a:lnTo>
                <a:lnTo>
                  <a:pt x="2666" y="1209"/>
                </a:lnTo>
                <a:lnTo>
                  <a:pt x="2659" y="1209"/>
                </a:lnTo>
                <a:lnTo>
                  <a:pt x="2659" y="1216"/>
                </a:lnTo>
                <a:close/>
                <a:moveTo>
                  <a:pt x="2678" y="1216"/>
                </a:moveTo>
                <a:lnTo>
                  <a:pt x="2683" y="1216"/>
                </a:lnTo>
                <a:lnTo>
                  <a:pt x="2683" y="1209"/>
                </a:lnTo>
                <a:lnTo>
                  <a:pt x="2678" y="1209"/>
                </a:lnTo>
                <a:lnTo>
                  <a:pt x="2678" y="1216"/>
                </a:lnTo>
                <a:close/>
                <a:moveTo>
                  <a:pt x="2694" y="1216"/>
                </a:moveTo>
                <a:lnTo>
                  <a:pt x="2702" y="1216"/>
                </a:lnTo>
                <a:lnTo>
                  <a:pt x="2702" y="1209"/>
                </a:lnTo>
                <a:lnTo>
                  <a:pt x="2694" y="1209"/>
                </a:lnTo>
                <a:lnTo>
                  <a:pt x="2694" y="1216"/>
                </a:lnTo>
                <a:close/>
                <a:moveTo>
                  <a:pt x="2711" y="1216"/>
                </a:moveTo>
                <a:lnTo>
                  <a:pt x="2718" y="1216"/>
                </a:lnTo>
                <a:lnTo>
                  <a:pt x="2718" y="1209"/>
                </a:lnTo>
                <a:lnTo>
                  <a:pt x="2711" y="1209"/>
                </a:lnTo>
                <a:lnTo>
                  <a:pt x="2711" y="1216"/>
                </a:lnTo>
                <a:close/>
                <a:moveTo>
                  <a:pt x="2728" y="1216"/>
                </a:moveTo>
                <a:lnTo>
                  <a:pt x="2735" y="1216"/>
                </a:lnTo>
                <a:lnTo>
                  <a:pt x="2735" y="1209"/>
                </a:lnTo>
                <a:lnTo>
                  <a:pt x="2728" y="1209"/>
                </a:lnTo>
                <a:lnTo>
                  <a:pt x="2728" y="1216"/>
                </a:lnTo>
                <a:close/>
                <a:moveTo>
                  <a:pt x="2744" y="1216"/>
                </a:moveTo>
                <a:lnTo>
                  <a:pt x="2751" y="1216"/>
                </a:lnTo>
                <a:lnTo>
                  <a:pt x="2751" y="1209"/>
                </a:lnTo>
                <a:lnTo>
                  <a:pt x="2744" y="1209"/>
                </a:lnTo>
                <a:lnTo>
                  <a:pt x="2744" y="1216"/>
                </a:lnTo>
                <a:close/>
                <a:moveTo>
                  <a:pt x="852" y="1232"/>
                </a:moveTo>
                <a:lnTo>
                  <a:pt x="859" y="1232"/>
                </a:lnTo>
                <a:lnTo>
                  <a:pt x="859" y="1225"/>
                </a:lnTo>
                <a:lnTo>
                  <a:pt x="852" y="1225"/>
                </a:lnTo>
                <a:lnTo>
                  <a:pt x="852" y="1232"/>
                </a:lnTo>
                <a:close/>
                <a:moveTo>
                  <a:pt x="871" y="1232"/>
                </a:moveTo>
                <a:lnTo>
                  <a:pt x="876" y="1232"/>
                </a:lnTo>
                <a:lnTo>
                  <a:pt x="876" y="1225"/>
                </a:lnTo>
                <a:lnTo>
                  <a:pt x="871" y="1225"/>
                </a:lnTo>
                <a:lnTo>
                  <a:pt x="871" y="1232"/>
                </a:lnTo>
                <a:close/>
                <a:moveTo>
                  <a:pt x="888" y="1232"/>
                </a:moveTo>
                <a:lnTo>
                  <a:pt x="895" y="1232"/>
                </a:lnTo>
                <a:lnTo>
                  <a:pt x="895" y="1225"/>
                </a:lnTo>
                <a:lnTo>
                  <a:pt x="888" y="1225"/>
                </a:lnTo>
                <a:lnTo>
                  <a:pt x="888" y="1232"/>
                </a:lnTo>
                <a:close/>
                <a:moveTo>
                  <a:pt x="904" y="1232"/>
                </a:moveTo>
                <a:lnTo>
                  <a:pt x="911" y="1232"/>
                </a:lnTo>
                <a:lnTo>
                  <a:pt x="911" y="1225"/>
                </a:lnTo>
                <a:lnTo>
                  <a:pt x="904" y="1225"/>
                </a:lnTo>
                <a:lnTo>
                  <a:pt x="904" y="1232"/>
                </a:lnTo>
                <a:close/>
                <a:moveTo>
                  <a:pt x="921" y="1232"/>
                </a:moveTo>
                <a:lnTo>
                  <a:pt x="928" y="1232"/>
                </a:lnTo>
                <a:lnTo>
                  <a:pt x="928" y="1225"/>
                </a:lnTo>
                <a:lnTo>
                  <a:pt x="921" y="1225"/>
                </a:lnTo>
                <a:lnTo>
                  <a:pt x="921" y="1232"/>
                </a:lnTo>
                <a:close/>
                <a:moveTo>
                  <a:pt x="937" y="1232"/>
                </a:moveTo>
                <a:lnTo>
                  <a:pt x="944" y="1232"/>
                </a:lnTo>
                <a:lnTo>
                  <a:pt x="944" y="1225"/>
                </a:lnTo>
                <a:lnTo>
                  <a:pt x="937" y="1225"/>
                </a:lnTo>
                <a:lnTo>
                  <a:pt x="937" y="1232"/>
                </a:lnTo>
                <a:close/>
                <a:moveTo>
                  <a:pt x="954" y="1232"/>
                </a:moveTo>
                <a:lnTo>
                  <a:pt x="961" y="1232"/>
                </a:lnTo>
                <a:lnTo>
                  <a:pt x="961" y="1225"/>
                </a:lnTo>
                <a:lnTo>
                  <a:pt x="954" y="1225"/>
                </a:lnTo>
                <a:lnTo>
                  <a:pt x="954" y="1232"/>
                </a:lnTo>
                <a:close/>
                <a:moveTo>
                  <a:pt x="971" y="1232"/>
                </a:moveTo>
                <a:lnTo>
                  <a:pt x="978" y="1232"/>
                </a:lnTo>
                <a:lnTo>
                  <a:pt x="978" y="1225"/>
                </a:lnTo>
                <a:lnTo>
                  <a:pt x="971" y="1225"/>
                </a:lnTo>
                <a:lnTo>
                  <a:pt x="971" y="1232"/>
                </a:lnTo>
                <a:close/>
                <a:moveTo>
                  <a:pt x="987" y="1232"/>
                </a:moveTo>
                <a:lnTo>
                  <a:pt x="994" y="1232"/>
                </a:lnTo>
                <a:lnTo>
                  <a:pt x="994" y="1225"/>
                </a:lnTo>
                <a:lnTo>
                  <a:pt x="987" y="1225"/>
                </a:lnTo>
                <a:lnTo>
                  <a:pt x="987" y="1232"/>
                </a:lnTo>
                <a:close/>
                <a:moveTo>
                  <a:pt x="1004" y="1232"/>
                </a:moveTo>
                <a:lnTo>
                  <a:pt x="1011" y="1232"/>
                </a:lnTo>
                <a:lnTo>
                  <a:pt x="1011" y="1225"/>
                </a:lnTo>
                <a:lnTo>
                  <a:pt x="1004" y="1225"/>
                </a:lnTo>
                <a:lnTo>
                  <a:pt x="1004" y="1232"/>
                </a:lnTo>
                <a:close/>
                <a:moveTo>
                  <a:pt x="1020" y="1232"/>
                </a:moveTo>
                <a:lnTo>
                  <a:pt x="1027" y="1232"/>
                </a:lnTo>
                <a:lnTo>
                  <a:pt x="1027" y="1225"/>
                </a:lnTo>
                <a:lnTo>
                  <a:pt x="1020" y="1225"/>
                </a:lnTo>
                <a:lnTo>
                  <a:pt x="1020" y="1232"/>
                </a:lnTo>
                <a:close/>
                <a:moveTo>
                  <a:pt x="1037" y="1232"/>
                </a:moveTo>
                <a:lnTo>
                  <a:pt x="1044" y="1232"/>
                </a:lnTo>
                <a:lnTo>
                  <a:pt x="1044" y="1225"/>
                </a:lnTo>
                <a:lnTo>
                  <a:pt x="1037" y="1225"/>
                </a:lnTo>
                <a:lnTo>
                  <a:pt x="1037" y="1232"/>
                </a:lnTo>
                <a:close/>
                <a:moveTo>
                  <a:pt x="1589" y="1232"/>
                </a:moveTo>
                <a:lnTo>
                  <a:pt x="1596" y="1232"/>
                </a:lnTo>
                <a:lnTo>
                  <a:pt x="1596" y="1225"/>
                </a:lnTo>
                <a:lnTo>
                  <a:pt x="1589" y="1225"/>
                </a:lnTo>
                <a:lnTo>
                  <a:pt x="1589" y="1232"/>
                </a:lnTo>
                <a:close/>
                <a:moveTo>
                  <a:pt x="1605" y="1232"/>
                </a:moveTo>
                <a:lnTo>
                  <a:pt x="1612" y="1232"/>
                </a:lnTo>
                <a:lnTo>
                  <a:pt x="1612" y="1225"/>
                </a:lnTo>
                <a:lnTo>
                  <a:pt x="1605" y="1225"/>
                </a:lnTo>
                <a:lnTo>
                  <a:pt x="1605" y="1232"/>
                </a:lnTo>
                <a:close/>
                <a:moveTo>
                  <a:pt x="1622" y="1232"/>
                </a:moveTo>
                <a:lnTo>
                  <a:pt x="1629" y="1232"/>
                </a:lnTo>
                <a:lnTo>
                  <a:pt x="1629" y="1225"/>
                </a:lnTo>
                <a:lnTo>
                  <a:pt x="1622" y="1225"/>
                </a:lnTo>
                <a:lnTo>
                  <a:pt x="1622" y="1232"/>
                </a:lnTo>
                <a:close/>
                <a:moveTo>
                  <a:pt x="1638" y="1232"/>
                </a:moveTo>
                <a:lnTo>
                  <a:pt x="1645" y="1232"/>
                </a:lnTo>
                <a:lnTo>
                  <a:pt x="1645" y="1225"/>
                </a:lnTo>
                <a:lnTo>
                  <a:pt x="1638" y="1225"/>
                </a:lnTo>
                <a:lnTo>
                  <a:pt x="1638" y="1232"/>
                </a:lnTo>
                <a:close/>
                <a:moveTo>
                  <a:pt x="1657" y="1232"/>
                </a:moveTo>
                <a:lnTo>
                  <a:pt x="1664" y="1232"/>
                </a:lnTo>
                <a:lnTo>
                  <a:pt x="1664" y="1225"/>
                </a:lnTo>
                <a:lnTo>
                  <a:pt x="1657" y="1225"/>
                </a:lnTo>
                <a:lnTo>
                  <a:pt x="1657" y="1232"/>
                </a:lnTo>
                <a:close/>
                <a:moveTo>
                  <a:pt x="1674" y="1232"/>
                </a:moveTo>
                <a:lnTo>
                  <a:pt x="1681" y="1232"/>
                </a:lnTo>
                <a:lnTo>
                  <a:pt x="1681" y="1225"/>
                </a:lnTo>
                <a:lnTo>
                  <a:pt x="1674" y="1225"/>
                </a:lnTo>
                <a:lnTo>
                  <a:pt x="1674" y="1232"/>
                </a:lnTo>
                <a:close/>
                <a:moveTo>
                  <a:pt x="1690" y="1232"/>
                </a:moveTo>
                <a:lnTo>
                  <a:pt x="1698" y="1232"/>
                </a:lnTo>
                <a:lnTo>
                  <a:pt x="1698" y="1225"/>
                </a:lnTo>
                <a:lnTo>
                  <a:pt x="1690" y="1225"/>
                </a:lnTo>
                <a:lnTo>
                  <a:pt x="1690" y="1232"/>
                </a:lnTo>
                <a:close/>
                <a:moveTo>
                  <a:pt x="1707" y="1232"/>
                </a:moveTo>
                <a:lnTo>
                  <a:pt x="1714" y="1232"/>
                </a:lnTo>
                <a:lnTo>
                  <a:pt x="1714" y="1225"/>
                </a:lnTo>
                <a:lnTo>
                  <a:pt x="1707" y="1225"/>
                </a:lnTo>
                <a:lnTo>
                  <a:pt x="1707" y="1232"/>
                </a:lnTo>
                <a:close/>
                <a:moveTo>
                  <a:pt x="1724" y="1232"/>
                </a:moveTo>
                <a:lnTo>
                  <a:pt x="1731" y="1232"/>
                </a:lnTo>
                <a:lnTo>
                  <a:pt x="1731" y="1225"/>
                </a:lnTo>
                <a:lnTo>
                  <a:pt x="1724" y="1225"/>
                </a:lnTo>
                <a:lnTo>
                  <a:pt x="1724" y="1232"/>
                </a:lnTo>
                <a:close/>
                <a:moveTo>
                  <a:pt x="2427" y="1232"/>
                </a:moveTo>
                <a:lnTo>
                  <a:pt x="2434" y="1232"/>
                </a:lnTo>
                <a:lnTo>
                  <a:pt x="2434" y="1225"/>
                </a:lnTo>
                <a:lnTo>
                  <a:pt x="2427" y="1225"/>
                </a:lnTo>
                <a:lnTo>
                  <a:pt x="2427" y="1232"/>
                </a:lnTo>
                <a:close/>
                <a:moveTo>
                  <a:pt x="2443" y="1232"/>
                </a:moveTo>
                <a:lnTo>
                  <a:pt x="2451" y="1232"/>
                </a:lnTo>
                <a:lnTo>
                  <a:pt x="2451" y="1225"/>
                </a:lnTo>
                <a:lnTo>
                  <a:pt x="2443" y="1225"/>
                </a:lnTo>
                <a:lnTo>
                  <a:pt x="2443" y="1232"/>
                </a:lnTo>
                <a:close/>
                <a:moveTo>
                  <a:pt x="2460" y="1232"/>
                </a:moveTo>
                <a:lnTo>
                  <a:pt x="2467" y="1232"/>
                </a:lnTo>
                <a:lnTo>
                  <a:pt x="2467" y="1225"/>
                </a:lnTo>
                <a:lnTo>
                  <a:pt x="2460" y="1225"/>
                </a:lnTo>
                <a:lnTo>
                  <a:pt x="2460" y="1232"/>
                </a:lnTo>
                <a:close/>
                <a:moveTo>
                  <a:pt x="2477" y="1232"/>
                </a:moveTo>
                <a:lnTo>
                  <a:pt x="2484" y="1232"/>
                </a:lnTo>
                <a:lnTo>
                  <a:pt x="2484" y="1225"/>
                </a:lnTo>
                <a:lnTo>
                  <a:pt x="2477" y="1225"/>
                </a:lnTo>
                <a:lnTo>
                  <a:pt x="2477" y="1232"/>
                </a:lnTo>
                <a:close/>
                <a:moveTo>
                  <a:pt x="2493" y="1232"/>
                </a:moveTo>
                <a:lnTo>
                  <a:pt x="2500" y="1232"/>
                </a:lnTo>
                <a:lnTo>
                  <a:pt x="2500" y="1225"/>
                </a:lnTo>
                <a:lnTo>
                  <a:pt x="2493" y="1225"/>
                </a:lnTo>
                <a:lnTo>
                  <a:pt x="2493" y="1232"/>
                </a:lnTo>
                <a:close/>
                <a:moveTo>
                  <a:pt x="2510" y="1232"/>
                </a:moveTo>
                <a:lnTo>
                  <a:pt x="2517" y="1232"/>
                </a:lnTo>
                <a:lnTo>
                  <a:pt x="2517" y="1225"/>
                </a:lnTo>
                <a:lnTo>
                  <a:pt x="2510" y="1225"/>
                </a:lnTo>
                <a:lnTo>
                  <a:pt x="2510" y="1232"/>
                </a:lnTo>
                <a:close/>
                <a:moveTo>
                  <a:pt x="2526" y="1232"/>
                </a:moveTo>
                <a:lnTo>
                  <a:pt x="2533" y="1232"/>
                </a:lnTo>
                <a:lnTo>
                  <a:pt x="2533" y="1225"/>
                </a:lnTo>
                <a:lnTo>
                  <a:pt x="2526" y="1225"/>
                </a:lnTo>
                <a:lnTo>
                  <a:pt x="2526" y="1232"/>
                </a:lnTo>
                <a:close/>
                <a:moveTo>
                  <a:pt x="2543" y="1232"/>
                </a:moveTo>
                <a:lnTo>
                  <a:pt x="2550" y="1232"/>
                </a:lnTo>
                <a:lnTo>
                  <a:pt x="2550" y="1225"/>
                </a:lnTo>
                <a:lnTo>
                  <a:pt x="2543" y="1225"/>
                </a:lnTo>
                <a:lnTo>
                  <a:pt x="2543" y="1232"/>
                </a:lnTo>
                <a:close/>
                <a:moveTo>
                  <a:pt x="2560" y="1232"/>
                </a:moveTo>
                <a:lnTo>
                  <a:pt x="2567" y="1232"/>
                </a:lnTo>
                <a:lnTo>
                  <a:pt x="2567" y="1225"/>
                </a:lnTo>
                <a:lnTo>
                  <a:pt x="2560" y="1225"/>
                </a:lnTo>
                <a:lnTo>
                  <a:pt x="2560" y="1232"/>
                </a:lnTo>
                <a:close/>
                <a:moveTo>
                  <a:pt x="2576" y="1232"/>
                </a:moveTo>
                <a:lnTo>
                  <a:pt x="2583" y="1232"/>
                </a:lnTo>
                <a:lnTo>
                  <a:pt x="2583" y="1225"/>
                </a:lnTo>
                <a:lnTo>
                  <a:pt x="2576" y="1225"/>
                </a:lnTo>
                <a:lnTo>
                  <a:pt x="2576" y="1232"/>
                </a:lnTo>
                <a:close/>
                <a:moveTo>
                  <a:pt x="2593" y="1232"/>
                </a:moveTo>
                <a:lnTo>
                  <a:pt x="2600" y="1232"/>
                </a:lnTo>
                <a:lnTo>
                  <a:pt x="2600" y="1225"/>
                </a:lnTo>
                <a:lnTo>
                  <a:pt x="2593" y="1225"/>
                </a:lnTo>
                <a:lnTo>
                  <a:pt x="2593" y="1232"/>
                </a:lnTo>
                <a:close/>
                <a:moveTo>
                  <a:pt x="2609" y="1232"/>
                </a:moveTo>
                <a:lnTo>
                  <a:pt x="2616" y="1232"/>
                </a:lnTo>
                <a:lnTo>
                  <a:pt x="2616" y="1225"/>
                </a:lnTo>
                <a:lnTo>
                  <a:pt x="2609" y="1225"/>
                </a:lnTo>
                <a:lnTo>
                  <a:pt x="2609" y="1232"/>
                </a:lnTo>
                <a:close/>
                <a:moveTo>
                  <a:pt x="2626" y="1232"/>
                </a:moveTo>
                <a:lnTo>
                  <a:pt x="2633" y="1232"/>
                </a:lnTo>
                <a:lnTo>
                  <a:pt x="2633" y="1225"/>
                </a:lnTo>
                <a:lnTo>
                  <a:pt x="2626" y="1225"/>
                </a:lnTo>
                <a:lnTo>
                  <a:pt x="2626" y="1232"/>
                </a:lnTo>
                <a:close/>
                <a:moveTo>
                  <a:pt x="2642" y="1232"/>
                </a:moveTo>
                <a:lnTo>
                  <a:pt x="2649" y="1232"/>
                </a:lnTo>
                <a:lnTo>
                  <a:pt x="2649" y="1225"/>
                </a:lnTo>
                <a:lnTo>
                  <a:pt x="2642" y="1225"/>
                </a:lnTo>
                <a:lnTo>
                  <a:pt x="2642" y="1232"/>
                </a:lnTo>
                <a:close/>
                <a:moveTo>
                  <a:pt x="2659" y="1232"/>
                </a:moveTo>
                <a:lnTo>
                  <a:pt x="2666" y="1232"/>
                </a:lnTo>
                <a:lnTo>
                  <a:pt x="2666" y="1225"/>
                </a:lnTo>
                <a:lnTo>
                  <a:pt x="2659" y="1225"/>
                </a:lnTo>
                <a:lnTo>
                  <a:pt x="2659" y="1232"/>
                </a:lnTo>
                <a:close/>
                <a:moveTo>
                  <a:pt x="2678" y="1232"/>
                </a:moveTo>
                <a:lnTo>
                  <a:pt x="2683" y="1232"/>
                </a:lnTo>
                <a:lnTo>
                  <a:pt x="2683" y="1225"/>
                </a:lnTo>
                <a:lnTo>
                  <a:pt x="2678" y="1225"/>
                </a:lnTo>
                <a:lnTo>
                  <a:pt x="2678" y="1232"/>
                </a:lnTo>
                <a:close/>
                <a:moveTo>
                  <a:pt x="2694" y="1232"/>
                </a:moveTo>
                <a:lnTo>
                  <a:pt x="2702" y="1232"/>
                </a:lnTo>
                <a:lnTo>
                  <a:pt x="2702" y="1225"/>
                </a:lnTo>
                <a:lnTo>
                  <a:pt x="2694" y="1225"/>
                </a:lnTo>
                <a:lnTo>
                  <a:pt x="2694" y="1232"/>
                </a:lnTo>
                <a:close/>
                <a:moveTo>
                  <a:pt x="2711" y="1232"/>
                </a:moveTo>
                <a:lnTo>
                  <a:pt x="2718" y="1232"/>
                </a:lnTo>
                <a:lnTo>
                  <a:pt x="2718" y="1225"/>
                </a:lnTo>
                <a:lnTo>
                  <a:pt x="2711" y="1225"/>
                </a:lnTo>
                <a:lnTo>
                  <a:pt x="2711" y="1232"/>
                </a:lnTo>
                <a:close/>
                <a:moveTo>
                  <a:pt x="2728" y="1232"/>
                </a:moveTo>
                <a:lnTo>
                  <a:pt x="2735" y="1232"/>
                </a:lnTo>
                <a:lnTo>
                  <a:pt x="2735" y="1225"/>
                </a:lnTo>
                <a:lnTo>
                  <a:pt x="2728" y="1225"/>
                </a:lnTo>
                <a:lnTo>
                  <a:pt x="2728" y="1232"/>
                </a:lnTo>
                <a:close/>
                <a:moveTo>
                  <a:pt x="2744" y="1232"/>
                </a:moveTo>
                <a:lnTo>
                  <a:pt x="2751" y="1232"/>
                </a:lnTo>
                <a:lnTo>
                  <a:pt x="2751" y="1225"/>
                </a:lnTo>
                <a:lnTo>
                  <a:pt x="2744" y="1225"/>
                </a:lnTo>
                <a:lnTo>
                  <a:pt x="2744" y="1232"/>
                </a:lnTo>
                <a:close/>
                <a:moveTo>
                  <a:pt x="852" y="1249"/>
                </a:moveTo>
                <a:lnTo>
                  <a:pt x="859" y="1249"/>
                </a:lnTo>
                <a:lnTo>
                  <a:pt x="859" y="1242"/>
                </a:lnTo>
                <a:lnTo>
                  <a:pt x="852" y="1242"/>
                </a:lnTo>
                <a:lnTo>
                  <a:pt x="852" y="1249"/>
                </a:lnTo>
                <a:close/>
                <a:moveTo>
                  <a:pt x="871" y="1249"/>
                </a:moveTo>
                <a:lnTo>
                  <a:pt x="876" y="1249"/>
                </a:lnTo>
                <a:lnTo>
                  <a:pt x="876" y="1242"/>
                </a:lnTo>
                <a:lnTo>
                  <a:pt x="871" y="1242"/>
                </a:lnTo>
                <a:lnTo>
                  <a:pt x="871" y="1249"/>
                </a:lnTo>
                <a:close/>
                <a:moveTo>
                  <a:pt x="888" y="1249"/>
                </a:moveTo>
                <a:lnTo>
                  <a:pt x="895" y="1249"/>
                </a:lnTo>
                <a:lnTo>
                  <a:pt x="895" y="1242"/>
                </a:lnTo>
                <a:lnTo>
                  <a:pt x="888" y="1242"/>
                </a:lnTo>
                <a:lnTo>
                  <a:pt x="888" y="1249"/>
                </a:lnTo>
                <a:close/>
                <a:moveTo>
                  <a:pt x="904" y="1249"/>
                </a:moveTo>
                <a:lnTo>
                  <a:pt x="911" y="1249"/>
                </a:lnTo>
                <a:lnTo>
                  <a:pt x="911" y="1242"/>
                </a:lnTo>
                <a:lnTo>
                  <a:pt x="904" y="1242"/>
                </a:lnTo>
                <a:lnTo>
                  <a:pt x="904" y="1249"/>
                </a:lnTo>
                <a:close/>
                <a:moveTo>
                  <a:pt x="921" y="1249"/>
                </a:moveTo>
                <a:lnTo>
                  <a:pt x="928" y="1249"/>
                </a:lnTo>
                <a:lnTo>
                  <a:pt x="928" y="1242"/>
                </a:lnTo>
                <a:lnTo>
                  <a:pt x="921" y="1242"/>
                </a:lnTo>
                <a:lnTo>
                  <a:pt x="921" y="1249"/>
                </a:lnTo>
                <a:close/>
                <a:moveTo>
                  <a:pt x="937" y="1249"/>
                </a:moveTo>
                <a:lnTo>
                  <a:pt x="944" y="1249"/>
                </a:lnTo>
                <a:lnTo>
                  <a:pt x="944" y="1242"/>
                </a:lnTo>
                <a:lnTo>
                  <a:pt x="937" y="1242"/>
                </a:lnTo>
                <a:lnTo>
                  <a:pt x="937" y="1249"/>
                </a:lnTo>
                <a:close/>
                <a:moveTo>
                  <a:pt x="954" y="1249"/>
                </a:moveTo>
                <a:lnTo>
                  <a:pt x="961" y="1249"/>
                </a:lnTo>
                <a:lnTo>
                  <a:pt x="961" y="1242"/>
                </a:lnTo>
                <a:lnTo>
                  <a:pt x="954" y="1242"/>
                </a:lnTo>
                <a:lnTo>
                  <a:pt x="954" y="1249"/>
                </a:lnTo>
                <a:close/>
                <a:moveTo>
                  <a:pt x="971" y="1249"/>
                </a:moveTo>
                <a:lnTo>
                  <a:pt x="978" y="1249"/>
                </a:lnTo>
                <a:lnTo>
                  <a:pt x="978" y="1242"/>
                </a:lnTo>
                <a:lnTo>
                  <a:pt x="971" y="1242"/>
                </a:lnTo>
                <a:lnTo>
                  <a:pt x="971" y="1249"/>
                </a:lnTo>
                <a:close/>
                <a:moveTo>
                  <a:pt x="987" y="1249"/>
                </a:moveTo>
                <a:lnTo>
                  <a:pt x="994" y="1249"/>
                </a:lnTo>
                <a:lnTo>
                  <a:pt x="994" y="1242"/>
                </a:lnTo>
                <a:lnTo>
                  <a:pt x="987" y="1242"/>
                </a:lnTo>
                <a:lnTo>
                  <a:pt x="987" y="1249"/>
                </a:lnTo>
                <a:close/>
                <a:moveTo>
                  <a:pt x="1004" y="1249"/>
                </a:moveTo>
                <a:lnTo>
                  <a:pt x="1011" y="1249"/>
                </a:lnTo>
                <a:lnTo>
                  <a:pt x="1011" y="1242"/>
                </a:lnTo>
                <a:lnTo>
                  <a:pt x="1004" y="1242"/>
                </a:lnTo>
                <a:lnTo>
                  <a:pt x="1004" y="1249"/>
                </a:lnTo>
                <a:close/>
                <a:moveTo>
                  <a:pt x="1020" y="1249"/>
                </a:moveTo>
                <a:lnTo>
                  <a:pt x="1027" y="1249"/>
                </a:lnTo>
                <a:lnTo>
                  <a:pt x="1027" y="1242"/>
                </a:lnTo>
                <a:lnTo>
                  <a:pt x="1020" y="1242"/>
                </a:lnTo>
                <a:lnTo>
                  <a:pt x="1020" y="1249"/>
                </a:lnTo>
                <a:close/>
                <a:moveTo>
                  <a:pt x="1037" y="1249"/>
                </a:moveTo>
                <a:lnTo>
                  <a:pt x="1044" y="1249"/>
                </a:lnTo>
                <a:lnTo>
                  <a:pt x="1044" y="1242"/>
                </a:lnTo>
                <a:lnTo>
                  <a:pt x="1037" y="1242"/>
                </a:lnTo>
                <a:lnTo>
                  <a:pt x="1037" y="1249"/>
                </a:lnTo>
                <a:close/>
                <a:moveTo>
                  <a:pt x="1605" y="1249"/>
                </a:moveTo>
                <a:lnTo>
                  <a:pt x="1612" y="1249"/>
                </a:lnTo>
                <a:lnTo>
                  <a:pt x="1612" y="1242"/>
                </a:lnTo>
                <a:lnTo>
                  <a:pt x="1605" y="1242"/>
                </a:lnTo>
                <a:lnTo>
                  <a:pt x="1605" y="1249"/>
                </a:lnTo>
                <a:close/>
                <a:moveTo>
                  <a:pt x="1622" y="1249"/>
                </a:moveTo>
                <a:lnTo>
                  <a:pt x="1629" y="1249"/>
                </a:lnTo>
                <a:lnTo>
                  <a:pt x="1629" y="1242"/>
                </a:lnTo>
                <a:lnTo>
                  <a:pt x="1622" y="1242"/>
                </a:lnTo>
                <a:lnTo>
                  <a:pt x="1622" y="1249"/>
                </a:lnTo>
                <a:close/>
                <a:moveTo>
                  <a:pt x="1638" y="1249"/>
                </a:moveTo>
                <a:lnTo>
                  <a:pt x="1645" y="1249"/>
                </a:lnTo>
                <a:lnTo>
                  <a:pt x="1645" y="1242"/>
                </a:lnTo>
                <a:lnTo>
                  <a:pt x="1638" y="1242"/>
                </a:lnTo>
                <a:lnTo>
                  <a:pt x="1638" y="1249"/>
                </a:lnTo>
                <a:close/>
                <a:moveTo>
                  <a:pt x="1657" y="1249"/>
                </a:moveTo>
                <a:lnTo>
                  <a:pt x="1664" y="1249"/>
                </a:lnTo>
                <a:lnTo>
                  <a:pt x="1664" y="1242"/>
                </a:lnTo>
                <a:lnTo>
                  <a:pt x="1657" y="1242"/>
                </a:lnTo>
                <a:lnTo>
                  <a:pt x="1657" y="1249"/>
                </a:lnTo>
                <a:close/>
                <a:moveTo>
                  <a:pt x="1674" y="1249"/>
                </a:moveTo>
                <a:lnTo>
                  <a:pt x="1681" y="1249"/>
                </a:lnTo>
                <a:lnTo>
                  <a:pt x="1681" y="1242"/>
                </a:lnTo>
                <a:lnTo>
                  <a:pt x="1674" y="1242"/>
                </a:lnTo>
                <a:lnTo>
                  <a:pt x="1674" y="1249"/>
                </a:lnTo>
                <a:close/>
                <a:moveTo>
                  <a:pt x="1690" y="1249"/>
                </a:moveTo>
                <a:lnTo>
                  <a:pt x="1698" y="1249"/>
                </a:lnTo>
                <a:lnTo>
                  <a:pt x="1698" y="1242"/>
                </a:lnTo>
                <a:lnTo>
                  <a:pt x="1690" y="1242"/>
                </a:lnTo>
                <a:lnTo>
                  <a:pt x="1690" y="1249"/>
                </a:lnTo>
                <a:close/>
                <a:moveTo>
                  <a:pt x="1707" y="1249"/>
                </a:moveTo>
                <a:lnTo>
                  <a:pt x="1714" y="1249"/>
                </a:lnTo>
                <a:lnTo>
                  <a:pt x="1714" y="1242"/>
                </a:lnTo>
                <a:lnTo>
                  <a:pt x="1707" y="1242"/>
                </a:lnTo>
                <a:lnTo>
                  <a:pt x="1707" y="1249"/>
                </a:lnTo>
                <a:close/>
                <a:moveTo>
                  <a:pt x="2427" y="1249"/>
                </a:moveTo>
                <a:lnTo>
                  <a:pt x="2434" y="1249"/>
                </a:lnTo>
                <a:lnTo>
                  <a:pt x="2434" y="1242"/>
                </a:lnTo>
                <a:lnTo>
                  <a:pt x="2427" y="1242"/>
                </a:lnTo>
                <a:lnTo>
                  <a:pt x="2427" y="1249"/>
                </a:lnTo>
                <a:close/>
                <a:moveTo>
                  <a:pt x="2443" y="1249"/>
                </a:moveTo>
                <a:lnTo>
                  <a:pt x="2451" y="1249"/>
                </a:lnTo>
                <a:lnTo>
                  <a:pt x="2451" y="1242"/>
                </a:lnTo>
                <a:lnTo>
                  <a:pt x="2443" y="1242"/>
                </a:lnTo>
                <a:lnTo>
                  <a:pt x="2443" y="1249"/>
                </a:lnTo>
                <a:close/>
                <a:moveTo>
                  <a:pt x="2460" y="1249"/>
                </a:moveTo>
                <a:lnTo>
                  <a:pt x="2467" y="1249"/>
                </a:lnTo>
                <a:lnTo>
                  <a:pt x="2467" y="1242"/>
                </a:lnTo>
                <a:lnTo>
                  <a:pt x="2460" y="1242"/>
                </a:lnTo>
                <a:lnTo>
                  <a:pt x="2460" y="1249"/>
                </a:lnTo>
                <a:close/>
                <a:moveTo>
                  <a:pt x="2477" y="1249"/>
                </a:moveTo>
                <a:lnTo>
                  <a:pt x="2484" y="1249"/>
                </a:lnTo>
                <a:lnTo>
                  <a:pt x="2484" y="1242"/>
                </a:lnTo>
                <a:lnTo>
                  <a:pt x="2477" y="1242"/>
                </a:lnTo>
                <a:lnTo>
                  <a:pt x="2477" y="1249"/>
                </a:lnTo>
                <a:close/>
                <a:moveTo>
                  <a:pt x="2493" y="1249"/>
                </a:moveTo>
                <a:lnTo>
                  <a:pt x="2500" y="1249"/>
                </a:lnTo>
                <a:lnTo>
                  <a:pt x="2500" y="1242"/>
                </a:lnTo>
                <a:lnTo>
                  <a:pt x="2493" y="1242"/>
                </a:lnTo>
                <a:lnTo>
                  <a:pt x="2493" y="1249"/>
                </a:lnTo>
                <a:close/>
                <a:moveTo>
                  <a:pt x="2510" y="1249"/>
                </a:moveTo>
                <a:lnTo>
                  <a:pt x="2517" y="1249"/>
                </a:lnTo>
                <a:lnTo>
                  <a:pt x="2517" y="1242"/>
                </a:lnTo>
                <a:lnTo>
                  <a:pt x="2510" y="1242"/>
                </a:lnTo>
                <a:lnTo>
                  <a:pt x="2510" y="1249"/>
                </a:lnTo>
                <a:close/>
                <a:moveTo>
                  <a:pt x="2526" y="1249"/>
                </a:moveTo>
                <a:lnTo>
                  <a:pt x="2533" y="1249"/>
                </a:lnTo>
                <a:lnTo>
                  <a:pt x="2533" y="1242"/>
                </a:lnTo>
                <a:lnTo>
                  <a:pt x="2526" y="1242"/>
                </a:lnTo>
                <a:lnTo>
                  <a:pt x="2526" y="1249"/>
                </a:lnTo>
                <a:close/>
                <a:moveTo>
                  <a:pt x="2543" y="1249"/>
                </a:moveTo>
                <a:lnTo>
                  <a:pt x="2550" y="1249"/>
                </a:lnTo>
                <a:lnTo>
                  <a:pt x="2550" y="1242"/>
                </a:lnTo>
                <a:lnTo>
                  <a:pt x="2543" y="1242"/>
                </a:lnTo>
                <a:lnTo>
                  <a:pt x="2543" y="1249"/>
                </a:lnTo>
                <a:close/>
                <a:moveTo>
                  <a:pt x="2560" y="1249"/>
                </a:moveTo>
                <a:lnTo>
                  <a:pt x="2567" y="1249"/>
                </a:lnTo>
                <a:lnTo>
                  <a:pt x="2567" y="1242"/>
                </a:lnTo>
                <a:lnTo>
                  <a:pt x="2560" y="1242"/>
                </a:lnTo>
                <a:lnTo>
                  <a:pt x="2560" y="1249"/>
                </a:lnTo>
                <a:close/>
                <a:moveTo>
                  <a:pt x="2576" y="1249"/>
                </a:moveTo>
                <a:lnTo>
                  <a:pt x="2583" y="1249"/>
                </a:lnTo>
                <a:lnTo>
                  <a:pt x="2583" y="1242"/>
                </a:lnTo>
                <a:lnTo>
                  <a:pt x="2576" y="1242"/>
                </a:lnTo>
                <a:lnTo>
                  <a:pt x="2576" y="1249"/>
                </a:lnTo>
                <a:close/>
                <a:moveTo>
                  <a:pt x="2593" y="1249"/>
                </a:moveTo>
                <a:lnTo>
                  <a:pt x="2600" y="1249"/>
                </a:lnTo>
                <a:lnTo>
                  <a:pt x="2600" y="1242"/>
                </a:lnTo>
                <a:lnTo>
                  <a:pt x="2593" y="1242"/>
                </a:lnTo>
                <a:lnTo>
                  <a:pt x="2593" y="1249"/>
                </a:lnTo>
                <a:close/>
                <a:moveTo>
                  <a:pt x="2609" y="1249"/>
                </a:moveTo>
                <a:lnTo>
                  <a:pt x="2616" y="1249"/>
                </a:lnTo>
                <a:lnTo>
                  <a:pt x="2616" y="1242"/>
                </a:lnTo>
                <a:lnTo>
                  <a:pt x="2609" y="1242"/>
                </a:lnTo>
                <a:lnTo>
                  <a:pt x="2609" y="1249"/>
                </a:lnTo>
                <a:close/>
                <a:moveTo>
                  <a:pt x="2626" y="1249"/>
                </a:moveTo>
                <a:lnTo>
                  <a:pt x="2633" y="1249"/>
                </a:lnTo>
                <a:lnTo>
                  <a:pt x="2633" y="1242"/>
                </a:lnTo>
                <a:lnTo>
                  <a:pt x="2626" y="1242"/>
                </a:lnTo>
                <a:lnTo>
                  <a:pt x="2626" y="1249"/>
                </a:lnTo>
                <a:close/>
                <a:moveTo>
                  <a:pt x="2642" y="1249"/>
                </a:moveTo>
                <a:lnTo>
                  <a:pt x="2649" y="1249"/>
                </a:lnTo>
                <a:lnTo>
                  <a:pt x="2649" y="1242"/>
                </a:lnTo>
                <a:lnTo>
                  <a:pt x="2642" y="1242"/>
                </a:lnTo>
                <a:lnTo>
                  <a:pt x="2642" y="1249"/>
                </a:lnTo>
                <a:close/>
                <a:moveTo>
                  <a:pt x="2659" y="1249"/>
                </a:moveTo>
                <a:lnTo>
                  <a:pt x="2666" y="1249"/>
                </a:lnTo>
                <a:lnTo>
                  <a:pt x="2666" y="1242"/>
                </a:lnTo>
                <a:lnTo>
                  <a:pt x="2659" y="1242"/>
                </a:lnTo>
                <a:lnTo>
                  <a:pt x="2659" y="1249"/>
                </a:lnTo>
                <a:close/>
                <a:moveTo>
                  <a:pt x="2678" y="1249"/>
                </a:moveTo>
                <a:lnTo>
                  <a:pt x="2683" y="1249"/>
                </a:lnTo>
                <a:lnTo>
                  <a:pt x="2683" y="1242"/>
                </a:lnTo>
                <a:lnTo>
                  <a:pt x="2678" y="1242"/>
                </a:lnTo>
                <a:lnTo>
                  <a:pt x="2678" y="1249"/>
                </a:lnTo>
                <a:close/>
                <a:moveTo>
                  <a:pt x="2694" y="1249"/>
                </a:moveTo>
                <a:lnTo>
                  <a:pt x="2702" y="1249"/>
                </a:lnTo>
                <a:lnTo>
                  <a:pt x="2702" y="1242"/>
                </a:lnTo>
                <a:lnTo>
                  <a:pt x="2694" y="1242"/>
                </a:lnTo>
                <a:lnTo>
                  <a:pt x="2694" y="1249"/>
                </a:lnTo>
                <a:close/>
                <a:moveTo>
                  <a:pt x="2711" y="1249"/>
                </a:moveTo>
                <a:lnTo>
                  <a:pt x="2718" y="1249"/>
                </a:lnTo>
                <a:lnTo>
                  <a:pt x="2718" y="1242"/>
                </a:lnTo>
                <a:lnTo>
                  <a:pt x="2711" y="1242"/>
                </a:lnTo>
                <a:lnTo>
                  <a:pt x="2711" y="1249"/>
                </a:lnTo>
                <a:close/>
                <a:moveTo>
                  <a:pt x="2728" y="1249"/>
                </a:moveTo>
                <a:lnTo>
                  <a:pt x="2735" y="1249"/>
                </a:lnTo>
                <a:lnTo>
                  <a:pt x="2735" y="1242"/>
                </a:lnTo>
                <a:lnTo>
                  <a:pt x="2728" y="1242"/>
                </a:lnTo>
                <a:lnTo>
                  <a:pt x="2728" y="1249"/>
                </a:lnTo>
                <a:close/>
                <a:moveTo>
                  <a:pt x="2744" y="1249"/>
                </a:moveTo>
                <a:lnTo>
                  <a:pt x="2751" y="1249"/>
                </a:lnTo>
                <a:lnTo>
                  <a:pt x="2751" y="1242"/>
                </a:lnTo>
                <a:lnTo>
                  <a:pt x="2744" y="1242"/>
                </a:lnTo>
                <a:lnTo>
                  <a:pt x="2744" y="1249"/>
                </a:lnTo>
                <a:close/>
                <a:moveTo>
                  <a:pt x="852" y="1266"/>
                </a:moveTo>
                <a:lnTo>
                  <a:pt x="859" y="1266"/>
                </a:lnTo>
                <a:lnTo>
                  <a:pt x="859" y="1259"/>
                </a:lnTo>
                <a:lnTo>
                  <a:pt x="852" y="1259"/>
                </a:lnTo>
                <a:lnTo>
                  <a:pt x="852" y="1266"/>
                </a:lnTo>
                <a:close/>
                <a:moveTo>
                  <a:pt x="871" y="1266"/>
                </a:moveTo>
                <a:lnTo>
                  <a:pt x="876" y="1266"/>
                </a:lnTo>
                <a:lnTo>
                  <a:pt x="876" y="1259"/>
                </a:lnTo>
                <a:lnTo>
                  <a:pt x="871" y="1259"/>
                </a:lnTo>
                <a:lnTo>
                  <a:pt x="871" y="1266"/>
                </a:lnTo>
                <a:close/>
                <a:moveTo>
                  <a:pt x="888" y="1266"/>
                </a:moveTo>
                <a:lnTo>
                  <a:pt x="895" y="1266"/>
                </a:lnTo>
                <a:lnTo>
                  <a:pt x="895" y="1259"/>
                </a:lnTo>
                <a:lnTo>
                  <a:pt x="888" y="1259"/>
                </a:lnTo>
                <a:lnTo>
                  <a:pt x="888" y="1266"/>
                </a:lnTo>
                <a:close/>
                <a:moveTo>
                  <a:pt x="904" y="1266"/>
                </a:moveTo>
                <a:lnTo>
                  <a:pt x="911" y="1266"/>
                </a:lnTo>
                <a:lnTo>
                  <a:pt x="911" y="1259"/>
                </a:lnTo>
                <a:lnTo>
                  <a:pt x="904" y="1259"/>
                </a:lnTo>
                <a:lnTo>
                  <a:pt x="904" y="1266"/>
                </a:lnTo>
                <a:close/>
                <a:moveTo>
                  <a:pt x="921" y="1266"/>
                </a:moveTo>
                <a:lnTo>
                  <a:pt x="928" y="1266"/>
                </a:lnTo>
                <a:lnTo>
                  <a:pt x="928" y="1259"/>
                </a:lnTo>
                <a:lnTo>
                  <a:pt x="921" y="1259"/>
                </a:lnTo>
                <a:lnTo>
                  <a:pt x="921" y="1266"/>
                </a:lnTo>
                <a:close/>
                <a:moveTo>
                  <a:pt x="937" y="1266"/>
                </a:moveTo>
                <a:lnTo>
                  <a:pt x="944" y="1266"/>
                </a:lnTo>
                <a:lnTo>
                  <a:pt x="944" y="1259"/>
                </a:lnTo>
                <a:lnTo>
                  <a:pt x="937" y="1259"/>
                </a:lnTo>
                <a:lnTo>
                  <a:pt x="937" y="1266"/>
                </a:lnTo>
                <a:close/>
                <a:moveTo>
                  <a:pt x="954" y="1266"/>
                </a:moveTo>
                <a:lnTo>
                  <a:pt x="961" y="1266"/>
                </a:lnTo>
                <a:lnTo>
                  <a:pt x="961" y="1259"/>
                </a:lnTo>
                <a:lnTo>
                  <a:pt x="954" y="1259"/>
                </a:lnTo>
                <a:lnTo>
                  <a:pt x="954" y="1266"/>
                </a:lnTo>
                <a:close/>
                <a:moveTo>
                  <a:pt x="971" y="1266"/>
                </a:moveTo>
                <a:lnTo>
                  <a:pt x="978" y="1266"/>
                </a:lnTo>
                <a:lnTo>
                  <a:pt x="978" y="1259"/>
                </a:lnTo>
                <a:lnTo>
                  <a:pt x="971" y="1259"/>
                </a:lnTo>
                <a:lnTo>
                  <a:pt x="971" y="1266"/>
                </a:lnTo>
                <a:close/>
                <a:moveTo>
                  <a:pt x="987" y="1266"/>
                </a:moveTo>
                <a:lnTo>
                  <a:pt x="994" y="1266"/>
                </a:lnTo>
                <a:lnTo>
                  <a:pt x="994" y="1259"/>
                </a:lnTo>
                <a:lnTo>
                  <a:pt x="987" y="1259"/>
                </a:lnTo>
                <a:lnTo>
                  <a:pt x="987" y="1266"/>
                </a:lnTo>
                <a:close/>
                <a:moveTo>
                  <a:pt x="1004" y="1266"/>
                </a:moveTo>
                <a:lnTo>
                  <a:pt x="1011" y="1266"/>
                </a:lnTo>
                <a:lnTo>
                  <a:pt x="1011" y="1259"/>
                </a:lnTo>
                <a:lnTo>
                  <a:pt x="1004" y="1259"/>
                </a:lnTo>
                <a:lnTo>
                  <a:pt x="1004" y="1266"/>
                </a:lnTo>
                <a:close/>
                <a:moveTo>
                  <a:pt x="1020" y="1266"/>
                </a:moveTo>
                <a:lnTo>
                  <a:pt x="1027" y="1266"/>
                </a:lnTo>
                <a:lnTo>
                  <a:pt x="1027" y="1259"/>
                </a:lnTo>
                <a:lnTo>
                  <a:pt x="1020" y="1259"/>
                </a:lnTo>
                <a:lnTo>
                  <a:pt x="1020" y="1266"/>
                </a:lnTo>
                <a:close/>
                <a:moveTo>
                  <a:pt x="1605" y="1266"/>
                </a:moveTo>
                <a:lnTo>
                  <a:pt x="1612" y="1266"/>
                </a:lnTo>
                <a:lnTo>
                  <a:pt x="1612" y="1259"/>
                </a:lnTo>
                <a:lnTo>
                  <a:pt x="1605" y="1259"/>
                </a:lnTo>
                <a:lnTo>
                  <a:pt x="1605" y="1266"/>
                </a:lnTo>
                <a:close/>
                <a:moveTo>
                  <a:pt x="1622" y="1266"/>
                </a:moveTo>
                <a:lnTo>
                  <a:pt x="1629" y="1266"/>
                </a:lnTo>
                <a:lnTo>
                  <a:pt x="1629" y="1259"/>
                </a:lnTo>
                <a:lnTo>
                  <a:pt x="1622" y="1259"/>
                </a:lnTo>
                <a:lnTo>
                  <a:pt x="1622" y="1266"/>
                </a:lnTo>
                <a:close/>
                <a:moveTo>
                  <a:pt x="1638" y="1266"/>
                </a:moveTo>
                <a:lnTo>
                  <a:pt x="1645" y="1266"/>
                </a:lnTo>
                <a:lnTo>
                  <a:pt x="1645" y="1259"/>
                </a:lnTo>
                <a:lnTo>
                  <a:pt x="1638" y="1259"/>
                </a:lnTo>
                <a:lnTo>
                  <a:pt x="1638" y="1266"/>
                </a:lnTo>
                <a:close/>
                <a:moveTo>
                  <a:pt x="1657" y="1266"/>
                </a:moveTo>
                <a:lnTo>
                  <a:pt x="1664" y="1266"/>
                </a:lnTo>
                <a:lnTo>
                  <a:pt x="1664" y="1259"/>
                </a:lnTo>
                <a:lnTo>
                  <a:pt x="1657" y="1259"/>
                </a:lnTo>
                <a:lnTo>
                  <a:pt x="1657" y="1266"/>
                </a:lnTo>
                <a:close/>
                <a:moveTo>
                  <a:pt x="1674" y="1266"/>
                </a:moveTo>
                <a:lnTo>
                  <a:pt x="1681" y="1266"/>
                </a:lnTo>
                <a:lnTo>
                  <a:pt x="1681" y="1259"/>
                </a:lnTo>
                <a:lnTo>
                  <a:pt x="1674" y="1259"/>
                </a:lnTo>
                <a:lnTo>
                  <a:pt x="1674" y="1266"/>
                </a:lnTo>
                <a:close/>
                <a:moveTo>
                  <a:pt x="1690" y="1266"/>
                </a:moveTo>
                <a:lnTo>
                  <a:pt x="1698" y="1266"/>
                </a:lnTo>
                <a:lnTo>
                  <a:pt x="1698" y="1259"/>
                </a:lnTo>
                <a:lnTo>
                  <a:pt x="1690" y="1259"/>
                </a:lnTo>
                <a:lnTo>
                  <a:pt x="1690" y="1266"/>
                </a:lnTo>
                <a:close/>
                <a:moveTo>
                  <a:pt x="1707" y="1266"/>
                </a:moveTo>
                <a:lnTo>
                  <a:pt x="1714" y="1266"/>
                </a:lnTo>
                <a:lnTo>
                  <a:pt x="1714" y="1259"/>
                </a:lnTo>
                <a:lnTo>
                  <a:pt x="1707" y="1259"/>
                </a:lnTo>
                <a:lnTo>
                  <a:pt x="1707" y="1266"/>
                </a:lnTo>
                <a:close/>
                <a:moveTo>
                  <a:pt x="2427" y="1266"/>
                </a:moveTo>
                <a:lnTo>
                  <a:pt x="2434" y="1266"/>
                </a:lnTo>
                <a:lnTo>
                  <a:pt x="2434" y="1259"/>
                </a:lnTo>
                <a:lnTo>
                  <a:pt x="2427" y="1259"/>
                </a:lnTo>
                <a:lnTo>
                  <a:pt x="2427" y="1266"/>
                </a:lnTo>
                <a:close/>
                <a:moveTo>
                  <a:pt x="2443" y="1266"/>
                </a:moveTo>
                <a:lnTo>
                  <a:pt x="2451" y="1266"/>
                </a:lnTo>
                <a:lnTo>
                  <a:pt x="2451" y="1259"/>
                </a:lnTo>
                <a:lnTo>
                  <a:pt x="2443" y="1259"/>
                </a:lnTo>
                <a:lnTo>
                  <a:pt x="2443" y="1266"/>
                </a:lnTo>
                <a:close/>
                <a:moveTo>
                  <a:pt x="2460" y="1266"/>
                </a:moveTo>
                <a:lnTo>
                  <a:pt x="2467" y="1266"/>
                </a:lnTo>
                <a:lnTo>
                  <a:pt x="2467" y="1259"/>
                </a:lnTo>
                <a:lnTo>
                  <a:pt x="2460" y="1259"/>
                </a:lnTo>
                <a:lnTo>
                  <a:pt x="2460" y="1266"/>
                </a:lnTo>
                <a:close/>
                <a:moveTo>
                  <a:pt x="2477" y="1266"/>
                </a:moveTo>
                <a:lnTo>
                  <a:pt x="2484" y="1266"/>
                </a:lnTo>
                <a:lnTo>
                  <a:pt x="2484" y="1259"/>
                </a:lnTo>
                <a:lnTo>
                  <a:pt x="2477" y="1259"/>
                </a:lnTo>
                <a:lnTo>
                  <a:pt x="2477" y="1266"/>
                </a:lnTo>
                <a:close/>
                <a:moveTo>
                  <a:pt x="2493" y="1266"/>
                </a:moveTo>
                <a:lnTo>
                  <a:pt x="2500" y="1266"/>
                </a:lnTo>
                <a:lnTo>
                  <a:pt x="2500" y="1259"/>
                </a:lnTo>
                <a:lnTo>
                  <a:pt x="2493" y="1259"/>
                </a:lnTo>
                <a:lnTo>
                  <a:pt x="2493" y="1266"/>
                </a:lnTo>
                <a:close/>
                <a:moveTo>
                  <a:pt x="2510" y="1266"/>
                </a:moveTo>
                <a:lnTo>
                  <a:pt x="2517" y="1266"/>
                </a:lnTo>
                <a:lnTo>
                  <a:pt x="2517" y="1259"/>
                </a:lnTo>
                <a:lnTo>
                  <a:pt x="2510" y="1259"/>
                </a:lnTo>
                <a:lnTo>
                  <a:pt x="2510" y="1266"/>
                </a:lnTo>
                <a:close/>
                <a:moveTo>
                  <a:pt x="2526" y="1266"/>
                </a:moveTo>
                <a:lnTo>
                  <a:pt x="2533" y="1266"/>
                </a:lnTo>
                <a:lnTo>
                  <a:pt x="2533" y="1259"/>
                </a:lnTo>
                <a:lnTo>
                  <a:pt x="2526" y="1259"/>
                </a:lnTo>
                <a:lnTo>
                  <a:pt x="2526" y="1266"/>
                </a:lnTo>
                <a:close/>
                <a:moveTo>
                  <a:pt x="2576" y="1266"/>
                </a:moveTo>
                <a:lnTo>
                  <a:pt x="2583" y="1266"/>
                </a:lnTo>
                <a:lnTo>
                  <a:pt x="2583" y="1259"/>
                </a:lnTo>
                <a:lnTo>
                  <a:pt x="2576" y="1259"/>
                </a:lnTo>
                <a:lnTo>
                  <a:pt x="2576" y="1266"/>
                </a:lnTo>
                <a:close/>
                <a:moveTo>
                  <a:pt x="2593" y="1266"/>
                </a:moveTo>
                <a:lnTo>
                  <a:pt x="2600" y="1266"/>
                </a:lnTo>
                <a:lnTo>
                  <a:pt x="2600" y="1259"/>
                </a:lnTo>
                <a:lnTo>
                  <a:pt x="2593" y="1259"/>
                </a:lnTo>
                <a:lnTo>
                  <a:pt x="2593" y="1266"/>
                </a:lnTo>
                <a:close/>
                <a:moveTo>
                  <a:pt x="2609" y="1266"/>
                </a:moveTo>
                <a:lnTo>
                  <a:pt x="2616" y="1266"/>
                </a:lnTo>
                <a:lnTo>
                  <a:pt x="2616" y="1259"/>
                </a:lnTo>
                <a:lnTo>
                  <a:pt x="2609" y="1259"/>
                </a:lnTo>
                <a:lnTo>
                  <a:pt x="2609" y="1266"/>
                </a:lnTo>
                <a:close/>
                <a:moveTo>
                  <a:pt x="2626" y="1266"/>
                </a:moveTo>
                <a:lnTo>
                  <a:pt x="2633" y="1266"/>
                </a:lnTo>
                <a:lnTo>
                  <a:pt x="2633" y="1259"/>
                </a:lnTo>
                <a:lnTo>
                  <a:pt x="2626" y="1259"/>
                </a:lnTo>
                <a:lnTo>
                  <a:pt x="2626" y="1266"/>
                </a:lnTo>
                <a:close/>
                <a:moveTo>
                  <a:pt x="2642" y="1266"/>
                </a:moveTo>
                <a:lnTo>
                  <a:pt x="2649" y="1266"/>
                </a:lnTo>
                <a:lnTo>
                  <a:pt x="2649" y="1259"/>
                </a:lnTo>
                <a:lnTo>
                  <a:pt x="2642" y="1259"/>
                </a:lnTo>
                <a:lnTo>
                  <a:pt x="2642" y="1266"/>
                </a:lnTo>
                <a:close/>
                <a:moveTo>
                  <a:pt x="2659" y="1266"/>
                </a:moveTo>
                <a:lnTo>
                  <a:pt x="2666" y="1266"/>
                </a:lnTo>
                <a:lnTo>
                  <a:pt x="2666" y="1259"/>
                </a:lnTo>
                <a:lnTo>
                  <a:pt x="2659" y="1259"/>
                </a:lnTo>
                <a:lnTo>
                  <a:pt x="2659" y="1266"/>
                </a:lnTo>
                <a:close/>
                <a:moveTo>
                  <a:pt x="2678" y="1266"/>
                </a:moveTo>
                <a:lnTo>
                  <a:pt x="2683" y="1266"/>
                </a:lnTo>
                <a:lnTo>
                  <a:pt x="2683" y="1259"/>
                </a:lnTo>
                <a:lnTo>
                  <a:pt x="2678" y="1259"/>
                </a:lnTo>
                <a:lnTo>
                  <a:pt x="2678" y="1266"/>
                </a:lnTo>
                <a:close/>
                <a:moveTo>
                  <a:pt x="2694" y="1266"/>
                </a:moveTo>
                <a:lnTo>
                  <a:pt x="2702" y="1266"/>
                </a:lnTo>
                <a:lnTo>
                  <a:pt x="2702" y="1259"/>
                </a:lnTo>
                <a:lnTo>
                  <a:pt x="2694" y="1259"/>
                </a:lnTo>
                <a:lnTo>
                  <a:pt x="2694" y="1266"/>
                </a:lnTo>
                <a:close/>
                <a:moveTo>
                  <a:pt x="2711" y="1266"/>
                </a:moveTo>
                <a:lnTo>
                  <a:pt x="2718" y="1266"/>
                </a:lnTo>
                <a:lnTo>
                  <a:pt x="2718" y="1259"/>
                </a:lnTo>
                <a:lnTo>
                  <a:pt x="2711" y="1259"/>
                </a:lnTo>
                <a:lnTo>
                  <a:pt x="2711" y="1266"/>
                </a:lnTo>
                <a:close/>
                <a:moveTo>
                  <a:pt x="2728" y="1266"/>
                </a:moveTo>
                <a:lnTo>
                  <a:pt x="2735" y="1266"/>
                </a:lnTo>
                <a:lnTo>
                  <a:pt x="2735" y="1259"/>
                </a:lnTo>
                <a:lnTo>
                  <a:pt x="2728" y="1259"/>
                </a:lnTo>
                <a:lnTo>
                  <a:pt x="2728" y="1266"/>
                </a:lnTo>
                <a:close/>
                <a:moveTo>
                  <a:pt x="2744" y="1266"/>
                </a:moveTo>
                <a:lnTo>
                  <a:pt x="2751" y="1266"/>
                </a:lnTo>
                <a:lnTo>
                  <a:pt x="2751" y="1259"/>
                </a:lnTo>
                <a:lnTo>
                  <a:pt x="2744" y="1259"/>
                </a:lnTo>
                <a:lnTo>
                  <a:pt x="2744" y="1266"/>
                </a:lnTo>
                <a:close/>
                <a:moveTo>
                  <a:pt x="836" y="1282"/>
                </a:moveTo>
                <a:lnTo>
                  <a:pt x="843" y="1282"/>
                </a:lnTo>
                <a:lnTo>
                  <a:pt x="843" y="1275"/>
                </a:lnTo>
                <a:lnTo>
                  <a:pt x="836" y="1275"/>
                </a:lnTo>
                <a:lnTo>
                  <a:pt x="836" y="1282"/>
                </a:lnTo>
                <a:close/>
                <a:moveTo>
                  <a:pt x="852" y="1282"/>
                </a:moveTo>
                <a:lnTo>
                  <a:pt x="859" y="1282"/>
                </a:lnTo>
                <a:lnTo>
                  <a:pt x="859" y="1275"/>
                </a:lnTo>
                <a:lnTo>
                  <a:pt x="852" y="1275"/>
                </a:lnTo>
                <a:lnTo>
                  <a:pt x="852" y="1282"/>
                </a:lnTo>
                <a:close/>
                <a:moveTo>
                  <a:pt x="871" y="1282"/>
                </a:moveTo>
                <a:lnTo>
                  <a:pt x="876" y="1282"/>
                </a:lnTo>
                <a:lnTo>
                  <a:pt x="876" y="1275"/>
                </a:lnTo>
                <a:lnTo>
                  <a:pt x="871" y="1275"/>
                </a:lnTo>
                <a:lnTo>
                  <a:pt x="871" y="1282"/>
                </a:lnTo>
                <a:close/>
                <a:moveTo>
                  <a:pt x="888" y="1282"/>
                </a:moveTo>
                <a:lnTo>
                  <a:pt x="895" y="1282"/>
                </a:lnTo>
                <a:lnTo>
                  <a:pt x="895" y="1275"/>
                </a:lnTo>
                <a:lnTo>
                  <a:pt x="888" y="1275"/>
                </a:lnTo>
                <a:lnTo>
                  <a:pt x="888" y="1282"/>
                </a:lnTo>
                <a:close/>
                <a:moveTo>
                  <a:pt x="904" y="1282"/>
                </a:moveTo>
                <a:lnTo>
                  <a:pt x="911" y="1282"/>
                </a:lnTo>
                <a:lnTo>
                  <a:pt x="911" y="1275"/>
                </a:lnTo>
                <a:lnTo>
                  <a:pt x="904" y="1275"/>
                </a:lnTo>
                <a:lnTo>
                  <a:pt x="904" y="1282"/>
                </a:lnTo>
                <a:close/>
                <a:moveTo>
                  <a:pt x="921" y="1282"/>
                </a:moveTo>
                <a:lnTo>
                  <a:pt x="928" y="1282"/>
                </a:lnTo>
                <a:lnTo>
                  <a:pt x="928" y="1275"/>
                </a:lnTo>
                <a:lnTo>
                  <a:pt x="921" y="1275"/>
                </a:lnTo>
                <a:lnTo>
                  <a:pt x="921" y="1282"/>
                </a:lnTo>
                <a:close/>
                <a:moveTo>
                  <a:pt x="937" y="1282"/>
                </a:moveTo>
                <a:lnTo>
                  <a:pt x="944" y="1282"/>
                </a:lnTo>
                <a:lnTo>
                  <a:pt x="944" y="1275"/>
                </a:lnTo>
                <a:lnTo>
                  <a:pt x="937" y="1275"/>
                </a:lnTo>
                <a:lnTo>
                  <a:pt x="937" y="1282"/>
                </a:lnTo>
                <a:close/>
                <a:moveTo>
                  <a:pt x="954" y="1282"/>
                </a:moveTo>
                <a:lnTo>
                  <a:pt x="961" y="1282"/>
                </a:lnTo>
                <a:lnTo>
                  <a:pt x="961" y="1275"/>
                </a:lnTo>
                <a:lnTo>
                  <a:pt x="954" y="1275"/>
                </a:lnTo>
                <a:lnTo>
                  <a:pt x="954" y="1282"/>
                </a:lnTo>
                <a:close/>
                <a:moveTo>
                  <a:pt x="971" y="1282"/>
                </a:moveTo>
                <a:lnTo>
                  <a:pt x="978" y="1282"/>
                </a:lnTo>
                <a:lnTo>
                  <a:pt x="978" y="1275"/>
                </a:lnTo>
                <a:lnTo>
                  <a:pt x="971" y="1275"/>
                </a:lnTo>
                <a:lnTo>
                  <a:pt x="971" y="1282"/>
                </a:lnTo>
                <a:close/>
                <a:moveTo>
                  <a:pt x="987" y="1282"/>
                </a:moveTo>
                <a:lnTo>
                  <a:pt x="994" y="1282"/>
                </a:lnTo>
                <a:lnTo>
                  <a:pt x="994" y="1275"/>
                </a:lnTo>
                <a:lnTo>
                  <a:pt x="987" y="1275"/>
                </a:lnTo>
                <a:lnTo>
                  <a:pt x="987" y="1282"/>
                </a:lnTo>
                <a:close/>
                <a:moveTo>
                  <a:pt x="1004" y="1282"/>
                </a:moveTo>
                <a:lnTo>
                  <a:pt x="1011" y="1282"/>
                </a:lnTo>
                <a:lnTo>
                  <a:pt x="1011" y="1275"/>
                </a:lnTo>
                <a:lnTo>
                  <a:pt x="1004" y="1275"/>
                </a:lnTo>
                <a:lnTo>
                  <a:pt x="1004" y="1282"/>
                </a:lnTo>
                <a:close/>
                <a:moveTo>
                  <a:pt x="1605" y="1282"/>
                </a:moveTo>
                <a:lnTo>
                  <a:pt x="1612" y="1282"/>
                </a:lnTo>
                <a:lnTo>
                  <a:pt x="1612" y="1275"/>
                </a:lnTo>
                <a:lnTo>
                  <a:pt x="1605" y="1275"/>
                </a:lnTo>
                <a:lnTo>
                  <a:pt x="1605" y="1282"/>
                </a:lnTo>
                <a:close/>
                <a:moveTo>
                  <a:pt x="1622" y="1282"/>
                </a:moveTo>
                <a:lnTo>
                  <a:pt x="1629" y="1282"/>
                </a:lnTo>
                <a:lnTo>
                  <a:pt x="1629" y="1275"/>
                </a:lnTo>
                <a:lnTo>
                  <a:pt x="1622" y="1275"/>
                </a:lnTo>
                <a:lnTo>
                  <a:pt x="1622" y="1282"/>
                </a:lnTo>
                <a:close/>
                <a:moveTo>
                  <a:pt x="1638" y="1282"/>
                </a:moveTo>
                <a:lnTo>
                  <a:pt x="1645" y="1282"/>
                </a:lnTo>
                <a:lnTo>
                  <a:pt x="1645" y="1275"/>
                </a:lnTo>
                <a:lnTo>
                  <a:pt x="1638" y="1275"/>
                </a:lnTo>
                <a:lnTo>
                  <a:pt x="1638" y="1282"/>
                </a:lnTo>
                <a:close/>
                <a:moveTo>
                  <a:pt x="1657" y="1282"/>
                </a:moveTo>
                <a:lnTo>
                  <a:pt x="1664" y="1282"/>
                </a:lnTo>
                <a:lnTo>
                  <a:pt x="1664" y="1275"/>
                </a:lnTo>
                <a:lnTo>
                  <a:pt x="1657" y="1275"/>
                </a:lnTo>
                <a:lnTo>
                  <a:pt x="1657" y="1282"/>
                </a:lnTo>
                <a:close/>
                <a:moveTo>
                  <a:pt x="1674" y="1282"/>
                </a:moveTo>
                <a:lnTo>
                  <a:pt x="1681" y="1282"/>
                </a:lnTo>
                <a:lnTo>
                  <a:pt x="1681" y="1275"/>
                </a:lnTo>
                <a:lnTo>
                  <a:pt x="1674" y="1275"/>
                </a:lnTo>
                <a:lnTo>
                  <a:pt x="1674" y="1282"/>
                </a:lnTo>
                <a:close/>
                <a:moveTo>
                  <a:pt x="2427" y="1282"/>
                </a:moveTo>
                <a:lnTo>
                  <a:pt x="2434" y="1282"/>
                </a:lnTo>
                <a:lnTo>
                  <a:pt x="2434" y="1275"/>
                </a:lnTo>
                <a:lnTo>
                  <a:pt x="2427" y="1275"/>
                </a:lnTo>
                <a:lnTo>
                  <a:pt x="2427" y="1282"/>
                </a:lnTo>
                <a:close/>
                <a:moveTo>
                  <a:pt x="2443" y="1282"/>
                </a:moveTo>
                <a:lnTo>
                  <a:pt x="2451" y="1282"/>
                </a:lnTo>
                <a:lnTo>
                  <a:pt x="2451" y="1275"/>
                </a:lnTo>
                <a:lnTo>
                  <a:pt x="2443" y="1275"/>
                </a:lnTo>
                <a:lnTo>
                  <a:pt x="2443" y="1282"/>
                </a:lnTo>
                <a:close/>
                <a:moveTo>
                  <a:pt x="2460" y="1282"/>
                </a:moveTo>
                <a:lnTo>
                  <a:pt x="2467" y="1282"/>
                </a:lnTo>
                <a:lnTo>
                  <a:pt x="2467" y="1275"/>
                </a:lnTo>
                <a:lnTo>
                  <a:pt x="2460" y="1275"/>
                </a:lnTo>
                <a:lnTo>
                  <a:pt x="2460" y="1282"/>
                </a:lnTo>
                <a:close/>
                <a:moveTo>
                  <a:pt x="2477" y="1282"/>
                </a:moveTo>
                <a:lnTo>
                  <a:pt x="2484" y="1282"/>
                </a:lnTo>
                <a:lnTo>
                  <a:pt x="2484" y="1275"/>
                </a:lnTo>
                <a:lnTo>
                  <a:pt x="2477" y="1275"/>
                </a:lnTo>
                <a:lnTo>
                  <a:pt x="2477" y="1282"/>
                </a:lnTo>
                <a:close/>
                <a:moveTo>
                  <a:pt x="2493" y="1282"/>
                </a:moveTo>
                <a:lnTo>
                  <a:pt x="2500" y="1282"/>
                </a:lnTo>
                <a:lnTo>
                  <a:pt x="2500" y="1275"/>
                </a:lnTo>
                <a:lnTo>
                  <a:pt x="2493" y="1275"/>
                </a:lnTo>
                <a:lnTo>
                  <a:pt x="2493" y="1282"/>
                </a:lnTo>
                <a:close/>
                <a:moveTo>
                  <a:pt x="2593" y="1282"/>
                </a:moveTo>
                <a:lnTo>
                  <a:pt x="2600" y="1282"/>
                </a:lnTo>
                <a:lnTo>
                  <a:pt x="2600" y="1275"/>
                </a:lnTo>
                <a:lnTo>
                  <a:pt x="2593" y="1275"/>
                </a:lnTo>
                <a:lnTo>
                  <a:pt x="2593" y="1282"/>
                </a:lnTo>
                <a:close/>
                <a:moveTo>
                  <a:pt x="2609" y="1282"/>
                </a:moveTo>
                <a:lnTo>
                  <a:pt x="2616" y="1282"/>
                </a:lnTo>
                <a:lnTo>
                  <a:pt x="2616" y="1275"/>
                </a:lnTo>
                <a:lnTo>
                  <a:pt x="2609" y="1275"/>
                </a:lnTo>
                <a:lnTo>
                  <a:pt x="2609" y="1282"/>
                </a:lnTo>
                <a:close/>
                <a:moveTo>
                  <a:pt x="2626" y="1282"/>
                </a:moveTo>
                <a:lnTo>
                  <a:pt x="2633" y="1282"/>
                </a:lnTo>
                <a:lnTo>
                  <a:pt x="2633" y="1275"/>
                </a:lnTo>
                <a:lnTo>
                  <a:pt x="2626" y="1275"/>
                </a:lnTo>
                <a:lnTo>
                  <a:pt x="2626" y="1282"/>
                </a:lnTo>
                <a:close/>
                <a:moveTo>
                  <a:pt x="2642" y="1282"/>
                </a:moveTo>
                <a:lnTo>
                  <a:pt x="2649" y="1282"/>
                </a:lnTo>
                <a:lnTo>
                  <a:pt x="2649" y="1275"/>
                </a:lnTo>
                <a:lnTo>
                  <a:pt x="2642" y="1275"/>
                </a:lnTo>
                <a:lnTo>
                  <a:pt x="2642" y="1282"/>
                </a:lnTo>
                <a:close/>
                <a:moveTo>
                  <a:pt x="2659" y="1282"/>
                </a:moveTo>
                <a:lnTo>
                  <a:pt x="2666" y="1282"/>
                </a:lnTo>
                <a:lnTo>
                  <a:pt x="2666" y="1275"/>
                </a:lnTo>
                <a:lnTo>
                  <a:pt x="2659" y="1275"/>
                </a:lnTo>
                <a:lnTo>
                  <a:pt x="2659" y="1282"/>
                </a:lnTo>
                <a:close/>
                <a:moveTo>
                  <a:pt x="2678" y="1282"/>
                </a:moveTo>
                <a:lnTo>
                  <a:pt x="2683" y="1282"/>
                </a:lnTo>
                <a:lnTo>
                  <a:pt x="2683" y="1275"/>
                </a:lnTo>
                <a:lnTo>
                  <a:pt x="2678" y="1275"/>
                </a:lnTo>
                <a:lnTo>
                  <a:pt x="2678" y="1282"/>
                </a:lnTo>
                <a:close/>
                <a:moveTo>
                  <a:pt x="2694" y="1282"/>
                </a:moveTo>
                <a:lnTo>
                  <a:pt x="2702" y="1282"/>
                </a:lnTo>
                <a:lnTo>
                  <a:pt x="2702" y="1275"/>
                </a:lnTo>
                <a:lnTo>
                  <a:pt x="2694" y="1275"/>
                </a:lnTo>
                <a:lnTo>
                  <a:pt x="2694" y="1282"/>
                </a:lnTo>
                <a:close/>
                <a:moveTo>
                  <a:pt x="2711" y="1282"/>
                </a:moveTo>
                <a:lnTo>
                  <a:pt x="2718" y="1282"/>
                </a:lnTo>
                <a:lnTo>
                  <a:pt x="2718" y="1275"/>
                </a:lnTo>
                <a:lnTo>
                  <a:pt x="2711" y="1275"/>
                </a:lnTo>
                <a:lnTo>
                  <a:pt x="2711" y="1282"/>
                </a:lnTo>
                <a:close/>
                <a:moveTo>
                  <a:pt x="2728" y="1282"/>
                </a:moveTo>
                <a:lnTo>
                  <a:pt x="2735" y="1282"/>
                </a:lnTo>
                <a:lnTo>
                  <a:pt x="2735" y="1275"/>
                </a:lnTo>
                <a:lnTo>
                  <a:pt x="2728" y="1275"/>
                </a:lnTo>
                <a:lnTo>
                  <a:pt x="2728" y="1282"/>
                </a:lnTo>
                <a:close/>
                <a:moveTo>
                  <a:pt x="836" y="1299"/>
                </a:moveTo>
                <a:lnTo>
                  <a:pt x="843" y="1299"/>
                </a:lnTo>
                <a:lnTo>
                  <a:pt x="843" y="1292"/>
                </a:lnTo>
                <a:lnTo>
                  <a:pt x="836" y="1292"/>
                </a:lnTo>
                <a:lnTo>
                  <a:pt x="836" y="1299"/>
                </a:lnTo>
                <a:close/>
                <a:moveTo>
                  <a:pt x="852" y="1299"/>
                </a:moveTo>
                <a:lnTo>
                  <a:pt x="859" y="1299"/>
                </a:lnTo>
                <a:lnTo>
                  <a:pt x="859" y="1292"/>
                </a:lnTo>
                <a:lnTo>
                  <a:pt x="852" y="1292"/>
                </a:lnTo>
                <a:lnTo>
                  <a:pt x="852" y="1299"/>
                </a:lnTo>
                <a:close/>
                <a:moveTo>
                  <a:pt x="871" y="1299"/>
                </a:moveTo>
                <a:lnTo>
                  <a:pt x="876" y="1299"/>
                </a:lnTo>
                <a:lnTo>
                  <a:pt x="876" y="1292"/>
                </a:lnTo>
                <a:lnTo>
                  <a:pt x="871" y="1292"/>
                </a:lnTo>
                <a:lnTo>
                  <a:pt x="871" y="1299"/>
                </a:lnTo>
                <a:close/>
                <a:moveTo>
                  <a:pt x="888" y="1299"/>
                </a:moveTo>
                <a:lnTo>
                  <a:pt x="895" y="1299"/>
                </a:lnTo>
                <a:lnTo>
                  <a:pt x="895" y="1292"/>
                </a:lnTo>
                <a:lnTo>
                  <a:pt x="888" y="1292"/>
                </a:lnTo>
                <a:lnTo>
                  <a:pt x="888" y="1299"/>
                </a:lnTo>
                <a:close/>
                <a:moveTo>
                  <a:pt x="904" y="1299"/>
                </a:moveTo>
                <a:lnTo>
                  <a:pt x="911" y="1299"/>
                </a:lnTo>
                <a:lnTo>
                  <a:pt x="911" y="1292"/>
                </a:lnTo>
                <a:lnTo>
                  <a:pt x="904" y="1292"/>
                </a:lnTo>
                <a:lnTo>
                  <a:pt x="904" y="1299"/>
                </a:lnTo>
                <a:close/>
                <a:moveTo>
                  <a:pt x="921" y="1299"/>
                </a:moveTo>
                <a:lnTo>
                  <a:pt x="928" y="1299"/>
                </a:lnTo>
                <a:lnTo>
                  <a:pt x="928" y="1292"/>
                </a:lnTo>
                <a:lnTo>
                  <a:pt x="921" y="1292"/>
                </a:lnTo>
                <a:lnTo>
                  <a:pt x="921" y="1299"/>
                </a:lnTo>
                <a:close/>
                <a:moveTo>
                  <a:pt x="937" y="1299"/>
                </a:moveTo>
                <a:lnTo>
                  <a:pt x="944" y="1299"/>
                </a:lnTo>
                <a:lnTo>
                  <a:pt x="944" y="1292"/>
                </a:lnTo>
                <a:lnTo>
                  <a:pt x="937" y="1292"/>
                </a:lnTo>
                <a:lnTo>
                  <a:pt x="937" y="1299"/>
                </a:lnTo>
                <a:close/>
                <a:moveTo>
                  <a:pt x="954" y="1299"/>
                </a:moveTo>
                <a:lnTo>
                  <a:pt x="961" y="1299"/>
                </a:lnTo>
                <a:lnTo>
                  <a:pt x="961" y="1292"/>
                </a:lnTo>
                <a:lnTo>
                  <a:pt x="954" y="1292"/>
                </a:lnTo>
                <a:lnTo>
                  <a:pt x="954" y="1299"/>
                </a:lnTo>
                <a:close/>
                <a:moveTo>
                  <a:pt x="971" y="1299"/>
                </a:moveTo>
                <a:lnTo>
                  <a:pt x="978" y="1299"/>
                </a:lnTo>
                <a:lnTo>
                  <a:pt x="978" y="1292"/>
                </a:lnTo>
                <a:lnTo>
                  <a:pt x="971" y="1292"/>
                </a:lnTo>
                <a:lnTo>
                  <a:pt x="971" y="1299"/>
                </a:lnTo>
                <a:close/>
                <a:moveTo>
                  <a:pt x="2609" y="1299"/>
                </a:moveTo>
                <a:lnTo>
                  <a:pt x="2616" y="1299"/>
                </a:lnTo>
                <a:lnTo>
                  <a:pt x="2616" y="1292"/>
                </a:lnTo>
                <a:lnTo>
                  <a:pt x="2609" y="1292"/>
                </a:lnTo>
                <a:lnTo>
                  <a:pt x="2609" y="1299"/>
                </a:lnTo>
                <a:close/>
                <a:moveTo>
                  <a:pt x="2626" y="1299"/>
                </a:moveTo>
                <a:lnTo>
                  <a:pt x="2633" y="1299"/>
                </a:lnTo>
                <a:lnTo>
                  <a:pt x="2633" y="1292"/>
                </a:lnTo>
                <a:lnTo>
                  <a:pt x="2626" y="1292"/>
                </a:lnTo>
                <a:lnTo>
                  <a:pt x="2626" y="1299"/>
                </a:lnTo>
                <a:close/>
                <a:moveTo>
                  <a:pt x="2642" y="1299"/>
                </a:moveTo>
                <a:lnTo>
                  <a:pt x="2649" y="1299"/>
                </a:lnTo>
                <a:lnTo>
                  <a:pt x="2649" y="1292"/>
                </a:lnTo>
                <a:lnTo>
                  <a:pt x="2642" y="1292"/>
                </a:lnTo>
                <a:lnTo>
                  <a:pt x="2642" y="1299"/>
                </a:lnTo>
                <a:close/>
                <a:moveTo>
                  <a:pt x="2659" y="1299"/>
                </a:moveTo>
                <a:lnTo>
                  <a:pt x="2666" y="1299"/>
                </a:lnTo>
                <a:lnTo>
                  <a:pt x="2666" y="1292"/>
                </a:lnTo>
                <a:lnTo>
                  <a:pt x="2659" y="1292"/>
                </a:lnTo>
                <a:lnTo>
                  <a:pt x="2659" y="1299"/>
                </a:lnTo>
                <a:close/>
                <a:moveTo>
                  <a:pt x="2678" y="1299"/>
                </a:moveTo>
                <a:lnTo>
                  <a:pt x="2683" y="1299"/>
                </a:lnTo>
                <a:lnTo>
                  <a:pt x="2683" y="1292"/>
                </a:lnTo>
                <a:lnTo>
                  <a:pt x="2678" y="1292"/>
                </a:lnTo>
                <a:lnTo>
                  <a:pt x="2678" y="1299"/>
                </a:lnTo>
                <a:close/>
                <a:moveTo>
                  <a:pt x="2694" y="1299"/>
                </a:moveTo>
                <a:lnTo>
                  <a:pt x="2702" y="1299"/>
                </a:lnTo>
                <a:lnTo>
                  <a:pt x="2702" y="1292"/>
                </a:lnTo>
                <a:lnTo>
                  <a:pt x="2694" y="1292"/>
                </a:lnTo>
                <a:lnTo>
                  <a:pt x="2694" y="1299"/>
                </a:lnTo>
                <a:close/>
                <a:moveTo>
                  <a:pt x="2711" y="1299"/>
                </a:moveTo>
                <a:lnTo>
                  <a:pt x="2718" y="1299"/>
                </a:lnTo>
                <a:lnTo>
                  <a:pt x="2718" y="1292"/>
                </a:lnTo>
                <a:lnTo>
                  <a:pt x="2711" y="1292"/>
                </a:lnTo>
                <a:lnTo>
                  <a:pt x="2711" y="1299"/>
                </a:lnTo>
                <a:close/>
                <a:moveTo>
                  <a:pt x="2728" y="1299"/>
                </a:moveTo>
                <a:lnTo>
                  <a:pt x="2735" y="1299"/>
                </a:lnTo>
                <a:lnTo>
                  <a:pt x="2735" y="1292"/>
                </a:lnTo>
                <a:lnTo>
                  <a:pt x="2728" y="1292"/>
                </a:lnTo>
                <a:lnTo>
                  <a:pt x="2728" y="1299"/>
                </a:lnTo>
                <a:close/>
                <a:moveTo>
                  <a:pt x="836" y="1316"/>
                </a:moveTo>
                <a:lnTo>
                  <a:pt x="843" y="1316"/>
                </a:lnTo>
                <a:lnTo>
                  <a:pt x="843" y="1308"/>
                </a:lnTo>
                <a:lnTo>
                  <a:pt x="836" y="1308"/>
                </a:lnTo>
                <a:lnTo>
                  <a:pt x="836" y="1316"/>
                </a:lnTo>
                <a:close/>
                <a:moveTo>
                  <a:pt x="852" y="1316"/>
                </a:moveTo>
                <a:lnTo>
                  <a:pt x="859" y="1316"/>
                </a:lnTo>
                <a:lnTo>
                  <a:pt x="859" y="1308"/>
                </a:lnTo>
                <a:lnTo>
                  <a:pt x="852" y="1308"/>
                </a:lnTo>
                <a:lnTo>
                  <a:pt x="852" y="1316"/>
                </a:lnTo>
                <a:close/>
                <a:moveTo>
                  <a:pt x="871" y="1316"/>
                </a:moveTo>
                <a:lnTo>
                  <a:pt x="876" y="1316"/>
                </a:lnTo>
                <a:lnTo>
                  <a:pt x="876" y="1308"/>
                </a:lnTo>
                <a:lnTo>
                  <a:pt x="871" y="1308"/>
                </a:lnTo>
                <a:lnTo>
                  <a:pt x="871" y="1316"/>
                </a:lnTo>
                <a:close/>
                <a:moveTo>
                  <a:pt x="888" y="1316"/>
                </a:moveTo>
                <a:lnTo>
                  <a:pt x="895" y="1316"/>
                </a:lnTo>
                <a:lnTo>
                  <a:pt x="895" y="1308"/>
                </a:lnTo>
                <a:lnTo>
                  <a:pt x="888" y="1308"/>
                </a:lnTo>
                <a:lnTo>
                  <a:pt x="888" y="1316"/>
                </a:lnTo>
                <a:close/>
                <a:moveTo>
                  <a:pt x="904" y="1316"/>
                </a:moveTo>
                <a:lnTo>
                  <a:pt x="911" y="1316"/>
                </a:lnTo>
                <a:lnTo>
                  <a:pt x="911" y="1308"/>
                </a:lnTo>
                <a:lnTo>
                  <a:pt x="904" y="1308"/>
                </a:lnTo>
                <a:lnTo>
                  <a:pt x="904" y="1316"/>
                </a:lnTo>
                <a:close/>
                <a:moveTo>
                  <a:pt x="921" y="1316"/>
                </a:moveTo>
                <a:lnTo>
                  <a:pt x="928" y="1316"/>
                </a:lnTo>
                <a:lnTo>
                  <a:pt x="928" y="1308"/>
                </a:lnTo>
                <a:lnTo>
                  <a:pt x="921" y="1308"/>
                </a:lnTo>
                <a:lnTo>
                  <a:pt x="921" y="1316"/>
                </a:lnTo>
                <a:close/>
                <a:moveTo>
                  <a:pt x="937" y="1316"/>
                </a:moveTo>
                <a:lnTo>
                  <a:pt x="944" y="1316"/>
                </a:lnTo>
                <a:lnTo>
                  <a:pt x="944" y="1308"/>
                </a:lnTo>
                <a:lnTo>
                  <a:pt x="937" y="1308"/>
                </a:lnTo>
                <a:lnTo>
                  <a:pt x="937" y="1316"/>
                </a:lnTo>
                <a:close/>
                <a:moveTo>
                  <a:pt x="954" y="1316"/>
                </a:moveTo>
                <a:lnTo>
                  <a:pt x="961" y="1316"/>
                </a:lnTo>
                <a:lnTo>
                  <a:pt x="961" y="1308"/>
                </a:lnTo>
                <a:lnTo>
                  <a:pt x="954" y="1308"/>
                </a:lnTo>
                <a:lnTo>
                  <a:pt x="954" y="1316"/>
                </a:lnTo>
                <a:close/>
                <a:moveTo>
                  <a:pt x="971" y="1316"/>
                </a:moveTo>
                <a:lnTo>
                  <a:pt x="978" y="1316"/>
                </a:lnTo>
                <a:lnTo>
                  <a:pt x="978" y="1308"/>
                </a:lnTo>
                <a:lnTo>
                  <a:pt x="971" y="1308"/>
                </a:lnTo>
                <a:lnTo>
                  <a:pt x="971" y="1316"/>
                </a:lnTo>
                <a:close/>
                <a:moveTo>
                  <a:pt x="2626" y="1316"/>
                </a:moveTo>
                <a:lnTo>
                  <a:pt x="2633" y="1316"/>
                </a:lnTo>
                <a:lnTo>
                  <a:pt x="2633" y="1308"/>
                </a:lnTo>
                <a:lnTo>
                  <a:pt x="2626" y="1308"/>
                </a:lnTo>
                <a:lnTo>
                  <a:pt x="2626" y="1316"/>
                </a:lnTo>
                <a:close/>
                <a:moveTo>
                  <a:pt x="2642" y="1316"/>
                </a:moveTo>
                <a:lnTo>
                  <a:pt x="2649" y="1316"/>
                </a:lnTo>
                <a:lnTo>
                  <a:pt x="2649" y="1308"/>
                </a:lnTo>
                <a:lnTo>
                  <a:pt x="2642" y="1308"/>
                </a:lnTo>
                <a:lnTo>
                  <a:pt x="2642" y="1316"/>
                </a:lnTo>
                <a:close/>
                <a:moveTo>
                  <a:pt x="2659" y="1316"/>
                </a:moveTo>
                <a:lnTo>
                  <a:pt x="2666" y="1316"/>
                </a:lnTo>
                <a:lnTo>
                  <a:pt x="2666" y="1308"/>
                </a:lnTo>
                <a:lnTo>
                  <a:pt x="2659" y="1308"/>
                </a:lnTo>
                <a:lnTo>
                  <a:pt x="2659" y="1316"/>
                </a:lnTo>
                <a:close/>
                <a:moveTo>
                  <a:pt x="2678" y="1316"/>
                </a:moveTo>
                <a:lnTo>
                  <a:pt x="2683" y="1316"/>
                </a:lnTo>
                <a:lnTo>
                  <a:pt x="2683" y="1308"/>
                </a:lnTo>
                <a:lnTo>
                  <a:pt x="2678" y="1308"/>
                </a:lnTo>
                <a:lnTo>
                  <a:pt x="2678" y="1316"/>
                </a:lnTo>
                <a:close/>
                <a:moveTo>
                  <a:pt x="2694" y="1316"/>
                </a:moveTo>
                <a:lnTo>
                  <a:pt x="2702" y="1316"/>
                </a:lnTo>
                <a:lnTo>
                  <a:pt x="2702" y="1308"/>
                </a:lnTo>
                <a:lnTo>
                  <a:pt x="2694" y="1308"/>
                </a:lnTo>
                <a:lnTo>
                  <a:pt x="2694" y="1316"/>
                </a:lnTo>
                <a:close/>
                <a:moveTo>
                  <a:pt x="2711" y="1316"/>
                </a:moveTo>
                <a:lnTo>
                  <a:pt x="2718" y="1316"/>
                </a:lnTo>
                <a:lnTo>
                  <a:pt x="2718" y="1308"/>
                </a:lnTo>
                <a:lnTo>
                  <a:pt x="2711" y="1308"/>
                </a:lnTo>
                <a:lnTo>
                  <a:pt x="2711" y="1316"/>
                </a:lnTo>
                <a:close/>
                <a:moveTo>
                  <a:pt x="836" y="1332"/>
                </a:moveTo>
                <a:lnTo>
                  <a:pt x="843" y="1332"/>
                </a:lnTo>
                <a:lnTo>
                  <a:pt x="843" y="1325"/>
                </a:lnTo>
                <a:lnTo>
                  <a:pt x="836" y="1325"/>
                </a:lnTo>
                <a:lnTo>
                  <a:pt x="836" y="1332"/>
                </a:lnTo>
                <a:close/>
                <a:moveTo>
                  <a:pt x="852" y="1332"/>
                </a:moveTo>
                <a:lnTo>
                  <a:pt x="859" y="1332"/>
                </a:lnTo>
                <a:lnTo>
                  <a:pt x="859" y="1325"/>
                </a:lnTo>
                <a:lnTo>
                  <a:pt x="852" y="1325"/>
                </a:lnTo>
                <a:lnTo>
                  <a:pt x="852" y="1332"/>
                </a:lnTo>
                <a:close/>
                <a:moveTo>
                  <a:pt x="871" y="1332"/>
                </a:moveTo>
                <a:lnTo>
                  <a:pt x="876" y="1332"/>
                </a:lnTo>
                <a:lnTo>
                  <a:pt x="876" y="1325"/>
                </a:lnTo>
                <a:lnTo>
                  <a:pt x="871" y="1325"/>
                </a:lnTo>
                <a:lnTo>
                  <a:pt x="871" y="1332"/>
                </a:lnTo>
                <a:close/>
                <a:moveTo>
                  <a:pt x="888" y="1332"/>
                </a:moveTo>
                <a:lnTo>
                  <a:pt x="895" y="1332"/>
                </a:lnTo>
                <a:lnTo>
                  <a:pt x="895" y="1325"/>
                </a:lnTo>
                <a:lnTo>
                  <a:pt x="888" y="1325"/>
                </a:lnTo>
                <a:lnTo>
                  <a:pt x="888" y="1332"/>
                </a:lnTo>
                <a:close/>
                <a:moveTo>
                  <a:pt x="904" y="1332"/>
                </a:moveTo>
                <a:lnTo>
                  <a:pt x="911" y="1332"/>
                </a:lnTo>
                <a:lnTo>
                  <a:pt x="911" y="1325"/>
                </a:lnTo>
                <a:lnTo>
                  <a:pt x="904" y="1325"/>
                </a:lnTo>
                <a:lnTo>
                  <a:pt x="904" y="1332"/>
                </a:lnTo>
                <a:close/>
                <a:moveTo>
                  <a:pt x="921" y="1332"/>
                </a:moveTo>
                <a:lnTo>
                  <a:pt x="928" y="1332"/>
                </a:lnTo>
                <a:lnTo>
                  <a:pt x="928" y="1325"/>
                </a:lnTo>
                <a:lnTo>
                  <a:pt x="921" y="1325"/>
                </a:lnTo>
                <a:lnTo>
                  <a:pt x="921" y="1332"/>
                </a:lnTo>
                <a:close/>
                <a:moveTo>
                  <a:pt x="937" y="1332"/>
                </a:moveTo>
                <a:lnTo>
                  <a:pt x="944" y="1332"/>
                </a:lnTo>
                <a:lnTo>
                  <a:pt x="944" y="1325"/>
                </a:lnTo>
                <a:lnTo>
                  <a:pt x="937" y="1325"/>
                </a:lnTo>
                <a:lnTo>
                  <a:pt x="937" y="1332"/>
                </a:lnTo>
                <a:close/>
                <a:moveTo>
                  <a:pt x="2659" y="1332"/>
                </a:moveTo>
                <a:lnTo>
                  <a:pt x="2666" y="1332"/>
                </a:lnTo>
                <a:lnTo>
                  <a:pt x="2666" y="1325"/>
                </a:lnTo>
                <a:lnTo>
                  <a:pt x="2659" y="1325"/>
                </a:lnTo>
                <a:lnTo>
                  <a:pt x="2659" y="1332"/>
                </a:lnTo>
                <a:close/>
                <a:moveTo>
                  <a:pt x="2678" y="1332"/>
                </a:moveTo>
                <a:lnTo>
                  <a:pt x="2683" y="1332"/>
                </a:lnTo>
                <a:lnTo>
                  <a:pt x="2683" y="1325"/>
                </a:lnTo>
                <a:lnTo>
                  <a:pt x="2678" y="1325"/>
                </a:lnTo>
                <a:lnTo>
                  <a:pt x="2678" y="1332"/>
                </a:lnTo>
                <a:close/>
                <a:moveTo>
                  <a:pt x="2694" y="1332"/>
                </a:moveTo>
                <a:lnTo>
                  <a:pt x="2702" y="1332"/>
                </a:lnTo>
                <a:lnTo>
                  <a:pt x="2702" y="1325"/>
                </a:lnTo>
                <a:lnTo>
                  <a:pt x="2694" y="1325"/>
                </a:lnTo>
                <a:lnTo>
                  <a:pt x="2694" y="1332"/>
                </a:lnTo>
                <a:close/>
                <a:moveTo>
                  <a:pt x="2711" y="1332"/>
                </a:moveTo>
                <a:lnTo>
                  <a:pt x="2718" y="1332"/>
                </a:lnTo>
                <a:lnTo>
                  <a:pt x="2718" y="1325"/>
                </a:lnTo>
                <a:lnTo>
                  <a:pt x="2711" y="1325"/>
                </a:lnTo>
                <a:lnTo>
                  <a:pt x="2711" y="1332"/>
                </a:lnTo>
                <a:close/>
                <a:moveTo>
                  <a:pt x="2910" y="1332"/>
                </a:moveTo>
                <a:lnTo>
                  <a:pt x="2917" y="1332"/>
                </a:lnTo>
                <a:lnTo>
                  <a:pt x="2917" y="1325"/>
                </a:lnTo>
                <a:lnTo>
                  <a:pt x="2910" y="1325"/>
                </a:lnTo>
                <a:lnTo>
                  <a:pt x="2910" y="1332"/>
                </a:lnTo>
                <a:close/>
                <a:moveTo>
                  <a:pt x="836" y="1349"/>
                </a:moveTo>
                <a:lnTo>
                  <a:pt x="843" y="1349"/>
                </a:lnTo>
                <a:lnTo>
                  <a:pt x="843" y="1342"/>
                </a:lnTo>
                <a:lnTo>
                  <a:pt x="836" y="1342"/>
                </a:lnTo>
                <a:lnTo>
                  <a:pt x="836" y="1349"/>
                </a:lnTo>
                <a:close/>
                <a:moveTo>
                  <a:pt x="852" y="1349"/>
                </a:moveTo>
                <a:lnTo>
                  <a:pt x="859" y="1349"/>
                </a:lnTo>
                <a:lnTo>
                  <a:pt x="859" y="1342"/>
                </a:lnTo>
                <a:lnTo>
                  <a:pt x="852" y="1342"/>
                </a:lnTo>
                <a:lnTo>
                  <a:pt x="852" y="1349"/>
                </a:lnTo>
                <a:close/>
                <a:moveTo>
                  <a:pt x="871" y="1349"/>
                </a:moveTo>
                <a:lnTo>
                  <a:pt x="876" y="1349"/>
                </a:lnTo>
                <a:lnTo>
                  <a:pt x="876" y="1342"/>
                </a:lnTo>
                <a:lnTo>
                  <a:pt x="871" y="1342"/>
                </a:lnTo>
                <a:lnTo>
                  <a:pt x="871" y="1349"/>
                </a:lnTo>
                <a:close/>
                <a:moveTo>
                  <a:pt x="888" y="1349"/>
                </a:moveTo>
                <a:lnTo>
                  <a:pt x="895" y="1349"/>
                </a:lnTo>
                <a:lnTo>
                  <a:pt x="895" y="1342"/>
                </a:lnTo>
                <a:lnTo>
                  <a:pt x="888" y="1342"/>
                </a:lnTo>
                <a:lnTo>
                  <a:pt x="888" y="1349"/>
                </a:lnTo>
                <a:close/>
                <a:moveTo>
                  <a:pt x="904" y="1349"/>
                </a:moveTo>
                <a:lnTo>
                  <a:pt x="911" y="1349"/>
                </a:lnTo>
                <a:lnTo>
                  <a:pt x="911" y="1342"/>
                </a:lnTo>
                <a:lnTo>
                  <a:pt x="904" y="1342"/>
                </a:lnTo>
                <a:lnTo>
                  <a:pt x="904" y="1349"/>
                </a:lnTo>
                <a:close/>
                <a:moveTo>
                  <a:pt x="921" y="1349"/>
                </a:moveTo>
                <a:lnTo>
                  <a:pt x="928" y="1349"/>
                </a:lnTo>
                <a:lnTo>
                  <a:pt x="928" y="1342"/>
                </a:lnTo>
                <a:lnTo>
                  <a:pt x="921" y="1342"/>
                </a:lnTo>
                <a:lnTo>
                  <a:pt x="921" y="1349"/>
                </a:lnTo>
                <a:close/>
                <a:moveTo>
                  <a:pt x="937" y="1349"/>
                </a:moveTo>
                <a:lnTo>
                  <a:pt x="944" y="1349"/>
                </a:lnTo>
                <a:lnTo>
                  <a:pt x="944" y="1342"/>
                </a:lnTo>
                <a:lnTo>
                  <a:pt x="937" y="1342"/>
                </a:lnTo>
                <a:lnTo>
                  <a:pt x="937" y="1349"/>
                </a:lnTo>
                <a:close/>
                <a:moveTo>
                  <a:pt x="2678" y="1349"/>
                </a:moveTo>
                <a:lnTo>
                  <a:pt x="2683" y="1349"/>
                </a:lnTo>
                <a:lnTo>
                  <a:pt x="2683" y="1342"/>
                </a:lnTo>
                <a:lnTo>
                  <a:pt x="2678" y="1342"/>
                </a:lnTo>
                <a:lnTo>
                  <a:pt x="2678" y="1349"/>
                </a:lnTo>
                <a:close/>
                <a:moveTo>
                  <a:pt x="2694" y="1349"/>
                </a:moveTo>
                <a:lnTo>
                  <a:pt x="2702" y="1349"/>
                </a:lnTo>
                <a:lnTo>
                  <a:pt x="2702" y="1342"/>
                </a:lnTo>
                <a:lnTo>
                  <a:pt x="2694" y="1342"/>
                </a:lnTo>
                <a:lnTo>
                  <a:pt x="2694" y="1349"/>
                </a:lnTo>
                <a:close/>
                <a:moveTo>
                  <a:pt x="2711" y="1349"/>
                </a:moveTo>
                <a:lnTo>
                  <a:pt x="2718" y="1349"/>
                </a:lnTo>
                <a:lnTo>
                  <a:pt x="2718" y="1342"/>
                </a:lnTo>
                <a:lnTo>
                  <a:pt x="2711" y="1342"/>
                </a:lnTo>
                <a:lnTo>
                  <a:pt x="2711" y="1349"/>
                </a:lnTo>
                <a:close/>
                <a:moveTo>
                  <a:pt x="2893" y="1349"/>
                </a:moveTo>
                <a:lnTo>
                  <a:pt x="2901" y="1349"/>
                </a:lnTo>
                <a:lnTo>
                  <a:pt x="2901" y="1342"/>
                </a:lnTo>
                <a:lnTo>
                  <a:pt x="2893" y="1342"/>
                </a:lnTo>
                <a:lnTo>
                  <a:pt x="2893" y="1349"/>
                </a:lnTo>
                <a:close/>
                <a:moveTo>
                  <a:pt x="2910" y="1349"/>
                </a:moveTo>
                <a:lnTo>
                  <a:pt x="2917" y="1349"/>
                </a:lnTo>
                <a:lnTo>
                  <a:pt x="2917" y="1342"/>
                </a:lnTo>
                <a:lnTo>
                  <a:pt x="2910" y="1342"/>
                </a:lnTo>
                <a:lnTo>
                  <a:pt x="2910" y="1349"/>
                </a:lnTo>
                <a:close/>
                <a:moveTo>
                  <a:pt x="2927" y="1349"/>
                </a:moveTo>
                <a:lnTo>
                  <a:pt x="2934" y="1349"/>
                </a:lnTo>
                <a:lnTo>
                  <a:pt x="2934" y="1342"/>
                </a:lnTo>
                <a:lnTo>
                  <a:pt x="2927" y="1342"/>
                </a:lnTo>
                <a:lnTo>
                  <a:pt x="2927" y="1349"/>
                </a:lnTo>
                <a:close/>
                <a:moveTo>
                  <a:pt x="836" y="1365"/>
                </a:moveTo>
                <a:lnTo>
                  <a:pt x="843" y="1365"/>
                </a:lnTo>
                <a:lnTo>
                  <a:pt x="843" y="1358"/>
                </a:lnTo>
                <a:lnTo>
                  <a:pt x="836" y="1358"/>
                </a:lnTo>
                <a:lnTo>
                  <a:pt x="836" y="1365"/>
                </a:lnTo>
                <a:close/>
                <a:moveTo>
                  <a:pt x="852" y="1365"/>
                </a:moveTo>
                <a:lnTo>
                  <a:pt x="859" y="1365"/>
                </a:lnTo>
                <a:lnTo>
                  <a:pt x="859" y="1358"/>
                </a:lnTo>
                <a:lnTo>
                  <a:pt x="852" y="1358"/>
                </a:lnTo>
                <a:lnTo>
                  <a:pt x="852" y="1365"/>
                </a:lnTo>
                <a:close/>
                <a:moveTo>
                  <a:pt x="871" y="1365"/>
                </a:moveTo>
                <a:lnTo>
                  <a:pt x="876" y="1365"/>
                </a:lnTo>
                <a:lnTo>
                  <a:pt x="876" y="1358"/>
                </a:lnTo>
                <a:lnTo>
                  <a:pt x="871" y="1358"/>
                </a:lnTo>
                <a:lnTo>
                  <a:pt x="871" y="1365"/>
                </a:lnTo>
                <a:close/>
                <a:moveTo>
                  <a:pt x="888" y="1365"/>
                </a:moveTo>
                <a:lnTo>
                  <a:pt x="895" y="1365"/>
                </a:lnTo>
                <a:lnTo>
                  <a:pt x="895" y="1358"/>
                </a:lnTo>
                <a:lnTo>
                  <a:pt x="888" y="1358"/>
                </a:lnTo>
                <a:lnTo>
                  <a:pt x="888" y="1365"/>
                </a:lnTo>
                <a:close/>
                <a:moveTo>
                  <a:pt x="904" y="1365"/>
                </a:moveTo>
                <a:lnTo>
                  <a:pt x="911" y="1365"/>
                </a:lnTo>
                <a:lnTo>
                  <a:pt x="911" y="1358"/>
                </a:lnTo>
                <a:lnTo>
                  <a:pt x="904" y="1358"/>
                </a:lnTo>
                <a:lnTo>
                  <a:pt x="904" y="1365"/>
                </a:lnTo>
                <a:close/>
                <a:moveTo>
                  <a:pt x="921" y="1365"/>
                </a:moveTo>
                <a:lnTo>
                  <a:pt x="928" y="1365"/>
                </a:lnTo>
                <a:lnTo>
                  <a:pt x="928" y="1358"/>
                </a:lnTo>
                <a:lnTo>
                  <a:pt x="921" y="1358"/>
                </a:lnTo>
                <a:lnTo>
                  <a:pt x="921" y="1365"/>
                </a:lnTo>
                <a:close/>
                <a:moveTo>
                  <a:pt x="2678" y="1365"/>
                </a:moveTo>
                <a:lnTo>
                  <a:pt x="2683" y="1365"/>
                </a:lnTo>
                <a:lnTo>
                  <a:pt x="2683" y="1358"/>
                </a:lnTo>
                <a:lnTo>
                  <a:pt x="2678" y="1358"/>
                </a:lnTo>
                <a:lnTo>
                  <a:pt x="2678" y="1365"/>
                </a:lnTo>
                <a:close/>
                <a:moveTo>
                  <a:pt x="2694" y="1365"/>
                </a:moveTo>
                <a:lnTo>
                  <a:pt x="2702" y="1365"/>
                </a:lnTo>
                <a:lnTo>
                  <a:pt x="2702" y="1358"/>
                </a:lnTo>
                <a:lnTo>
                  <a:pt x="2694" y="1358"/>
                </a:lnTo>
                <a:lnTo>
                  <a:pt x="2694" y="1365"/>
                </a:lnTo>
                <a:close/>
                <a:moveTo>
                  <a:pt x="2877" y="1365"/>
                </a:moveTo>
                <a:lnTo>
                  <a:pt x="2884" y="1365"/>
                </a:lnTo>
                <a:lnTo>
                  <a:pt x="2884" y="1358"/>
                </a:lnTo>
                <a:lnTo>
                  <a:pt x="2877" y="1358"/>
                </a:lnTo>
                <a:lnTo>
                  <a:pt x="2877" y="1365"/>
                </a:lnTo>
                <a:close/>
                <a:moveTo>
                  <a:pt x="2893" y="1365"/>
                </a:moveTo>
                <a:lnTo>
                  <a:pt x="2901" y="1365"/>
                </a:lnTo>
                <a:lnTo>
                  <a:pt x="2901" y="1358"/>
                </a:lnTo>
                <a:lnTo>
                  <a:pt x="2893" y="1358"/>
                </a:lnTo>
                <a:lnTo>
                  <a:pt x="2893" y="1365"/>
                </a:lnTo>
                <a:close/>
                <a:moveTo>
                  <a:pt x="2910" y="1365"/>
                </a:moveTo>
                <a:lnTo>
                  <a:pt x="2917" y="1365"/>
                </a:lnTo>
                <a:lnTo>
                  <a:pt x="2917" y="1358"/>
                </a:lnTo>
                <a:lnTo>
                  <a:pt x="2910" y="1358"/>
                </a:lnTo>
                <a:lnTo>
                  <a:pt x="2910" y="1365"/>
                </a:lnTo>
                <a:close/>
                <a:moveTo>
                  <a:pt x="836" y="1382"/>
                </a:moveTo>
                <a:lnTo>
                  <a:pt x="843" y="1382"/>
                </a:lnTo>
                <a:lnTo>
                  <a:pt x="843" y="1377"/>
                </a:lnTo>
                <a:lnTo>
                  <a:pt x="836" y="1377"/>
                </a:lnTo>
                <a:lnTo>
                  <a:pt x="836" y="1382"/>
                </a:lnTo>
                <a:close/>
                <a:moveTo>
                  <a:pt x="852" y="1382"/>
                </a:moveTo>
                <a:lnTo>
                  <a:pt x="859" y="1382"/>
                </a:lnTo>
                <a:lnTo>
                  <a:pt x="859" y="1377"/>
                </a:lnTo>
                <a:lnTo>
                  <a:pt x="852" y="1377"/>
                </a:lnTo>
                <a:lnTo>
                  <a:pt x="852" y="1382"/>
                </a:lnTo>
                <a:close/>
                <a:moveTo>
                  <a:pt x="871" y="1382"/>
                </a:moveTo>
                <a:lnTo>
                  <a:pt x="876" y="1382"/>
                </a:lnTo>
                <a:lnTo>
                  <a:pt x="876" y="1377"/>
                </a:lnTo>
                <a:lnTo>
                  <a:pt x="871" y="1377"/>
                </a:lnTo>
                <a:lnTo>
                  <a:pt x="871" y="1382"/>
                </a:lnTo>
                <a:close/>
                <a:moveTo>
                  <a:pt x="888" y="1382"/>
                </a:moveTo>
                <a:lnTo>
                  <a:pt x="895" y="1382"/>
                </a:lnTo>
                <a:lnTo>
                  <a:pt x="895" y="1377"/>
                </a:lnTo>
                <a:lnTo>
                  <a:pt x="888" y="1377"/>
                </a:lnTo>
                <a:lnTo>
                  <a:pt x="888" y="1382"/>
                </a:lnTo>
                <a:close/>
                <a:moveTo>
                  <a:pt x="904" y="1382"/>
                </a:moveTo>
                <a:lnTo>
                  <a:pt x="911" y="1382"/>
                </a:lnTo>
                <a:lnTo>
                  <a:pt x="911" y="1377"/>
                </a:lnTo>
                <a:lnTo>
                  <a:pt x="904" y="1377"/>
                </a:lnTo>
                <a:lnTo>
                  <a:pt x="904" y="1382"/>
                </a:lnTo>
                <a:close/>
                <a:moveTo>
                  <a:pt x="2860" y="1382"/>
                </a:moveTo>
                <a:lnTo>
                  <a:pt x="2867" y="1382"/>
                </a:lnTo>
                <a:lnTo>
                  <a:pt x="2867" y="1377"/>
                </a:lnTo>
                <a:lnTo>
                  <a:pt x="2860" y="1377"/>
                </a:lnTo>
                <a:lnTo>
                  <a:pt x="2860" y="1382"/>
                </a:lnTo>
                <a:close/>
                <a:moveTo>
                  <a:pt x="2877" y="1382"/>
                </a:moveTo>
                <a:lnTo>
                  <a:pt x="2884" y="1382"/>
                </a:lnTo>
                <a:lnTo>
                  <a:pt x="2884" y="1377"/>
                </a:lnTo>
                <a:lnTo>
                  <a:pt x="2877" y="1377"/>
                </a:lnTo>
                <a:lnTo>
                  <a:pt x="2877" y="1382"/>
                </a:lnTo>
                <a:close/>
                <a:moveTo>
                  <a:pt x="2893" y="1382"/>
                </a:moveTo>
                <a:lnTo>
                  <a:pt x="2901" y="1382"/>
                </a:lnTo>
                <a:lnTo>
                  <a:pt x="2901" y="1377"/>
                </a:lnTo>
                <a:lnTo>
                  <a:pt x="2893" y="1377"/>
                </a:lnTo>
                <a:lnTo>
                  <a:pt x="2893" y="1382"/>
                </a:lnTo>
                <a:close/>
                <a:moveTo>
                  <a:pt x="819" y="1401"/>
                </a:moveTo>
                <a:lnTo>
                  <a:pt x="826" y="1401"/>
                </a:lnTo>
                <a:lnTo>
                  <a:pt x="826" y="1394"/>
                </a:lnTo>
                <a:lnTo>
                  <a:pt x="819" y="1394"/>
                </a:lnTo>
                <a:lnTo>
                  <a:pt x="819" y="1401"/>
                </a:lnTo>
                <a:close/>
                <a:moveTo>
                  <a:pt x="836" y="1401"/>
                </a:moveTo>
                <a:lnTo>
                  <a:pt x="843" y="1401"/>
                </a:lnTo>
                <a:lnTo>
                  <a:pt x="843" y="1394"/>
                </a:lnTo>
                <a:lnTo>
                  <a:pt x="836" y="1394"/>
                </a:lnTo>
                <a:lnTo>
                  <a:pt x="836" y="1401"/>
                </a:lnTo>
                <a:close/>
                <a:moveTo>
                  <a:pt x="852" y="1401"/>
                </a:moveTo>
                <a:lnTo>
                  <a:pt x="859" y="1401"/>
                </a:lnTo>
                <a:lnTo>
                  <a:pt x="859" y="1394"/>
                </a:lnTo>
                <a:lnTo>
                  <a:pt x="852" y="1394"/>
                </a:lnTo>
                <a:lnTo>
                  <a:pt x="852" y="1401"/>
                </a:lnTo>
                <a:close/>
                <a:moveTo>
                  <a:pt x="871" y="1401"/>
                </a:moveTo>
                <a:lnTo>
                  <a:pt x="876" y="1401"/>
                </a:lnTo>
                <a:lnTo>
                  <a:pt x="876" y="1394"/>
                </a:lnTo>
                <a:lnTo>
                  <a:pt x="871" y="1394"/>
                </a:lnTo>
                <a:lnTo>
                  <a:pt x="871" y="1401"/>
                </a:lnTo>
                <a:close/>
                <a:moveTo>
                  <a:pt x="888" y="1401"/>
                </a:moveTo>
                <a:lnTo>
                  <a:pt x="895" y="1401"/>
                </a:lnTo>
                <a:lnTo>
                  <a:pt x="895" y="1394"/>
                </a:lnTo>
                <a:lnTo>
                  <a:pt x="888" y="1394"/>
                </a:lnTo>
                <a:lnTo>
                  <a:pt x="888" y="1401"/>
                </a:lnTo>
                <a:close/>
                <a:moveTo>
                  <a:pt x="904" y="1401"/>
                </a:moveTo>
                <a:lnTo>
                  <a:pt x="911" y="1401"/>
                </a:lnTo>
                <a:lnTo>
                  <a:pt x="911" y="1394"/>
                </a:lnTo>
                <a:lnTo>
                  <a:pt x="904" y="1394"/>
                </a:lnTo>
                <a:lnTo>
                  <a:pt x="904" y="1401"/>
                </a:lnTo>
                <a:close/>
                <a:moveTo>
                  <a:pt x="2860" y="1401"/>
                </a:moveTo>
                <a:lnTo>
                  <a:pt x="2867" y="1401"/>
                </a:lnTo>
                <a:lnTo>
                  <a:pt x="2867" y="1394"/>
                </a:lnTo>
                <a:lnTo>
                  <a:pt x="2860" y="1394"/>
                </a:lnTo>
                <a:lnTo>
                  <a:pt x="2860" y="1401"/>
                </a:lnTo>
                <a:close/>
                <a:moveTo>
                  <a:pt x="2877" y="1401"/>
                </a:moveTo>
                <a:lnTo>
                  <a:pt x="2884" y="1401"/>
                </a:lnTo>
                <a:lnTo>
                  <a:pt x="2884" y="1394"/>
                </a:lnTo>
                <a:lnTo>
                  <a:pt x="2877" y="1394"/>
                </a:lnTo>
                <a:lnTo>
                  <a:pt x="2877" y="1401"/>
                </a:lnTo>
                <a:close/>
                <a:moveTo>
                  <a:pt x="2893" y="1401"/>
                </a:moveTo>
                <a:lnTo>
                  <a:pt x="2901" y="1401"/>
                </a:lnTo>
                <a:lnTo>
                  <a:pt x="2901" y="1394"/>
                </a:lnTo>
                <a:lnTo>
                  <a:pt x="2893" y="1394"/>
                </a:lnTo>
                <a:lnTo>
                  <a:pt x="2893" y="1401"/>
                </a:lnTo>
                <a:close/>
                <a:moveTo>
                  <a:pt x="819" y="1418"/>
                </a:moveTo>
                <a:lnTo>
                  <a:pt x="826" y="1418"/>
                </a:lnTo>
                <a:lnTo>
                  <a:pt x="826" y="1411"/>
                </a:lnTo>
                <a:lnTo>
                  <a:pt x="819" y="1411"/>
                </a:lnTo>
                <a:lnTo>
                  <a:pt x="819" y="1418"/>
                </a:lnTo>
                <a:close/>
                <a:moveTo>
                  <a:pt x="836" y="1418"/>
                </a:moveTo>
                <a:lnTo>
                  <a:pt x="843" y="1418"/>
                </a:lnTo>
                <a:lnTo>
                  <a:pt x="843" y="1411"/>
                </a:lnTo>
                <a:lnTo>
                  <a:pt x="836" y="1411"/>
                </a:lnTo>
                <a:lnTo>
                  <a:pt x="836" y="1418"/>
                </a:lnTo>
                <a:close/>
                <a:moveTo>
                  <a:pt x="852" y="1418"/>
                </a:moveTo>
                <a:lnTo>
                  <a:pt x="859" y="1418"/>
                </a:lnTo>
                <a:lnTo>
                  <a:pt x="859" y="1411"/>
                </a:lnTo>
                <a:lnTo>
                  <a:pt x="852" y="1411"/>
                </a:lnTo>
                <a:lnTo>
                  <a:pt x="852" y="1418"/>
                </a:lnTo>
                <a:close/>
                <a:moveTo>
                  <a:pt x="871" y="1418"/>
                </a:moveTo>
                <a:lnTo>
                  <a:pt x="876" y="1418"/>
                </a:lnTo>
                <a:lnTo>
                  <a:pt x="876" y="1411"/>
                </a:lnTo>
                <a:lnTo>
                  <a:pt x="871" y="1411"/>
                </a:lnTo>
                <a:lnTo>
                  <a:pt x="871" y="1418"/>
                </a:lnTo>
                <a:close/>
                <a:moveTo>
                  <a:pt x="888" y="1418"/>
                </a:moveTo>
                <a:lnTo>
                  <a:pt x="895" y="1418"/>
                </a:lnTo>
                <a:lnTo>
                  <a:pt x="895" y="1411"/>
                </a:lnTo>
                <a:lnTo>
                  <a:pt x="888" y="1411"/>
                </a:lnTo>
                <a:lnTo>
                  <a:pt x="888" y="1418"/>
                </a:lnTo>
                <a:close/>
                <a:moveTo>
                  <a:pt x="904" y="1418"/>
                </a:moveTo>
                <a:lnTo>
                  <a:pt x="911" y="1418"/>
                </a:lnTo>
                <a:lnTo>
                  <a:pt x="911" y="1411"/>
                </a:lnTo>
                <a:lnTo>
                  <a:pt x="904" y="1411"/>
                </a:lnTo>
                <a:lnTo>
                  <a:pt x="904" y="1418"/>
                </a:lnTo>
                <a:close/>
                <a:moveTo>
                  <a:pt x="819" y="1434"/>
                </a:moveTo>
                <a:lnTo>
                  <a:pt x="826" y="1434"/>
                </a:lnTo>
                <a:lnTo>
                  <a:pt x="826" y="1427"/>
                </a:lnTo>
                <a:lnTo>
                  <a:pt x="819" y="1427"/>
                </a:lnTo>
                <a:lnTo>
                  <a:pt x="819" y="1434"/>
                </a:lnTo>
                <a:close/>
                <a:moveTo>
                  <a:pt x="836" y="1434"/>
                </a:moveTo>
                <a:lnTo>
                  <a:pt x="843" y="1434"/>
                </a:lnTo>
                <a:lnTo>
                  <a:pt x="843" y="1427"/>
                </a:lnTo>
                <a:lnTo>
                  <a:pt x="836" y="1427"/>
                </a:lnTo>
                <a:lnTo>
                  <a:pt x="836" y="1434"/>
                </a:lnTo>
                <a:close/>
                <a:moveTo>
                  <a:pt x="852" y="1434"/>
                </a:moveTo>
                <a:lnTo>
                  <a:pt x="859" y="1434"/>
                </a:lnTo>
                <a:lnTo>
                  <a:pt x="859" y="1427"/>
                </a:lnTo>
                <a:lnTo>
                  <a:pt x="852" y="1427"/>
                </a:lnTo>
                <a:lnTo>
                  <a:pt x="852" y="1434"/>
                </a:lnTo>
                <a:close/>
                <a:moveTo>
                  <a:pt x="871" y="1434"/>
                </a:moveTo>
                <a:lnTo>
                  <a:pt x="876" y="1434"/>
                </a:lnTo>
                <a:lnTo>
                  <a:pt x="876" y="1427"/>
                </a:lnTo>
                <a:lnTo>
                  <a:pt x="871" y="1427"/>
                </a:lnTo>
                <a:lnTo>
                  <a:pt x="871" y="1434"/>
                </a:lnTo>
                <a:close/>
                <a:moveTo>
                  <a:pt x="888" y="1434"/>
                </a:moveTo>
                <a:lnTo>
                  <a:pt x="895" y="1434"/>
                </a:lnTo>
                <a:lnTo>
                  <a:pt x="895" y="1427"/>
                </a:lnTo>
                <a:lnTo>
                  <a:pt x="888" y="1427"/>
                </a:lnTo>
                <a:lnTo>
                  <a:pt x="888" y="1434"/>
                </a:lnTo>
                <a:close/>
                <a:moveTo>
                  <a:pt x="819" y="1451"/>
                </a:moveTo>
                <a:lnTo>
                  <a:pt x="826" y="1451"/>
                </a:lnTo>
                <a:lnTo>
                  <a:pt x="826" y="1444"/>
                </a:lnTo>
                <a:lnTo>
                  <a:pt x="819" y="1444"/>
                </a:lnTo>
                <a:lnTo>
                  <a:pt x="819" y="1451"/>
                </a:lnTo>
                <a:close/>
                <a:moveTo>
                  <a:pt x="836" y="1451"/>
                </a:moveTo>
                <a:lnTo>
                  <a:pt x="843" y="1451"/>
                </a:lnTo>
                <a:lnTo>
                  <a:pt x="843" y="1444"/>
                </a:lnTo>
                <a:lnTo>
                  <a:pt x="836" y="1444"/>
                </a:lnTo>
                <a:lnTo>
                  <a:pt x="836" y="1451"/>
                </a:lnTo>
                <a:close/>
                <a:moveTo>
                  <a:pt x="852" y="1451"/>
                </a:moveTo>
                <a:lnTo>
                  <a:pt x="859" y="1451"/>
                </a:lnTo>
                <a:lnTo>
                  <a:pt x="859" y="1444"/>
                </a:lnTo>
                <a:lnTo>
                  <a:pt x="852" y="1444"/>
                </a:lnTo>
                <a:lnTo>
                  <a:pt x="852" y="1451"/>
                </a:lnTo>
                <a:close/>
                <a:moveTo>
                  <a:pt x="871" y="1451"/>
                </a:moveTo>
                <a:lnTo>
                  <a:pt x="876" y="1451"/>
                </a:lnTo>
                <a:lnTo>
                  <a:pt x="876" y="1444"/>
                </a:lnTo>
                <a:lnTo>
                  <a:pt x="871" y="1444"/>
                </a:lnTo>
                <a:lnTo>
                  <a:pt x="871" y="1451"/>
                </a:lnTo>
                <a:close/>
                <a:moveTo>
                  <a:pt x="937" y="1451"/>
                </a:moveTo>
                <a:lnTo>
                  <a:pt x="944" y="1451"/>
                </a:lnTo>
                <a:lnTo>
                  <a:pt x="944" y="1444"/>
                </a:lnTo>
                <a:lnTo>
                  <a:pt x="937" y="1444"/>
                </a:lnTo>
                <a:lnTo>
                  <a:pt x="937" y="1451"/>
                </a:lnTo>
                <a:close/>
                <a:moveTo>
                  <a:pt x="954" y="1451"/>
                </a:moveTo>
                <a:lnTo>
                  <a:pt x="961" y="1451"/>
                </a:lnTo>
                <a:lnTo>
                  <a:pt x="961" y="1444"/>
                </a:lnTo>
                <a:lnTo>
                  <a:pt x="954" y="1444"/>
                </a:lnTo>
                <a:lnTo>
                  <a:pt x="954" y="1451"/>
                </a:lnTo>
                <a:close/>
                <a:moveTo>
                  <a:pt x="971" y="1451"/>
                </a:moveTo>
                <a:lnTo>
                  <a:pt x="978" y="1451"/>
                </a:lnTo>
                <a:lnTo>
                  <a:pt x="978" y="1444"/>
                </a:lnTo>
                <a:lnTo>
                  <a:pt x="971" y="1444"/>
                </a:lnTo>
                <a:lnTo>
                  <a:pt x="971" y="1451"/>
                </a:lnTo>
                <a:close/>
                <a:moveTo>
                  <a:pt x="819" y="1468"/>
                </a:moveTo>
                <a:lnTo>
                  <a:pt x="826" y="1468"/>
                </a:lnTo>
                <a:lnTo>
                  <a:pt x="826" y="1460"/>
                </a:lnTo>
                <a:lnTo>
                  <a:pt x="819" y="1460"/>
                </a:lnTo>
                <a:lnTo>
                  <a:pt x="819" y="1468"/>
                </a:lnTo>
                <a:close/>
                <a:moveTo>
                  <a:pt x="836" y="1468"/>
                </a:moveTo>
                <a:lnTo>
                  <a:pt x="843" y="1468"/>
                </a:lnTo>
                <a:lnTo>
                  <a:pt x="843" y="1460"/>
                </a:lnTo>
                <a:lnTo>
                  <a:pt x="836" y="1460"/>
                </a:lnTo>
                <a:lnTo>
                  <a:pt x="836" y="1468"/>
                </a:lnTo>
                <a:close/>
                <a:moveTo>
                  <a:pt x="852" y="1468"/>
                </a:moveTo>
                <a:lnTo>
                  <a:pt x="859" y="1468"/>
                </a:lnTo>
                <a:lnTo>
                  <a:pt x="859" y="1460"/>
                </a:lnTo>
                <a:lnTo>
                  <a:pt x="852" y="1460"/>
                </a:lnTo>
                <a:lnTo>
                  <a:pt x="852" y="1468"/>
                </a:lnTo>
                <a:close/>
                <a:moveTo>
                  <a:pt x="871" y="1468"/>
                </a:moveTo>
                <a:lnTo>
                  <a:pt x="876" y="1468"/>
                </a:lnTo>
                <a:lnTo>
                  <a:pt x="876" y="1460"/>
                </a:lnTo>
                <a:lnTo>
                  <a:pt x="871" y="1460"/>
                </a:lnTo>
                <a:lnTo>
                  <a:pt x="871" y="1468"/>
                </a:lnTo>
                <a:close/>
                <a:moveTo>
                  <a:pt x="888" y="1468"/>
                </a:moveTo>
                <a:lnTo>
                  <a:pt x="895" y="1468"/>
                </a:lnTo>
                <a:lnTo>
                  <a:pt x="895" y="1460"/>
                </a:lnTo>
                <a:lnTo>
                  <a:pt x="888" y="1460"/>
                </a:lnTo>
                <a:lnTo>
                  <a:pt x="888" y="1468"/>
                </a:lnTo>
                <a:close/>
                <a:moveTo>
                  <a:pt x="937" y="1468"/>
                </a:moveTo>
                <a:lnTo>
                  <a:pt x="944" y="1468"/>
                </a:lnTo>
                <a:lnTo>
                  <a:pt x="944" y="1460"/>
                </a:lnTo>
                <a:lnTo>
                  <a:pt x="937" y="1460"/>
                </a:lnTo>
                <a:lnTo>
                  <a:pt x="937" y="1468"/>
                </a:lnTo>
                <a:close/>
                <a:moveTo>
                  <a:pt x="954" y="1468"/>
                </a:moveTo>
                <a:lnTo>
                  <a:pt x="961" y="1468"/>
                </a:lnTo>
                <a:lnTo>
                  <a:pt x="961" y="1460"/>
                </a:lnTo>
                <a:lnTo>
                  <a:pt x="954" y="1460"/>
                </a:lnTo>
                <a:lnTo>
                  <a:pt x="954" y="1468"/>
                </a:lnTo>
                <a:close/>
                <a:moveTo>
                  <a:pt x="971" y="1468"/>
                </a:moveTo>
                <a:lnTo>
                  <a:pt x="978" y="1468"/>
                </a:lnTo>
                <a:lnTo>
                  <a:pt x="978" y="1460"/>
                </a:lnTo>
                <a:lnTo>
                  <a:pt x="971" y="1460"/>
                </a:lnTo>
                <a:lnTo>
                  <a:pt x="971" y="1468"/>
                </a:lnTo>
                <a:close/>
                <a:moveTo>
                  <a:pt x="836" y="1484"/>
                </a:moveTo>
                <a:lnTo>
                  <a:pt x="843" y="1484"/>
                </a:lnTo>
                <a:lnTo>
                  <a:pt x="843" y="1477"/>
                </a:lnTo>
                <a:lnTo>
                  <a:pt x="836" y="1477"/>
                </a:lnTo>
                <a:lnTo>
                  <a:pt x="836" y="1484"/>
                </a:lnTo>
                <a:close/>
                <a:moveTo>
                  <a:pt x="852" y="1484"/>
                </a:moveTo>
                <a:lnTo>
                  <a:pt x="859" y="1484"/>
                </a:lnTo>
                <a:lnTo>
                  <a:pt x="859" y="1477"/>
                </a:lnTo>
                <a:lnTo>
                  <a:pt x="852" y="1477"/>
                </a:lnTo>
                <a:lnTo>
                  <a:pt x="852" y="1484"/>
                </a:lnTo>
                <a:close/>
                <a:moveTo>
                  <a:pt x="871" y="1484"/>
                </a:moveTo>
                <a:lnTo>
                  <a:pt x="876" y="1484"/>
                </a:lnTo>
                <a:lnTo>
                  <a:pt x="876" y="1477"/>
                </a:lnTo>
                <a:lnTo>
                  <a:pt x="871" y="1477"/>
                </a:lnTo>
                <a:lnTo>
                  <a:pt x="871" y="1484"/>
                </a:lnTo>
                <a:close/>
                <a:moveTo>
                  <a:pt x="888" y="1484"/>
                </a:moveTo>
                <a:lnTo>
                  <a:pt x="895" y="1484"/>
                </a:lnTo>
                <a:lnTo>
                  <a:pt x="895" y="1477"/>
                </a:lnTo>
                <a:lnTo>
                  <a:pt x="888" y="1477"/>
                </a:lnTo>
                <a:lnTo>
                  <a:pt x="888" y="1484"/>
                </a:lnTo>
                <a:close/>
                <a:moveTo>
                  <a:pt x="904" y="1484"/>
                </a:moveTo>
                <a:lnTo>
                  <a:pt x="911" y="1484"/>
                </a:lnTo>
                <a:lnTo>
                  <a:pt x="911" y="1477"/>
                </a:lnTo>
                <a:lnTo>
                  <a:pt x="904" y="1477"/>
                </a:lnTo>
                <a:lnTo>
                  <a:pt x="904" y="1484"/>
                </a:lnTo>
                <a:close/>
                <a:moveTo>
                  <a:pt x="852" y="1501"/>
                </a:moveTo>
                <a:lnTo>
                  <a:pt x="859" y="1501"/>
                </a:lnTo>
                <a:lnTo>
                  <a:pt x="859" y="1494"/>
                </a:lnTo>
                <a:lnTo>
                  <a:pt x="852" y="1494"/>
                </a:lnTo>
                <a:lnTo>
                  <a:pt x="852" y="1501"/>
                </a:lnTo>
                <a:close/>
                <a:moveTo>
                  <a:pt x="871" y="1501"/>
                </a:moveTo>
                <a:lnTo>
                  <a:pt x="876" y="1501"/>
                </a:lnTo>
                <a:lnTo>
                  <a:pt x="876" y="1494"/>
                </a:lnTo>
                <a:lnTo>
                  <a:pt x="871" y="1494"/>
                </a:lnTo>
                <a:lnTo>
                  <a:pt x="871" y="1501"/>
                </a:lnTo>
                <a:close/>
                <a:moveTo>
                  <a:pt x="888" y="1501"/>
                </a:moveTo>
                <a:lnTo>
                  <a:pt x="895" y="1501"/>
                </a:lnTo>
                <a:lnTo>
                  <a:pt x="895" y="1494"/>
                </a:lnTo>
                <a:lnTo>
                  <a:pt x="888" y="1494"/>
                </a:lnTo>
                <a:lnTo>
                  <a:pt x="888" y="1501"/>
                </a:lnTo>
                <a:close/>
                <a:moveTo>
                  <a:pt x="904" y="1501"/>
                </a:moveTo>
                <a:lnTo>
                  <a:pt x="911" y="1501"/>
                </a:lnTo>
                <a:lnTo>
                  <a:pt x="911" y="1494"/>
                </a:lnTo>
                <a:lnTo>
                  <a:pt x="904" y="1494"/>
                </a:lnTo>
                <a:lnTo>
                  <a:pt x="904" y="1501"/>
                </a:lnTo>
                <a:close/>
              </a:path>
            </a:pathLst>
          </a:custGeom>
          <a:solidFill>
            <a:schemeClr val="bg1">
              <a:lumMod val="95000"/>
              <a:alpha val="35000"/>
            </a:schemeClr>
          </a:solidFill>
          <a:ln>
            <a:noFill/>
          </a:ln>
        </p:spPr>
        <p:txBody>
          <a:bodyPr vert="horz" wrap="square" lIns="68562" tIns="34289" rIns="68562" bIns="34289" numCol="1" anchor="t" anchorCtr="0" compatLnSpc="1">
            <a:prstTxWarp prst="textNoShape">
              <a:avLst/>
            </a:prstTxWarp>
          </a:bodyPr>
          <a:lstStyle/>
          <a:p>
            <a:pPr defTabSz="685596"/>
            <a:endParaRPr lang="zh-CN" altLang="en-US" sz="1400">
              <a:solidFill>
                <a:prstClr val="black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009293"/>
            <a:ext cx="9144000" cy="1134208"/>
          </a:xfrm>
          <a:custGeom>
            <a:avLst/>
            <a:gdLst>
              <a:gd name="connsiteX0" fmla="*/ 0 w 12192000"/>
              <a:gd name="connsiteY0" fmla="*/ 0 h 1512277"/>
              <a:gd name="connsiteX1" fmla="*/ 12192000 w 12192000"/>
              <a:gd name="connsiteY1" fmla="*/ 0 h 1512277"/>
              <a:gd name="connsiteX2" fmla="*/ 12192000 w 12192000"/>
              <a:gd name="connsiteY2" fmla="*/ 1512277 h 1512277"/>
              <a:gd name="connsiteX3" fmla="*/ 0 w 12192000"/>
              <a:gd name="connsiteY3" fmla="*/ 1512277 h 151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12277">
                <a:moveTo>
                  <a:pt x="0" y="0"/>
                </a:moveTo>
                <a:lnTo>
                  <a:pt x="12192000" y="0"/>
                </a:lnTo>
                <a:lnTo>
                  <a:pt x="12192000" y="1512277"/>
                </a:lnTo>
                <a:lnTo>
                  <a:pt x="0" y="1512277"/>
                </a:lnTo>
                <a:close/>
              </a:path>
            </a:pathLst>
          </a:custGeom>
        </p:spPr>
      </p:pic>
      <p:sp>
        <p:nvSpPr>
          <p:cNvPr id="38" name="矩形 37"/>
          <p:cNvSpPr/>
          <p:nvPr/>
        </p:nvSpPr>
        <p:spPr>
          <a:xfrm>
            <a:off x="0" y="4009293"/>
            <a:ext cx="9144000" cy="1134208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9" rIns="68562" bIns="34289" rtlCol="0" anchor="ctr"/>
          <a:lstStyle/>
          <a:p>
            <a:pPr algn="ctr" defTabSz="685596"/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18" name="Rectangle 22"/>
          <p:cNvSpPr txBox="1">
            <a:spLocks/>
          </p:cNvSpPr>
          <p:nvPr/>
        </p:nvSpPr>
        <p:spPr bwMode="auto">
          <a:xfrm>
            <a:off x="2362439" y="2520971"/>
            <a:ext cx="4309522" cy="585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58007" tIns="29012" rIns="58007" bIns="29012" anchor="ctr"/>
          <a:lstStyle/>
          <a:p>
            <a:pPr algn="ctr" defTabSz="685596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潘娟</a:t>
            </a:r>
          </a:p>
        </p:txBody>
      </p:sp>
      <p:sp>
        <p:nvSpPr>
          <p:cNvPr id="7" name="文本框 4"/>
          <p:cNvSpPr txBox="1"/>
          <p:nvPr/>
        </p:nvSpPr>
        <p:spPr>
          <a:xfrm>
            <a:off x="3080606" y="1491630"/>
            <a:ext cx="2873186" cy="715578"/>
          </a:xfrm>
          <a:prstGeom prst="rect">
            <a:avLst/>
          </a:prstGeom>
          <a:noFill/>
        </p:spPr>
        <p:txBody>
          <a:bodyPr wrap="none" lIns="68562" tIns="34289" rIns="68562" bIns="34289" rtlCol="0">
            <a:spAutoFit/>
          </a:bodyPr>
          <a:lstStyle/>
          <a:p>
            <a:pPr algn="ctr" defTabSz="685596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</a:t>
            </a:r>
          </a:p>
        </p:txBody>
      </p:sp>
      <p:sp>
        <p:nvSpPr>
          <p:cNvPr id="4" name="矩形 3"/>
          <p:cNvSpPr/>
          <p:nvPr/>
        </p:nvSpPr>
        <p:spPr>
          <a:xfrm>
            <a:off x="2336255" y="2278277"/>
            <a:ext cx="4464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58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01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321672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透明化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无中心化</a:t>
            </a:r>
          </a:p>
        </p:txBody>
      </p:sp>
      <p:sp>
        <p:nvSpPr>
          <p:cNvPr id="7" name="罐形 6"/>
          <p:cNvSpPr/>
          <p:nvPr/>
        </p:nvSpPr>
        <p:spPr>
          <a:xfrm>
            <a:off x="2121656" y="2669106"/>
            <a:ext cx="864654" cy="1054772"/>
          </a:xfrm>
          <a:prstGeom prst="ca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矩形 32"/>
          <p:cNvSpPr/>
          <p:nvPr/>
        </p:nvSpPr>
        <p:spPr bwMode="auto">
          <a:xfrm>
            <a:off x="1331640" y="1105957"/>
            <a:ext cx="2448272" cy="54380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Business</a:t>
            </a:r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 </a:t>
            </a:r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APP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1331640" y="1649759"/>
            <a:ext cx="2448272" cy="54380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Encrypt</a:t>
            </a:r>
            <a:r>
              <a:rPr kumimoji="1" lang="en-US" altLang="zh-CN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-</a:t>
            </a:r>
            <a:r>
              <a:rPr kumimoji="1" lang="en-US" altLang="zh-CN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JDBC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36" name="直线箭头连接符 35"/>
          <p:cNvCxnSpPr/>
          <p:nvPr/>
        </p:nvCxnSpPr>
        <p:spPr>
          <a:xfrm flipH="1">
            <a:off x="2553983" y="2193561"/>
            <a:ext cx="1793" cy="4591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1115616" y="711858"/>
            <a:ext cx="2880320" cy="170965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App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311679" y="411510"/>
            <a:ext cx="4220761" cy="460851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Encrypt-JDBC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ea typeface="微软雅黑" pitchFamily="34" charset="-122"/>
              </a:rPr>
              <a:t>Implementation</a:t>
            </a:r>
            <a:endParaRPr lang="zh-CN" altLang="en-US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515291" y="2764901"/>
            <a:ext cx="160547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SQL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Parse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515291" y="3607869"/>
            <a:ext cx="1605476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SQL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Rewrite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560883" y="2795360"/>
            <a:ext cx="1683525" cy="126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ResultSet</a:t>
            </a:r>
            <a:r>
              <a:rPr lang="zh-CN" altLang="en-US" dirty="0">
                <a:ea typeface="微软雅黑" pitchFamily="34" charset="-122"/>
              </a:rPr>
              <a:t> </a:t>
            </a:r>
          </a:p>
          <a:p>
            <a:pPr algn="ctr"/>
            <a:r>
              <a:rPr lang="en-US" altLang="zh-CN" dirty="0">
                <a:ea typeface="微软雅黑" pitchFamily="34" charset="-122"/>
              </a:rPr>
              <a:t>Rewrite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515290" y="4451356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JDBC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Execute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5076056" y="4058176"/>
            <a:ext cx="484632" cy="467497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上箭头 43"/>
          <p:cNvSpPr/>
          <p:nvPr/>
        </p:nvSpPr>
        <p:spPr>
          <a:xfrm>
            <a:off x="7160329" y="3955711"/>
            <a:ext cx="484632" cy="489204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4515290" y="1178446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Rule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Configuration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3778073" y="1161504"/>
            <a:ext cx="84924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515290" y="1971673"/>
            <a:ext cx="3729117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a typeface="微软雅黑" pitchFamily="34" charset="-122"/>
              </a:rPr>
              <a:t>JDBC</a:t>
            </a:r>
            <a:r>
              <a:rPr lang="zh-CN" altLang="en-US" dirty="0">
                <a:ea typeface="微软雅黑" pitchFamily="34" charset="-122"/>
              </a:rPr>
              <a:t> </a:t>
            </a:r>
            <a:r>
              <a:rPr lang="en-US" altLang="zh-CN" dirty="0">
                <a:ea typeface="微软雅黑" pitchFamily="34" charset="-122"/>
              </a:rPr>
              <a:t>Adapter</a:t>
            </a:r>
            <a:endParaRPr lang="zh-CN" altLang="en-US" dirty="0">
              <a:ea typeface="微软雅黑" pitchFamily="34" charset="-122"/>
            </a:endParaRPr>
          </a:p>
        </p:txBody>
      </p:sp>
      <p:sp>
        <p:nvSpPr>
          <p:cNvPr id="50" name="下箭头 49"/>
          <p:cNvSpPr/>
          <p:nvPr/>
        </p:nvSpPr>
        <p:spPr>
          <a:xfrm>
            <a:off x="5078735" y="3219822"/>
            <a:ext cx="484632" cy="467497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右箭头 50"/>
          <p:cNvSpPr/>
          <p:nvPr/>
        </p:nvSpPr>
        <p:spPr>
          <a:xfrm>
            <a:off x="3777299" y="1624214"/>
            <a:ext cx="50922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罐形 6"/>
          <p:cNvSpPr/>
          <p:nvPr/>
        </p:nvSpPr>
        <p:spPr>
          <a:xfrm>
            <a:off x="6230505" y="2557616"/>
            <a:ext cx="864654" cy="1054772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DB</a:t>
            </a:r>
            <a:endParaRPr kumimoji="1" lang="zh-CN" altLang="en-US" sz="1400" dirty="0"/>
          </a:p>
        </p:txBody>
      </p:sp>
      <p:sp>
        <p:nvSpPr>
          <p:cNvPr id="33" name="矩形 32"/>
          <p:cNvSpPr/>
          <p:nvPr/>
        </p:nvSpPr>
        <p:spPr bwMode="auto">
          <a:xfrm>
            <a:off x="647105" y="546885"/>
            <a:ext cx="1569043" cy="401036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Business</a:t>
            </a:r>
            <a:r>
              <a:rPr kumimoji="1" lang="zh-CN" altLang="en-US" sz="1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 </a:t>
            </a:r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APP</a:t>
            </a:r>
            <a:endParaRPr kumimoji="1" lang="zh-CN" altLang="en-US" sz="14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662795" y="1235008"/>
            <a:ext cx="1569042" cy="40103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Encrypt</a:t>
            </a:r>
            <a:r>
              <a:rPr kumimoji="1" lang="en-US" altLang="zh-CN" sz="14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-</a:t>
            </a:r>
            <a:r>
              <a:rPr kumimoji="1" lang="en-US" altLang="zh-CN" sz="14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JDBC</a:t>
            </a:r>
            <a:endParaRPr kumimoji="1" lang="zh-CN" altLang="en-US" sz="14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2579" y="168939"/>
            <a:ext cx="1969182" cy="1610723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ea typeface="微软雅黑" pitchFamily="34" charset="-122"/>
              </a:rPr>
              <a:t>App</a:t>
            </a:r>
            <a:endParaRPr lang="zh-CN" altLang="en-US" sz="1400" dirty="0">
              <a:solidFill>
                <a:schemeClr val="tx1"/>
              </a:solidFill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64358" y="1097435"/>
            <a:ext cx="2375211" cy="269628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610432" y="1976210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Parse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3594843" y="2487255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Rewrite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587037" y="2985439"/>
            <a:ext cx="1613282" cy="319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Execute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3620955" y="580449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20955" y="1425618"/>
            <a:ext cx="1605476" cy="36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JDBC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Adaptor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50" name="下箭头 49"/>
          <p:cNvSpPr/>
          <p:nvPr/>
        </p:nvSpPr>
        <p:spPr>
          <a:xfrm>
            <a:off x="4228647" y="891505"/>
            <a:ext cx="343353" cy="42597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2611886" y="1266915"/>
            <a:ext cx="558653" cy="3221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726DA50D-13C0-444D-BBC5-672BC8E13F76}"/>
              </a:ext>
            </a:extLst>
          </p:cNvPr>
          <p:cNvSpPr/>
          <p:nvPr/>
        </p:nvSpPr>
        <p:spPr>
          <a:xfrm>
            <a:off x="4294546" y="1804872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B647C4D4-35D8-8143-B138-8FFCFE82B992}"/>
              </a:ext>
            </a:extLst>
          </p:cNvPr>
          <p:cNvSpPr/>
          <p:nvPr/>
        </p:nvSpPr>
        <p:spPr>
          <a:xfrm>
            <a:off x="4294545" y="2299566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下箭头 24">
            <a:extLst>
              <a:ext uri="{FF2B5EF4-FFF2-40B4-BE49-F238E27FC236}">
                <a16:creationId xmlns:a16="http://schemas.microsoft.com/office/drawing/2014/main" id="{C9CDACBB-CCA7-4B43-8D3C-517BB35C7281}"/>
              </a:ext>
            </a:extLst>
          </p:cNvPr>
          <p:cNvSpPr/>
          <p:nvPr/>
        </p:nvSpPr>
        <p:spPr>
          <a:xfrm>
            <a:off x="4294544" y="2817542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左右箭头 5">
            <a:extLst>
              <a:ext uri="{FF2B5EF4-FFF2-40B4-BE49-F238E27FC236}">
                <a16:creationId xmlns:a16="http://schemas.microsoft.com/office/drawing/2014/main" id="{05EEDD21-9A12-3043-8765-BEBC303BE066}"/>
              </a:ext>
            </a:extLst>
          </p:cNvPr>
          <p:cNvSpPr/>
          <p:nvPr/>
        </p:nvSpPr>
        <p:spPr bwMode="auto">
          <a:xfrm>
            <a:off x="5409352" y="3036721"/>
            <a:ext cx="648072" cy="267791"/>
          </a:xfrm>
          <a:prstGeom prst="left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CF2E5E-73ED-FE42-AC8B-EDBCBE24CE98}"/>
              </a:ext>
            </a:extLst>
          </p:cNvPr>
          <p:cNvSpPr txBox="1"/>
          <p:nvPr/>
        </p:nvSpPr>
        <p:spPr>
          <a:xfrm>
            <a:off x="3298245" y="3458955"/>
            <a:ext cx="24351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+mj-ea"/>
                <a:ea typeface="+mj-ea"/>
              </a:rPr>
              <a:t>Encrypt-JDBC</a:t>
            </a:r>
            <a:r>
              <a:rPr kumimoji="1" lang="zh-CN" altLang="en-US" sz="1200" dirty="0">
                <a:latin typeface="+mj-ea"/>
                <a:ea typeface="+mj-ea"/>
              </a:rPr>
              <a:t> </a:t>
            </a:r>
            <a:r>
              <a:rPr kumimoji="1" lang="en-US" altLang="zh-CN" sz="1200" dirty="0">
                <a:latin typeface="+mj-ea"/>
                <a:ea typeface="+mj-ea"/>
              </a:rPr>
              <a:t>Implementation</a:t>
            </a:r>
            <a:endParaRPr kumimoji="1" lang="zh-CN" altLang="en-US" sz="1200" dirty="0">
              <a:latin typeface="+mj-ea"/>
              <a:ea typeface="+mj-ea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49FAA13-BAE8-134C-8405-22C3E9FFE2C7}"/>
              </a:ext>
            </a:extLst>
          </p:cNvPr>
          <p:cNvCxnSpPr>
            <a:cxnSpLocks/>
            <a:stCxn id="33" idx="3"/>
            <a:endCxn id="45" idx="1"/>
          </p:cNvCxnSpPr>
          <p:nvPr/>
        </p:nvCxnSpPr>
        <p:spPr>
          <a:xfrm>
            <a:off x="2216148" y="747403"/>
            <a:ext cx="140480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9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39B0ACFA-32E1-104D-A99C-AE2D998B20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884228"/>
              </p:ext>
            </p:extLst>
          </p:nvPr>
        </p:nvGraphicFramePr>
        <p:xfrm>
          <a:off x="395536" y="411510"/>
          <a:ext cx="8748464" cy="4552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0901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6E5AF535-1B9F-1143-968D-5F61154A3E66}"/>
              </a:ext>
            </a:extLst>
          </p:cNvPr>
          <p:cNvGrpSpPr/>
          <p:nvPr/>
        </p:nvGrpSpPr>
        <p:grpSpPr>
          <a:xfrm>
            <a:off x="151916" y="3504534"/>
            <a:ext cx="1872208" cy="1331237"/>
            <a:chOff x="337755" y="3219822"/>
            <a:chExt cx="1872208" cy="13312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33832A3-580D-3243-89A0-F4FF3B22EDDD}"/>
                </a:ext>
              </a:extLst>
            </p:cNvPr>
            <p:cNvSpPr/>
            <p:nvPr/>
          </p:nvSpPr>
          <p:spPr>
            <a:xfrm>
              <a:off x="481770" y="33304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plainColumn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FCB9E73-3685-F94F-B861-489847242FCC}"/>
                </a:ext>
              </a:extLst>
            </p:cNvPr>
            <p:cNvSpPr/>
            <p:nvPr/>
          </p:nvSpPr>
          <p:spPr>
            <a:xfrm>
              <a:off x="481770" y="36941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cipherColumn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B83F8BE-AC3F-8D4E-A977-B5AAEF687119}"/>
                </a:ext>
              </a:extLst>
            </p:cNvPr>
            <p:cNvSpPr/>
            <p:nvPr/>
          </p:nvSpPr>
          <p:spPr>
            <a:xfrm>
              <a:off x="337755" y="3219822"/>
              <a:ext cx="1872208" cy="1331237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C75E179-2CEE-764A-8EDE-90D62B078B55}"/>
                </a:ext>
              </a:extLst>
            </p:cNvPr>
            <p:cNvSpPr txBox="1"/>
            <p:nvPr/>
          </p:nvSpPr>
          <p:spPr>
            <a:xfrm>
              <a:off x="657416" y="4273192"/>
              <a:ext cx="13101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Real Data</a:t>
              </a:r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Table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7E2ED33-014E-D746-BD37-5716496767C1}"/>
              </a:ext>
            </a:extLst>
          </p:cNvPr>
          <p:cNvGrpSpPr/>
          <p:nvPr/>
        </p:nvGrpSpPr>
        <p:grpSpPr>
          <a:xfrm>
            <a:off x="116074" y="2051114"/>
            <a:ext cx="1872208" cy="960182"/>
            <a:chOff x="301911" y="1730897"/>
            <a:chExt cx="1872208" cy="96018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C40405B-6D93-554C-BF7B-B372FD54757A}"/>
                </a:ext>
              </a:extLst>
            </p:cNvPr>
            <p:cNvSpPr/>
            <p:nvPr/>
          </p:nvSpPr>
          <p:spPr>
            <a:xfrm>
              <a:off x="467542" y="1898321"/>
              <a:ext cx="1612631" cy="33390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logicColumn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5C7CA23-D477-C542-ACD4-ABCB4A552025}"/>
                </a:ext>
              </a:extLst>
            </p:cNvPr>
            <p:cNvSpPr/>
            <p:nvPr/>
          </p:nvSpPr>
          <p:spPr>
            <a:xfrm>
              <a:off x="301911" y="1730897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64847B5-AE89-4142-8407-1D74415A1468}"/>
                </a:ext>
              </a:extLst>
            </p:cNvPr>
            <p:cNvSpPr txBox="1"/>
            <p:nvPr/>
          </p:nvSpPr>
          <p:spPr>
            <a:xfrm>
              <a:off x="561964" y="2414079"/>
              <a:ext cx="135210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ShardingSphere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8B23B0B-8C7B-C04C-BF42-EB8E2CC96483}"/>
              </a:ext>
            </a:extLst>
          </p:cNvPr>
          <p:cNvGrpSpPr/>
          <p:nvPr/>
        </p:nvGrpSpPr>
        <p:grpSpPr>
          <a:xfrm>
            <a:off x="2386889" y="421319"/>
            <a:ext cx="1872208" cy="1015120"/>
            <a:chOff x="301911" y="310780"/>
            <a:chExt cx="1872208" cy="1015120"/>
          </a:xfrm>
        </p:grpSpPr>
        <p:pic>
          <p:nvPicPr>
            <p:cNvPr id="17" name="图形 16" descr="Web 设计 ">
              <a:extLst>
                <a:ext uri="{FF2B5EF4-FFF2-40B4-BE49-F238E27FC236}">
                  <a16:creationId xmlns:a16="http://schemas.microsoft.com/office/drawing/2014/main" id="{5E153BAF-7F17-3840-951E-5B8272C01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84" y="310780"/>
              <a:ext cx="766850" cy="766850"/>
            </a:xfrm>
            <a:prstGeom prst="rect">
              <a:avLst/>
            </a:prstGeom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194F142-DD0B-3B40-B43C-02262097A14B}"/>
                </a:ext>
              </a:extLst>
            </p:cNvPr>
            <p:cNvSpPr/>
            <p:nvPr/>
          </p:nvSpPr>
          <p:spPr>
            <a:xfrm>
              <a:off x="301911" y="365718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94E73EF-5472-0A43-B1E4-F160A7299538}"/>
                </a:ext>
              </a:extLst>
            </p:cNvPr>
            <p:cNvSpPr txBox="1"/>
            <p:nvPr/>
          </p:nvSpPr>
          <p:spPr>
            <a:xfrm>
              <a:off x="730773" y="1038317"/>
              <a:ext cx="10262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Application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86CA296-EFB8-6249-9E27-1A7F8D52E315}"/>
              </a:ext>
            </a:extLst>
          </p:cNvPr>
          <p:cNvGrpSpPr/>
          <p:nvPr/>
        </p:nvGrpSpPr>
        <p:grpSpPr>
          <a:xfrm>
            <a:off x="2386889" y="2051114"/>
            <a:ext cx="1872208" cy="960182"/>
            <a:chOff x="301911" y="1730897"/>
            <a:chExt cx="1872208" cy="960182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ECA1811-BDF7-DB4D-9A9F-299AB8BC897A}"/>
                </a:ext>
              </a:extLst>
            </p:cNvPr>
            <p:cNvSpPr/>
            <p:nvPr/>
          </p:nvSpPr>
          <p:spPr>
            <a:xfrm>
              <a:off x="467542" y="1898321"/>
              <a:ext cx="1612631" cy="333908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D426EA6-A7DD-9C42-B329-AC11C579ECF1}"/>
                </a:ext>
              </a:extLst>
            </p:cNvPr>
            <p:cNvSpPr/>
            <p:nvPr/>
          </p:nvSpPr>
          <p:spPr>
            <a:xfrm>
              <a:off x="301911" y="1730897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647E1CC-2E39-AA4F-835D-95FF76779F39}"/>
                </a:ext>
              </a:extLst>
            </p:cNvPr>
            <p:cNvSpPr txBox="1"/>
            <p:nvPr/>
          </p:nvSpPr>
          <p:spPr>
            <a:xfrm>
              <a:off x="937521" y="2403533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t_user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4112A4-5A21-7641-A783-CED7B29F7D9F}"/>
              </a:ext>
            </a:extLst>
          </p:cNvPr>
          <p:cNvGrpSpPr/>
          <p:nvPr/>
        </p:nvGrpSpPr>
        <p:grpSpPr>
          <a:xfrm>
            <a:off x="2376240" y="3486462"/>
            <a:ext cx="1872208" cy="1348442"/>
            <a:chOff x="337755" y="3219822"/>
            <a:chExt cx="1872208" cy="1348442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393AD0B-4BDC-D142-BB92-A3ADE1E57EDE}"/>
                </a:ext>
              </a:extLst>
            </p:cNvPr>
            <p:cNvSpPr/>
            <p:nvPr/>
          </p:nvSpPr>
          <p:spPr>
            <a:xfrm>
              <a:off x="481770" y="33304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pwd_plain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BDC192C7-29D5-D64A-AE5A-E734914CF2BA}"/>
                </a:ext>
              </a:extLst>
            </p:cNvPr>
            <p:cNvSpPr/>
            <p:nvPr/>
          </p:nvSpPr>
          <p:spPr>
            <a:xfrm>
              <a:off x="481770" y="3694121"/>
              <a:ext cx="1605476" cy="3637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pwd_cipher</a:t>
              </a:r>
              <a:endPara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60F80ED-6C54-1647-81FE-69C033D828E2}"/>
                </a:ext>
              </a:extLst>
            </p:cNvPr>
            <p:cNvSpPr/>
            <p:nvPr/>
          </p:nvSpPr>
          <p:spPr>
            <a:xfrm>
              <a:off x="337755" y="3219822"/>
              <a:ext cx="1872208" cy="134844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155C156-86B0-1F48-AFFE-5650476AEF89}"/>
                </a:ext>
              </a:extLst>
            </p:cNvPr>
            <p:cNvSpPr txBox="1"/>
            <p:nvPr/>
          </p:nvSpPr>
          <p:spPr>
            <a:xfrm>
              <a:off x="962716" y="4291265"/>
              <a:ext cx="622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 err="1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t_user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6875695-6A46-7648-AFD8-13A670FF6F21}"/>
              </a:ext>
            </a:extLst>
          </p:cNvPr>
          <p:cNvGrpSpPr/>
          <p:nvPr/>
        </p:nvGrpSpPr>
        <p:grpSpPr>
          <a:xfrm>
            <a:off x="151916" y="447079"/>
            <a:ext cx="1872208" cy="1015120"/>
            <a:chOff x="301911" y="310780"/>
            <a:chExt cx="1872208" cy="1015120"/>
          </a:xfrm>
        </p:grpSpPr>
        <p:pic>
          <p:nvPicPr>
            <p:cNvPr id="35" name="图形 34" descr="Web 设计 ">
              <a:extLst>
                <a:ext uri="{FF2B5EF4-FFF2-40B4-BE49-F238E27FC236}">
                  <a16:creationId xmlns:a16="http://schemas.microsoft.com/office/drawing/2014/main" id="{17A96DFC-38F3-904B-B97F-E5A421A8F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7584" y="310780"/>
              <a:ext cx="766850" cy="766850"/>
            </a:xfrm>
            <a:prstGeom prst="rect">
              <a:avLst/>
            </a:prstGeom>
          </p:spPr>
        </p:pic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4586E476-4662-474B-95CF-42CF9C61A730}"/>
                </a:ext>
              </a:extLst>
            </p:cNvPr>
            <p:cNvSpPr/>
            <p:nvPr/>
          </p:nvSpPr>
          <p:spPr>
            <a:xfrm>
              <a:off x="301911" y="365718"/>
              <a:ext cx="1872208" cy="960182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7927AFF-5046-9D4C-AFEB-CB3914A0D8BF}"/>
                </a:ext>
              </a:extLst>
            </p:cNvPr>
            <p:cNvSpPr txBox="1"/>
            <p:nvPr/>
          </p:nvSpPr>
          <p:spPr>
            <a:xfrm>
              <a:off x="730331" y="1012557"/>
              <a:ext cx="10262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Application</a:t>
              </a:r>
              <a:endPara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D5D0B9AE-692D-C141-9114-664F5C6F6990}"/>
              </a:ext>
            </a:extLst>
          </p:cNvPr>
          <p:cNvCxnSpPr/>
          <p:nvPr/>
        </p:nvCxnSpPr>
        <p:spPr>
          <a:xfrm>
            <a:off x="1043608" y="1478300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84E61501-7306-0249-BB59-91CF35D27555}"/>
              </a:ext>
            </a:extLst>
          </p:cNvPr>
          <p:cNvCxnSpPr/>
          <p:nvPr/>
        </p:nvCxnSpPr>
        <p:spPr>
          <a:xfrm>
            <a:off x="1041437" y="2987148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61E3BA47-5937-704F-98C3-6A8A11DBD831}"/>
              </a:ext>
            </a:extLst>
          </p:cNvPr>
          <p:cNvCxnSpPr/>
          <p:nvPr/>
        </p:nvCxnSpPr>
        <p:spPr>
          <a:xfrm>
            <a:off x="3347864" y="1478300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AAD2DE39-5412-DD44-929B-765A2A60F95F}"/>
              </a:ext>
            </a:extLst>
          </p:cNvPr>
          <p:cNvCxnSpPr/>
          <p:nvPr/>
        </p:nvCxnSpPr>
        <p:spPr>
          <a:xfrm>
            <a:off x="3347864" y="2987148"/>
            <a:ext cx="0" cy="5173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6FC98CBE-2D3B-2746-A376-3D8CD218675A}"/>
              </a:ext>
            </a:extLst>
          </p:cNvPr>
          <p:cNvSpPr txBox="1"/>
          <p:nvPr/>
        </p:nvSpPr>
        <p:spPr>
          <a:xfrm>
            <a:off x="1103190" y="1596787"/>
            <a:ext cx="10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Interaction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28A6533-5342-D04D-84FB-D20C5F70634F}"/>
              </a:ext>
            </a:extLst>
          </p:cNvPr>
          <p:cNvSpPr txBox="1"/>
          <p:nvPr/>
        </p:nvSpPr>
        <p:spPr>
          <a:xfrm>
            <a:off x="1126661" y="3092790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Mapping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D8D6254-4FDD-B74D-95EA-FEC32C38BE1B}"/>
              </a:ext>
            </a:extLst>
          </p:cNvPr>
          <p:cNvSpPr txBox="1"/>
          <p:nvPr/>
        </p:nvSpPr>
        <p:spPr>
          <a:xfrm>
            <a:off x="3465689" y="1613327"/>
            <a:ext cx="10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Interaction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B20FE4C-56F4-854A-B01F-4CD89D3647D6}"/>
              </a:ext>
            </a:extLst>
          </p:cNvPr>
          <p:cNvSpPr txBox="1"/>
          <p:nvPr/>
        </p:nvSpPr>
        <p:spPr>
          <a:xfrm>
            <a:off x="3491352" y="3119034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Mapping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5F4BA3D8-118E-1546-AD98-051B2F84D590}"/>
              </a:ext>
            </a:extLst>
          </p:cNvPr>
          <p:cNvCxnSpPr/>
          <p:nvPr/>
        </p:nvCxnSpPr>
        <p:spPr>
          <a:xfrm>
            <a:off x="2195736" y="201596"/>
            <a:ext cx="0" cy="4824536"/>
          </a:xfrm>
          <a:prstGeom prst="line">
            <a:avLst/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02194ED2-41C1-D840-88D3-82F5C2016957}"/>
              </a:ext>
            </a:extLst>
          </p:cNvPr>
          <p:cNvSpPr txBox="1"/>
          <p:nvPr/>
        </p:nvSpPr>
        <p:spPr>
          <a:xfrm>
            <a:off x="653543" y="24813"/>
            <a:ext cx="848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Model</a:t>
            </a:r>
            <a:endParaRPr kumimoji="1" lang="zh-CN" altLang="en-US" sz="1600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61763B5-04EF-2342-BAA0-100D4C698E6C}"/>
              </a:ext>
            </a:extLst>
          </p:cNvPr>
          <p:cNvSpPr txBox="1"/>
          <p:nvPr/>
        </p:nvSpPr>
        <p:spPr>
          <a:xfrm>
            <a:off x="2828882" y="25110"/>
            <a:ext cx="10599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Example</a:t>
            </a:r>
            <a:endParaRPr kumimoji="1" lang="zh-CN" altLang="en-US" sz="1600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3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311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INTO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values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(“123”)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6F6FC06-C4A0-9C45-B4F9-B8A387523A41}"/>
              </a:ext>
            </a:extLst>
          </p:cNvPr>
          <p:cNvSpPr txBox="1"/>
          <p:nvPr/>
        </p:nvSpPr>
        <p:spPr>
          <a:xfrm>
            <a:off x="1403647" y="721181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13922163-5431-B14F-BD36-6C9A9422D9D9}"/>
              </a:ext>
            </a:extLst>
          </p:cNvPr>
          <p:cNvSpPr txBox="1"/>
          <p:nvPr/>
        </p:nvSpPr>
        <p:spPr>
          <a:xfrm>
            <a:off x="1403648" y="1979511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Rewrite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18124B-1158-0C4F-8823-B3E1DCA34F35}"/>
              </a:ext>
            </a:extLst>
          </p:cNvPr>
          <p:cNvSpPr/>
          <p:nvPr/>
        </p:nvSpPr>
        <p:spPr>
          <a:xfrm>
            <a:off x="3131840" y="2160593"/>
            <a:ext cx="1512168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3EC0BF9-04C7-5E48-8C71-01840CF28738}"/>
              </a:ext>
            </a:extLst>
          </p:cNvPr>
          <p:cNvCxnSpPr>
            <a:cxnSpLocks/>
          </p:cNvCxnSpPr>
          <p:nvPr/>
        </p:nvCxnSpPr>
        <p:spPr>
          <a:xfrm flipH="1">
            <a:off x="2487773" y="2299093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396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INTO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values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(“123”,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“xxx”)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10616831-A123-1B43-A035-A1D8174C2B19}"/>
              </a:ext>
            </a:extLst>
          </p:cNvPr>
          <p:cNvSpPr txBox="1"/>
          <p:nvPr/>
        </p:nvSpPr>
        <p:spPr>
          <a:xfrm>
            <a:off x="1403647" y="3798426"/>
            <a:ext cx="1133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Execute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6D38455-6130-A443-9D1B-EDCA74D91717}"/>
              </a:ext>
            </a:extLst>
          </p:cNvPr>
          <p:cNvSpPr txBox="1"/>
          <p:nvPr/>
        </p:nvSpPr>
        <p:spPr>
          <a:xfrm>
            <a:off x="509111" y="130896"/>
            <a:ext cx="2788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Insert-use logical column</a:t>
            </a:r>
          </a:p>
        </p:txBody>
      </p:sp>
    </p:spTree>
    <p:extLst>
      <p:ext uri="{BB962C8B-B14F-4D97-AF65-F5344CB8AC3E}">
        <p14:creationId xmlns:p14="http://schemas.microsoft.com/office/powerpoint/2010/main" val="261040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773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UPDATE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=“456”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977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UPDATE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=“456”,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=“xxx”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37E0721-CFD5-4745-AA75-D2BA4EF9F8F6}"/>
              </a:ext>
            </a:extLst>
          </p:cNvPr>
          <p:cNvSpPr txBox="1"/>
          <p:nvPr/>
        </p:nvSpPr>
        <p:spPr>
          <a:xfrm>
            <a:off x="509111" y="130896"/>
            <a:ext cx="3053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Update-use logical column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B89E90-3EC2-534F-B6B0-604D5BFA92C4}"/>
              </a:ext>
            </a:extLst>
          </p:cNvPr>
          <p:cNvSpPr txBox="1"/>
          <p:nvPr/>
        </p:nvSpPr>
        <p:spPr>
          <a:xfrm>
            <a:off x="1403647" y="721181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8F41A6-3122-D34B-B0A1-EAD0B68CFF7B}"/>
              </a:ext>
            </a:extLst>
          </p:cNvPr>
          <p:cNvSpPr txBox="1"/>
          <p:nvPr/>
        </p:nvSpPr>
        <p:spPr>
          <a:xfrm>
            <a:off x="1403648" y="1979511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Rewrite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CC7301-4D52-C349-B12F-2FA6C10A9C9E}"/>
              </a:ext>
            </a:extLst>
          </p:cNvPr>
          <p:cNvSpPr/>
          <p:nvPr/>
        </p:nvSpPr>
        <p:spPr>
          <a:xfrm>
            <a:off x="3131840" y="2160593"/>
            <a:ext cx="1512168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A12E78D-5BD1-454F-84BC-8C6384549AD3}"/>
              </a:ext>
            </a:extLst>
          </p:cNvPr>
          <p:cNvCxnSpPr>
            <a:cxnSpLocks/>
          </p:cNvCxnSpPr>
          <p:nvPr/>
        </p:nvCxnSpPr>
        <p:spPr>
          <a:xfrm flipH="1">
            <a:off x="2487773" y="2299093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C6E882EF-3F98-9A44-BE52-43FFE4826726}"/>
              </a:ext>
            </a:extLst>
          </p:cNvPr>
          <p:cNvSpPr txBox="1"/>
          <p:nvPr/>
        </p:nvSpPr>
        <p:spPr>
          <a:xfrm>
            <a:off x="1403647" y="3798426"/>
            <a:ext cx="1133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Execute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426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4037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48381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310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Query-use plaintext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Column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059D27-5E64-6844-B289-A472E5BD99E8}"/>
              </a:ext>
            </a:extLst>
          </p:cNvPr>
          <p:cNvSpPr txBox="1"/>
          <p:nvPr/>
        </p:nvSpPr>
        <p:spPr>
          <a:xfrm>
            <a:off x="1403647" y="721181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2E98FC-6317-1341-BA2C-13AB55604092}"/>
              </a:ext>
            </a:extLst>
          </p:cNvPr>
          <p:cNvSpPr txBox="1"/>
          <p:nvPr/>
        </p:nvSpPr>
        <p:spPr>
          <a:xfrm>
            <a:off x="1403648" y="1979511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Rewrite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3AD7F0-3ACA-494C-A424-FD0A1BDA4CBF}"/>
              </a:ext>
            </a:extLst>
          </p:cNvPr>
          <p:cNvSpPr/>
          <p:nvPr/>
        </p:nvSpPr>
        <p:spPr>
          <a:xfrm>
            <a:off x="3131840" y="2160593"/>
            <a:ext cx="2880320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query.with.cipher.column</a:t>
            </a:r>
            <a:r>
              <a:rPr lang="en-US" altLang="zh-CN" sz="1400" dirty="0">
                <a:ea typeface="微软雅黑" pitchFamily="34" charset="-122"/>
              </a:rPr>
              <a:t>=false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81F399E2-EDB2-1B47-A8B8-7DE5789F0AF3}"/>
              </a:ext>
            </a:extLst>
          </p:cNvPr>
          <p:cNvCxnSpPr>
            <a:cxnSpLocks/>
          </p:cNvCxnSpPr>
          <p:nvPr/>
        </p:nvCxnSpPr>
        <p:spPr>
          <a:xfrm flipH="1">
            <a:off x="2487773" y="2299093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7F4A769-EFCA-E142-A73A-9A283B67AE6E}"/>
              </a:ext>
            </a:extLst>
          </p:cNvPr>
          <p:cNvSpPr txBox="1"/>
          <p:nvPr/>
        </p:nvSpPr>
        <p:spPr>
          <a:xfrm>
            <a:off x="1403647" y="3798426"/>
            <a:ext cx="1133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Execute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356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8">
            <a:extLst>
              <a:ext uri="{FF2B5EF4-FFF2-40B4-BE49-F238E27FC236}">
                <a16:creationId xmlns:a16="http://schemas.microsoft.com/office/drawing/2014/main" id="{215E65C6-2CA3-2048-9C34-D8A363880E77}"/>
              </a:ext>
            </a:extLst>
          </p:cNvPr>
          <p:cNvSpPr txBox="1"/>
          <p:nvPr/>
        </p:nvSpPr>
        <p:spPr>
          <a:xfrm>
            <a:off x="971600" y="1350346"/>
            <a:ext cx="389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“123”;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</p:txBody>
      </p:sp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476256"/>
            <a:ext cx="766850" cy="766850"/>
          </a:xfrm>
          <a:prstGeom prst="rect">
            <a:avLst/>
          </a:prstGeom>
        </p:spPr>
      </p:pic>
      <p:cxnSp>
        <p:nvCxnSpPr>
          <p:cNvPr id="71" name="直线箭头连接符 70">
            <a:extLst>
              <a:ext uri="{FF2B5EF4-FFF2-40B4-BE49-F238E27FC236}">
                <a16:creationId xmlns:a16="http://schemas.microsoft.com/office/drawing/2014/main" id="{D27E3AF4-DEB9-A44B-B67E-2969E1A06716}"/>
              </a:ext>
            </a:extLst>
          </p:cNvPr>
          <p:cNvCxnSpPr/>
          <p:nvPr/>
        </p:nvCxnSpPr>
        <p:spPr>
          <a:xfrm>
            <a:off x="848070" y="1220171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D9781E66-CCC3-6441-9817-3E30370C3A6A}"/>
              </a:ext>
            </a:extLst>
          </p:cNvPr>
          <p:cNvCxnSpPr/>
          <p:nvPr/>
        </p:nvCxnSpPr>
        <p:spPr>
          <a:xfrm>
            <a:off x="848070" y="2859782"/>
            <a:ext cx="0" cy="5505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03" y="1979511"/>
            <a:ext cx="723934" cy="717083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7B767E3-E758-BE47-B9F6-F656D8FB4EE7}"/>
              </a:ext>
            </a:extLst>
          </p:cNvPr>
          <p:cNvSpPr txBox="1"/>
          <p:nvPr/>
        </p:nvSpPr>
        <p:spPr>
          <a:xfrm>
            <a:off x="971600" y="2910260"/>
            <a:ext cx="5088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FROM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WHERE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“xxx”</a:t>
            </a:r>
            <a:r>
              <a:rPr kumimoji="1"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endParaRPr kumimoji="1"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870" y="3522309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3214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Query-use ciphertext column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3904F2E-5269-2C41-BEE1-E337A687F1AC}"/>
              </a:ext>
            </a:extLst>
          </p:cNvPr>
          <p:cNvSpPr txBox="1"/>
          <p:nvPr/>
        </p:nvSpPr>
        <p:spPr>
          <a:xfrm>
            <a:off x="1403647" y="721181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C09CC6-CFD2-6B46-AE4F-8E2244E2C318}"/>
              </a:ext>
            </a:extLst>
          </p:cNvPr>
          <p:cNvSpPr txBox="1"/>
          <p:nvPr/>
        </p:nvSpPr>
        <p:spPr>
          <a:xfrm>
            <a:off x="1403648" y="1979511"/>
            <a:ext cx="1124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Parse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Rewrite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Send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5A03A4-40BD-6F40-85FC-248369849E5F}"/>
              </a:ext>
            </a:extLst>
          </p:cNvPr>
          <p:cNvSpPr/>
          <p:nvPr/>
        </p:nvSpPr>
        <p:spPr>
          <a:xfrm>
            <a:off x="3131840" y="2160593"/>
            <a:ext cx="2880320" cy="2769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query.with.cipher.column</a:t>
            </a:r>
            <a:r>
              <a:rPr lang="en-US" altLang="zh-CN" sz="1400" dirty="0">
                <a:ea typeface="微软雅黑" pitchFamily="34" charset="-122"/>
              </a:rPr>
              <a:t>=true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F05FA20-FE82-994B-97A5-0D55C3732C1A}"/>
              </a:ext>
            </a:extLst>
          </p:cNvPr>
          <p:cNvCxnSpPr>
            <a:cxnSpLocks/>
          </p:cNvCxnSpPr>
          <p:nvPr/>
        </p:nvCxnSpPr>
        <p:spPr>
          <a:xfrm flipH="1">
            <a:off x="2487773" y="2299093"/>
            <a:ext cx="520047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F8EF9F34-1C17-E747-A019-70F985112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058" y="3814409"/>
            <a:ext cx="11430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0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B111242-92DE-FE45-8CD1-515AB459A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60110"/>
            <a:ext cx="3467659" cy="258770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9696F6-AE10-0640-92B4-2F369134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066" y="0"/>
            <a:ext cx="3913571" cy="26478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E095D9E-3690-C14C-A0A7-DCDDF4F3C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96" y="2723985"/>
            <a:ext cx="3244776" cy="24195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41153A-7E89-2C46-8F1E-90FEED07D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1067" y="2726885"/>
            <a:ext cx="3135190" cy="24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2142035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Config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29126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kumimoji="1" lang="zh-CN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133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849" y="1308646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4744" y="1161096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611560" y="692942"/>
            <a:ext cx="2141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New online service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1850" y="2716954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Plaintext Data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7109865" y="2686484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68813" y="2571750"/>
            <a:ext cx="1779705" cy="350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48518" y="2366549"/>
            <a:ext cx="1649654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Data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Encryption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498172" y="2571750"/>
            <a:ext cx="1611693" cy="3199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48244" y="2793095"/>
            <a:ext cx="1649654" cy="410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Data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Decryption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704347" y="2366549"/>
            <a:ext cx="1499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6" idx="1"/>
            <a:endCxn id="50" idx="3"/>
          </p:cNvCxnSpPr>
          <p:nvPr/>
        </p:nvCxnSpPr>
        <p:spPr>
          <a:xfrm flipH="1" flipV="1">
            <a:off x="2068813" y="2922155"/>
            <a:ext cx="1779431" cy="76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236825" y="2385528"/>
            <a:ext cx="1366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1A8E4A6D-AE44-0C4D-B0D1-469852FDA864}"/>
              </a:ext>
            </a:extLst>
          </p:cNvPr>
          <p:cNvCxnSpPr>
            <a:cxnSpLocks/>
            <a:stCxn id="51" idx="1"/>
          </p:cNvCxnSpPr>
          <p:nvPr/>
        </p:nvCxnSpPr>
        <p:spPr>
          <a:xfrm flipH="1">
            <a:off x="5460211" y="2891685"/>
            <a:ext cx="1649654" cy="1113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799002" y="3048044"/>
            <a:ext cx="1310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Get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9E353E-267C-C444-890E-0C6703702C14}"/>
              </a:ext>
            </a:extLst>
          </p:cNvPr>
          <p:cNvSpPr txBox="1"/>
          <p:nvPr/>
        </p:nvSpPr>
        <p:spPr>
          <a:xfrm>
            <a:off x="2172800" y="3043283"/>
            <a:ext cx="1571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Return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833" y="1308646"/>
            <a:ext cx="704777" cy="69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8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2142035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Config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20517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plainColumn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false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44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250379"/>
            <a:ext cx="4412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Online Service Refactor-before migration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509112" y="3093320"/>
            <a:ext cx="156310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63478" y="3282803"/>
            <a:ext cx="1555269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Plaintext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Data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58310" y="3275770"/>
            <a:ext cx="1458745" cy="4170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ea typeface="微软雅黑" pitchFamily="34" charset="-122"/>
              </a:rPr>
              <a:t>Data transparent transmission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289741" y="3661359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B33C4AD-3373-8545-8C52-4C91D8E20816}"/>
              </a:ext>
            </a:extLst>
          </p:cNvPr>
          <p:cNvSpPr/>
          <p:nvPr/>
        </p:nvSpPr>
        <p:spPr>
          <a:xfrm>
            <a:off x="6953677" y="284551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EB463A-9C31-6947-A588-415F0B30F72B}"/>
              </a:ext>
            </a:extLst>
          </p:cNvPr>
          <p:cNvSpPr/>
          <p:nvPr/>
        </p:nvSpPr>
        <p:spPr>
          <a:xfrm>
            <a:off x="3870092" y="284551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ea typeface="微软雅黑" pitchFamily="34" charset="-122"/>
              </a:rPr>
              <a:t>Data</a:t>
            </a:r>
          </a:p>
          <a:p>
            <a:pPr algn="ctr"/>
            <a:r>
              <a:rPr lang="en-US" altLang="zh-CN" sz="1300" dirty="0">
                <a:ea typeface="微软雅黑" pitchFamily="34" charset="-122"/>
              </a:rPr>
              <a:t>Encryption</a:t>
            </a:r>
            <a:endParaRPr lang="zh-CN" altLang="en-US" sz="1300" dirty="0">
              <a:ea typeface="微软雅黑" pitchFamily="34" charset="-122"/>
            </a:endParaRPr>
          </a:p>
        </p:txBody>
      </p: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3A7F8B2-87FA-6641-9C65-C05732B78CEC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2072216" y="3021421"/>
            <a:ext cx="1802326" cy="277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51041EF5-C960-4149-AF19-79C82E8C1936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2072216" y="3298521"/>
            <a:ext cx="1786094" cy="1857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317055" y="3050717"/>
            <a:ext cx="1636622" cy="8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F077557E-A8CF-F04F-A6A2-D404904C405A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317055" y="3469192"/>
            <a:ext cx="1621417" cy="150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509111" y="4336297"/>
            <a:ext cx="156310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5E6517A3-9DFF-7644-B6E5-F915FC9DBD6B}"/>
              </a:ext>
            </a:extLst>
          </p:cNvPr>
          <p:cNvSpPr txBox="1"/>
          <p:nvPr/>
        </p:nvSpPr>
        <p:spPr>
          <a:xfrm>
            <a:off x="5342160" y="4755280"/>
            <a:ext cx="1740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get plaintext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51D2903-8CF2-F14B-A6E8-CD79C0697680}"/>
              </a:ext>
            </a:extLst>
          </p:cNvPr>
          <p:cNvSpPr/>
          <p:nvPr/>
        </p:nvSpPr>
        <p:spPr>
          <a:xfrm>
            <a:off x="7028064" y="4320151"/>
            <a:ext cx="149068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Plaintext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Data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5305273" y="4525352"/>
            <a:ext cx="1722791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</p:cNvCxnSpPr>
          <p:nvPr/>
        </p:nvCxnSpPr>
        <p:spPr>
          <a:xfrm flipV="1">
            <a:off x="2072215" y="453342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A472996-AF7E-B643-8A83-9B2D063D6E0C}"/>
              </a:ext>
            </a:extLst>
          </p:cNvPr>
          <p:cNvSpPr txBox="1"/>
          <p:nvPr/>
        </p:nvSpPr>
        <p:spPr>
          <a:xfrm>
            <a:off x="2110986" y="4755280"/>
            <a:ext cx="1967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return plaintext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5D2CC1-079F-3248-A2B8-784F48218293}"/>
              </a:ext>
            </a:extLst>
          </p:cNvPr>
          <p:cNvSpPr txBox="1"/>
          <p:nvPr/>
        </p:nvSpPr>
        <p:spPr>
          <a:xfrm>
            <a:off x="5199119" y="2379410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633EBA-852E-C04C-81C6-1992217F4415}"/>
              </a:ext>
            </a:extLst>
          </p:cNvPr>
          <p:cNvSpPr txBox="1"/>
          <p:nvPr/>
        </p:nvSpPr>
        <p:spPr>
          <a:xfrm>
            <a:off x="1827390" y="2493105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009B6CE-F567-F545-B4DE-83E12D3C71DF}"/>
              </a:ext>
            </a:extLst>
          </p:cNvPr>
          <p:cNvSpPr/>
          <p:nvPr/>
        </p:nvSpPr>
        <p:spPr>
          <a:xfrm>
            <a:off x="3842626" y="4320151"/>
            <a:ext cx="1458745" cy="4170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ea typeface="微软雅黑" pitchFamily="34" charset="-122"/>
              </a:rPr>
              <a:t>Data transparent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4230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45789" y="445521"/>
            <a:ext cx="2142035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Config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165354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plainColumn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pwd_plain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006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61523" y="1106977"/>
            <a:ext cx="408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Online Service Refactor-in migration</a:t>
            </a:r>
            <a:endParaRPr kumimoji="1" lang="zh-CN" altLang="en-US" sz="1600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B3A7F8B2-87FA-6641-9C65-C05732B78CEC}"/>
              </a:ext>
            </a:extLst>
          </p:cNvPr>
          <p:cNvCxnSpPr>
            <a:cxnSpLocks/>
          </p:cNvCxnSpPr>
          <p:nvPr/>
        </p:nvCxnSpPr>
        <p:spPr>
          <a:xfrm flipV="1">
            <a:off x="2072215" y="3021421"/>
            <a:ext cx="1802327" cy="2771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肘形连接符 59">
            <a:extLst>
              <a:ext uri="{FF2B5EF4-FFF2-40B4-BE49-F238E27FC236}">
                <a16:creationId xmlns:a16="http://schemas.microsoft.com/office/drawing/2014/main" id="{51041EF5-C960-4149-AF19-79C82E8C1936}"/>
              </a:ext>
            </a:extLst>
          </p:cNvPr>
          <p:cNvCxnSpPr>
            <a:cxnSpLocks/>
          </p:cNvCxnSpPr>
          <p:nvPr/>
        </p:nvCxnSpPr>
        <p:spPr>
          <a:xfrm>
            <a:off x="2072215" y="3298521"/>
            <a:ext cx="1786095" cy="18244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</p:cNvCxnSpPr>
          <p:nvPr/>
        </p:nvCxnSpPr>
        <p:spPr>
          <a:xfrm flipV="1">
            <a:off x="5317055" y="3050717"/>
            <a:ext cx="1636622" cy="80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F077557E-A8CF-F04F-A6A2-D404904C405A}"/>
              </a:ext>
            </a:extLst>
          </p:cNvPr>
          <p:cNvCxnSpPr>
            <a:cxnSpLocks/>
          </p:cNvCxnSpPr>
          <p:nvPr/>
        </p:nvCxnSpPr>
        <p:spPr>
          <a:xfrm flipV="1">
            <a:off x="5305273" y="3469191"/>
            <a:ext cx="1633199" cy="11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509111" y="4336297"/>
            <a:ext cx="156310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833BB7-BD6F-C94E-9D16-B3B92936934D}"/>
              </a:ext>
            </a:extLst>
          </p:cNvPr>
          <p:cNvSpPr/>
          <p:nvPr/>
        </p:nvSpPr>
        <p:spPr>
          <a:xfrm>
            <a:off x="3858310" y="4320151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ea typeface="微软雅黑" pitchFamily="34" charset="-122"/>
              </a:rPr>
              <a:t>Data</a:t>
            </a:r>
            <a:r>
              <a:rPr lang="zh-CN" altLang="en-US" sz="1350" dirty="0">
                <a:ea typeface="微软雅黑" pitchFamily="34" charset="-122"/>
              </a:rPr>
              <a:t> </a:t>
            </a:r>
            <a:r>
              <a:rPr lang="en-US" altLang="zh-CN" sz="1350" dirty="0">
                <a:ea typeface="微软雅黑" pitchFamily="34" charset="-122"/>
              </a:rPr>
              <a:t>Decryption</a:t>
            </a:r>
            <a:endParaRPr lang="zh-CN" altLang="en-US" sz="1350" dirty="0">
              <a:ea typeface="微软雅黑" pitchFamily="34" charset="-122"/>
            </a:endParaRP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stCxn id="94" idx="3"/>
            <a:endCxn id="39" idx="1"/>
          </p:cNvCxnSpPr>
          <p:nvPr/>
        </p:nvCxnSpPr>
        <p:spPr>
          <a:xfrm>
            <a:off x="5305273" y="4533425"/>
            <a:ext cx="1658205" cy="1665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2072215" y="453342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FEB2379-42D3-2145-BA06-0E3C86E2769C}"/>
              </a:ext>
            </a:extLst>
          </p:cNvPr>
          <p:cNvSpPr txBox="1"/>
          <p:nvPr/>
        </p:nvSpPr>
        <p:spPr>
          <a:xfrm>
            <a:off x="1827390" y="2493105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AED798-4D99-8E4C-AFC6-41547599577B}"/>
              </a:ext>
            </a:extLst>
          </p:cNvPr>
          <p:cNvSpPr/>
          <p:nvPr/>
        </p:nvSpPr>
        <p:spPr>
          <a:xfrm>
            <a:off x="3858310" y="3275770"/>
            <a:ext cx="1458745" cy="4170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ea typeface="微软雅黑" pitchFamily="34" charset="-122"/>
              </a:rPr>
              <a:t>Data transparent transmission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427565-4B0D-614C-8CB5-4588BCDF96B1}"/>
              </a:ext>
            </a:extLst>
          </p:cNvPr>
          <p:cNvSpPr/>
          <p:nvPr/>
        </p:nvSpPr>
        <p:spPr>
          <a:xfrm>
            <a:off x="3870092" y="284551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ea typeface="微软雅黑" pitchFamily="34" charset="-122"/>
              </a:rPr>
              <a:t>Data</a:t>
            </a:r>
          </a:p>
          <a:p>
            <a:pPr algn="ctr"/>
            <a:r>
              <a:rPr lang="en-US" altLang="zh-CN" sz="1300" dirty="0">
                <a:ea typeface="微软雅黑" pitchFamily="34" charset="-122"/>
              </a:rPr>
              <a:t>Encryption</a:t>
            </a:r>
            <a:endParaRPr lang="zh-CN" altLang="en-US" sz="1300" dirty="0">
              <a:ea typeface="微软雅黑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E086E1-80C8-3449-BA76-B424DF24A9C4}"/>
              </a:ext>
            </a:extLst>
          </p:cNvPr>
          <p:cNvSpPr/>
          <p:nvPr/>
        </p:nvSpPr>
        <p:spPr>
          <a:xfrm>
            <a:off x="6963478" y="3282803"/>
            <a:ext cx="1555269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Plaintext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Data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BB6E70-5377-4D41-89E5-2F7D3EB42648}"/>
              </a:ext>
            </a:extLst>
          </p:cNvPr>
          <p:cNvSpPr/>
          <p:nvPr/>
        </p:nvSpPr>
        <p:spPr>
          <a:xfrm>
            <a:off x="6953677" y="284551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0AB9241-4FBD-D347-8376-7B59C90669E9}"/>
              </a:ext>
            </a:extLst>
          </p:cNvPr>
          <p:cNvSpPr txBox="1"/>
          <p:nvPr/>
        </p:nvSpPr>
        <p:spPr>
          <a:xfrm>
            <a:off x="5199119" y="2379410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C8DEE0-9C4B-FE47-B770-E6EB8E034A76}"/>
              </a:ext>
            </a:extLst>
          </p:cNvPr>
          <p:cNvSpPr txBox="1"/>
          <p:nvPr/>
        </p:nvSpPr>
        <p:spPr>
          <a:xfrm>
            <a:off x="5289741" y="3661359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D60137B-247C-8146-A028-24578A467DB1}"/>
              </a:ext>
            </a:extLst>
          </p:cNvPr>
          <p:cNvSpPr txBox="1"/>
          <p:nvPr/>
        </p:nvSpPr>
        <p:spPr>
          <a:xfrm>
            <a:off x="5342160" y="4755280"/>
            <a:ext cx="1848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get ciphertext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EE23DEF-E8E0-8945-B851-DD9CECC94360}"/>
              </a:ext>
            </a:extLst>
          </p:cNvPr>
          <p:cNvSpPr txBox="1"/>
          <p:nvPr/>
        </p:nvSpPr>
        <p:spPr>
          <a:xfrm>
            <a:off x="2110986" y="4755280"/>
            <a:ext cx="1967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return plaintext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EDA275-3909-A340-BD6D-229E04D4DA42}"/>
              </a:ext>
            </a:extLst>
          </p:cNvPr>
          <p:cNvSpPr/>
          <p:nvPr/>
        </p:nvSpPr>
        <p:spPr>
          <a:xfrm>
            <a:off x="6963478" y="4344879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1769C0-95BC-A949-9C88-8FC60F047CF4}"/>
              </a:ext>
            </a:extLst>
          </p:cNvPr>
          <p:cNvSpPr/>
          <p:nvPr/>
        </p:nvSpPr>
        <p:spPr>
          <a:xfrm>
            <a:off x="509112" y="3093320"/>
            <a:ext cx="156310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</p:spTree>
    <p:extLst>
      <p:ext uri="{BB962C8B-B14F-4D97-AF65-F5344CB8AC3E}">
        <p14:creationId xmlns:p14="http://schemas.microsoft.com/office/powerpoint/2010/main" val="372498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755576" y="863590"/>
            <a:ext cx="316535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encryptRule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encryptors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type: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props: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aes.key.value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123456abc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tables: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t_user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columns: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b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cipherColumn</a:t>
            </a:r>
            <a:r>
              <a:rPr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pwd_cipher</a:t>
            </a:r>
            <a:b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encryptor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  <a:r>
              <a:rPr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aes_encryptor</a:t>
            </a: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props:</a:t>
            </a:r>
          </a:p>
          <a:p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kumimoji="1" lang="en-US" altLang="zh-CN" sz="14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query.with.cipher.column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kumimoji="1"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true</a:t>
            </a:r>
            <a:endParaRPr kumimoji="1" lang="zh-CN" alt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77025D-B265-A940-8610-342E702765A6}"/>
              </a:ext>
            </a:extLst>
          </p:cNvPr>
          <p:cNvSpPr/>
          <p:nvPr/>
        </p:nvSpPr>
        <p:spPr>
          <a:xfrm>
            <a:off x="845789" y="445521"/>
            <a:ext cx="2142035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Rule</a:t>
            </a:r>
            <a:r>
              <a:rPr lang="zh-CN" altLang="en-US" sz="1400" dirty="0">
                <a:ea typeface="微软雅黑" pitchFamily="34" charset="-122"/>
              </a:rPr>
              <a:t> </a:t>
            </a:r>
            <a:r>
              <a:rPr lang="en-US" altLang="zh-CN" sz="1400" dirty="0">
                <a:ea typeface="微软雅黑" pitchFamily="34" charset="-122"/>
              </a:rPr>
              <a:t>Config</a:t>
            </a:r>
            <a:endParaRPr lang="zh-CN" altLang="en-US" sz="1400" dirty="0"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45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400" y="1783040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4288" y="163549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653829" y="1147632"/>
            <a:ext cx="43910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Online Service Refactor-after migration</a:t>
            </a:r>
            <a:endParaRPr kumimoji="1" lang="zh-CN" altLang="en-US" sz="1600" b="1" dirty="0">
              <a:solidFill>
                <a:srgbClr val="7030A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611" y="1730407"/>
            <a:ext cx="704777" cy="69810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B33C4AD-3373-8545-8C52-4C91D8E20816}"/>
              </a:ext>
            </a:extLst>
          </p:cNvPr>
          <p:cNvSpPr/>
          <p:nvPr/>
        </p:nvSpPr>
        <p:spPr>
          <a:xfrm>
            <a:off x="6963108" y="305948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EB463A-9C31-6947-A588-415F0B30F72B}"/>
              </a:ext>
            </a:extLst>
          </p:cNvPr>
          <p:cNvSpPr/>
          <p:nvPr/>
        </p:nvSpPr>
        <p:spPr>
          <a:xfrm>
            <a:off x="3858310" y="3063876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Data</a:t>
            </a:r>
          </a:p>
          <a:p>
            <a:pPr algn="ctr"/>
            <a:r>
              <a:rPr lang="en-US" altLang="zh-CN" sz="1400" dirty="0">
                <a:ea typeface="微软雅黑" pitchFamily="34" charset="-122"/>
              </a:rPr>
              <a:t>Encryption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7E21D71D-A12F-8C43-90B5-61B2985927B4}"/>
              </a:ext>
            </a:extLst>
          </p:cNvPr>
          <p:cNvCxnSpPr>
            <a:cxnSpLocks/>
            <a:stCxn id="37" idx="3"/>
            <a:endCxn id="26" idx="1"/>
          </p:cNvCxnSpPr>
          <p:nvPr/>
        </p:nvCxnSpPr>
        <p:spPr>
          <a:xfrm flipV="1">
            <a:off x="5305273" y="3264687"/>
            <a:ext cx="1657835" cy="124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81DF6148-83D0-6A49-BC84-D3E517A54A50}"/>
              </a:ext>
            </a:extLst>
          </p:cNvPr>
          <p:cNvSpPr/>
          <p:nvPr/>
        </p:nvSpPr>
        <p:spPr>
          <a:xfrm>
            <a:off x="509112" y="3870327"/>
            <a:ext cx="1577948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51D2903-8CF2-F14B-A6E8-CD79C0697680}"/>
              </a:ext>
            </a:extLst>
          </p:cNvPr>
          <p:cNvSpPr/>
          <p:nvPr/>
        </p:nvSpPr>
        <p:spPr>
          <a:xfrm>
            <a:off x="6963109" y="3854181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Ciphertext Data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E833BB7-BD6F-C94E-9D16-B3B92936934D}"/>
              </a:ext>
            </a:extLst>
          </p:cNvPr>
          <p:cNvSpPr/>
          <p:nvPr/>
        </p:nvSpPr>
        <p:spPr>
          <a:xfrm>
            <a:off x="3873155" y="3854181"/>
            <a:ext cx="1446963" cy="426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Data</a:t>
            </a:r>
          </a:p>
          <a:p>
            <a:pPr algn="ctr"/>
            <a:r>
              <a:rPr lang="en-US" altLang="zh-CN" sz="1400" dirty="0">
                <a:ea typeface="微软雅黑" pitchFamily="34" charset="-122"/>
              </a:rPr>
              <a:t>Decryption</a:t>
            </a:r>
            <a:endParaRPr lang="zh-CN" altLang="en-US" sz="1400" dirty="0">
              <a:ea typeface="微软雅黑" pitchFamily="34" charset="-122"/>
            </a:endParaRPr>
          </a:p>
        </p:txBody>
      </p: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B8760579-7C61-FB44-A1FE-34C761D5EAE1}"/>
              </a:ext>
            </a:extLst>
          </p:cNvPr>
          <p:cNvCxnSpPr>
            <a:cxnSpLocks/>
            <a:stCxn id="94" idx="3"/>
            <a:endCxn id="93" idx="1"/>
          </p:cNvCxnSpPr>
          <p:nvPr/>
        </p:nvCxnSpPr>
        <p:spPr>
          <a:xfrm flipV="1">
            <a:off x="5320118" y="4059382"/>
            <a:ext cx="1642991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6ABBB4DA-7374-0845-8738-D1D17FD84760}"/>
              </a:ext>
            </a:extLst>
          </p:cNvPr>
          <p:cNvCxnSpPr>
            <a:cxnSpLocks/>
            <a:stCxn id="87" idx="3"/>
            <a:endCxn id="94" idx="1"/>
          </p:cNvCxnSpPr>
          <p:nvPr/>
        </p:nvCxnSpPr>
        <p:spPr>
          <a:xfrm flipV="1">
            <a:off x="2087060" y="4067455"/>
            <a:ext cx="1786095" cy="80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52B26356-6E8E-B04D-BB35-E14F4FA43739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072215" y="3277150"/>
            <a:ext cx="1786095" cy="21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657570B-ECAD-4848-8A96-F0062ED69151}"/>
              </a:ext>
            </a:extLst>
          </p:cNvPr>
          <p:cNvSpPr txBox="1"/>
          <p:nvPr/>
        </p:nvSpPr>
        <p:spPr>
          <a:xfrm>
            <a:off x="2042509" y="2621378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plaintext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A6EA2F-A173-C648-B9A5-9388439B884C}"/>
              </a:ext>
            </a:extLst>
          </p:cNvPr>
          <p:cNvSpPr txBox="1"/>
          <p:nvPr/>
        </p:nvSpPr>
        <p:spPr>
          <a:xfrm>
            <a:off x="1981305" y="4288802"/>
            <a:ext cx="1967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return plaintext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2DCD54-5DB8-DB42-B1AF-B744F25ADC32}"/>
              </a:ext>
            </a:extLst>
          </p:cNvPr>
          <p:cNvSpPr txBox="1"/>
          <p:nvPr/>
        </p:nvSpPr>
        <p:spPr>
          <a:xfrm>
            <a:off x="5320118" y="4288802"/>
            <a:ext cx="1848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Query: get ciphertext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D25234F-FA41-1643-AAF0-478DA041E377}"/>
              </a:ext>
            </a:extLst>
          </p:cNvPr>
          <p:cNvSpPr txBox="1"/>
          <p:nvPr/>
        </p:nvSpPr>
        <p:spPr>
          <a:xfrm>
            <a:off x="5267699" y="2615380"/>
            <a:ext cx="1845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Insert/Delete/Update</a:t>
            </a:r>
          </a:p>
          <a:p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ciphertext</a:t>
            </a:r>
            <a:endParaRPr kumimoji="1" lang="zh-CN" altLang="en-US" sz="12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C52A61-B938-C644-8C87-CD34F1268D7F}"/>
              </a:ext>
            </a:extLst>
          </p:cNvPr>
          <p:cNvSpPr/>
          <p:nvPr/>
        </p:nvSpPr>
        <p:spPr>
          <a:xfrm>
            <a:off x="509112" y="3093320"/>
            <a:ext cx="156310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Logical column</a:t>
            </a:r>
          </a:p>
        </p:txBody>
      </p:sp>
    </p:spTree>
    <p:extLst>
      <p:ext uri="{BB962C8B-B14F-4D97-AF65-F5344CB8AC3E}">
        <p14:creationId xmlns:p14="http://schemas.microsoft.com/office/powerpoint/2010/main" val="220184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849" y="1308646"/>
            <a:ext cx="766850" cy="766850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9741" y="1156402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23262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已上线业务改造</a:t>
            </a:r>
            <a:r>
              <a:rPr kumimoji="1" lang="en-US" altLang="zh-CN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系统前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25252" y="309332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明文数据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948264" y="3058156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AE4467-1112-5B48-859C-B2EB5731BB12}"/>
              </a:ext>
            </a:extLst>
          </p:cNvPr>
          <p:cNvSpPr/>
          <p:nvPr/>
        </p:nvSpPr>
        <p:spPr bwMode="auto">
          <a:xfrm>
            <a:off x="3848518" y="2195384"/>
            <a:ext cx="1446963" cy="138447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72215" y="2948116"/>
            <a:ext cx="1779705" cy="3504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51920" y="2742915"/>
            <a:ext cx="1446963" cy="41040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数据加密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298883" y="2948116"/>
            <a:ext cx="1649381" cy="315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51646" y="3169461"/>
            <a:ext cx="1446963" cy="4104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数据解密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878596" y="277854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插入密文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6" idx="1"/>
            <a:endCxn id="50" idx="3"/>
          </p:cNvCxnSpPr>
          <p:nvPr/>
        </p:nvCxnSpPr>
        <p:spPr>
          <a:xfrm flipH="1" flipV="1">
            <a:off x="2072215" y="3298521"/>
            <a:ext cx="1779431" cy="761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F340A00-6E61-3F49-A33E-F5C80DFDD1D7}"/>
              </a:ext>
            </a:extLst>
          </p:cNvPr>
          <p:cNvSpPr/>
          <p:nvPr/>
        </p:nvSpPr>
        <p:spPr>
          <a:xfrm>
            <a:off x="625252" y="2236492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逻辑列名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4901F6-4601-7C4A-8ECD-EDABABF790E5}"/>
              </a:ext>
            </a:extLst>
          </p:cNvPr>
          <p:cNvSpPr/>
          <p:nvPr/>
        </p:nvSpPr>
        <p:spPr>
          <a:xfrm>
            <a:off x="6948264" y="2210865"/>
            <a:ext cx="1570484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密文列名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3BB7872-FA5F-B141-AC6A-DFAB43F15231}"/>
              </a:ext>
            </a:extLst>
          </p:cNvPr>
          <p:cNvSpPr/>
          <p:nvPr/>
        </p:nvSpPr>
        <p:spPr>
          <a:xfrm>
            <a:off x="3858310" y="2210865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列名映射</a:t>
            </a: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6999BC17-EC6E-7941-ACC2-A03F065A2190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2072215" y="2416066"/>
            <a:ext cx="1786095" cy="256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4754CA3D-EEE2-1641-A5B9-2121D68584DA}"/>
              </a:ext>
            </a:extLst>
          </p:cNvPr>
          <p:cNvCxnSpPr>
            <a:cxnSpLocks/>
            <a:stCxn id="32" idx="3"/>
            <a:endCxn id="28" idx="1"/>
          </p:cNvCxnSpPr>
          <p:nvPr/>
        </p:nvCxnSpPr>
        <p:spPr>
          <a:xfrm>
            <a:off x="5305273" y="2416066"/>
            <a:ext cx="16429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246F7CEF-1F25-A84A-925E-7CE268B5D370}"/>
              </a:ext>
            </a:extLst>
          </p:cNvPr>
          <p:cNvSpPr txBox="1"/>
          <p:nvPr/>
        </p:nvSpPr>
        <p:spPr>
          <a:xfrm>
            <a:off x="2456481" y="278042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插入明文</a:t>
            </a:r>
          </a:p>
        </p:txBody>
      </p: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1A8E4A6D-AE44-0C4D-B0D1-469852FDA864}"/>
              </a:ext>
            </a:extLst>
          </p:cNvPr>
          <p:cNvCxnSpPr>
            <a:cxnSpLocks/>
            <a:stCxn id="51" idx="1"/>
            <a:endCxn id="56" idx="3"/>
          </p:cNvCxnSpPr>
          <p:nvPr/>
        </p:nvCxnSpPr>
        <p:spPr>
          <a:xfrm flipH="1">
            <a:off x="5298609" y="3263357"/>
            <a:ext cx="1649655" cy="1113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E9893C41-A4EA-BC47-960E-AB8F616EFA91}"/>
              </a:ext>
            </a:extLst>
          </p:cNvPr>
          <p:cNvSpPr txBox="1"/>
          <p:nvPr/>
        </p:nvSpPr>
        <p:spPr>
          <a:xfrm>
            <a:off x="5908122" y="34329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获取密文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9E353E-267C-C444-890E-0C6703702C14}"/>
              </a:ext>
            </a:extLst>
          </p:cNvPr>
          <p:cNvSpPr txBox="1"/>
          <p:nvPr/>
        </p:nvSpPr>
        <p:spPr>
          <a:xfrm>
            <a:off x="2456481" y="347726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返回密文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E30CBA-9507-FA47-BEA3-2CE6CCCBD4C1}"/>
              </a:ext>
            </a:extLst>
          </p:cNvPr>
          <p:cNvSpPr txBox="1"/>
          <p:nvPr/>
        </p:nvSpPr>
        <p:spPr>
          <a:xfrm>
            <a:off x="5868302" y="207053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转换列名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B0F9798-629F-6444-896B-2E8A086D410B}"/>
              </a:ext>
            </a:extLst>
          </p:cNvPr>
          <p:cNvSpPr txBox="1"/>
          <p:nvPr/>
        </p:nvSpPr>
        <p:spPr>
          <a:xfrm>
            <a:off x="2561820" y="211484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转换列名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F4C8DF41-D8A7-B24E-830E-B4C8649E94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4833" y="1308646"/>
            <a:ext cx="704777" cy="69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4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形 63" descr="Web 设计 ">
            <a:extLst>
              <a:ext uri="{FF2B5EF4-FFF2-40B4-BE49-F238E27FC236}">
                <a16:creationId xmlns:a16="http://schemas.microsoft.com/office/drawing/2014/main" id="{87427796-6B3E-1F40-A0E5-8251E79F0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987" y="550030"/>
            <a:ext cx="766850" cy="76685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F8B5B6CE-0AB8-EC41-AB99-5EB289174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380" y="464799"/>
            <a:ext cx="723934" cy="717083"/>
          </a:xfrm>
          <a:prstGeom prst="rect">
            <a:avLst/>
          </a:prstGeom>
        </p:spPr>
      </p:pic>
      <p:pic>
        <p:nvPicPr>
          <p:cNvPr id="11" name="图形 10" descr="数据库">
            <a:extLst>
              <a:ext uri="{FF2B5EF4-FFF2-40B4-BE49-F238E27FC236}">
                <a16:creationId xmlns:a16="http://schemas.microsoft.com/office/drawing/2014/main" id="{C713270B-E77B-8B42-83CF-80E8DF1C90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8264" y="402480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F2446EA-66AF-FA44-A6E0-9DB22F311FE8}"/>
              </a:ext>
            </a:extLst>
          </p:cNvPr>
          <p:cNvSpPr txBox="1"/>
          <p:nvPr/>
        </p:nvSpPr>
        <p:spPr>
          <a:xfrm>
            <a:off x="509111" y="13089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新上线业务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4EE126-6EDA-8047-A72D-67EDD66A8BC5}"/>
              </a:ext>
            </a:extLst>
          </p:cNvPr>
          <p:cNvSpPr/>
          <p:nvPr/>
        </p:nvSpPr>
        <p:spPr>
          <a:xfrm>
            <a:off x="611560" y="2050180"/>
            <a:ext cx="1446963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pwd</a:t>
            </a:r>
            <a:r>
              <a:rPr lang="en-US" altLang="zh-CN" sz="1400" dirty="0">
                <a:ea typeface="微软雅黑" pitchFamily="34" charset="-122"/>
              </a:rPr>
              <a:t>(</a:t>
            </a:r>
            <a:r>
              <a:rPr lang="zh-CN" altLang="en-US" sz="1400" dirty="0">
                <a:ea typeface="微软雅黑" pitchFamily="34" charset="-122"/>
              </a:rPr>
              <a:t>逻辑列</a:t>
            </a:r>
            <a:r>
              <a:rPr lang="en-US" altLang="zh-CN" sz="1400" dirty="0">
                <a:ea typeface="微软雅黑" pitchFamily="34" charset="-122"/>
              </a:rPr>
              <a:t>)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87909E-F374-D94C-B8E1-7DC6CE4229A2}"/>
              </a:ext>
            </a:extLst>
          </p:cNvPr>
          <p:cNvSpPr/>
          <p:nvPr/>
        </p:nvSpPr>
        <p:spPr>
          <a:xfrm>
            <a:off x="6753216" y="2050180"/>
            <a:ext cx="1885901" cy="4104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ea typeface="微软雅黑" pitchFamily="34" charset="-122"/>
              </a:rPr>
              <a:t>pwd_cipher</a:t>
            </a:r>
            <a:r>
              <a:rPr lang="en-US" altLang="zh-CN" sz="1400" dirty="0">
                <a:ea typeface="微软雅黑" pitchFamily="34" charset="-122"/>
              </a:rPr>
              <a:t>(</a:t>
            </a:r>
            <a:r>
              <a:rPr lang="zh-CN" altLang="en-US" sz="1400" dirty="0">
                <a:ea typeface="微软雅黑" pitchFamily="34" charset="-122"/>
              </a:rPr>
              <a:t>加密列</a:t>
            </a:r>
            <a:r>
              <a:rPr lang="en-US" altLang="zh-CN" sz="1400" dirty="0">
                <a:ea typeface="微软雅黑" pitchFamily="34" charset="-122"/>
              </a:rPr>
              <a:t>)</a:t>
            </a:r>
            <a:endParaRPr lang="zh-CN" altLang="en-US" sz="1400" dirty="0">
              <a:ea typeface="微软雅黑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AE4467-1112-5B48-859C-B2EB5731BB12}"/>
              </a:ext>
            </a:extLst>
          </p:cNvPr>
          <p:cNvSpPr/>
          <p:nvPr/>
        </p:nvSpPr>
        <p:spPr bwMode="auto">
          <a:xfrm>
            <a:off x="3848518" y="1455626"/>
            <a:ext cx="1446963" cy="212423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B7DB726D-86E4-6A48-8FE0-0FF3ECC56D70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 flipV="1">
            <a:off x="2058523" y="1923466"/>
            <a:ext cx="1789994" cy="331915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ADA80D7-659D-814E-92E3-939123854C8C}"/>
              </a:ext>
            </a:extLst>
          </p:cNvPr>
          <p:cNvSpPr/>
          <p:nvPr/>
        </p:nvSpPr>
        <p:spPr>
          <a:xfrm>
            <a:off x="3848517" y="1718265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加密数据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91D5477-AF69-2B49-BFEA-2E612BCC836F}"/>
              </a:ext>
            </a:extLst>
          </p:cNvPr>
          <p:cNvCxnSpPr>
            <a:cxnSpLocks/>
            <a:stCxn id="54" idx="3"/>
            <a:endCxn id="51" idx="1"/>
          </p:cNvCxnSpPr>
          <p:nvPr/>
        </p:nvCxnSpPr>
        <p:spPr>
          <a:xfrm>
            <a:off x="5295480" y="1923466"/>
            <a:ext cx="1457736" cy="331915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4F990B70-EA0E-4349-8860-DB7268C6C03B}"/>
              </a:ext>
            </a:extLst>
          </p:cNvPr>
          <p:cNvSpPr/>
          <p:nvPr/>
        </p:nvSpPr>
        <p:spPr>
          <a:xfrm>
            <a:off x="3848517" y="2682919"/>
            <a:ext cx="1446963" cy="41040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解密数据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92FECAD-0AD5-574C-9A94-1AC6325AEDCA}"/>
              </a:ext>
            </a:extLst>
          </p:cNvPr>
          <p:cNvSpPr txBox="1"/>
          <p:nvPr/>
        </p:nvSpPr>
        <p:spPr>
          <a:xfrm>
            <a:off x="2490461" y="171826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插入明文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7458399-31E7-7043-B56A-0627E59A6A15}"/>
              </a:ext>
            </a:extLst>
          </p:cNvPr>
          <p:cNvSpPr txBox="1"/>
          <p:nvPr/>
        </p:nvSpPr>
        <p:spPr>
          <a:xfrm>
            <a:off x="5692006" y="172520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插入密文</a:t>
            </a:r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C02B62A0-EEFB-D040-814B-2E9A66A292F1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>
            <a:off x="2058523" y="2255381"/>
            <a:ext cx="1789994" cy="632739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FAD59BC2-A8D1-5B4C-A1BF-F4981E24802A}"/>
              </a:ext>
            </a:extLst>
          </p:cNvPr>
          <p:cNvSpPr txBox="1"/>
          <p:nvPr/>
        </p:nvSpPr>
        <p:spPr>
          <a:xfrm>
            <a:off x="2490460" y="273783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查询明文</a:t>
            </a:r>
          </a:p>
        </p:txBody>
      </p:sp>
    </p:spTree>
    <p:extLst>
      <p:ext uri="{BB962C8B-B14F-4D97-AF65-F5344CB8AC3E}">
        <p14:creationId xmlns:p14="http://schemas.microsoft.com/office/powerpoint/2010/main" val="166789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326971" y="1114923"/>
            <a:ext cx="2375211" cy="269628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73045" y="1993698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解析</a:t>
            </a:r>
          </a:p>
        </p:txBody>
      </p:sp>
      <p:sp>
        <p:nvSpPr>
          <p:cNvPr id="40" name="矩形 39"/>
          <p:cNvSpPr/>
          <p:nvPr/>
        </p:nvSpPr>
        <p:spPr>
          <a:xfrm>
            <a:off x="657456" y="2504743"/>
            <a:ext cx="1605476" cy="363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改写</a:t>
            </a:r>
          </a:p>
        </p:txBody>
      </p:sp>
      <p:sp>
        <p:nvSpPr>
          <p:cNvPr id="42" name="矩形 41"/>
          <p:cNvSpPr/>
          <p:nvPr/>
        </p:nvSpPr>
        <p:spPr>
          <a:xfrm>
            <a:off x="649650" y="3002927"/>
            <a:ext cx="1613282" cy="319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SQL</a:t>
            </a:r>
            <a:r>
              <a:rPr lang="zh-CN" altLang="en-US" sz="1400" dirty="0">
                <a:ea typeface="微软雅黑" pitchFamily="34" charset="-122"/>
              </a:rPr>
              <a:t> 执行</a:t>
            </a:r>
          </a:p>
        </p:txBody>
      </p:sp>
      <p:sp>
        <p:nvSpPr>
          <p:cNvPr id="45" name="矩形 44"/>
          <p:cNvSpPr/>
          <p:nvPr/>
        </p:nvSpPr>
        <p:spPr>
          <a:xfrm>
            <a:off x="683568" y="555526"/>
            <a:ext cx="1612631" cy="3339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a typeface="微软雅黑" pitchFamily="34" charset="-122"/>
              </a:rPr>
              <a:t>脱敏规则</a:t>
            </a:r>
          </a:p>
        </p:txBody>
      </p:sp>
      <p:sp>
        <p:nvSpPr>
          <p:cNvPr id="47" name="矩形 46"/>
          <p:cNvSpPr/>
          <p:nvPr/>
        </p:nvSpPr>
        <p:spPr>
          <a:xfrm>
            <a:off x="683568" y="1443106"/>
            <a:ext cx="1605476" cy="363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ea typeface="微软雅黑" pitchFamily="34" charset="-122"/>
              </a:rPr>
              <a:t>JDBC</a:t>
            </a:r>
            <a:r>
              <a:rPr lang="zh-CN" altLang="en-US" sz="1400" dirty="0">
                <a:ea typeface="微软雅黑" pitchFamily="34" charset="-122"/>
              </a:rPr>
              <a:t> 适配器</a:t>
            </a:r>
          </a:p>
        </p:txBody>
      </p:sp>
      <p:sp>
        <p:nvSpPr>
          <p:cNvPr id="50" name="下箭头 49"/>
          <p:cNvSpPr/>
          <p:nvPr/>
        </p:nvSpPr>
        <p:spPr>
          <a:xfrm>
            <a:off x="1291260" y="908993"/>
            <a:ext cx="343353" cy="42597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726DA50D-13C0-444D-BBC5-672BC8E13F76}"/>
              </a:ext>
            </a:extLst>
          </p:cNvPr>
          <p:cNvSpPr/>
          <p:nvPr/>
        </p:nvSpPr>
        <p:spPr>
          <a:xfrm>
            <a:off x="1357159" y="1822360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下箭头 23">
            <a:extLst>
              <a:ext uri="{FF2B5EF4-FFF2-40B4-BE49-F238E27FC236}">
                <a16:creationId xmlns:a16="http://schemas.microsoft.com/office/drawing/2014/main" id="{B647C4D4-35D8-8143-B138-8FFCFE82B992}"/>
              </a:ext>
            </a:extLst>
          </p:cNvPr>
          <p:cNvSpPr/>
          <p:nvPr/>
        </p:nvSpPr>
        <p:spPr>
          <a:xfrm>
            <a:off x="1357158" y="2317054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下箭头 24">
            <a:extLst>
              <a:ext uri="{FF2B5EF4-FFF2-40B4-BE49-F238E27FC236}">
                <a16:creationId xmlns:a16="http://schemas.microsoft.com/office/drawing/2014/main" id="{C9CDACBB-CCA7-4B43-8D3C-517BB35C7281}"/>
              </a:ext>
            </a:extLst>
          </p:cNvPr>
          <p:cNvSpPr/>
          <p:nvPr/>
        </p:nvSpPr>
        <p:spPr>
          <a:xfrm>
            <a:off x="1357157" y="2835030"/>
            <a:ext cx="227533" cy="267791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CF2E5E-73ED-FE42-AC8B-EDBCBE24CE98}"/>
              </a:ext>
            </a:extLst>
          </p:cNvPr>
          <p:cNvSpPr txBox="1"/>
          <p:nvPr/>
        </p:nvSpPr>
        <p:spPr>
          <a:xfrm>
            <a:off x="455254" y="3491345"/>
            <a:ext cx="206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+mj-ea"/>
                <a:ea typeface="+mj-ea"/>
              </a:rPr>
              <a:t>Encrypt-JDBC</a:t>
            </a:r>
            <a:r>
              <a:rPr kumimoji="1" lang="zh-CN" altLang="en-US" sz="1400" dirty="0">
                <a:latin typeface="+mj-ea"/>
                <a:ea typeface="+mj-ea"/>
              </a:rPr>
              <a:t>内部实现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C9F3E9-6684-8C47-BD2A-19968638A8EF}"/>
              </a:ext>
            </a:extLst>
          </p:cNvPr>
          <p:cNvSpPr/>
          <p:nvPr/>
        </p:nvSpPr>
        <p:spPr>
          <a:xfrm>
            <a:off x="3403306" y="1004756"/>
            <a:ext cx="4119416" cy="131229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FC4DB2F-D6D3-BD45-97C4-AFFCE763A7D2}"/>
              </a:ext>
            </a:extLst>
          </p:cNvPr>
          <p:cNvSpPr txBox="1"/>
          <p:nvPr/>
        </p:nvSpPr>
        <p:spPr>
          <a:xfrm>
            <a:off x="4372547" y="1058172"/>
            <a:ext cx="3725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>
                <a:latin typeface="+mj-ea"/>
                <a:ea typeface="+mj-ea"/>
              </a:rPr>
              <a:t>logicColumn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逻辑列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虚拟列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，面向用户编程</a:t>
            </a:r>
            <a:endParaRPr kumimoji="1" lang="en-US" altLang="zh-CN" sz="1200" dirty="0">
              <a:latin typeface="+mj-ea"/>
              <a:ea typeface="+mj-ea"/>
            </a:endParaRPr>
          </a:p>
          <a:p>
            <a:r>
              <a:rPr kumimoji="1" lang="en-US" altLang="zh-CN" sz="1200" dirty="0" err="1">
                <a:latin typeface="+mj-ea"/>
                <a:ea typeface="+mj-ea"/>
              </a:rPr>
              <a:t>plainColumn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明文列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真实列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，用于存储明文数据</a:t>
            </a:r>
            <a:endParaRPr kumimoji="1" lang="en-US" altLang="zh-CN" sz="1200" dirty="0">
              <a:latin typeface="+mj-ea"/>
              <a:ea typeface="+mj-ea"/>
            </a:endParaRPr>
          </a:p>
          <a:p>
            <a:r>
              <a:rPr kumimoji="1" lang="en-US" altLang="zh-CN" sz="1200" dirty="0" err="1">
                <a:latin typeface="+mj-ea"/>
                <a:ea typeface="+mj-ea"/>
              </a:rPr>
              <a:t>cipherColumn</a:t>
            </a:r>
            <a:r>
              <a:rPr kumimoji="1" lang="en-US" altLang="zh-CN" sz="1200" dirty="0">
                <a:latin typeface="+mj-ea"/>
                <a:ea typeface="+mj-ea"/>
              </a:rPr>
              <a:t>:</a:t>
            </a:r>
            <a:r>
              <a:rPr kumimoji="1" lang="zh-CN" altLang="en-US" sz="1200" dirty="0">
                <a:latin typeface="+mj-ea"/>
                <a:ea typeface="+mj-ea"/>
              </a:rPr>
              <a:t> 密文列</a:t>
            </a:r>
            <a:r>
              <a:rPr kumimoji="1" lang="en-US" altLang="zh-CN" sz="1200" dirty="0">
                <a:latin typeface="+mj-ea"/>
                <a:ea typeface="+mj-ea"/>
              </a:rPr>
              <a:t>(</a:t>
            </a:r>
            <a:r>
              <a:rPr kumimoji="1" lang="zh-CN" altLang="en-US" sz="1200" dirty="0">
                <a:latin typeface="+mj-ea"/>
                <a:ea typeface="+mj-ea"/>
              </a:rPr>
              <a:t>真实列</a:t>
            </a:r>
            <a:r>
              <a:rPr kumimoji="1" lang="en-US" altLang="zh-CN" sz="1200" dirty="0">
                <a:latin typeface="+mj-ea"/>
                <a:ea typeface="+mj-ea"/>
              </a:rPr>
              <a:t>)</a:t>
            </a:r>
            <a:r>
              <a:rPr kumimoji="1" lang="zh-CN" altLang="en-US" sz="1200" dirty="0">
                <a:latin typeface="+mj-ea"/>
                <a:ea typeface="+mj-ea"/>
              </a:rPr>
              <a:t>，用于存储密文数据</a:t>
            </a:r>
          </a:p>
        </p:txBody>
      </p:sp>
    </p:spTree>
    <p:extLst>
      <p:ext uri="{BB962C8B-B14F-4D97-AF65-F5344CB8AC3E}">
        <p14:creationId xmlns:p14="http://schemas.microsoft.com/office/powerpoint/2010/main" val="3052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365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82707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功能列表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555526"/>
            <a:ext cx="82066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接口适配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可适用于任何连接池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可适用于任何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自动改写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：自动加密脱敏列，自动生成查询辅助列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：自动解密脱敏列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：自动使用查询辅助列进行查询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配置动态化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更新脱敏秘钥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更换脱敏算法类型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36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6430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接入步骤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555526"/>
            <a:ext cx="82066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修改数据库</a:t>
            </a:r>
          </a:p>
          <a:p>
            <a:pPr marL="914366" lvl="1" indent="-4572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修改脱敏字段长度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增加查询辅助列字段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引入依赖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encrypt-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依赖（目前在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ShardingSphere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中）</a:t>
            </a:r>
          </a:p>
          <a:p>
            <a:pPr marL="914366" lvl="1" indent="-457200"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AKS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配置脱敏规则，如脱敏列名称、脱敏算法等</a:t>
            </a:r>
          </a:p>
          <a:p>
            <a:pPr marL="914366" lvl="1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配置秘钥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ShardingSphere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提供的数据源（标准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DataSource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接口）编程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1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651343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63688" y="987574"/>
            <a:ext cx="62646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endParaRPr lang="en-US" altLang="zh-CN" sz="20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66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文本框 146"/>
          <p:cNvSpPr txBox="1"/>
          <p:nvPr/>
        </p:nvSpPr>
        <p:spPr>
          <a:xfrm>
            <a:off x="469828" y="186958"/>
            <a:ext cx="116430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使用限制</a:t>
            </a:r>
          </a:p>
        </p:txBody>
      </p:sp>
      <p:sp>
        <p:nvSpPr>
          <p:cNvPr id="112" name="剪去单角的矩形 111"/>
          <p:cNvSpPr/>
          <p:nvPr/>
        </p:nvSpPr>
        <p:spPr>
          <a:xfrm flipV="1">
            <a:off x="11" y="236582"/>
            <a:ext cx="469817" cy="369912"/>
          </a:xfrm>
          <a:prstGeom prst="snip1Rect">
            <a:avLst>
              <a:gd name="adj" fmla="val 39215"/>
            </a:avLst>
          </a:prstGeom>
          <a:solidFill>
            <a:srgbClr val="DA1F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22" tIns="34268" rIns="68522" bIns="34268" rtlCol="0" anchor="ctr"/>
          <a:lstStyle/>
          <a:p>
            <a:pPr algn="ctr" defTabSz="685192"/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9828" y="1131590"/>
            <a:ext cx="8206628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仅支持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，未来会提供全语言支持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脱敏字段无法支持比较操作，如：大于小于、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 BY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BETWEEN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LIKE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脱敏字段无法支持计算操作，如：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以及计算表达式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暂不支持数据迁移功能，不支持新旧数据自动适配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248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99493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脱敏共存模式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明文存取</a:t>
            </a: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0" name="矩形 19"/>
            <p:cNvSpPr/>
            <p:nvPr/>
          </p:nvSpPr>
          <p:spPr bwMode="auto">
            <a:xfrm>
              <a:off x="161991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61967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加密开关（关）</a:t>
              </a: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0" idx="3"/>
            </p:cNvCxnSpPr>
            <p:nvPr/>
          </p:nvCxnSpPr>
          <p:spPr>
            <a:xfrm>
              <a:off x="376215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69" name="矩形 68"/>
            <p:cNvSpPr/>
            <p:nvPr/>
          </p:nvSpPr>
          <p:spPr bwMode="auto">
            <a:xfrm>
              <a:off x="594039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94015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加密开关（关）</a:t>
              </a: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34"/>
            <p:cNvCxnSpPr>
              <a:stCxn id="73" idx="3"/>
              <a:endCxn id="69" idx="3"/>
            </p:cNvCxnSpPr>
            <p:nvPr/>
          </p:nvCxnSpPr>
          <p:spPr>
            <a:xfrm>
              <a:off x="808263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76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994934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脱敏共存模式 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密文存取</a:t>
            </a: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0" name="矩形 19"/>
            <p:cNvSpPr/>
            <p:nvPr/>
          </p:nvSpPr>
          <p:spPr bwMode="auto">
            <a:xfrm>
              <a:off x="161991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161967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加密开关（开）</a:t>
              </a: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1" idx="3"/>
            </p:cNvCxnSpPr>
            <p:nvPr/>
          </p:nvCxnSpPr>
          <p:spPr>
            <a:xfrm>
              <a:off x="376215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69" name="矩形 68"/>
            <p:cNvSpPr/>
            <p:nvPr/>
          </p:nvSpPr>
          <p:spPr bwMode="auto">
            <a:xfrm>
              <a:off x="5940398" y="1957737"/>
              <a:ext cx="2142485" cy="54380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明文列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940151" y="325208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加密开关（开）</a:t>
              </a: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箭头连接符 34"/>
            <p:cNvCxnSpPr>
              <a:stCxn id="73" idx="3"/>
              <a:endCxn id="69" idx="3"/>
            </p:cNvCxnSpPr>
            <p:nvPr/>
          </p:nvCxnSpPr>
          <p:spPr>
            <a:xfrm>
              <a:off x="8082636" y="1510023"/>
              <a:ext cx="247" cy="719615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960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4354280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脱敏独立模式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明文删除 </a:t>
            </a:r>
            <a:r>
              <a:rPr lang="zh-CN" altLang="en-US"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原生脱敏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 28"/>
          <p:cNvGrpSpPr/>
          <p:nvPr/>
        </p:nvGrpSpPr>
        <p:grpSpPr>
          <a:xfrm>
            <a:off x="4581494" y="987574"/>
            <a:ext cx="3942932" cy="3240360"/>
            <a:chOff x="251520" y="771550"/>
            <a:chExt cx="3942932" cy="3240360"/>
          </a:xfrm>
        </p:grpSpPr>
        <p:sp>
          <p:nvSpPr>
            <p:cNvPr id="21" name="矩形 20"/>
            <p:cNvSpPr/>
            <p:nvPr/>
          </p:nvSpPr>
          <p:spPr bwMode="auto">
            <a:xfrm>
              <a:off x="161991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133164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161967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25152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查询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cxnSp>
          <p:nvCxnSpPr>
            <p:cNvPr id="6" name="直线箭头连接符 5"/>
            <p:cNvCxnSpPr>
              <a:stCxn id="27" idx="3"/>
              <a:endCxn id="26" idx="1"/>
            </p:cNvCxnSpPr>
            <p:nvPr/>
          </p:nvCxnSpPr>
          <p:spPr>
            <a:xfrm>
              <a:off x="109349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/>
            <p:cNvCxnSpPr>
              <a:stCxn id="26" idx="3"/>
              <a:endCxn id="21" idx="3"/>
            </p:cNvCxnSpPr>
            <p:nvPr/>
          </p:nvCxnSpPr>
          <p:spPr>
            <a:xfrm>
              <a:off x="376215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0" name="组 29"/>
          <p:cNvGrpSpPr/>
          <p:nvPr/>
        </p:nvGrpSpPr>
        <p:grpSpPr>
          <a:xfrm>
            <a:off x="179512" y="987574"/>
            <a:ext cx="3942932" cy="3240360"/>
            <a:chOff x="4572000" y="771550"/>
            <a:chExt cx="3942932" cy="3240360"/>
          </a:xfrm>
        </p:grpSpPr>
        <p:sp>
          <p:nvSpPr>
            <p:cNvPr id="70" name="矩形 69"/>
            <p:cNvSpPr/>
            <p:nvPr/>
          </p:nvSpPr>
          <p:spPr bwMode="auto">
            <a:xfrm>
              <a:off x="5940398" y="2499754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密文列</a:t>
              </a:r>
              <a:r>
                <a:rPr kumimoji="1" lang="en-US" altLang="zh-CN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/</a:t>
              </a:r>
              <a:r>
                <a:rPr kumimoji="1" lang="zh-CN" altLang="en-US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查询辅助列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5652120" y="771550"/>
              <a:ext cx="2862812" cy="3240360"/>
            </a:xfrm>
            <a:prstGeom prst="rect">
              <a:avLst/>
            </a:prstGeom>
            <a:noFill/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chemeClr val="tx1"/>
                  </a:solidFill>
                  <a:ea typeface="微软雅黑" pitchFamily="34" charset="-122"/>
                </a:rPr>
                <a:t>脱敏规则</a:t>
              </a:r>
              <a:endParaRPr lang="zh-CN" altLang="en-US" dirty="0">
                <a:solidFill>
                  <a:schemeClr val="tx1"/>
                </a:solidFill>
                <a:ea typeface="微软雅黑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940151" y="1238122"/>
              <a:ext cx="2142485" cy="543802"/>
            </a:xfrm>
            <a:prstGeom prst="rect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  <a:ea typeface="微软雅黑" pitchFamily="34" charset="-122"/>
                </a:rPr>
                <a:t>脱敏逻辑列</a:t>
              </a:r>
              <a:endParaRPr kumimoji="1" lang="zh-CN" altLang="en-US" sz="1800" b="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endParaRPr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4572000" y="1238122"/>
              <a:ext cx="841973" cy="543802"/>
            </a:xfrm>
            <a:prstGeom prst="rect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1" lang="zh-CN" altLang="en-US" sz="1800" b="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"/>
                </a:rPr>
                <a:t>写入</a:t>
              </a:r>
            </a:p>
          </p:txBody>
        </p:sp>
        <p:cxnSp>
          <p:nvCxnSpPr>
            <p:cNvPr id="75" name="直线箭头连接符 74"/>
            <p:cNvCxnSpPr/>
            <p:nvPr/>
          </p:nvCxnSpPr>
          <p:spPr>
            <a:xfrm>
              <a:off x="5413973" y="1510023"/>
              <a:ext cx="5261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箭头连接符 34"/>
            <p:cNvCxnSpPr>
              <a:stCxn id="73" idx="3"/>
              <a:endCxn id="70" idx="3"/>
            </p:cNvCxnSpPr>
            <p:nvPr/>
          </p:nvCxnSpPr>
          <p:spPr>
            <a:xfrm>
              <a:off x="8082636" y="1510023"/>
              <a:ext cx="247" cy="1261632"/>
            </a:xfrm>
            <a:prstGeom prst="bentConnector3">
              <a:avLst>
                <a:gd name="adj1" fmla="val 92650607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072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46"/>
          <p:cNvSpPr txBox="1"/>
          <p:nvPr/>
        </p:nvSpPr>
        <p:spPr>
          <a:xfrm>
            <a:off x="469828" y="186958"/>
            <a:ext cx="2446707" cy="376982"/>
          </a:xfrm>
          <a:prstGeom prst="rect">
            <a:avLst/>
          </a:prstGeom>
          <a:noFill/>
        </p:spPr>
        <p:txBody>
          <a:bodyPr wrap="none" lIns="68522" tIns="34268" rIns="68522" bIns="34268" rtlCol="0">
            <a:spAutoFit/>
          </a:bodyPr>
          <a:lstStyle/>
          <a:p>
            <a:pPr defTabSz="685192"/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逻辑脱敏列生成公式</a:t>
            </a:r>
          </a:p>
        </p:txBody>
      </p:sp>
      <p:sp>
        <p:nvSpPr>
          <p:cNvPr id="28" name="矩形 27"/>
          <p:cNvSpPr/>
          <p:nvPr/>
        </p:nvSpPr>
        <p:spPr bwMode="auto">
          <a:xfrm>
            <a:off x="1133370" y="2715766"/>
            <a:ext cx="2142485" cy="543802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用户配置</a:t>
            </a:r>
          </a:p>
        </p:txBody>
      </p:sp>
      <p:sp>
        <p:nvSpPr>
          <p:cNvPr id="32" name="矩形 31"/>
          <p:cNvSpPr/>
          <p:nvPr/>
        </p:nvSpPr>
        <p:spPr bwMode="auto">
          <a:xfrm>
            <a:off x="3275855" y="1454146"/>
            <a:ext cx="2142485" cy="543802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ea typeface="微软雅黑" pitchFamily="34" charset="-122"/>
              </a:rPr>
              <a:t>脱敏逻辑列</a:t>
            </a:r>
            <a:endParaRPr kumimoji="1" lang="zh-CN" altLang="en-US" sz="1800" b="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微软雅黑" pitchFamily="34" charset="-122"/>
              <a:ea typeface="微软雅黑" pitchFamily="34" charset="-122"/>
              <a:cs typeface="Arial"/>
            </a:endParaRPr>
          </a:p>
        </p:txBody>
      </p:sp>
      <p:cxnSp>
        <p:nvCxnSpPr>
          <p:cNvPr id="37" name="直线箭头连接符 36"/>
          <p:cNvCxnSpPr>
            <a:stCxn id="32" idx="2"/>
            <a:endCxn id="28" idx="0"/>
          </p:cNvCxnSpPr>
          <p:nvPr/>
        </p:nvCxnSpPr>
        <p:spPr>
          <a:xfrm rot="5400000">
            <a:off x="2916947" y="1285615"/>
            <a:ext cx="717818" cy="21424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 bwMode="auto">
          <a:xfrm>
            <a:off x="5076056" y="2715766"/>
            <a:ext cx="2142485" cy="543802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脱敏模式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92922" y="200841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charset="0"/>
                <a:ea typeface="Microsoft YaHei" charset="0"/>
                <a:cs typeface="Microsoft YaHei" charset="0"/>
              </a:rPr>
              <a:t>Y</a:t>
            </a:r>
            <a:endParaRPr kumimoji="1" lang="zh-CN" altLang="en-US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cxnSp>
        <p:nvCxnSpPr>
          <p:cNvPr id="39" name="直线箭头连接符 36"/>
          <p:cNvCxnSpPr>
            <a:stCxn id="32" idx="2"/>
            <a:endCxn id="38" idx="0"/>
          </p:cNvCxnSpPr>
          <p:nvPr/>
        </p:nvCxnSpPr>
        <p:spPr>
          <a:xfrm rot="16200000" flipH="1">
            <a:off x="4888289" y="1456756"/>
            <a:ext cx="717818" cy="18002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580112" y="201052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charset="0"/>
                <a:ea typeface="Microsoft YaHei" charset="0"/>
                <a:cs typeface="Microsoft YaHei" charset="0"/>
              </a:rPr>
              <a:t>N</a:t>
            </a:r>
            <a:endParaRPr kumimoji="1" lang="zh-CN" altLang="en-US" dirty="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41" name="矩形 40"/>
          <p:cNvSpPr/>
          <p:nvPr/>
        </p:nvSpPr>
        <p:spPr bwMode="auto">
          <a:xfrm>
            <a:off x="3291839" y="4188188"/>
            <a:ext cx="2142485" cy="54380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明文列</a:t>
            </a:r>
          </a:p>
        </p:txBody>
      </p:sp>
      <p:sp>
        <p:nvSpPr>
          <p:cNvPr id="42" name="矩形 41"/>
          <p:cNvSpPr/>
          <p:nvPr/>
        </p:nvSpPr>
        <p:spPr bwMode="auto">
          <a:xfrm>
            <a:off x="6516216" y="4188188"/>
            <a:ext cx="2142485" cy="54380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"/>
              </a:rPr>
              <a:t>密文列</a:t>
            </a:r>
          </a:p>
        </p:txBody>
      </p:sp>
      <p:cxnSp>
        <p:nvCxnSpPr>
          <p:cNvPr id="43" name="直线箭头连接符 36"/>
          <p:cNvCxnSpPr>
            <a:stCxn id="38" idx="2"/>
            <a:endCxn id="41" idx="0"/>
          </p:cNvCxnSpPr>
          <p:nvPr/>
        </p:nvCxnSpPr>
        <p:spPr>
          <a:xfrm rot="5400000">
            <a:off x="4790881" y="2831770"/>
            <a:ext cx="928620" cy="17842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36"/>
          <p:cNvCxnSpPr>
            <a:stCxn id="38" idx="2"/>
            <a:endCxn id="42" idx="0"/>
          </p:cNvCxnSpPr>
          <p:nvPr/>
        </p:nvCxnSpPr>
        <p:spPr>
          <a:xfrm rot="16200000" flipH="1">
            <a:off x="6403069" y="3003798"/>
            <a:ext cx="928620" cy="1440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4385780" y="33545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charset="0"/>
                <a:ea typeface="Microsoft YaHei" charset="0"/>
                <a:cs typeface="Microsoft YaHei" charset="0"/>
              </a:rPr>
              <a:t>共存模式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6472344" y="3354545"/>
            <a:ext cx="110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charset="0"/>
                <a:ea typeface="Microsoft YaHei" charset="0"/>
                <a:cs typeface="Microsoft YaHei" charset="0"/>
              </a:rPr>
              <a:t>独立模式</a:t>
            </a:r>
          </a:p>
        </p:txBody>
      </p:sp>
    </p:spTree>
    <p:extLst>
      <p:ext uri="{BB962C8B-B14F-4D97-AF65-F5344CB8AC3E}">
        <p14:creationId xmlns:p14="http://schemas.microsoft.com/office/powerpoint/2010/main" val="132955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9"/>
          <p:cNvSpPr>
            <a:spLocks noEditPoints="1"/>
          </p:cNvSpPr>
          <p:nvPr/>
        </p:nvSpPr>
        <p:spPr bwMode="auto">
          <a:xfrm>
            <a:off x="0" y="191194"/>
            <a:ext cx="9144000" cy="4472188"/>
          </a:xfrm>
          <a:custGeom>
            <a:avLst/>
            <a:gdLst>
              <a:gd name="T0" fmla="*/ 1053 w 3069"/>
              <a:gd name="T1" fmla="*/ 50 h 1501"/>
              <a:gd name="T2" fmla="*/ 793 w 3069"/>
              <a:gd name="T3" fmla="*/ 83 h 1501"/>
              <a:gd name="T4" fmla="*/ 1262 w 3069"/>
              <a:gd name="T5" fmla="*/ 109 h 1501"/>
              <a:gd name="T6" fmla="*/ 769 w 3069"/>
              <a:gd name="T7" fmla="*/ 142 h 1501"/>
              <a:gd name="T8" fmla="*/ 1941 w 3069"/>
              <a:gd name="T9" fmla="*/ 159 h 1501"/>
              <a:gd name="T10" fmla="*/ 435 w 3069"/>
              <a:gd name="T11" fmla="*/ 185 h 1501"/>
              <a:gd name="T12" fmla="*/ 1127 w 3069"/>
              <a:gd name="T13" fmla="*/ 202 h 1501"/>
              <a:gd name="T14" fmla="*/ 2114 w 3069"/>
              <a:gd name="T15" fmla="*/ 226 h 1501"/>
              <a:gd name="T16" fmla="*/ 2107 w 3069"/>
              <a:gd name="T17" fmla="*/ 242 h 1501"/>
              <a:gd name="T18" fmla="*/ 1103 w 3069"/>
              <a:gd name="T19" fmla="*/ 259 h 1501"/>
              <a:gd name="T20" fmla="*/ 350 w 3069"/>
              <a:gd name="T21" fmla="*/ 268 h 1501"/>
              <a:gd name="T22" fmla="*/ 2467 w 3069"/>
              <a:gd name="T23" fmla="*/ 268 h 1501"/>
              <a:gd name="T24" fmla="*/ 1596 w 3069"/>
              <a:gd name="T25" fmla="*/ 292 h 1501"/>
              <a:gd name="T26" fmla="*/ 284 w 3069"/>
              <a:gd name="T27" fmla="*/ 309 h 1501"/>
              <a:gd name="T28" fmla="*/ 2325 w 3069"/>
              <a:gd name="T29" fmla="*/ 309 h 1501"/>
              <a:gd name="T30" fmla="*/ 1053 w 3069"/>
              <a:gd name="T31" fmla="*/ 318 h 1501"/>
              <a:gd name="T32" fmla="*/ 3019 w 3069"/>
              <a:gd name="T33" fmla="*/ 318 h 1501"/>
              <a:gd name="T34" fmla="*/ 2031 w 3069"/>
              <a:gd name="T35" fmla="*/ 342 h 1501"/>
              <a:gd name="T36" fmla="*/ 670 w 3069"/>
              <a:gd name="T37" fmla="*/ 361 h 1501"/>
              <a:gd name="T38" fmla="*/ 2794 w 3069"/>
              <a:gd name="T39" fmla="*/ 361 h 1501"/>
              <a:gd name="T40" fmla="*/ 2124 w 3069"/>
              <a:gd name="T41" fmla="*/ 370 h 1501"/>
              <a:gd name="T42" fmla="*/ 1546 w 3069"/>
              <a:gd name="T43" fmla="*/ 387 h 1501"/>
              <a:gd name="T44" fmla="*/ 476 w 3069"/>
              <a:gd name="T45" fmla="*/ 411 h 1501"/>
              <a:gd name="T46" fmla="*/ 2794 w 3069"/>
              <a:gd name="T47" fmla="*/ 411 h 1501"/>
              <a:gd name="T48" fmla="*/ 2391 w 3069"/>
              <a:gd name="T49" fmla="*/ 427 h 1501"/>
              <a:gd name="T50" fmla="*/ 2124 w 3069"/>
              <a:gd name="T51" fmla="*/ 437 h 1501"/>
              <a:gd name="T52" fmla="*/ 1797 w 3069"/>
              <a:gd name="T53" fmla="*/ 454 h 1501"/>
              <a:gd name="T54" fmla="*/ 1378 w 3069"/>
              <a:gd name="T55" fmla="*/ 477 h 1501"/>
              <a:gd name="T56" fmla="*/ 653 w 3069"/>
              <a:gd name="T57" fmla="*/ 494 h 1501"/>
              <a:gd name="T58" fmla="*/ 2777 w 3069"/>
              <a:gd name="T59" fmla="*/ 494 h 1501"/>
              <a:gd name="T60" fmla="*/ 2427 w 3069"/>
              <a:gd name="T61" fmla="*/ 503 h 1501"/>
              <a:gd name="T62" fmla="*/ 2249 w 3069"/>
              <a:gd name="T63" fmla="*/ 520 h 1501"/>
              <a:gd name="T64" fmla="*/ 2065 w 3069"/>
              <a:gd name="T65" fmla="*/ 544 h 1501"/>
              <a:gd name="T66" fmla="*/ 1908 w 3069"/>
              <a:gd name="T67" fmla="*/ 560 h 1501"/>
              <a:gd name="T68" fmla="*/ 1674 w 3069"/>
              <a:gd name="T69" fmla="*/ 577 h 1501"/>
              <a:gd name="T70" fmla="*/ 1555 w 3069"/>
              <a:gd name="T71" fmla="*/ 586 h 1501"/>
              <a:gd name="T72" fmla="*/ 1480 w 3069"/>
              <a:gd name="T73" fmla="*/ 605 h 1501"/>
              <a:gd name="T74" fmla="*/ 1612 w 3069"/>
              <a:gd name="T75" fmla="*/ 629 h 1501"/>
              <a:gd name="T76" fmla="*/ 1707 w 3069"/>
              <a:gd name="T77" fmla="*/ 646 h 1501"/>
              <a:gd name="T78" fmla="*/ 1840 w 3069"/>
              <a:gd name="T79" fmla="*/ 662 h 1501"/>
              <a:gd name="T80" fmla="*/ 2041 w 3069"/>
              <a:gd name="T81" fmla="*/ 672 h 1501"/>
              <a:gd name="T82" fmla="*/ 2164 w 3069"/>
              <a:gd name="T83" fmla="*/ 689 h 1501"/>
              <a:gd name="T84" fmla="*/ 2349 w 3069"/>
              <a:gd name="T85" fmla="*/ 712 h 1501"/>
              <a:gd name="T86" fmla="*/ 568 w 3069"/>
              <a:gd name="T87" fmla="*/ 746 h 1501"/>
              <a:gd name="T88" fmla="*/ 1489 w 3069"/>
              <a:gd name="T89" fmla="*/ 762 h 1501"/>
              <a:gd name="T90" fmla="*/ 1740 w 3069"/>
              <a:gd name="T91" fmla="*/ 772 h 1501"/>
              <a:gd name="T92" fmla="*/ 2098 w 3069"/>
              <a:gd name="T93" fmla="*/ 788 h 1501"/>
              <a:gd name="T94" fmla="*/ 693 w 3069"/>
              <a:gd name="T95" fmla="*/ 829 h 1501"/>
              <a:gd name="T96" fmla="*/ 1757 w 3069"/>
              <a:gd name="T97" fmla="*/ 845 h 1501"/>
              <a:gd name="T98" fmla="*/ 1473 w 3069"/>
              <a:gd name="T99" fmla="*/ 881 h 1501"/>
              <a:gd name="T100" fmla="*/ 2493 w 3069"/>
              <a:gd name="T101" fmla="*/ 890 h 1501"/>
              <a:gd name="T102" fmla="*/ 1797 w 3069"/>
              <a:gd name="T103" fmla="*/ 924 h 1501"/>
              <a:gd name="T104" fmla="*/ 1830 w 3069"/>
              <a:gd name="T105" fmla="*/ 964 h 1501"/>
              <a:gd name="T106" fmla="*/ 1605 w 3069"/>
              <a:gd name="T107" fmla="*/ 997 h 1501"/>
              <a:gd name="T108" fmla="*/ 2711 w 3069"/>
              <a:gd name="T109" fmla="*/ 1014 h 1501"/>
              <a:gd name="T110" fmla="*/ 2391 w 3069"/>
              <a:gd name="T111" fmla="*/ 1040 h 1501"/>
              <a:gd name="T112" fmla="*/ 1664 w 3069"/>
              <a:gd name="T113" fmla="*/ 1073 h 1501"/>
              <a:gd name="T114" fmla="*/ 1764 w 3069"/>
              <a:gd name="T115" fmla="*/ 1114 h 1501"/>
              <a:gd name="T116" fmla="*/ 1690 w 3069"/>
              <a:gd name="T117" fmla="*/ 1149 h 1501"/>
              <a:gd name="T118" fmla="*/ 1589 w 3069"/>
              <a:gd name="T119" fmla="*/ 1183 h 1501"/>
              <a:gd name="T120" fmla="*/ 1690 w 3069"/>
              <a:gd name="T121" fmla="*/ 1209 h 1501"/>
              <a:gd name="T122" fmla="*/ 2683 w 3069"/>
              <a:gd name="T123" fmla="*/ 1242 h 1501"/>
              <a:gd name="T124" fmla="*/ 2683 w 3069"/>
              <a:gd name="T125" fmla="*/ 1316 h 1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069" h="1501">
                <a:moveTo>
                  <a:pt x="786" y="0"/>
                </a:moveTo>
                <a:lnTo>
                  <a:pt x="793" y="0"/>
                </a:lnTo>
                <a:lnTo>
                  <a:pt x="793" y="7"/>
                </a:lnTo>
                <a:lnTo>
                  <a:pt x="786" y="7"/>
                </a:lnTo>
                <a:lnTo>
                  <a:pt x="786" y="0"/>
                </a:lnTo>
                <a:close/>
                <a:moveTo>
                  <a:pt x="802" y="7"/>
                </a:moveTo>
                <a:lnTo>
                  <a:pt x="810" y="7"/>
                </a:lnTo>
                <a:lnTo>
                  <a:pt x="810" y="0"/>
                </a:lnTo>
                <a:lnTo>
                  <a:pt x="802" y="0"/>
                </a:lnTo>
                <a:lnTo>
                  <a:pt x="802" y="7"/>
                </a:lnTo>
                <a:close/>
                <a:moveTo>
                  <a:pt x="819" y="7"/>
                </a:moveTo>
                <a:lnTo>
                  <a:pt x="826" y="7"/>
                </a:lnTo>
                <a:lnTo>
                  <a:pt x="826" y="0"/>
                </a:lnTo>
                <a:lnTo>
                  <a:pt x="819" y="0"/>
                </a:lnTo>
                <a:lnTo>
                  <a:pt x="819" y="7"/>
                </a:lnTo>
                <a:close/>
                <a:moveTo>
                  <a:pt x="836" y="7"/>
                </a:moveTo>
                <a:lnTo>
                  <a:pt x="843" y="7"/>
                </a:lnTo>
                <a:lnTo>
                  <a:pt x="843" y="0"/>
                </a:lnTo>
                <a:lnTo>
                  <a:pt x="836" y="0"/>
                </a:lnTo>
                <a:lnTo>
                  <a:pt x="836" y="7"/>
                </a:lnTo>
                <a:close/>
                <a:moveTo>
                  <a:pt x="852" y="7"/>
                </a:moveTo>
                <a:lnTo>
                  <a:pt x="859" y="7"/>
                </a:lnTo>
                <a:lnTo>
                  <a:pt x="859" y="0"/>
                </a:lnTo>
                <a:lnTo>
                  <a:pt x="852" y="0"/>
                </a:lnTo>
                <a:lnTo>
                  <a:pt x="852" y="7"/>
                </a:lnTo>
                <a:close/>
                <a:moveTo>
                  <a:pt x="871" y="7"/>
                </a:moveTo>
                <a:lnTo>
                  <a:pt x="876" y="7"/>
                </a:lnTo>
                <a:lnTo>
                  <a:pt x="876" y="0"/>
                </a:lnTo>
                <a:lnTo>
                  <a:pt x="871" y="0"/>
                </a:lnTo>
                <a:lnTo>
                  <a:pt x="871" y="7"/>
                </a:lnTo>
                <a:close/>
                <a:moveTo>
                  <a:pt x="888" y="7"/>
                </a:moveTo>
                <a:lnTo>
                  <a:pt x="895" y="7"/>
                </a:lnTo>
                <a:lnTo>
                  <a:pt x="895" y="0"/>
                </a:lnTo>
                <a:lnTo>
                  <a:pt x="888" y="0"/>
                </a:lnTo>
                <a:lnTo>
                  <a:pt x="888" y="7"/>
                </a:lnTo>
                <a:close/>
                <a:moveTo>
                  <a:pt x="904" y="7"/>
                </a:moveTo>
                <a:lnTo>
                  <a:pt x="911" y="7"/>
                </a:lnTo>
                <a:lnTo>
                  <a:pt x="911" y="0"/>
                </a:lnTo>
                <a:lnTo>
                  <a:pt x="904" y="0"/>
                </a:lnTo>
                <a:lnTo>
                  <a:pt x="904" y="7"/>
                </a:lnTo>
                <a:close/>
                <a:moveTo>
                  <a:pt x="1053" y="7"/>
                </a:moveTo>
                <a:lnTo>
                  <a:pt x="1061" y="7"/>
                </a:lnTo>
                <a:lnTo>
                  <a:pt x="1061" y="0"/>
                </a:lnTo>
                <a:lnTo>
                  <a:pt x="1053" y="0"/>
                </a:lnTo>
                <a:lnTo>
                  <a:pt x="1053" y="7"/>
                </a:lnTo>
                <a:close/>
                <a:moveTo>
                  <a:pt x="1070" y="7"/>
                </a:moveTo>
                <a:lnTo>
                  <a:pt x="1077" y="7"/>
                </a:lnTo>
                <a:lnTo>
                  <a:pt x="1077" y="0"/>
                </a:lnTo>
                <a:lnTo>
                  <a:pt x="1070" y="0"/>
                </a:lnTo>
                <a:lnTo>
                  <a:pt x="1070" y="7"/>
                </a:lnTo>
                <a:close/>
                <a:moveTo>
                  <a:pt x="1087" y="7"/>
                </a:moveTo>
                <a:lnTo>
                  <a:pt x="1094" y="7"/>
                </a:lnTo>
                <a:lnTo>
                  <a:pt x="1094" y="0"/>
                </a:lnTo>
                <a:lnTo>
                  <a:pt x="1087" y="0"/>
                </a:lnTo>
                <a:lnTo>
                  <a:pt x="1087" y="7"/>
                </a:lnTo>
                <a:close/>
                <a:moveTo>
                  <a:pt x="1103" y="7"/>
                </a:moveTo>
                <a:lnTo>
                  <a:pt x="1110" y="7"/>
                </a:lnTo>
                <a:lnTo>
                  <a:pt x="1110" y="0"/>
                </a:lnTo>
                <a:lnTo>
                  <a:pt x="1103" y="0"/>
                </a:lnTo>
                <a:lnTo>
                  <a:pt x="1103" y="7"/>
                </a:lnTo>
                <a:close/>
                <a:moveTo>
                  <a:pt x="1120" y="7"/>
                </a:moveTo>
                <a:lnTo>
                  <a:pt x="1127" y="7"/>
                </a:lnTo>
                <a:lnTo>
                  <a:pt x="1127" y="0"/>
                </a:lnTo>
                <a:lnTo>
                  <a:pt x="1120" y="0"/>
                </a:lnTo>
                <a:lnTo>
                  <a:pt x="1120" y="7"/>
                </a:lnTo>
                <a:close/>
                <a:moveTo>
                  <a:pt x="1139" y="7"/>
                </a:moveTo>
                <a:lnTo>
                  <a:pt x="1146" y="7"/>
                </a:lnTo>
                <a:lnTo>
                  <a:pt x="1146" y="0"/>
                </a:lnTo>
                <a:lnTo>
                  <a:pt x="1139" y="0"/>
                </a:lnTo>
                <a:lnTo>
                  <a:pt x="1139" y="7"/>
                </a:lnTo>
                <a:close/>
                <a:moveTo>
                  <a:pt x="1155" y="7"/>
                </a:moveTo>
                <a:lnTo>
                  <a:pt x="1162" y="7"/>
                </a:lnTo>
                <a:lnTo>
                  <a:pt x="1162" y="0"/>
                </a:lnTo>
                <a:lnTo>
                  <a:pt x="1155" y="0"/>
                </a:lnTo>
                <a:lnTo>
                  <a:pt x="1155" y="7"/>
                </a:lnTo>
                <a:close/>
                <a:moveTo>
                  <a:pt x="1172" y="7"/>
                </a:moveTo>
                <a:lnTo>
                  <a:pt x="1179" y="7"/>
                </a:lnTo>
                <a:lnTo>
                  <a:pt x="1179" y="0"/>
                </a:lnTo>
                <a:lnTo>
                  <a:pt x="1172" y="0"/>
                </a:lnTo>
                <a:lnTo>
                  <a:pt x="1172" y="7"/>
                </a:lnTo>
                <a:close/>
                <a:moveTo>
                  <a:pt x="1188" y="7"/>
                </a:moveTo>
                <a:lnTo>
                  <a:pt x="1196" y="7"/>
                </a:lnTo>
                <a:lnTo>
                  <a:pt x="1196" y="0"/>
                </a:lnTo>
                <a:lnTo>
                  <a:pt x="1188" y="0"/>
                </a:lnTo>
                <a:lnTo>
                  <a:pt x="1188" y="7"/>
                </a:lnTo>
                <a:close/>
                <a:moveTo>
                  <a:pt x="1205" y="7"/>
                </a:moveTo>
                <a:lnTo>
                  <a:pt x="1212" y="7"/>
                </a:lnTo>
                <a:lnTo>
                  <a:pt x="1212" y="0"/>
                </a:lnTo>
                <a:lnTo>
                  <a:pt x="1205" y="0"/>
                </a:lnTo>
                <a:lnTo>
                  <a:pt x="1205" y="7"/>
                </a:lnTo>
                <a:close/>
                <a:moveTo>
                  <a:pt x="1222" y="7"/>
                </a:moveTo>
                <a:lnTo>
                  <a:pt x="1229" y="7"/>
                </a:lnTo>
                <a:lnTo>
                  <a:pt x="1229" y="0"/>
                </a:lnTo>
                <a:lnTo>
                  <a:pt x="1222" y="0"/>
                </a:lnTo>
                <a:lnTo>
                  <a:pt x="1222" y="7"/>
                </a:lnTo>
                <a:close/>
                <a:moveTo>
                  <a:pt x="1238" y="7"/>
                </a:moveTo>
                <a:lnTo>
                  <a:pt x="1245" y="7"/>
                </a:lnTo>
                <a:lnTo>
                  <a:pt x="1245" y="0"/>
                </a:lnTo>
                <a:lnTo>
                  <a:pt x="1238" y="0"/>
                </a:lnTo>
                <a:lnTo>
                  <a:pt x="1238" y="7"/>
                </a:lnTo>
                <a:close/>
                <a:moveTo>
                  <a:pt x="786" y="24"/>
                </a:moveTo>
                <a:lnTo>
                  <a:pt x="793" y="24"/>
                </a:lnTo>
                <a:lnTo>
                  <a:pt x="793" y="17"/>
                </a:lnTo>
                <a:lnTo>
                  <a:pt x="786" y="17"/>
                </a:lnTo>
                <a:lnTo>
                  <a:pt x="786" y="24"/>
                </a:lnTo>
                <a:close/>
                <a:moveTo>
                  <a:pt x="802" y="24"/>
                </a:moveTo>
                <a:lnTo>
                  <a:pt x="810" y="24"/>
                </a:lnTo>
                <a:lnTo>
                  <a:pt x="810" y="17"/>
                </a:lnTo>
                <a:lnTo>
                  <a:pt x="802" y="17"/>
                </a:lnTo>
                <a:lnTo>
                  <a:pt x="802" y="24"/>
                </a:lnTo>
                <a:close/>
                <a:moveTo>
                  <a:pt x="819" y="24"/>
                </a:moveTo>
                <a:lnTo>
                  <a:pt x="826" y="24"/>
                </a:lnTo>
                <a:lnTo>
                  <a:pt x="826" y="17"/>
                </a:lnTo>
                <a:lnTo>
                  <a:pt x="819" y="17"/>
                </a:lnTo>
                <a:lnTo>
                  <a:pt x="819" y="24"/>
                </a:lnTo>
                <a:close/>
                <a:moveTo>
                  <a:pt x="836" y="24"/>
                </a:moveTo>
                <a:lnTo>
                  <a:pt x="843" y="24"/>
                </a:lnTo>
                <a:lnTo>
                  <a:pt x="843" y="17"/>
                </a:lnTo>
                <a:lnTo>
                  <a:pt x="836" y="17"/>
                </a:lnTo>
                <a:lnTo>
                  <a:pt x="836" y="24"/>
                </a:lnTo>
                <a:close/>
                <a:moveTo>
                  <a:pt x="852" y="24"/>
                </a:moveTo>
                <a:lnTo>
                  <a:pt x="859" y="24"/>
                </a:lnTo>
                <a:lnTo>
                  <a:pt x="859" y="17"/>
                </a:lnTo>
                <a:lnTo>
                  <a:pt x="852" y="17"/>
                </a:lnTo>
                <a:lnTo>
                  <a:pt x="852" y="24"/>
                </a:lnTo>
                <a:close/>
                <a:moveTo>
                  <a:pt x="871" y="24"/>
                </a:moveTo>
                <a:lnTo>
                  <a:pt x="876" y="24"/>
                </a:lnTo>
                <a:lnTo>
                  <a:pt x="876" y="17"/>
                </a:lnTo>
                <a:lnTo>
                  <a:pt x="871" y="17"/>
                </a:lnTo>
                <a:lnTo>
                  <a:pt x="871" y="24"/>
                </a:lnTo>
                <a:close/>
                <a:moveTo>
                  <a:pt x="888" y="24"/>
                </a:moveTo>
                <a:lnTo>
                  <a:pt x="895" y="24"/>
                </a:lnTo>
                <a:lnTo>
                  <a:pt x="895" y="17"/>
                </a:lnTo>
                <a:lnTo>
                  <a:pt x="888" y="17"/>
                </a:lnTo>
                <a:lnTo>
                  <a:pt x="888" y="24"/>
                </a:lnTo>
                <a:close/>
                <a:moveTo>
                  <a:pt x="904" y="24"/>
                </a:moveTo>
                <a:lnTo>
                  <a:pt x="911" y="24"/>
                </a:lnTo>
                <a:lnTo>
                  <a:pt x="911" y="17"/>
                </a:lnTo>
                <a:lnTo>
                  <a:pt x="904" y="17"/>
                </a:lnTo>
                <a:lnTo>
                  <a:pt x="904" y="24"/>
                </a:lnTo>
                <a:close/>
                <a:moveTo>
                  <a:pt x="1053" y="24"/>
                </a:moveTo>
                <a:lnTo>
                  <a:pt x="1061" y="24"/>
                </a:lnTo>
                <a:lnTo>
                  <a:pt x="1061" y="17"/>
                </a:lnTo>
                <a:lnTo>
                  <a:pt x="1053" y="17"/>
                </a:lnTo>
                <a:lnTo>
                  <a:pt x="1053" y="24"/>
                </a:lnTo>
                <a:close/>
                <a:moveTo>
                  <a:pt x="1070" y="24"/>
                </a:moveTo>
                <a:lnTo>
                  <a:pt x="1077" y="24"/>
                </a:lnTo>
                <a:lnTo>
                  <a:pt x="1077" y="17"/>
                </a:lnTo>
                <a:lnTo>
                  <a:pt x="1070" y="17"/>
                </a:lnTo>
                <a:lnTo>
                  <a:pt x="1070" y="24"/>
                </a:lnTo>
                <a:close/>
                <a:moveTo>
                  <a:pt x="1087" y="24"/>
                </a:moveTo>
                <a:lnTo>
                  <a:pt x="1094" y="24"/>
                </a:lnTo>
                <a:lnTo>
                  <a:pt x="1094" y="17"/>
                </a:lnTo>
                <a:lnTo>
                  <a:pt x="1087" y="17"/>
                </a:lnTo>
                <a:lnTo>
                  <a:pt x="1087" y="24"/>
                </a:lnTo>
                <a:close/>
                <a:moveTo>
                  <a:pt x="1103" y="24"/>
                </a:moveTo>
                <a:lnTo>
                  <a:pt x="1110" y="24"/>
                </a:lnTo>
                <a:lnTo>
                  <a:pt x="1110" y="17"/>
                </a:lnTo>
                <a:lnTo>
                  <a:pt x="1103" y="17"/>
                </a:lnTo>
                <a:lnTo>
                  <a:pt x="1103" y="24"/>
                </a:lnTo>
                <a:close/>
                <a:moveTo>
                  <a:pt x="1120" y="24"/>
                </a:moveTo>
                <a:lnTo>
                  <a:pt x="1127" y="24"/>
                </a:lnTo>
                <a:lnTo>
                  <a:pt x="1127" y="17"/>
                </a:lnTo>
                <a:lnTo>
                  <a:pt x="1120" y="17"/>
                </a:lnTo>
                <a:lnTo>
                  <a:pt x="1120" y="24"/>
                </a:lnTo>
                <a:close/>
                <a:moveTo>
                  <a:pt x="1139" y="24"/>
                </a:moveTo>
                <a:lnTo>
                  <a:pt x="1146" y="24"/>
                </a:lnTo>
                <a:lnTo>
                  <a:pt x="1146" y="17"/>
                </a:lnTo>
                <a:lnTo>
                  <a:pt x="1139" y="17"/>
                </a:lnTo>
                <a:lnTo>
                  <a:pt x="1139" y="24"/>
                </a:lnTo>
                <a:close/>
                <a:moveTo>
                  <a:pt x="1155" y="24"/>
                </a:moveTo>
                <a:lnTo>
                  <a:pt x="1162" y="24"/>
                </a:lnTo>
                <a:lnTo>
                  <a:pt x="1162" y="17"/>
                </a:lnTo>
                <a:lnTo>
                  <a:pt x="1155" y="17"/>
                </a:lnTo>
                <a:lnTo>
                  <a:pt x="1155" y="24"/>
                </a:lnTo>
                <a:close/>
                <a:moveTo>
                  <a:pt x="1172" y="24"/>
                </a:moveTo>
                <a:lnTo>
                  <a:pt x="1179" y="24"/>
                </a:lnTo>
                <a:lnTo>
                  <a:pt x="1179" y="17"/>
                </a:lnTo>
                <a:lnTo>
                  <a:pt x="1172" y="17"/>
                </a:lnTo>
                <a:lnTo>
                  <a:pt x="1172" y="24"/>
                </a:lnTo>
                <a:close/>
                <a:moveTo>
                  <a:pt x="1188" y="24"/>
                </a:moveTo>
                <a:lnTo>
                  <a:pt x="1196" y="24"/>
                </a:lnTo>
                <a:lnTo>
                  <a:pt x="1196" y="17"/>
                </a:lnTo>
                <a:lnTo>
                  <a:pt x="1188" y="17"/>
                </a:lnTo>
                <a:lnTo>
                  <a:pt x="1188" y="24"/>
                </a:lnTo>
                <a:close/>
                <a:moveTo>
                  <a:pt x="1205" y="24"/>
                </a:moveTo>
                <a:lnTo>
                  <a:pt x="1212" y="24"/>
                </a:lnTo>
                <a:lnTo>
                  <a:pt x="1212" y="17"/>
                </a:lnTo>
                <a:lnTo>
                  <a:pt x="1205" y="17"/>
                </a:lnTo>
                <a:lnTo>
                  <a:pt x="1205" y="24"/>
                </a:lnTo>
                <a:close/>
                <a:moveTo>
                  <a:pt x="1222" y="24"/>
                </a:moveTo>
                <a:lnTo>
                  <a:pt x="1229" y="24"/>
                </a:lnTo>
                <a:lnTo>
                  <a:pt x="1229" y="17"/>
                </a:lnTo>
                <a:lnTo>
                  <a:pt x="1222" y="17"/>
                </a:lnTo>
                <a:lnTo>
                  <a:pt x="1222" y="24"/>
                </a:lnTo>
                <a:close/>
                <a:moveTo>
                  <a:pt x="1238" y="24"/>
                </a:moveTo>
                <a:lnTo>
                  <a:pt x="1245" y="24"/>
                </a:lnTo>
                <a:lnTo>
                  <a:pt x="1245" y="17"/>
                </a:lnTo>
                <a:lnTo>
                  <a:pt x="1238" y="17"/>
                </a:lnTo>
                <a:lnTo>
                  <a:pt x="1238" y="24"/>
                </a:lnTo>
                <a:close/>
                <a:moveTo>
                  <a:pt x="703" y="40"/>
                </a:moveTo>
                <a:lnTo>
                  <a:pt x="710" y="40"/>
                </a:lnTo>
                <a:lnTo>
                  <a:pt x="710" y="33"/>
                </a:lnTo>
                <a:lnTo>
                  <a:pt x="703" y="33"/>
                </a:lnTo>
                <a:lnTo>
                  <a:pt x="703" y="40"/>
                </a:lnTo>
                <a:close/>
                <a:moveTo>
                  <a:pt x="720" y="40"/>
                </a:moveTo>
                <a:lnTo>
                  <a:pt x="727" y="40"/>
                </a:lnTo>
                <a:lnTo>
                  <a:pt x="727" y="33"/>
                </a:lnTo>
                <a:lnTo>
                  <a:pt x="720" y="33"/>
                </a:lnTo>
                <a:lnTo>
                  <a:pt x="720" y="40"/>
                </a:lnTo>
                <a:close/>
                <a:moveTo>
                  <a:pt x="736" y="40"/>
                </a:moveTo>
                <a:lnTo>
                  <a:pt x="743" y="40"/>
                </a:lnTo>
                <a:lnTo>
                  <a:pt x="743" y="33"/>
                </a:lnTo>
                <a:lnTo>
                  <a:pt x="736" y="33"/>
                </a:lnTo>
                <a:lnTo>
                  <a:pt x="736" y="40"/>
                </a:lnTo>
                <a:close/>
                <a:moveTo>
                  <a:pt x="753" y="40"/>
                </a:moveTo>
                <a:lnTo>
                  <a:pt x="760" y="40"/>
                </a:lnTo>
                <a:lnTo>
                  <a:pt x="760" y="33"/>
                </a:lnTo>
                <a:lnTo>
                  <a:pt x="753" y="33"/>
                </a:lnTo>
                <a:lnTo>
                  <a:pt x="753" y="40"/>
                </a:lnTo>
                <a:close/>
                <a:moveTo>
                  <a:pt x="769" y="40"/>
                </a:moveTo>
                <a:lnTo>
                  <a:pt x="776" y="40"/>
                </a:lnTo>
                <a:lnTo>
                  <a:pt x="776" y="33"/>
                </a:lnTo>
                <a:lnTo>
                  <a:pt x="769" y="33"/>
                </a:lnTo>
                <a:lnTo>
                  <a:pt x="769" y="40"/>
                </a:lnTo>
                <a:close/>
                <a:moveTo>
                  <a:pt x="786" y="40"/>
                </a:moveTo>
                <a:lnTo>
                  <a:pt x="793" y="40"/>
                </a:lnTo>
                <a:lnTo>
                  <a:pt x="793" y="33"/>
                </a:lnTo>
                <a:lnTo>
                  <a:pt x="786" y="33"/>
                </a:lnTo>
                <a:lnTo>
                  <a:pt x="786" y="40"/>
                </a:lnTo>
                <a:close/>
                <a:moveTo>
                  <a:pt x="802" y="40"/>
                </a:moveTo>
                <a:lnTo>
                  <a:pt x="810" y="40"/>
                </a:lnTo>
                <a:lnTo>
                  <a:pt x="810" y="33"/>
                </a:lnTo>
                <a:lnTo>
                  <a:pt x="802" y="33"/>
                </a:lnTo>
                <a:lnTo>
                  <a:pt x="802" y="40"/>
                </a:lnTo>
                <a:close/>
                <a:moveTo>
                  <a:pt x="819" y="40"/>
                </a:moveTo>
                <a:lnTo>
                  <a:pt x="826" y="40"/>
                </a:lnTo>
                <a:lnTo>
                  <a:pt x="826" y="33"/>
                </a:lnTo>
                <a:lnTo>
                  <a:pt x="819" y="33"/>
                </a:lnTo>
                <a:lnTo>
                  <a:pt x="819" y="40"/>
                </a:lnTo>
                <a:close/>
                <a:moveTo>
                  <a:pt x="836" y="40"/>
                </a:moveTo>
                <a:lnTo>
                  <a:pt x="843" y="40"/>
                </a:lnTo>
                <a:lnTo>
                  <a:pt x="843" y="33"/>
                </a:lnTo>
                <a:lnTo>
                  <a:pt x="836" y="33"/>
                </a:lnTo>
                <a:lnTo>
                  <a:pt x="836" y="40"/>
                </a:lnTo>
                <a:close/>
                <a:moveTo>
                  <a:pt x="852" y="40"/>
                </a:moveTo>
                <a:lnTo>
                  <a:pt x="859" y="40"/>
                </a:lnTo>
                <a:lnTo>
                  <a:pt x="859" y="33"/>
                </a:lnTo>
                <a:lnTo>
                  <a:pt x="852" y="33"/>
                </a:lnTo>
                <a:lnTo>
                  <a:pt x="852" y="40"/>
                </a:lnTo>
                <a:close/>
                <a:moveTo>
                  <a:pt x="871" y="40"/>
                </a:moveTo>
                <a:lnTo>
                  <a:pt x="876" y="40"/>
                </a:lnTo>
                <a:lnTo>
                  <a:pt x="876" y="33"/>
                </a:lnTo>
                <a:lnTo>
                  <a:pt x="871" y="33"/>
                </a:lnTo>
                <a:lnTo>
                  <a:pt x="871" y="40"/>
                </a:lnTo>
                <a:close/>
                <a:moveTo>
                  <a:pt x="888" y="40"/>
                </a:moveTo>
                <a:lnTo>
                  <a:pt x="895" y="40"/>
                </a:lnTo>
                <a:lnTo>
                  <a:pt x="895" y="33"/>
                </a:lnTo>
                <a:lnTo>
                  <a:pt x="888" y="33"/>
                </a:lnTo>
                <a:lnTo>
                  <a:pt x="888" y="40"/>
                </a:lnTo>
                <a:close/>
                <a:moveTo>
                  <a:pt x="904" y="40"/>
                </a:moveTo>
                <a:lnTo>
                  <a:pt x="911" y="40"/>
                </a:lnTo>
                <a:lnTo>
                  <a:pt x="911" y="33"/>
                </a:lnTo>
                <a:lnTo>
                  <a:pt x="904" y="33"/>
                </a:lnTo>
                <a:lnTo>
                  <a:pt x="904" y="40"/>
                </a:lnTo>
                <a:close/>
                <a:moveTo>
                  <a:pt x="921" y="40"/>
                </a:moveTo>
                <a:lnTo>
                  <a:pt x="928" y="40"/>
                </a:lnTo>
                <a:lnTo>
                  <a:pt x="928" y="33"/>
                </a:lnTo>
                <a:lnTo>
                  <a:pt x="921" y="33"/>
                </a:lnTo>
                <a:lnTo>
                  <a:pt x="921" y="40"/>
                </a:lnTo>
                <a:close/>
                <a:moveTo>
                  <a:pt x="937" y="40"/>
                </a:moveTo>
                <a:lnTo>
                  <a:pt x="944" y="40"/>
                </a:lnTo>
                <a:lnTo>
                  <a:pt x="944" y="33"/>
                </a:lnTo>
                <a:lnTo>
                  <a:pt x="937" y="33"/>
                </a:lnTo>
                <a:lnTo>
                  <a:pt x="937" y="40"/>
                </a:lnTo>
                <a:close/>
                <a:moveTo>
                  <a:pt x="954" y="40"/>
                </a:moveTo>
                <a:lnTo>
                  <a:pt x="961" y="40"/>
                </a:lnTo>
                <a:lnTo>
                  <a:pt x="961" y="33"/>
                </a:lnTo>
                <a:lnTo>
                  <a:pt x="954" y="33"/>
                </a:lnTo>
                <a:lnTo>
                  <a:pt x="954" y="40"/>
                </a:lnTo>
                <a:close/>
                <a:moveTo>
                  <a:pt x="971" y="40"/>
                </a:moveTo>
                <a:lnTo>
                  <a:pt x="978" y="40"/>
                </a:lnTo>
                <a:lnTo>
                  <a:pt x="978" y="33"/>
                </a:lnTo>
                <a:lnTo>
                  <a:pt x="971" y="33"/>
                </a:lnTo>
                <a:lnTo>
                  <a:pt x="971" y="40"/>
                </a:lnTo>
                <a:close/>
                <a:moveTo>
                  <a:pt x="987" y="40"/>
                </a:moveTo>
                <a:lnTo>
                  <a:pt x="994" y="40"/>
                </a:lnTo>
                <a:lnTo>
                  <a:pt x="994" y="33"/>
                </a:lnTo>
                <a:lnTo>
                  <a:pt x="987" y="33"/>
                </a:lnTo>
                <a:lnTo>
                  <a:pt x="987" y="40"/>
                </a:lnTo>
                <a:close/>
                <a:moveTo>
                  <a:pt x="1004" y="40"/>
                </a:moveTo>
                <a:lnTo>
                  <a:pt x="1011" y="40"/>
                </a:lnTo>
                <a:lnTo>
                  <a:pt x="1011" y="33"/>
                </a:lnTo>
                <a:lnTo>
                  <a:pt x="1004" y="33"/>
                </a:lnTo>
                <a:lnTo>
                  <a:pt x="1004" y="40"/>
                </a:lnTo>
                <a:close/>
                <a:moveTo>
                  <a:pt x="1020" y="40"/>
                </a:moveTo>
                <a:lnTo>
                  <a:pt x="1027" y="40"/>
                </a:lnTo>
                <a:lnTo>
                  <a:pt x="1027" y="33"/>
                </a:lnTo>
                <a:lnTo>
                  <a:pt x="1020" y="33"/>
                </a:lnTo>
                <a:lnTo>
                  <a:pt x="1020" y="40"/>
                </a:lnTo>
                <a:close/>
                <a:moveTo>
                  <a:pt x="1037" y="40"/>
                </a:moveTo>
                <a:lnTo>
                  <a:pt x="1044" y="40"/>
                </a:lnTo>
                <a:lnTo>
                  <a:pt x="1044" y="33"/>
                </a:lnTo>
                <a:lnTo>
                  <a:pt x="1037" y="33"/>
                </a:lnTo>
                <a:lnTo>
                  <a:pt x="1037" y="40"/>
                </a:lnTo>
                <a:close/>
                <a:moveTo>
                  <a:pt x="1053" y="40"/>
                </a:moveTo>
                <a:lnTo>
                  <a:pt x="1061" y="40"/>
                </a:lnTo>
                <a:lnTo>
                  <a:pt x="1061" y="33"/>
                </a:lnTo>
                <a:lnTo>
                  <a:pt x="1053" y="33"/>
                </a:lnTo>
                <a:lnTo>
                  <a:pt x="1053" y="40"/>
                </a:lnTo>
                <a:close/>
                <a:moveTo>
                  <a:pt x="1070" y="40"/>
                </a:moveTo>
                <a:lnTo>
                  <a:pt x="1077" y="40"/>
                </a:lnTo>
                <a:lnTo>
                  <a:pt x="1077" y="33"/>
                </a:lnTo>
                <a:lnTo>
                  <a:pt x="1070" y="33"/>
                </a:lnTo>
                <a:lnTo>
                  <a:pt x="1070" y="40"/>
                </a:lnTo>
                <a:close/>
                <a:moveTo>
                  <a:pt x="1087" y="40"/>
                </a:moveTo>
                <a:lnTo>
                  <a:pt x="1094" y="40"/>
                </a:lnTo>
                <a:lnTo>
                  <a:pt x="1094" y="33"/>
                </a:lnTo>
                <a:lnTo>
                  <a:pt x="1087" y="33"/>
                </a:lnTo>
                <a:lnTo>
                  <a:pt x="1087" y="40"/>
                </a:lnTo>
                <a:close/>
                <a:moveTo>
                  <a:pt x="1103" y="40"/>
                </a:moveTo>
                <a:lnTo>
                  <a:pt x="1110" y="40"/>
                </a:lnTo>
                <a:lnTo>
                  <a:pt x="1110" y="33"/>
                </a:lnTo>
                <a:lnTo>
                  <a:pt x="1103" y="33"/>
                </a:lnTo>
                <a:lnTo>
                  <a:pt x="1103" y="40"/>
                </a:lnTo>
                <a:close/>
                <a:moveTo>
                  <a:pt x="1120" y="40"/>
                </a:moveTo>
                <a:lnTo>
                  <a:pt x="1127" y="40"/>
                </a:lnTo>
                <a:lnTo>
                  <a:pt x="1127" y="33"/>
                </a:lnTo>
                <a:lnTo>
                  <a:pt x="1120" y="33"/>
                </a:lnTo>
                <a:lnTo>
                  <a:pt x="1120" y="40"/>
                </a:lnTo>
                <a:close/>
                <a:moveTo>
                  <a:pt x="1139" y="40"/>
                </a:moveTo>
                <a:lnTo>
                  <a:pt x="1146" y="40"/>
                </a:lnTo>
                <a:lnTo>
                  <a:pt x="1146" y="33"/>
                </a:lnTo>
                <a:lnTo>
                  <a:pt x="1139" y="33"/>
                </a:lnTo>
                <a:lnTo>
                  <a:pt x="1139" y="40"/>
                </a:lnTo>
                <a:close/>
                <a:moveTo>
                  <a:pt x="1155" y="40"/>
                </a:moveTo>
                <a:lnTo>
                  <a:pt x="1162" y="40"/>
                </a:lnTo>
                <a:lnTo>
                  <a:pt x="1162" y="33"/>
                </a:lnTo>
                <a:lnTo>
                  <a:pt x="1155" y="33"/>
                </a:lnTo>
                <a:lnTo>
                  <a:pt x="1155" y="40"/>
                </a:lnTo>
                <a:close/>
                <a:moveTo>
                  <a:pt x="1172" y="40"/>
                </a:moveTo>
                <a:lnTo>
                  <a:pt x="1179" y="40"/>
                </a:lnTo>
                <a:lnTo>
                  <a:pt x="1179" y="33"/>
                </a:lnTo>
                <a:lnTo>
                  <a:pt x="1172" y="33"/>
                </a:lnTo>
                <a:lnTo>
                  <a:pt x="1172" y="40"/>
                </a:lnTo>
                <a:close/>
                <a:moveTo>
                  <a:pt x="1188" y="40"/>
                </a:moveTo>
                <a:lnTo>
                  <a:pt x="1196" y="40"/>
                </a:lnTo>
                <a:lnTo>
                  <a:pt x="1196" y="33"/>
                </a:lnTo>
                <a:lnTo>
                  <a:pt x="1188" y="33"/>
                </a:lnTo>
                <a:lnTo>
                  <a:pt x="1188" y="40"/>
                </a:lnTo>
                <a:close/>
                <a:moveTo>
                  <a:pt x="1205" y="40"/>
                </a:moveTo>
                <a:lnTo>
                  <a:pt x="1212" y="40"/>
                </a:lnTo>
                <a:lnTo>
                  <a:pt x="1212" y="33"/>
                </a:lnTo>
                <a:lnTo>
                  <a:pt x="1205" y="33"/>
                </a:lnTo>
                <a:lnTo>
                  <a:pt x="1205" y="40"/>
                </a:lnTo>
                <a:close/>
                <a:moveTo>
                  <a:pt x="1222" y="40"/>
                </a:moveTo>
                <a:lnTo>
                  <a:pt x="1229" y="40"/>
                </a:lnTo>
                <a:lnTo>
                  <a:pt x="1229" y="33"/>
                </a:lnTo>
                <a:lnTo>
                  <a:pt x="1222" y="33"/>
                </a:lnTo>
                <a:lnTo>
                  <a:pt x="1222" y="40"/>
                </a:lnTo>
                <a:close/>
                <a:moveTo>
                  <a:pt x="1238" y="40"/>
                </a:moveTo>
                <a:lnTo>
                  <a:pt x="1245" y="40"/>
                </a:lnTo>
                <a:lnTo>
                  <a:pt x="1245" y="33"/>
                </a:lnTo>
                <a:lnTo>
                  <a:pt x="1238" y="33"/>
                </a:lnTo>
                <a:lnTo>
                  <a:pt x="1238" y="40"/>
                </a:lnTo>
                <a:close/>
                <a:moveTo>
                  <a:pt x="1255" y="40"/>
                </a:moveTo>
                <a:lnTo>
                  <a:pt x="1262" y="40"/>
                </a:lnTo>
                <a:lnTo>
                  <a:pt x="1262" y="33"/>
                </a:lnTo>
                <a:lnTo>
                  <a:pt x="1255" y="33"/>
                </a:lnTo>
                <a:lnTo>
                  <a:pt x="1255" y="40"/>
                </a:lnTo>
                <a:close/>
                <a:moveTo>
                  <a:pt x="1271" y="40"/>
                </a:moveTo>
                <a:lnTo>
                  <a:pt x="1278" y="40"/>
                </a:lnTo>
                <a:lnTo>
                  <a:pt x="1278" y="33"/>
                </a:lnTo>
                <a:lnTo>
                  <a:pt x="1271" y="33"/>
                </a:lnTo>
                <a:lnTo>
                  <a:pt x="1271" y="40"/>
                </a:lnTo>
                <a:close/>
                <a:moveTo>
                  <a:pt x="1288" y="40"/>
                </a:moveTo>
                <a:lnTo>
                  <a:pt x="1295" y="40"/>
                </a:lnTo>
                <a:lnTo>
                  <a:pt x="1295" y="33"/>
                </a:lnTo>
                <a:lnTo>
                  <a:pt x="1288" y="33"/>
                </a:lnTo>
                <a:lnTo>
                  <a:pt x="1288" y="40"/>
                </a:lnTo>
                <a:close/>
                <a:moveTo>
                  <a:pt x="670" y="57"/>
                </a:moveTo>
                <a:lnTo>
                  <a:pt x="677" y="57"/>
                </a:lnTo>
                <a:lnTo>
                  <a:pt x="677" y="50"/>
                </a:lnTo>
                <a:lnTo>
                  <a:pt x="670" y="50"/>
                </a:lnTo>
                <a:lnTo>
                  <a:pt x="670" y="57"/>
                </a:lnTo>
                <a:close/>
                <a:moveTo>
                  <a:pt x="686" y="57"/>
                </a:moveTo>
                <a:lnTo>
                  <a:pt x="693" y="57"/>
                </a:lnTo>
                <a:lnTo>
                  <a:pt x="693" y="50"/>
                </a:lnTo>
                <a:lnTo>
                  <a:pt x="686" y="50"/>
                </a:lnTo>
                <a:lnTo>
                  <a:pt x="686" y="57"/>
                </a:lnTo>
                <a:close/>
                <a:moveTo>
                  <a:pt x="703" y="57"/>
                </a:moveTo>
                <a:lnTo>
                  <a:pt x="710" y="57"/>
                </a:lnTo>
                <a:lnTo>
                  <a:pt x="710" y="50"/>
                </a:lnTo>
                <a:lnTo>
                  <a:pt x="703" y="50"/>
                </a:lnTo>
                <a:lnTo>
                  <a:pt x="703" y="57"/>
                </a:lnTo>
                <a:close/>
                <a:moveTo>
                  <a:pt x="720" y="57"/>
                </a:moveTo>
                <a:lnTo>
                  <a:pt x="727" y="57"/>
                </a:lnTo>
                <a:lnTo>
                  <a:pt x="727" y="50"/>
                </a:lnTo>
                <a:lnTo>
                  <a:pt x="720" y="50"/>
                </a:lnTo>
                <a:lnTo>
                  <a:pt x="720" y="57"/>
                </a:lnTo>
                <a:close/>
                <a:moveTo>
                  <a:pt x="736" y="57"/>
                </a:moveTo>
                <a:lnTo>
                  <a:pt x="743" y="57"/>
                </a:lnTo>
                <a:lnTo>
                  <a:pt x="743" y="50"/>
                </a:lnTo>
                <a:lnTo>
                  <a:pt x="736" y="50"/>
                </a:lnTo>
                <a:lnTo>
                  <a:pt x="736" y="57"/>
                </a:lnTo>
                <a:close/>
                <a:moveTo>
                  <a:pt x="753" y="57"/>
                </a:moveTo>
                <a:lnTo>
                  <a:pt x="760" y="57"/>
                </a:lnTo>
                <a:lnTo>
                  <a:pt x="760" y="50"/>
                </a:lnTo>
                <a:lnTo>
                  <a:pt x="753" y="50"/>
                </a:lnTo>
                <a:lnTo>
                  <a:pt x="753" y="57"/>
                </a:lnTo>
                <a:close/>
                <a:moveTo>
                  <a:pt x="769" y="57"/>
                </a:moveTo>
                <a:lnTo>
                  <a:pt x="776" y="57"/>
                </a:lnTo>
                <a:lnTo>
                  <a:pt x="776" y="50"/>
                </a:lnTo>
                <a:lnTo>
                  <a:pt x="769" y="50"/>
                </a:lnTo>
                <a:lnTo>
                  <a:pt x="769" y="57"/>
                </a:lnTo>
                <a:close/>
                <a:moveTo>
                  <a:pt x="786" y="57"/>
                </a:moveTo>
                <a:lnTo>
                  <a:pt x="793" y="57"/>
                </a:lnTo>
                <a:lnTo>
                  <a:pt x="793" y="50"/>
                </a:lnTo>
                <a:lnTo>
                  <a:pt x="786" y="50"/>
                </a:lnTo>
                <a:lnTo>
                  <a:pt x="786" y="57"/>
                </a:lnTo>
                <a:close/>
                <a:moveTo>
                  <a:pt x="802" y="57"/>
                </a:moveTo>
                <a:lnTo>
                  <a:pt x="810" y="57"/>
                </a:lnTo>
                <a:lnTo>
                  <a:pt x="810" y="50"/>
                </a:lnTo>
                <a:lnTo>
                  <a:pt x="802" y="50"/>
                </a:lnTo>
                <a:lnTo>
                  <a:pt x="802" y="57"/>
                </a:lnTo>
                <a:close/>
                <a:moveTo>
                  <a:pt x="819" y="57"/>
                </a:moveTo>
                <a:lnTo>
                  <a:pt x="826" y="57"/>
                </a:lnTo>
                <a:lnTo>
                  <a:pt x="826" y="50"/>
                </a:lnTo>
                <a:lnTo>
                  <a:pt x="819" y="50"/>
                </a:lnTo>
                <a:lnTo>
                  <a:pt x="819" y="57"/>
                </a:lnTo>
                <a:close/>
                <a:moveTo>
                  <a:pt x="836" y="57"/>
                </a:moveTo>
                <a:lnTo>
                  <a:pt x="843" y="57"/>
                </a:lnTo>
                <a:lnTo>
                  <a:pt x="843" y="50"/>
                </a:lnTo>
                <a:lnTo>
                  <a:pt x="836" y="50"/>
                </a:lnTo>
                <a:lnTo>
                  <a:pt x="836" y="57"/>
                </a:lnTo>
                <a:close/>
                <a:moveTo>
                  <a:pt x="852" y="57"/>
                </a:moveTo>
                <a:lnTo>
                  <a:pt x="859" y="57"/>
                </a:lnTo>
                <a:lnTo>
                  <a:pt x="859" y="50"/>
                </a:lnTo>
                <a:lnTo>
                  <a:pt x="852" y="50"/>
                </a:lnTo>
                <a:lnTo>
                  <a:pt x="852" y="57"/>
                </a:lnTo>
                <a:close/>
                <a:moveTo>
                  <a:pt x="871" y="57"/>
                </a:moveTo>
                <a:lnTo>
                  <a:pt x="876" y="57"/>
                </a:lnTo>
                <a:lnTo>
                  <a:pt x="876" y="50"/>
                </a:lnTo>
                <a:lnTo>
                  <a:pt x="871" y="50"/>
                </a:lnTo>
                <a:lnTo>
                  <a:pt x="871" y="57"/>
                </a:lnTo>
                <a:close/>
                <a:moveTo>
                  <a:pt x="888" y="57"/>
                </a:moveTo>
                <a:lnTo>
                  <a:pt x="895" y="57"/>
                </a:lnTo>
                <a:lnTo>
                  <a:pt x="895" y="50"/>
                </a:lnTo>
                <a:lnTo>
                  <a:pt x="888" y="50"/>
                </a:lnTo>
                <a:lnTo>
                  <a:pt x="888" y="57"/>
                </a:lnTo>
                <a:close/>
                <a:moveTo>
                  <a:pt x="904" y="57"/>
                </a:moveTo>
                <a:lnTo>
                  <a:pt x="911" y="57"/>
                </a:lnTo>
                <a:lnTo>
                  <a:pt x="911" y="50"/>
                </a:lnTo>
                <a:lnTo>
                  <a:pt x="904" y="50"/>
                </a:lnTo>
                <a:lnTo>
                  <a:pt x="904" y="57"/>
                </a:lnTo>
                <a:close/>
                <a:moveTo>
                  <a:pt x="921" y="57"/>
                </a:moveTo>
                <a:lnTo>
                  <a:pt x="928" y="57"/>
                </a:lnTo>
                <a:lnTo>
                  <a:pt x="928" y="50"/>
                </a:lnTo>
                <a:lnTo>
                  <a:pt x="921" y="50"/>
                </a:lnTo>
                <a:lnTo>
                  <a:pt x="921" y="57"/>
                </a:lnTo>
                <a:close/>
                <a:moveTo>
                  <a:pt x="937" y="57"/>
                </a:moveTo>
                <a:lnTo>
                  <a:pt x="944" y="57"/>
                </a:lnTo>
                <a:lnTo>
                  <a:pt x="944" y="50"/>
                </a:lnTo>
                <a:lnTo>
                  <a:pt x="937" y="50"/>
                </a:lnTo>
                <a:lnTo>
                  <a:pt x="937" y="57"/>
                </a:lnTo>
                <a:close/>
                <a:moveTo>
                  <a:pt x="954" y="57"/>
                </a:moveTo>
                <a:lnTo>
                  <a:pt x="961" y="57"/>
                </a:lnTo>
                <a:lnTo>
                  <a:pt x="961" y="50"/>
                </a:lnTo>
                <a:lnTo>
                  <a:pt x="954" y="50"/>
                </a:lnTo>
                <a:lnTo>
                  <a:pt x="954" y="57"/>
                </a:lnTo>
                <a:close/>
                <a:moveTo>
                  <a:pt x="971" y="57"/>
                </a:moveTo>
                <a:lnTo>
                  <a:pt x="978" y="57"/>
                </a:lnTo>
                <a:lnTo>
                  <a:pt x="978" y="50"/>
                </a:lnTo>
                <a:lnTo>
                  <a:pt x="971" y="50"/>
                </a:lnTo>
                <a:lnTo>
                  <a:pt x="971" y="57"/>
                </a:lnTo>
                <a:close/>
                <a:moveTo>
                  <a:pt x="987" y="57"/>
                </a:moveTo>
                <a:lnTo>
                  <a:pt x="994" y="57"/>
                </a:lnTo>
                <a:lnTo>
                  <a:pt x="994" y="50"/>
                </a:lnTo>
                <a:lnTo>
                  <a:pt x="987" y="50"/>
                </a:lnTo>
                <a:lnTo>
                  <a:pt x="987" y="57"/>
                </a:lnTo>
                <a:close/>
                <a:moveTo>
                  <a:pt x="1004" y="57"/>
                </a:moveTo>
                <a:lnTo>
                  <a:pt x="1011" y="57"/>
                </a:lnTo>
                <a:lnTo>
                  <a:pt x="1011" y="50"/>
                </a:lnTo>
                <a:lnTo>
                  <a:pt x="1004" y="50"/>
                </a:lnTo>
                <a:lnTo>
                  <a:pt x="1004" y="57"/>
                </a:lnTo>
                <a:close/>
                <a:moveTo>
                  <a:pt x="1020" y="57"/>
                </a:moveTo>
                <a:lnTo>
                  <a:pt x="1027" y="57"/>
                </a:lnTo>
                <a:lnTo>
                  <a:pt x="1027" y="50"/>
                </a:lnTo>
                <a:lnTo>
                  <a:pt x="1020" y="50"/>
                </a:lnTo>
                <a:lnTo>
                  <a:pt x="1020" y="57"/>
                </a:lnTo>
                <a:close/>
                <a:moveTo>
                  <a:pt x="1037" y="57"/>
                </a:moveTo>
                <a:lnTo>
                  <a:pt x="1044" y="57"/>
                </a:lnTo>
                <a:lnTo>
                  <a:pt x="1044" y="50"/>
                </a:lnTo>
                <a:lnTo>
                  <a:pt x="1037" y="50"/>
                </a:lnTo>
                <a:lnTo>
                  <a:pt x="1037" y="57"/>
                </a:lnTo>
                <a:close/>
                <a:moveTo>
                  <a:pt x="1053" y="57"/>
                </a:moveTo>
                <a:lnTo>
                  <a:pt x="1061" y="57"/>
                </a:lnTo>
                <a:lnTo>
                  <a:pt x="1061" y="50"/>
                </a:lnTo>
                <a:lnTo>
                  <a:pt x="1053" y="50"/>
                </a:lnTo>
                <a:lnTo>
                  <a:pt x="1053" y="57"/>
                </a:lnTo>
                <a:close/>
                <a:moveTo>
                  <a:pt x="1070" y="57"/>
                </a:moveTo>
                <a:lnTo>
                  <a:pt x="1077" y="57"/>
                </a:lnTo>
                <a:lnTo>
                  <a:pt x="1077" y="50"/>
                </a:lnTo>
                <a:lnTo>
                  <a:pt x="1070" y="50"/>
                </a:lnTo>
                <a:lnTo>
                  <a:pt x="1070" y="57"/>
                </a:lnTo>
                <a:close/>
                <a:moveTo>
                  <a:pt x="1087" y="57"/>
                </a:moveTo>
                <a:lnTo>
                  <a:pt x="1094" y="57"/>
                </a:lnTo>
                <a:lnTo>
                  <a:pt x="1094" y="50"/>
                </a:lnTo>
                <a:lnTo>
                  <a:pt x="1087" y="50"/>
                </a:lnTo>
                <a:lnTo>
                  <a:pt x="1087" y="57"/>
                </a:lnTo>
                <a:close/>
                <a:moveTo>
                  <a:pt x="1103" y="57"/>
                </a:moveTo>
                <a:lnTo>
                  <a:pt x="1110" y="57"/>
                </a:lnTo>
                <a:lnTo>
                  <a:pt x="1110" y="50"/>
                </a:lnTo>
                <a:lnTo>
                  <a:pt x="1103" y="50"/>
                </a:lnTo>
                <a:lnTo>
                  <a:pt x="1103" y="57"/>
                </a:lnTo>
                <a:close/>
                <a:moveTo>
                  <a:pt x="1120" y="57"/>
                </a:moveTo>
                <a:lnTo>
                  <a:pt x="1127" y="57"/>
                </a:lnTo>
                <a:lnTo>
                  <a:pt x="1127" y="50"/>
                </a:lnTo>
                <a:lnTo>
                  <a:pt x="1120" y="50"/>
                </a:lnTo>
                <a:lnTo>
                  <a:pt x="1120" y="57"/>
                </a:lnTo>
                <a:close/>
                <a:moveTo>
                  <a:pt x="1139" y="57"/>
                </a:moveTo>
                <a:lnTo>
                  <a:pt x="1146" y="57"/>
                </a:lnTo>
                <a:lnTo>
                  <a:pt x="1146" y="50"/>
                </a:lnTo>
                <a:lnTo>
                  <a:pt x="1139" y="50"/>
                </a:lnTo>
                <a:lnTo>
                  <a:pt x="1139" y="57"/>
                </a:lnTo>
                <a:close/>
                <a:moveTo>
                  <a:pt x="1155" y="57"/>
                </a:moveTo>
                <a:lnTo>
                  <a:pt x="1162" y="57"/>
                </a:lnTo>
                <a:lnTo>
                  <a:pt x="1162" y="50"/>
                </a:lnTo>
                <a:lnTo>
                  <a:pt x="1155" y="50"/>
                </a:lnTo>
                <a:lnTo>
                  <a:pt x="1155" y="57"/>
                </a:lnTo>
                <a:close/>
                <a:moveTo>
                  <a:pt x="1172" y="57"/>
                </a:moveTo>
                <a:lnTo>
                  <a:pt x="1179" y="57"/>
                </a:lnTo>
                <a:lnTo>
                  <a:pt x="1179" y="50"/>
                </a:lnTo>
                <a:lnTo>
                  <a:pt x="1172" y="50"/>
                </a:lnTo>
                <a:lnTo>
                  <a:pt x="1172" y="57"/>
                </a:lnTo>
                <a:close/>
                <a:moveTo>
                  <a:pt x="1188" y="57"/>
                </a:moveTo>
                <a:lnTo>
                  <a:pt x="1196" y="57"/>
                </a:lnTo>
                <a:lnTo>
                  <a:pt x="1196" y="50"/>
                </a:lnTo>
                <a:lnTo>
                  <a:pt x="1188" y="50"/>
                </a:lnTo>
                <a:lnTo>
                  <a:pt x="1188" y="57"/>
                </a:lnTo>
                <a:close/>
                <a:moveTo>
                  <a:pt x="1205" y="57"/>
                </a:moveTo>
                <a:lnTo>
                  <a:pt x="1212" y="57"/>
                </a:lnTo>
                <a:lnTo>
                  <a:pt x="1212" y="50"/>
                </a:lnTo>
                <a:lnTo>
                  <a:pt x="1205" y="50"/>
                </a:lnTo>
                <a:lnTo>
                  <a:pt x="1205" y="57"/>
                </a:lnTo>
                <a:close/>
                <a:moveTo>
                  <a:pt x="1222" y="57"/>
                </a:moveTo>
                <a:lnTo>
                  <a:pt x="1229" y="57"/>
                </a:lnTo>
                <a:lnTo>
                  <a:pt x="1229" y="50"/>
                </a:lnTo>
                <a:lnTo>
                  <a:pt x="1222" y="50"/>
                </a:lnTo>
                <a:lnTo>
                  <a:pt x="1222" y="57"/>
                </a:lnTo>
                <a:close/>
                <a:moveTo>
                  <a:pt x="1238" y="57"/>
                </a:moveTo>
                <a:lnTo>
                  <a:pt x="1245" y="57"/>
                </a:lnTo>
                <a:lnTo>
                  <a:pt x="1245" y="50"/>
                </a:lnTo>
                <a:lnTo>
                  <a:pt x="1238" y="50"/>
                </a:lnTo>
                <a:lnTo>
                  <a:pt x="1238" y="57"/>
                </a:lnTo>
                <a:close/>
                <a:moveTo>
                  <a:pt x="1255" y="57"/>
                </a:moveTo>
                <a:lnTo>
                  <a:pt x="1262" y="57"/>
                </a:lnTo>
                <a:lnTo>
                  <a:pt x="1262" y="50"/>
                </a:lnTo>
                <a:lnTo>
                  <a:pt x="1255" y="50"/>
                </a:lnTo>
                <a:lnTo>
                  <a:pt x="1255" y="57"/>
                </a:lnTo>
                <a:close/>
                <a:moveTo>
                  <a:pt x="1271" y="57"/>
                </a:moveTo>
                <a:lnTo>
                  <a:pt x="1278" y="57"/>
                </a:lnTo>
                <a:lnTo>
                  <a:pt x="1278" y="50"/>
                </a:lnTo>
                <a:lnTo>
                  <a:pt x="1271" y="50"/>
                </a:lnTo>
                <a:lnTo>
                  <a:pt x="1271" y="57"/>
                </a:lnTo>
                <a:close/>
                <a:moveTo>
                  <a:pt x="1288" y="57"/>
                </a:moveTo>
                <a:lnTo>
                  <a:pt x="1295" y="57"/>
                </a:lnTo>
                <a:lnTo>
                  <a:pt x="1295" y="50"/>
                </a:lnTo>
                <a:lnTo>
                  <a:pt x="1288" y="50"/>
                </a:lnTo>
                <a:lnTo>
                  <a:pt x="1288" y="57"/>
                </a:lnTo>
                <a:close/>
                <a:moveTo>
                  <a:pt x="1304" y="57"/>
                </a:moveTo>
                <a:lnTo>
                  <a:pt x="1312" y="57"/>
                </a:lnTo>
                <a:lnTo>
                  <a:pt x="1312" y="50"/>
                </a:lnTo>
                <a:lnTo>
                  <a:pt x="1304" y="50"/>
                </a:lnTo>
                <a:lnTo>
                  <a:pt x="1304" y="57"/>
                </a:lnTo>
                <a:close/>
                <a:moveTo>
                  <a:pt x="1321" y="57"/>
                </a:moveTo>
                <a:lnTo>
                  <a:pt x="1328" y="57"/>
                </a:lnTo>
                <a:lnTo>
                  <a:pt x="1328" y="50"/>
                </a:lnTo>
                <a:lnTo>
                  <a:pt x="1321" y="50"/>
                </a:lnTo>
                <a:lnTo>
                  <a:pt x="1321" y="57"/>
                </a:lnTo>
                <a:close/>
                <a:moveTo>
                  <a:pt x="1338" y="57"/>
                </a:moveTo>
                <a:lnTo>
                  <a:pt x="1345" y="57"/>
                </a:lnTo>
                <a:lnTo>
                  <a:pt x="1345" y="50"/>
                </a:lnTo>
                <a:lnTo>
                  <a:pt x="1338" y="50"/>
                </a:lnTo>
                <a:lnTo>
                  <a:pt x="1338" y="57"/>
                </a:lnTo>
                <a:close/>
                <a:moveTo>
                  <a:pt x="1354" y="57"/>
                </a:moveTo>
                <a:lnTo>
                  <a:pt x="1361" y="57"/>
                </a:lnTo>
                <a:lnTo>
                  <a:pt x="1361" y="50"/>
                </a:lnTo>
                <a:lnTo>
                  <a:pt x="1354" y="50"/>
                </a:lnTo>
                <a:lnTo>
                  <a:pt x="1354" y="57"/>
                </a:lnTo>
                <a:close/>
                <a:moveTo>
                  <a:pt x="1925" y="57"/>
                </a:moveTo>
                <a:lnTo>
                  <a:pt x="1932" y="57"/>
                </a:lnTo>
                <a:lnTo>
                  <a:pt x="1932" y="50"/>
                </a:lnTo>
                <a:lnTo>
                  <a:pt x="1925" y="50"/>
                </a:lnTo>
                <a:lnTo>
                  <a:pt x="1925" y="57"/>
                </a:lnTo>
                <a:close/>
                <a:moveTo>
                  <a:pt x="1941" y="57"/>
                </a:moveTo>
                <a:lnTo>
                  <a:pt x="1949" y="57"/>
                </a:lnTo>
                <a:lnTo>
                  <a:pt x="1949" y="50"/>
                </a:lnTo>
                <a:lnTo>
                  <a:pt x="1941" y="50"/>
                </a:lnTo>
                <a:lnTo>
                  <a:pt x="1941" y="57"/>
                </a:lnTo>
                <a:close/>
                <a:moveTo>
                  <a:pt x="1958" y="57"/>
                </a:moveTo>
                <a:lnTo>
                  <a:pt x="1965" y="57"/>
                </a:lnTo>
                <a:lnTo>
                  <a:pt x="1965" y="50"/>
                </a:lnTo>
                <a:lnTo>
                  <a:pt x="1958" y="50"/>
                </a:lnTo>
                <a:lnTo>
                  <a:pt x="1958" y="57"/>
                </a:lnTo>
                <a:close/>
                <a:moveTo>
                  <a:pt x="1975" y="57"/>
                </a:moveTo>
                <a:lnTo>
                  <a:pt x="1982" y="57"/>
                </a:lnTo>
                <a:lnTo>
                  <a:pt x="1982" y="50"/>
                </a:lnTo>
                <a:lnTo>
                  <a:pt x="1975" y="50"/>
                </a:lnTo>
                <a:lnTo>
                  <a:pt x="1975" y="57"/>
                </a:lnTo>
                <a:close/>
                <a:moveTo>
                  <a:pt x="1991" y="57"/>
                </a:moveTo>
                <a:lnTo>
                  <a:pt x="1998" y="57"/>
                </a:lnTo>
                <a:lnTo>
                  <a:pt x="1998" y="50"/>
                </a:lnTo>
                <a:lnTo>
                  <a:pt x="1991" y="50"/>
                </a:lnTo>
                <a:lnTo>
                  <a:pt x="1991" y="57"/>
                </a:lnTo>
                <a:close/>
                <a:moveTo>
                  <a:pt x="2209" y="57"/>
                </a:moveTo>
                <a:lnTo>
                  <a:pt x="2216" y="57"/>
                </a:lnTo>
                <a:lnTo>
                  <a:pt x="2216" y="50"/>
                </a:lnTo>
                <a:lnTo>
                  <a:pt x="2209" y="50"/>
                </a:lnTo>
                <a:lnTo>
                  <a:pt x="2209" y="57"/>
                </a:lnTo>
                <a:close/>
                <a:moveTo>
                  <a:pt x="2226" y="57"/>
                </a:moveTo>
                <a:lnTo>
                  <a:pt x="2233" y="57"/>
                </a:lnTo>
                <a:lnTo>
                  <a:pt x="2233" y="50"/>
                </a:lnTo>
                <a:lnTo>
                  <a:pt x="2226" y="50"/>
                </a:lnTo>
                <a:lnTo>
                  <a:pt x="2226" y="57"/>
                </a:lnTo>
                <a:close/>
                <a:moveTo>
                  <a:pt x="2259" y="57"/>
                </a:moveTo>
                <a:lnTo>
                  <a:pt x="2266" y="57"/>
                </a:lnTo>
                <a:lnTo>
                  <a:pt x="2266" y="50"/>
                </a:lnTo>
                <a:lnTo>
                  <a:pt x="2259" y="50"/>
                </a:lnTo>
                <a:lnTo>
                  <a:pt x="2259" y="57"/>
                </a:lnTo>
                <a:close/>
                <a:moveTo>
                  <a:pt x="653" y="74"/>
                </a:moveTo>
                <a:lnTo>
                  <a:pt x="660" y="74"/>
                </a:lnTo>
                <a:lnTo>
                  <a:pt x="660" y="66"/>
                </a:lnTo>
                <a:lnTo>
                  <a:pt x="653" y="66"/>
                </a:lnTo>
                <a:lnTo>
                  <a:pt x="653" y="74"/>
                </a:lnTo>
                <a:close/>
                <a:moveTo>
                  <a:pt x="670" y="74"/>
                </a:moveTo>
                <a:lnTo>
                  <a:pt x="677" y="74"/>
                </a:lnTo>
                <a:lnTo>
                  <a:pt x="677" y="66"/>
                </a:lnTo>
                <a:lnTo>
                  <a:pt x="670" y="66"/>
                </a:lnTo>
                <a:lnTo>
                  <a:pt x="670" y="74"/>
                </a:lnTo>
                <a:close/>
                <a:moveTo>
                  <a:pt x="686" y="74"/>
                </a:moveTo>
                <a:lnTo>
                  <a:pt x="693" y="74"/>
                </a:lnTo>
                <a:lnTo>
                  <a:pt x="693" y="66"/>
                </a:lnTo>
                <a:lnTo>
                  <a:pt x="686" y="66"/>
                </a:lnTo>
                <a:lnTo>
                  <a:pt x="686" y="74"/>
                </a:lnTo>
                <a:close/>
                <a:moveTo>
                  <a:pt x="703" y="74"/>
                </a:moveTo>
                <a:lnTo>
                  <a:pt x="710" y="74"/>
                </a:lnTo>
                <a:lnTo>
                  <a:pt x="710" y="66"/>
                </a:lnTo>
                <a:lnTo>
                  <a:pt x="703" y="66"/>
                </a:lnTo>
                <a:lnTo>
                  <a:pt x="703" y="74"/>
                </a:lnTo>
                <a:close/>
                <a:moveTo>
                  <a:pt x="720" y="74"/>
                </a:moveTo>
                <a:lnTo>
                  <a:pt x="727" y="74"/>
                </a:lnTo>
                <a:lnTo>
                  <a:pt x="727" y="66"/>
                </a:lnTo>
                <a:lnTo>
                  <a:pt x="720" y="66"/>
                </a:lnTo>
                <a:lnTo>
                  <a:pt x="720" y="74"/>
                </a:lnTo>
                <a:close/>
                <a:moveTo>
                  <a:pt x="736" y="74"/>
                </a:moveTo>
                <a:lnTo>
                  <a:pt x="743" y="74"/>
                </a:lnTo>
                <a:lnTo>
                  <a:pt x="743" y="66"/>
                </a:lnTo>
                <a:lnTo>
                  <a:pt x="736" y="66"/>
                </a:lnTo>
                <a:lnTo>
                  <a:pt x="736" y="74"/>
                </a:lnTo>
                <a:close/>
                <a:moveTo>
                  <a:pt x="753" y="74"/>
                </a:moveTo>
                <a:lnTo>
                  <a:pt x="760" y="74"/>
                </a:lnTo>
                <a:lnTo>
                  <a:pt x="760" y="66"/>
                </a:lnTo>
                <a:lnTo>
                  <a:pt x="753" y="66"/>
                </a:lnTo>
                <a:lnTo>
                  <a:pt x="753" y="74"/>
                </a:lnTo>
                <a:close/>
                <a:moveTo>
                  <a:pt x="769" y="74"/>
                </a:moveTo>
                <a:lnTo>
                  <a:pt x="776" y="74"/>
                </a:lnTo>
                <a:lnTo>
                  <a:pt x="776" y="66"/>
                </a:lnTo>
                <a:lnTo>
                  <a:pt x="769" y="66"/>
                </a:lnTo>
                <a:lnTo>
                  <a:pt x="769" y="74"/>
                </a:lnTo>
                <a:close/>
                <a:moveTo>
                  <a:pt x="786" y="74"/>
                </a:moveTo>
                <a:lnTo>
                  <a:pt x="793" y="74"/>
                </a:lnTo>
                <a:lnTo>
                  <a:pt x="793" y="66"/>
                </a:lnTo>
                <a:lnTo>
                  <a:pt x="786" y="66"/>
                </a:lnTo>
                <a:lnTo>
                  <a:pt x="786" y="74"/>
                </a:lnTo>
                <a:close/>
                <a:moveTo>
                  <a:pt x="802" y="74"/>
                </a:moveTo>
                <a:lnTo>
                  <a:pt x="810" y="74"/>
                </a:lnTo>
                <a:lnTo>
                  <a:pt x="810" y="66"/>
                </a:lnTo>
                <a:lnTo>
                  <a:pt x="802" y="66"/>
                </a:lnTo>
                <a:lnTo>
                  <a:pt x="802" y="74"/>
                </a:lnTo>
                <a:close/>
                <a:moveTo>
                  <a:pt x="819" y="74"/>
                </a:moveTo>
                <a:lnTo>
                  <a:pt x="826" y="74"/>
                </a:lnTo>
                <a:lnTo>
                  <a:pt x="826" y="66"/>
                </a:lnTo>
                <a:lnTo>
                  <a:pt x="819" y="66"/>
                </a:lnTo>
                <a:lnTo>
                  <a:pt x="819" y="74"/>
                </a:lnTo>
                <a:close/>
                <a:moveTo>
                  <a:pt x="836" y="74"/>
                </a:moveTo>
                <a:lnTo>
                  <a:pt x="843" y="74"/>
                </a:lnTo>
                <a:lnTo>
                  <a:pt x="843" y="66"/>
                </a:lnTo>
                <a:lnTo>
                  <a:pt x="836" y="66"/>
                </a:lnTo>
                <a:lnTo>
                  <a:pt x="836" y="74"/>
                </a:lnTo>
                <a:close/>
                <a:moveTo>
                  <a:pt x="852" y="74"/>
                </a:moveTo>
                <a:lnTo>
                  <a:pt x="859" y="74"/>
                </a:lnTo>
                <a:lnTo>
                  <a:pt x="859" y="66"/>
                </a:lnTo>
                <a:lnTo>
                  <a:pt x="852" y="66"/>
                </a:lnTo>
                <a:lnTo>
                  <a:pt x="852" y="74"/>
                </a:lnTo>
                <a:close/>
                <a:moveTo>
                  <a:pt x="871" y="74"/>
                </a:moveTo>
                <a:lnTo>
                  <a:pt x="876" y="74"/>
                </a:lnTo>
                <a:lnTo>
                  <a:pt x="876" y="66"/>
                </a:lnTo>
                <a:lnTo>
                  <a:pt x="871" y="66"/>
                </a:lnTo>
                <a:lnTo>
                  <a:pt x="871" y="74"/>
                </a:lnTo>
                <a:close/>
                <a:moveTo>
                  <a:pt x="888" y="74"/>
                </a:moveTo>
                <a:lnTo>
                  <a:pt x="895" y="74"/>
                </a:lnTo>
                <a:lnTo>
                  <a:pt x="895" y="66"/>
                </a:lnTo>
                <a:lnTo>
                  <a:pt x="888" y="66"/>
                </a:lnTo>
                <a:lnTo>
                  <a:pt x="888" y="74"/>
                </a:lnTo>
                <a:close/>
                <a:moveTo>
                  <a:pt x="904" y="74"/>
                </a:moveTo>
                <a:lnTo>
                  <a:pt x="911" y="74"/>
                </a:lnTo>
                <a:lnTo>
                  <a:pt x="911" y="66"/>
                </a:lnTo>
                <a:lnTo>
                  <a:pt x="904" y="66"/>
                </a:lnTo>
                <a:lnTo>
                  <a:pt x="904" y="74"/>
                </a:lnTo>
                <a:close/>
                <a:moveTo>
                  <a:pt x="921" y="74"/>
                </a:moveTo>
                <a:lnTo>
                  <a:pt x="928" y="74"/>
                </a:lnTo>
                <a:lnTo>
                  <a:pt x="928" y="66"/>
                </a:lnTo>
                <a:lnTo>
                  <a:pt x="921" y="66"/>
                </a:lnTo>
                <a:lnTo>
                  <a:pt x="921" y="74"/>
                </a:lnTo>
                <a:close/>
                <a:moveTo>
                  <a:pt x="937" y="74"/>
                </a:moveTo>
                <a:lnTo>
                  <a:pt x="944" y="74"/>
                </a:lnTo>
                <a:lnTo>
                  <a:pt x="944" y="66"/>
                </a:lnTo>
                <a:lnTo>
                  <a:pt x="937" y="66"/>
                </a:lnTo>
                <a:lnTo>
                  <a:pt x="937" y="74"/>
                </a:lnTo>
                <a:close/>
                <a:moveTo>
                  <a:pt x="954" y="74"/>
                </a:moveTo>
                <a:lnTo>
                  <a:pt x="961" y="74"/>
                </a:lnTo>
                <a:lnTo>
                  <a:pt x="961" y="66"/>
                </a:lnTo>
                <a:lnTo>
                  <a:pt x="954" y="66"/>
                </a:lnTo>
                <a:lnTo>
                  <a:pt x="954" y="74"/>
                </a:lnTo>
                <a:close/>
                <a:moveTo>
                  <a:pt x="971" y="74"/>
                </a:moveTo>
                <a:lnTo>
                  <a:pt x="978" y="74"/>
                </a:lnTo>
                <a:lnTo>
                  <a:pt x="978" y="66"/>
                </a:lnTo>
                <a:lnTo>
                  <a:pt x="971" y="66"/>
                </a:lnTo>
                <a:lnTo>
                  <a:pt x="971" y="74"/>
                </a:lnTo>
                <a:close/>
                <a:moveTo>
                  <a:pt x="987" y="74"/>
                </a:moveTo>
                <a:lnTo>
                  <a:pt x="994" y="74"/>
                </a:lnTo>
                <a:lnTo>
                  <a:pt x="994" y="66"/>
                </a:lnTo>
                <a:lnTo>
                  <a:pt x="987" y="66"/>
                </a:lnTo>
                <a:lnTo>
                  <a:pt x="987" y="74"/>
                </a:lnTo>
                <a:close/>
                <a:moveTo>
                  <a:pt x="1004" y="74"/>
                </a:moveTo>
                <a:lnTo>
                  <a:pt x="1011" y="74"/>
                </a:lnTo>
                <a:lnTo>
                  <a:pt x="1011" y="66"/>
                </a:lnTo>
                <a:lnTo>
                  <a:pt x="1004" y="66"/>
                </a:lnTo>
                <a:lnTo>
                  <a:pt x="1004" y="74"/>
                </a:lnTo>
                <a:close/>
                <a:moveTo>
                  <a:pt x="1020" y="74"/>
                </a:moveTo>
                <a:lnTo>
                  <a:pt x="1027" y="74"/>
                </a:lnTo>
                <a:lnTo>
                  <a:pt x="1027" y="66"/>
                </a:lnTo>
                <a:lnTo>
                  <a:pt x="1020" y="66"/>
                </a:lnTo>
                <a:lnTo>
                  <a:pt x="1020" y="74"/>
                </a:lnTo>
                <a:close/>
                <a:moveTo>
                  <a:pt x="1037" y="74"/>
                </a:moveTo>
                <a:lnTo>
                  <a:pt x="1044" y="74"/>
                </a:lnTo>
                <a:lnTo>
                  <a:pt x="1044" y="66"/>
                </a:lnTo>
                <a:lnTo>
                  <a:pt x="1037" y="66"/>
                </a:lnTo>
                <a:lnTo>
                  <a:pt x="1037" y="74"/>
                </a:lnTo>
                <a:close/>
                <a:moveTo>
                  <a:pt x="1053" y="74"/>
                </a:moveTo>
                <a:lnTo>
                  <a:pt x="1061" y="74"/>
                </a:lnTo>
                <a:lnTo>
                  <a:pt x="1061" y="66"/>
                </a:lnTo>
                <a:lnTo>
                  <a:pt x="1053" y="66"/>
                </a:lnTo>
                <a:lnTo>
                  <a:pt x="1053" y="74"/>
                </a:lnTo>
                <a:close/>
                <a:moveTo>
                  <a:pt x="1070" y="74"/>
                </a:moveTo>
                <a:lnTo>
                  <a:pt x="1077" y="74"/>
                </a:lnTo>
                <a:lnTo>
                  <a:pt x="1077" y="66"/>
                </a:lnTo>
                <a:lnTo>
                  <a:pt x="1070" y="66"/>
                </a:lnTo>
                <a:lnTo>
                  <a:pt x="1070" y="74"/>
                </a:lnTo>
                <a:close/>
                <a:moveTo>
                  <a:pt x="1087" y="74"/>
                </a:moveTo>
                <a:lnTo>
                  <a:pt x="1094" y="74"/>
                </a:lnTo>
                <a:lnTo>
                  <a:pt x="1094" y="66"/>
                </a:lnTo>
                <a:lnTo>
                  <a:pt x="1087" y="66"/>
                </a:lnTo>
                <a:lnTo>
                  <a:pt x="1087" y="74"/>
                </a:lnTo>
                <a:close/>
                <a:moveTo>
                  <a:pt x="1103" y="74"/>
                </a:moveTo>
                <a:lnTo>
                  <a:pt x="1110" y="74"/>
                </a:lnTo>
                <a:lnTo>
                  <a:pt x="1110" y="66"/>
                </a:lnTo>
                <a:lnTo>
                  <a:pt x="1103" y="66"/>
                </a:lnTo>
                <a:lnTo>
                  <a:pt x="1103" y="74"/>
                </a:lnTo>
                <a:close/>
                <a:moveTo>
                  <a:pt x="1120" y="74"/>
                </a:moveTo>
                <a:lnTo>
                  <a:pt x="1127" y="74"/>
                </a:lnTo>
                <a:lnTo>
                  <a:pt x="1127" y="66"/>
                </a:lnTo>
                <a:lnTo>
                  <a:pt x="1120" y="66"/>
                </a:lnTo>
                <a:lnTo>
                  <a:pt x="1120" y="74"/>
                </a:lnTo>
                <a:close/>
                <a:moveTo>
                  <a:pt x="1139" y="74"/>
                </a:moveTo>
                <a:lnTo>
                  <a:pt x="1146" y="74"/>
                </a:lnTo>
                <a:lnTo>
                  <a:pt x="1146" y="66"/>
                </a:lnTo>
                <a:lnTo>
                  <a:pt x="1139" y="66"/>
                </a:lnTo>
                <a:lnTo>
                  <a:pt x="1139" y="74"/>
                </a:lnTo>
                <a:close/>
                <a:moveTo>
                  <a:pt x="1155" y="74"/>
                </a:moveTo>
                <a:lnTo>
                  <a:pt x="1162" y="74"/>
                </a:lnTo>
                <a:lnTo>
                  <a:pt x="1162" y="66"/>
                </a:lnTo>
                <a:lnTo>
                  <a:pt x="1155" y="66"/>
                </a:lnTo>
                <a:lnTo>
                  <a:pt x="1155" y="74"/>
                </a:lnTo>
                <a:close/>
                <a:moveTo>
                  <a:pt x="1172" y="74"/>
                </a:moveTo>
                <a:lnTo>
                  <a:pt x="1179" y="74"/>
                </a:lnTo>
                <a:lnTo>
                  <a:pt x="1179" y="66"/>
                </a:lnTo>
                <a:lnTo>
                  <a:pt x="1172" y="66"/>
                </a:lnTo>
                <a:lnTo>
                  <a:pt x="1172" y="74"/>
                </a:lnTo>
                <a:close/>
                <a:moveTo>
                  <a:pt x="1188" y="74"/>
                </a:moveTo>
                <a:lnTo>
                  <a:pt x="1196" y="74"/>
                </a:lnTo>
                <a:lnTo>
                  <a:pt x="1196" y="66"/>
                </a:lnTo>
                <a:lnTo>
                  <a:pt x="1188" y="66"/>
                </a:lnTo>
                <a:lnTo>
                  <a:pt x="1188" y="74"/>
                </a:lnTo>
                <a:close/>
                <a:moveTo>
                  <a:pt x="1205" y="74"/>
                </a:moveTo>
                <a:lnTo>
                  <a:pt x="1212" y="74"/>
                </a:lnTo>
                <a:lnTo>
                  <a:pt x="1212" y="66"/>
                </a:lnTo>
                <a:lnTo>
                  <a:pt x="1205" y="66"/>
                </a:lnTo>
                <a:lnTo>
                  <a:pt x="1205" y="74"/>
                </a:lnTo>
                <a:close/>
                <a:moveTo>
                  <a:pt x="1222" y="74"/>
                </a:moveTo>
                <a:lnTo>
                  <a:pt x="1229" y="74"/>
                </a:lnTo>
                <a:lnTo>
                  <a:pt x="1229" y="66"/>
                </a:lnTo>
                <a:lnTo>
                  <a:pt x="1222" y="66"/>
                </a:lnTo>
                <a:lnTo>
                  <a:pt x="1222" y="74"/>
                </a:lnTo>
                <a:close/>
                <a:moveTo>
                  <a:pt x="1238" y="74"/>
                </a:moveTo>
                <a:lnTo>
                  <a:pt x="1245" y="74"/>
                </a:lnTo>
                <a:lnTo>
                  <a:pt x="1245" y="66"/>
                </a:lnTo>
                <a:lnTo>
                  <a:pt x="1238" y="66"/>
                </a:lnTo>
                <a:lnTo>
                  <a:pt x="1238" y="74"/>
                </a:lnTo>
                <a:close/>
                <a:moveTo>
                  <a:pt x="1255" y="74"/>
                </a:moveTo>
                <a:lnTo>
                  <a:pt x="1262" y="74"/>
                </a:lnTo>
                <a:lnTo>
                  <a:pt x="1262" y="66"/>
                </a:lnTo>
                <a:lnTo>
                  <a:pt x="1255" y="66"/>
                </a:lnTo>
                <a:lnTo>
                  <a:pt x="1255" y="74"/>
                </a:lnTo>
                <a:close/>
                <a:moveTo>
                  <a:pt x="1271" y="74"/>
                </a:moveTo>
                <a:lnTo>
                  <a:pt x="1278" y="74"/>
                </a:lnTo>
                <a:lnTo>
                  <a:pt x="1278" y="66"/>
                </a:lnTo>
                <a:lnTo>
                  <a:pt x="1271" y="66"/>
                </a:lnTo>
                <a:lnTo>
                  <a:pt x="1271" y="74"/>
                </a:lnTo>
                <a:close/>
                <a:moveTo>
                  <a:pt x="1288" y="74"/>
                </a:moveTo>
                <a:lnTo>
                  <a:pt x="1295" y="74"/>
                </a:lnTo>
                <a:lnTo>
                  <a:pt x="1295" y="66"/>
                </a:lnTo>
                <a:lnTo>
                  <a:pt x="1288" y="66"/>
                </a:lnTo>
                <a:lnTo>
                  <a:pt x="1288" y="74"/>
                </a:lnTo>
                <a:close/>
                <a:moveTo>
                  <a:pt x="1304" y="74"/>
                </a:moveTo>
                <a:lnTo>
                  <a:pt x="1312" y="74"/>
                </a:lnTo>
                <a:lnTo>
                  <a:pt x="1312" y="66"/>
                </a:lnTo>
                <a:lnTo>
                  <a:pt x="1304" y="66"/>
                </a:lnTo>
                <a:lnTo>
                  <a:pt x="1304" y="74"/>
                </a:lnTo>
                <a:close/>
                <a:moveTo>
                  <a:pt x="1321" y="74"/>
                </a:moveTo>
                <a:lnTo>
                  <a:pt x="1328" y="74"/>
                </a:lnTo>
                <a:lnTo>
                  <a:pt x="1328" y="66"/>
                </a:lnTo>
                <a:lnTo>
                  <a:pt x="1321" y="66"/>
                </a:lnTo>
                <a:lnTo>
                  <a:pt x="1321" y="74"/>
                </a:lnTo>
                <a:close/>
                <a:moveTo>
                  <a:pt x="1338" y="74"/>
                </a:moveTo>
                <a:lnTo>
                  <a:pt x="1345" y="74"/>
                </a:lnTo>
                <a:lnTo>
                  <a:pt x="1345" y="66"/>
                </a:lnTo>
                <a:lnTo>
                  <a:pt x="1338" y="66"/>
                </a:lnTo>
                <a:lnTo>
                  <a:pt x="1338" y="74"/>
                </a:lnTo>
                <a:close/>
                <a:moveTo>
                  <a:pt x="1622" y="74"/>
                </a:moveTo>
                <a:lnTo>
                  <a:pt x="1629" y="74"/>
                </a:lnTo>
                <a:lnTo>
                  <a:pt x="1629" y="66"/>
                </a:lnTo>
                <a:lnTo>
                  <a:pt x="1622" y="66"/>
                </a:lnTo>
                <a:lnTo>
                  <a:pt x="1622" y="74"/>
                </a:lnTo>
                <a:close/>
                <a:moveTo>
                  <a:pt x="1638" y="74"/>
                </a:moveTo>
                <a:lnTo>
                  <a:pt x="1645" y="74"/>
                </a:lnTo>
                <a:lnTo>
                  <a:pt x="1645" y="66"/>
                </a:lnTo>
                <a:lnTo>
                  <a:pt x="1638" y="66"/>
                </a:lnTo>
                <a:lnTo>
                  <a:pt x="1638" y="74"/>
                </a:lnTo>
                <a:close/>
                <a:moveTo>
                  <a:pt x="1657" y="74"/>
                </a:moveTo>
                <a:lnTo>
                  <a:pt x="1664" y="74"/>
                </a:lnTo>
                <a:lnTo>
                  <a:pt x="1664" y="66"/>
                </a:lnTo>
                <a:lnTo>
                  <a:pt x="1657" y="66"/>
                </a:lnTo>
                <a:lnTo>
                  <a:pt x="1657" y="74"/>
                </a:lnTo>
                <a:close/>
                <a:moveTo>
                  <a:pt x="1840" y="74"/>
                </a:moveTo>
                <a:lnTo>
                  <a:pt x="1847" y="74"/>
                </a:lnTo>
                <a:lnTo>
                  <a:pt x="1847" y="66"/>
                </a:lnTo>
                <a:lnTo>
                  <a:pt x="1840" y="66"/>
                </a:lnTo>
                <a:lnTo>
                  <a:pt x="1840" y="74"/>
                </a:lnTo>
                <a:close/>
                <a:moveTo>
                  <a:pt x="1856" y="74"/>
                </a:moveTo>
                <a:lnTo>
                  <a:pt x="1863" y="74"/>
                </a:lnTo>
                <a:lnTo>
                  <a:pt x="1863" y="66"/>
                </a:lnTo>
                <a:lnTo>
                  <a:pt x="1856" y="66"/>
                </a:lnTo>
                <a:lnTo>
                  <a:pt x="1856" y="74"/>
                </a:lnTo>
                <a:close/>
                <a:moveTo>
                  <a:pt x="1873" y="74"/>
                </a:moveTo>
                <a:lnTo>
                  <a:pt x="1880" y="74"/>
                </a:lnTo>
                <a:lnTo>
                  <a:pt x="1880" y="66"/>
                </a:lnTo>
                <a:lnTo>
                  <a:pt x="1873" y="66"/>
                </a:lnTo>
                <a:lnTo>
                  <a:pt x="1873" y="74"/>
                </a:lnTo>
                <a:close/>
                <a:moveTo>
                  <a:pt x="1889" y="74"/>
                </a:moveTo>
                <a:lnTo>
                  <a:pt x="1896" y="74"/>
                </a:lnTo>
                <a:lnTo>
                  <a:pt x="1896" y="66"/>
                </a:lnTo>
                <a:lnTo>
                  <a:pt x="1889" y="66"/>
                </a:lnTo>
                <a:lnTo>
                  <a:pt x="1889" y="74"/>
                </a:lnTo>
                <a:close/>
                <a:moveTo>
                  <a:pt x="1908" y="74"/>
                </a:moveTo>
                <a:lnTo>
                  <a:pt x="1915" y="74"/>
                </a:lnTo>
                <a:lnTo>
                  <a:pt x="1915" y="66"/>
                </a:lnTo>
                <a:lnTo>
                  <a:pt x="1908" y="66"/>
                </a:lnTo>
                <a:lnTo>
                  <a:pt x="1908" y="74"/>
                </a:lnTo>
                <a:close/>
                <a:moveTo>
                  <a:pt x="1925" y="74"/>
                </a:moveTo>
                <a:lnTo>
                  <a:pt x="1932" y="74"/>
                </a:lnTo>
                <a:lnTo>
                  <a:pt x="1932" y="66"/>
                </a:lnTo>
                <a:lnTo>
                  <a:pt x="1925" y="66"/>
                </a:lnTo>
                <a:lnTo>
                  <a:pt x="1925" y="74"/>
                </a:lnTo>
                <a:close/>
                <a:moveTo>
                  <a:pt x="1941" y="74"/>
                </a:moveTo>
                <a:lnTo>
                  <a:pt x="1949" y="74"/>
                </a:lnTo>
                <a:lnTo>
                  <a:pt x="1949" y="66"/>
                </a:lnTo>
                <a:lnTo>
                  <a:pt x="1941" y="66"/>
                </a:lnTo>
                <a:lnTo>
                  <a:pt x="1941" y="74"/>
                </a:lnTo>
                <a:close/>
                <a:moveTo>
                  <a:pt x="1958" y="74"/>
                </a:moveTo>
                <a:lnTo>
                  <a:pt x="1965" y="74"/>
                </a:lnTo>
                <a:lnTo>
                  <a:pt x="1965" y="66"/>
                </a:lnTo>
                <a:lnTo>
                  <a:pt x="1958" y="66"/>
                </a:lnTo>
                <a:lnTo>
                  <a:pt x="1958" y="74"/>
                </a:lnTo>
                <a:close/>
                <a:moveTo>
                  <a:pt x="1975" y="74"/>
                </a:moveTo>
                <a:lnTo>
                  <a:pt x="1982" y="74"/>
                </a:lnTo>
                <a:lnTo>
                  <a:pt x="1982" y="66"/>
                </a:lnTo>
                <a:lnTo>
                  <a:pt x="1975" y="66"/>
                </a:lnTo>
                <a:lnTo>
                  <a:pt x="1975" y="74"/>
                </a:lnTo>
                <a:close/>
                <a:moveTo>
                  <a:pt x="1991" y="74"/>
                </a:moveTo>
                <a:lnTo>
                  <a:pt x="1998" y="74"/>
                </a:lnTo>
                <a:lnTo>
                  <a:pt x="1998" y="66"/>
                </a:lnTo>
                <a:lnTo>
                  <a:pt x="1991" y="66"/>
                </a:lnTo>
                <a:lnTo>
                  <a:pt x="1991" y="74"/>
                </a:lnTo>
                <a:close/>
                <a:moveTo>
                  <a:pt x="2008" y="74"/>
                </a:moveTo>
                <a:lnTo>
                  <a:pt x="2015" y="74"/>
                </a:lnTo>
                <a:lnTo>
                  <a:pt x="2015" y="66"/>
                </a:lnTo>
                <a:lnTo>
                  <a:pt x="2008" y="66"/>
                </a:lnTo>
                <a:lnTo>
                  <a:pt x="2008" y="74"/>
                </a:lnTo>
                <a:close/>
                <a:moveTo>
                  <a:pt x="2124" y="74"/>
                </a:moveTo>
                <a:lnTo>
                  <a:pt x="2131" y="74"/>
                </a:lnTo>
                <a:lnTo>
                  <a:pt x="2131" y="66"/>
                </a:lnTo>
                <a:lnTo>
                  <a:pt x="2124" y="66"/>
                </a:lnTo>
                <a:lnTo>
                  <a:pt x="2124" y="74"/>
                </a:lnTo>
                <a:close/>
                <a:moveTo>
                  <a:pt x="2140" y="74"/>
                </a:moveTo>
                <a:lnTo>
                  <a:pt x="2147" y="74"/>
                </a:lnTo>
                <a:lnTo>
                  <a:pt x="2147" y="66"/>
                </a:lnTo>
                <a:lnTo>
                  <a:pt x="2140" y="66"/>
                </a:lnTo>
                <a:lnTo>
                  <a:pt x="2140" y="74"/>
                </a:lnTo>
                <a:close/>
                <a:moveTo>
                  <a:pt x="2209" y="74"/>
                </a:moveTo>
                <a:lnTo>
                  <a:pt x="2216" y="74"/>
                </a:lnTo>
                <a:lnTo>
                  <a:pt x="2216" y="66"/>
                </a:lnTo>
                <a:lnTo>
                  <a:pt x="2209" y="66"/>
                </a:lnTo>
                <a:lnTo>
                  <a:pt x="2209" y="74"/>
                </a:lnTo>
                <a:close/>
                <a:moveTo>
                  <a:pt x="2226" y="74"/>
                </a:moveTo>
                <a:lnTo>
                  <a:pt x="2233" y="74"/>
                </a:lnTo>
                <a:lnTo>
                  <a:pt x="2233" y="66"/>
                </a:lnTo>
                <a:lnTo>
                  <a:pt x="2226" y="66"/>
                </a:lnTo>
                <a:lnTo>
                  <a:pt x="2226" y="74"/>
                </a:lnTo>
                <a:close/>
                <a:moveTo>
                  <a:pt x="2242" y="74"/>
                </a:moveTo>
                <a:lnTo>
                  <a:pt x="2249" y="74"/>
                </a:lnTo>
                <a:lnTo>
                  <a:pt x="2249" y="66"/>
                </a:lnTo>
                <a:lnTo>
                  <a:pt x="2242" y="66"/>
                </a:lnTo>
                <a:lnTo>
                  <a:pt x="2242" y="74"/>
                </a:lnTo>
                <a:close/>
                <a:moveTo>
                  <a:pt x="2259" y="74"/>
                </a:moveTo>
                <a:lnTo>
                  <a:pt x="2266" y="74"/>
                </a:lnTo>
                <a:lnTo>
                  <a:pt x="2266" y="66"/>
                </a:lnTo>
                <a:lnTo>
                  <a:pt x="2259" y="66"/>
                </a:lnTo>
                <a:lnTo>
                  <a:pt x="2259" y="74"/>
                </a:lnTo>
                <a:close/>
                <a:moveTo>
                  <a:pt x="2275" y="74"/>
                </a:moveTo>
                <a:lnTo>
                  <a:pt x="2282" y="74"/>
                </a:lnTo>
                <a:lnTo>
                  <a:pt x="2282" y="66"/>
                </a:lnTo>
                <a:lnTo>
                  <a:pt x="2275" y="66"/>
                </a:lnTo>
                <a:lnTo>
                  <a:pt x="2275" y="74"/>
                </a:lnTo>
                <a:close/>
                <a:moveTo>
                  <a:pt x="620" y="90"/>
                </a:moveTo>
                <a:lnTo>
                  <a:pt x="625" y="90"/>
                </a:lnTo>
                <a:lnTo>
                  <a:pt x="625" y="83"/>
                </a:lnTo>
                <a:lnTo>
                  <a:pt x="620" y="83"/>
                </a:lnTo>
                <a:lnTo>
                  <a:pt x="620" y="90"/>
                </a:lnTo>
                <a:close/>
                <a:moveTo>
                  <a:pt x="637" y="90"/>
                </a:moveTo>
                <a:lnTo>
                  <a:pt x="644" y="90"/>
                </a:lnTo>
                <a:lnTo>
                  <a:pt x="644" y="83"/>
                </a:lnTo>
                <a:lnTo>
                  <a:pt x="637" y="83"/>
                </a:lnTo>
                <a:lnTo>
                  <a:pt x="637" y="90"/>
                </a:lnTo>
                <a:close/>
                <a:moveTo>
                  <a:pt x="653" y="90"/>
                </a:moveTo>
                <a:lnTo>
                  <a:pt x="660" y="90"/>
                </a:lnTo>
                <a:lnTo>
                  <a:pt x="660" y="83"/>
                </a:lnTo>
                <a:lnTo>
                  <a:pt x="653" y="83"/>
                </a:lnTo>
                <a:lnTo>
                  <a:pt x="653" y="90"/>
                </a:lnTo>
                <a:close/>
                <a:moveTo>
                  <a:pt x="670" y="90"/>
                </a:moveTo>
                <a:lnTo>
                  <a:pt x="677" y="90"/>
                </a:lnTo>
                <a:lnTo>
                  <a:pt x="677" y="83"/>
                </a:lnTo>
                <a:lnTo>
                  <a:pt x="670" y="83"/>
                </a:lnTo>
                <a:lnTo>
                  <a:pt x="670" y="90"/>
                </a:lnTo>
                <a:close/>
                <a:moveTo>
                  <a:pt x="686" y="90"/>
                </a:moveTo>
                <a:lnTo>
                  <a:pt x="693" y="90"/>
                </a:lnTo>
                <a:lnTo>
                  <a:pt x="693" y="83"/>
                </a:lnTo>
                <a:lnTo>
                  <a:pt x="686" y="83"/>
                </a:lnTo>
                <a:lnTo>
                  <a:pt x="686" y="90"/>
                </a:lnTo>
                <a:close/>
                <a:moveTo>
                  <a:pt x="703" y="90"/>
                </a:moveTo>
                <a:lnTo>
                  <a:pt x="710" y="90"/>
                </a:lnTo>
                <a:lnTo>
                  <a:pt x="710" y="83"/>
                </a:lnTo>
                <a:lnTo>
                  <a:pt x="703" y="83"/>
                </a:lnTo>
                <a:lnTo>
                  <a:pt x="703" y="90"/>
                </a:lnTo>
                <a:close/>
                <a:moveTo>
                  <a:pt x="720" y="90"/>
                </a:moveTo>
                <a:lnTo>
                  <a:pt x="727" y="90"/>
                </a:lnTo>
                <a:lnTo>
                  <a:pt x="727" y="83"/>
                </a:lnTo>
                <a:lnTo>
                  <a:pt x="720" y="83"/>
                </a:lnTo>
                <a:lnTo>
                  <a:pt x="720" y="90"/>
                </a:lnTo>
                <a:close/>
                <a:moveTo>
                  <a:pt x="736" y="90"/>
                </a:moveTo>
                <a:lnTo>
                  <a:pt x="743" y="90"/>
                </a:lnTo>
                <a:lnTo>
                  <a:pt x="743" y="83"/>
                </a:lnTo>
                <a:lnTo>
                  <a:pt x="736" y="83"/>
                </a:lnTo>
                <a:lnTo>
                  <a:pt x="736" y="90"/>
                </a:lnTo>
                <a:close/>
                <a:moveTo>
                  <a:pt x="753" y="90"/>
                </a:moveTo>
                <a:lnTo>
                  <a:pt x="760" y="90"/>
                </a:lnTo>
                <a:lnTo>
                  <a:pt x="760" y="83"/>
                </a:lnTo>
                <a:lnTo>
                  <a:pt x="753" y="83"/>
                </a:lnTo>
                <a:lnTo>
                  <a:pt x="753" y="90"/>
                </a:lnTo>
                <a:close/>
                <a:moveTo>
                  <a:pt x="769" y="90"/>
                </a:moveTo>
                <a:lnTo>
                  <a:pt x="776" y="90"/>
                </a:lnTo>
                <a:lnTo>
                  <a:pt x="776" y="83"/>
                </a:lnTo>
                <a:lnTo>
                  <a:pt x="769" y="83"/>
                </a:lnTo>
                <a:lnTo>
                  <a:pt x="769" y="90"/>
                </a:lnTo>
                <a:close/>
                <a:moveTo>
                  <a:pt x="786" y="90"/>
                </a:moveTo>
                <a:lnTo>
                  <a:pt x="793" y="90"/>
                </a:lnTo>
                <a:lnTo>
                  <a:pt x="793" y="83"/>
                </a:lnTo>
                <a:lnTo>
                  <a:pt x="786" y="83"/>
                </a:lnTo>
                <a:lnTo>
                  <a:pt x="786" y="90"/>
                </a:lnTo>
                <a:close/>
                <a:moveTo>
                  <a:pt x="802" y="90"/>
                </a:moveTo>
                <a:lnTo>
                  <a:pt x="810" y="90"/>
                </a:lnTo>
                <a:lnTo>
                  <a:pt x="810" y="83"/>
                </a:lnTo>
                <a:lnTo>
                  <a:pt x="802" y="83"/>
                </a:lnTo>
                <a:lnTo>
                  <a:pt x="802" y="90"/>
                </a:lnTo>
                <a:close/>
                <a:moveTo>
                  <a:pt x="819" y="90"/>
                </a:moveTo>
                <a:lnTo>
                  <a:pt x="826" y="90"/>
                </a:lnTo>
                <a:lnTo>
                  <a:pt x="826" y="83"/>
                </a:lnTo>
                <a:lnTo>
                  <a:pt x="819" y="83"/>
                </a:lnTo>
                <a:lnTo>
                  <a:pt x="819" y="90"/>
                </a:lnTo>
                <a:close/>
                <a:moveTo>
                  <a:pt x="836" y="90"/>
                </a:moveTo>
                <a:lnTo>
                  <a:pt x="843" y="90"/>
                </a:lnTo>
                <a:lnTo>
                  <a:pt x="843" y="83"/>
                </a:lnTo>
                <a:lnTo>
                  <a:pt x="836" y="83"/>
                </a:lnTo>
                <a:lnTo>
                  <a:pt x="836" y="90"/>
                </a:lnTo>
                <a:close/>
                <a:moveTo>
                  <a:pt x="852" y="90"/>
                </a:moveTo>
                <a:lnTo>
                  <a:pt x="859" y="90"/>
                </a:lnTo>
                <a:lnTo>
                  <a:pt x="859" y="83"/>
                </a:lnTo>
                <a:lnTo>
                  <a:pt x="852" y="83"/>
                </a:lnTo>
                <a:lnTo>
                  <a:pt x="852" y="90"/>
                </a:lnTo>
                <a:close/>
                <a:moveTo>
                  <a:pt x="871" y="90"/>
                </a:moveTo>
                <a:lnTo>
                  <a:pt x="876" y="90"/>
                </a:lnTo>
                <a:lnTo>
                  <a:pt x="876" y="83"/>
                </a:lnTo>
                <a:lnTo>
                  <a:pt x="871" y="83"/>
                </a:lnTo>
                <a:lnTo>
                  <a:pt x="871" y="90"/>
                </a:lnTo>
                <a:close/>
                <a:moveTo>
                  <a:pt x="888" y="90"/>
                </a:moveTo>
                <a:lnTo>
                  <a:pt x="895" y="90"/>
                </a:lnTo>
                <a:lnTo>
                  <a:pt x="895" y="83"/>
                </a:lnTo>
                <a:lnTo>
                  <a:pt x="888" y="83"/>
                </a:lnTo>
                <a:lnTo>
                  <a:pt x="888" y="90"/>
                </a:lnTo>
                <a:close/>
                <a:moveTo>
                  <a:pt x="904" y="90"/>
                </a:moveTo>
                <a:lnTo>
                  <a:pt x="911" y="90"/>
                </a:lnTo>
                <a:lnTo>
                  <a:pt x="911" y="83"/>
                </a:lnTo>
                <a:lnTo>
                  <a:pt x="904" y="83"/>
                </a:lnTo>
                <a:lnTo>
                  <a:pt x="904" y="90"/>
                </a:lnTo>
                <a:close/>
                <a:moveTo>
                  <a:pt x="921" y="90"/>
                </a:moveTo>
                <a:lnTo>
                  <a:pt x="928" y="90"/>
                </a:lnTo>
                <a:lnTo>
                  <a:pt x="928" y="83"/>
                </a:lnTo>
                <a:lnTo>
                  <a:pt x="921" y="83"/>
                </a:lnTo>
                <a:lnTo>
                  <a:pt x="921" y="90"/>
                </a:lnTo>
                <a:close/>
                <a:moveTo>
                  <a:pt x="937" y="90"/>
                </a:moveTo>
                <a:lnTo>
                  <a:pt x="944" y="90"/>
                </a:lnTo>
                <a:lnTo>
                  <a:pt x="944" y="83"/>
                </a:lnTo>
                <a:lnTo>
                  <a:pt x="937" y="83"/>
                </a:lnTo>
                <a:lnTo>
                  <a:pt x="937" y="90"/>
                </a:lnTo>
                <a:close/>
                <a:moveTo>
                  <a:pt x="954" y="90"/>
                </a:moveTo>
                <a:lnTo>
                  <a:pt x="961" y="90"/>
                </a:lnTo>
                <a:lnTo>
                  <a:pt x="961" y="83"/>
                </a:lnTo>
                <a:lnTo>
                  <a:pt x="954" y="83"/>
                </a:lnTo>
                <a:lnTo>
                  <a:pt x="954" y="90"/>
                </a:lnTo>
                <a:close/>
                <a:moveTo>
                  <a:pt x="971" y="90"/>
                </a:moveTo>
                <a:lnTo>
                  <a:pt x="978" y="90"/>
                </a:lnTo>
                <a:lnTo>
                  <a:pt x="978" y="83"/>
                </a:lnTo>
                <a:lnTo>
                  <a:pt x="971" y="83"/>
                </a:lnTo>
                <a:lnTo>
                  <a:pt x="971" y="90"/>
                </a:lnTo>
                <a:close/>
                <a:moveTo>
                  <a:pt x="987" y="90"/>
                </a:moveTo>
                <a:lnTo>
                  <a:pt x="994" y="90"/>
                </a:lnTo>
                <a:lnTo>
                  <a:pt x="994" y="83"/>
                </a:lnTo>
                <a:lnTo>
                  <a:pt x="987" y="83"/>
                </a:lnTo>
                <a:lnTo>
                  <a:pt x="987" y="90"/>
                </a:lnTo>
                <a:close/>
                <a:moveTo>
                  <a:pt x="1004" y="90"/>
                </a:moveTo>
                <a:lnTo>
                  <a:pt x="1011" y="90"/>
                </a:lnTo>
                <a:lnTo>
                  <a:pt x="1011" y="83"/>
                </a:lnTo>
                <a:lnTo>
                  <a:pt x="1004" y="83"/>
                </a:lnTo>
                <a:lnTo>
                  <a:pt x="1004" y="90"/>
                </a:lnTo>
                <a:close/>
                <a:moveTo>
                  <a:pt x="1020" y="90"/>
                </a:moveTo>
                <a:lnTo>
                  <a:pt x="1027" y="90"/>
                </a:lnTo>
                <a:lnTo>
                  <a:pt x="1027" y="83"/>
                </a:lnTo>
                <a:lnTo>
                  <a:pt x="1020" y="83"/>
                </a:lnTo>
                <a:lnTo>
                  <a:pt x="1020" y="90"/>
                </a:lnTo>
                <a:close/>
                <a:moveTo>
                  <a:pt x="1037" y="90"/>
                </a:moveTo>
                <a:lnTo>
                  <a:pt x="1044" y="90"/>
                </a:lnTo>
                <a:lnTo>
                  <a:pt x="1044" y="83"/>
                </a:lnTo>
                <a:lnTo>
                  <a:pt x="1037" y="83"/>
                </a:lnTo>
                <a:lnTo>
                  <a:pt x="1037" y="90"/>
                </a:lnTo>
                <a:close/>
                <a:moveTo>
                  <a:pt x="1053" y="90"/>
                </a:moveTo>
                <a:lnTo>
                  <a:pt x="1061" y="90"/>
                </a:lnTo>
                <a:lnTo>
                  <a:pt x="1061" y="83"/>
                </a:lnTo>
                <a:lnTo>
                  <a:pt x="1053" y="83"/>
                </a:lnTo>
                <a:lnTo>
                  <a:pt x="1053" y="90"/>
                </a:lnTo>
                <a:close/>
                <a:moveTo>
                  <a:pt x="1070" y="90"/>
                </a:moveTo>
                <a:lnTo>
                  <a:pt x="1077" y="90"/>
                </a:lnTo>
                <a:lnTo>
                  <a:pt x="1077" y="83"/>
                </a:lnTo>
                <a:lnTo>
                  <a:pt x="1070" y="83"/>
                </a:lnTo>
                <a:lnTo>
                  <a:pt x="1070" y="90"/>
                </a:lnTo>
                <a:close/>
                <a:moveTo>
                  <a:pt x="1087" y="90"/>
                </a:moveTo>
                <a:lnTo>
                  <a:pt x="1094" y="90"/>
                </a:lnTo>
                <a:lnTo>
                  <a:pt x="1094" y="83"/>
                </a:lnTo>
                <a:lnTo>
                  <a:pt x="1087" y="83"/>
                </a:lnTo>
                <a:lnTo>
                  <a:pt x="1087" y="90"/>
                </a:lnTo>
                <a:close/>
                <a:moveTo>
                  <a:pt x="1103" y="90"/>
                </a:moveTo>
                <a:lnTo>
                  <a:pt x="1110" y="90"/>
                </a:lnTo>
                <a:lnTo>
                  <a:pt x="1110" y="83"/>
                </a:lnTo>
                <a:lnTo>
                  <a:pt x="1103" y="83"/>
                </a:lnTo>
                <a:lnTo>
                  <a:pt x="1103" y="90"/>
                </a:lnTo>
                <a:close/>
                <a:moveTo>
                  <a:pt x="1120" y="90"/>
                </a:moveTo>
                <a:lnTo>
                  <a:pt x="1127" y="90"/>
                </a:lnTo>
                <a:lnTo>
                  <a:pt x="1127" y="83"/>
                </a:lnTo>
                <a:lnTo>
                  <a:pt x="1120" y="83"/>
                </a:lnTo>
                <a:lnTo>
                  <a:pt x="1120" y="90"/>
                </a:lnTo>
                <a:close/>
                <a:moveTo>
                  <a:pt x="1139" y="90"/>
                </a:moveTo>
                <a:lnTo>
                  <a:pt x="1146" y="90"/>
                </a:lnTo>
                <a:lnTo>
                  <a:pt x="1146" y="83"/>
                </a:lnTo>
                <a:lnTo>
                  <a:pt x="1139" y="83"/>
                </a:lnTo>
                <a:lnTo>
                  <a:pt x="1139" y="90"/>
                </a:lnTo>
                <a:close/>
                <a:moveTo>
                  <a:pt x="1155" y="90"/>
                </a:moveTo>
                <a:lnTo>
                  <a:pt x="1162" y="90"/>
                </a:lnTo>
                <a:lnTo>
                  <a:pt x="1162" y="83"/>
                </a:lnTo>
                <a:lnTo>
                  <a:pt x="1155" y="83"/>
                </a:lnTo>
                <a:lnTo>
                  <a:pt x="1155" y="90"/>
                </a:lnTo>
                <a:close/>
                <a:moveTo>
                  <a:pt x="1172" y="90"/>
                </a:moveTo>
                <a:lnTo>
                  <a:pt x="1179" y="90"/>
                </a:lnTo>
                <a:lnTo>
                  <a:pt x="1179" y="83"/>
                </a:lnTo>
                <a:lnTo>
                  <a:pt x="1172" y="83"/>
                </a:lnTo>
                <a:lnTo>
                  <a:pt x="1172" y="90"/>
                </a:lnTo>
                <a:close/>
                <a:moveTo>
                  <a:pt x="1188" y="90"/>
                </a:moveTo>
                <a:lnTo>
                  <a:pt x="1196" y="90"/>
                </a:lnTo>
                <a:lnTo>
                  <a:pt x="1196" y="83"/>
                </a:lnTo>
                <a:lnTo>
                  <a:pt x="1188" y="83"/>
                </a:lnTo>
                <a:lnTo>
                  <a:pt x="1188" y="90"/>
                </a:lnTo>
                <a:close/>
                <a:moveTo>
                  <a:pt x="1205" y="90"/>
                </a:moveTo>
                <a:lnTo>
                  <a:pt x="1212" y="90"/>
                </a:lnTo>
                <a:lnTo>
                  <a:pt x="1212" y="83"/>
                </a:lnTo>
                <a:lnTo>
                  <a:pt x="1205" y="83"/>
                </a:lnTo>
                <a:lnTo>
                  <a:pt x="1205" y="90"/>
                </a:lnTo>
                <a:close/>
                <a:moveTo>
                  <a:pt x="1222" y="90"/>
                </a:moveTo>
                <a:lnTo>
                  <a:pt x="1229" y="90"/>
                </a:lnTo>
                <a:lnTo>
                  <a:pt x="1229" y="83"/>
                </a:lnTo>
                <a:lnTo>
                  <a:pt x="1222" y="83"/>
                </a:lnTo>
                <a:lnTo>
                  <a:pt x="1222" y="90"/>
                </a:lnTo>
                <a:close/>
                <a:moveTo>
                  <a:pt x="1238" y="90"/>
                </a:moveTo>
                <a:lnTo>
                  <a:pt x="1245" y="90"/>
                </a:lnTo>
                <a:lnTo>
                  <a:pt x="1245" y="83"/>
                </a:lnTo>
                <a:lnTo>
                  <a:pt x="1238" y="83"/>
                </a:lnTo>
                <a:lnTo>
                  <a:pt x="1238" y="90"/>
                </a:lnTo>
                <a:close/>
                <a:moveTo>
                  <a:pt x="1255" y="90"/>
                </a:moveTo>
                <a:lnTo>
                  <a:pt x="1262" y="90"/>
                </a:lnTo>
                <a:lnTo>
                  <a:pt x="1262" y="83"/>
                </a:lnTo>
                <a:lnTo>
                  <a:pt x="1255" y="83"/>
                </a:lnTo>
                <a:lnTo>
                  <a:pt x="1255" y="90"/>
                </a:lnTo>
                <a:close/>
                <a:moveTo>
                  <a:pt x="1271" y="90"/>
                </a:moveTo>
                <a:lnTo>
                  <a:pt x="1278" y="90"/>
                </a:lnTo>
                <a:lnTo>
                  <a:pt x="1278" y="83"/>
                </a:lnTo>
                <a:lnTo>
                  <a:pt x="1271" y="83"/>
                </a:lnTo>
                <a:lnTo>
                  <a:pt x="1271" y="90"/>
                </a:lnTo>
                <a:close/>
                <a:moveTo>
                  <a:pt x="1288" y="90"/>
                </a:moveTo>
                <a:lnTo>
                  <a:pt x="1295" y="90"/>
                </a:lnTo>
                <a:lnTo>
                  <a:pt x="1295" y="83"/>
                </a:lnTo>
                <a:lnTo>
                  <a:pt x="1288" y="83"/>
                </a:lnTo>
                <a:lnTo>
                  <a:pt x="1288" y="90"/>
                </a:lnTo>
                <a:close/>
                <a:moveTo>
                  <a:pt x="1304" y="90"/>
                </a:moveTo>
                <a:lnTo>
                  <a:pt x="1312" y="90"/>
                </a:lnTo>
                <a:lnTo>
                  <a:pt x="1312" y="83"/>
                </a:lnTo>
                <a:lnTo>
                  <a:pt x="1304" y="83"/>
                </a:lnTo>
                <a:lnTo>
                  <a:pt x="1304" y="90"/>
                </a:lnTo>
                <a:close/>
                <a:moveTo>
                  <a:pt x="1321" y="90"/>
                </a:moveTo>
                <a:lnTo>
                  <a:pt x="1328" y="90"/>
                </a:lnTo>
                <a:lnTo>
                  <a:pt x="1328" y="83"/>
                </a:lnTo>
                <a:lnTo>
                  <a:pt x="1321" y="83"/>
                </a:lnTo>
                <a:lnTo>
                  <a:pt x="1321" y="90"/>
                </a:lnTo>
                <a:close/>
                <a:moveTo>
                  <a:pt x="1539" y="90"/>
                </a:moveTo>
                <a:lnTo>
                  <a:pt x="1546" y="90"/>
                </a:lnTo>
                <a:lnTo>
                  <a:pt x="1546" y="83"/>
                </a:lnTo>
                <a:lnTo>
                  <a:pt x="1539" y="83"/>
                </a:lnTo>
                <a:lnTo>
                  <a:pt x="1539" y="90"/>
                </a:lnTo>
                <a:close/>
                <a:moveTo>
                  <a:pt x="1555" y="90"/>
                </a:moveTo>
                <a:lnTo>
                  <a:pt x="1563" y="90"/>
                </a:lnTo>
                <a:lnTo>
                  <a:pt x="1563" y="83"/>
                </a:lnTo>
                <a:lnTo>
                  <a:pt x="1555" y="83"/>
                </a:lnTo>
                <a:lnTo>
                  <a:pt x="1555" y="90"/>
                </a:lnTo>
                <a:close/>
                <a:moveTo>
                  <a:pt x="1572" y="90"/>
                </a:moveTo>
                <a:lnTo>
                  <a:pt x="1579" y="90"/>
                </a:lnTo>
                <a:lnTo>
                  <a:pt x="1579" y="83"/>
                </a:lnTo>
                <a:lnTo>
                  <a:pt x="1572" y="83"/>
                </a:lnTo>
                <a:lnTo>
                  <a:pt x="1572" y="90"/>
                </a:lnTo>
                <a:close/>
                <a:moveTo>
                  <a:pt x="1589" y="90"/>
                </a:moveTo>
                <a:lnTo>
                  <a:pt x="1596" y="90"/>
                </a:lnTo>
                <a:lnTo>
                  <a:pt x="1596" y="83"/>
                </a:lnTo>
                <a:lnTo>
                  <a:pt x="1589" y="83"/>
                </a:lnTo>
                <a:lnTo>
                  <a:pt x="1589" y="90"/>
                </a:lnTo>
                <a:close/>
                <a:moveTo>
                  <a:pt x="1605" y="90"/>
                </a:moveTo>
                <a:lnTo>
                  <a:pt x="1612" y="90"/>
                </a:lnTo>
                <a:lnTo>
                  <a:pt x="1612" y="83"/>
                </a:lnTo>
                <a:lnTo>
                  <a:pt x="1605" y="83"/>
                </a:lnTo>
                <a:lnTo>
                  <a:pt x="1605" y="90"/>
                </a:lnTo>
                <a:close/>
                <a:moveTo>
                  <a:pt x="1622" y="90"/>
                </a:moveTo>
                <a:lnTo>
                  <a:pt x="1629" y="90"/>
                </a:lnTo>
                <a:lnTo>
                  <a:pt x="1629" y="83"/>
                </a:lnTo>
                <a:lnTo>
                  <a:pt x="1622" y="83"/>
                </a:lnTo>
                <a:lnTo>
                  <a:pt x="1622" y="90"/>
                </a:lnTo>
                <a:close/>
                <a:moveTo>
                  <a:pt x="1638" y="90"/>
                </a:moveTo>
                <a:lnTo>
                  <a:pt x="1645" y="90"/>
                </a:lnTo>
                <a:lnTo>
                  <a:pt x="1645" y="83"/>
                </a:lnTo>
                <a:lnTo>
                  <a:pt x="1638" y="83"/>
                </a:lnTo>
                <a:lnTo>
                  <a:pt x="1638" y="90"/>
                </a:lnTo>
                <a:close/>
                <a:moveTo>
                  <a:pt x="1657" y="90"/>
                </a:moveTo>
                <a:lnTo>
                  <a:pt x="1664" y="90"/>
                </a:lnTo>
                <a:lnTo>
                  <a:pt x="1664" y="83"/>
                </a:lnTo>
                <a:lnTo>
                  <a:pt x="1657" y="83"/>
                </a:lnTo>
                <a:lnTo>
                  <a:pt x="1657" y="90"/>
                </a:lnTo>
                <a:close/>
                <a:moveTo>
                  <a:pt x="1674" y="90"/>
                </a:moveTo>
                <a:lnTo>
                  <a:pt x="1681" y="90"/>
                </a:lnTo>
                <a:lnTo>
                  <a:pt x="1681" y="83"/>
                </a:lnTo>
                <a:lnTo>
                  <a:pt x="1674" y="83"/>
                </a:lnTo>
                <a:lnTo>
                  <a:pt x="1674" y="90"/>
                </a:lnTo>
                <a:close/>
                <a:moveTo>
                  <a:pt x="1690" y="90"/>
                </a:moveTo>
                <a:lnTo>
                  <a:pt x="1698" y="90"/>
                </a:lnTo>
                <a:lnTo>
                  <a:pt x="1698" y="83"/>
                </a:lnTo>
                <a:lnTo>
                  <a:pt x="1690" y="83"/>
                </a:lnTo>
                <a:lnTo>
                  <a:pt x="1690" y="90"/>
                </a:lnTo>
                <a:close/>
                <a:moveTo>
                  <a:pt x="1856" y="90"/>
                </a:moveTo>
                <a:lnTo>
                  <a:pt x="1863" y="90"/>
                </a:lnTo>
                <a:lnTo>
                  <a:pt x="1863" y="83"/>
                </a:lnTo>
                <a:lnTo>
                  <a:pt x="1856" y="83"/>
                </a:lnTo>
                <a:lnTo>
                  <a:pt x="1856" y="90"/>
                </a:lnTo>
                <a:close/>
                <a:moveTo>
                  <a:pt x="1873" y="90"/>
                </a:moveTo>
                <a:lnTo>
                  <a:pt x="1880" y="90"/>
                </a:lnTo>
                <a:lnTo>
                  <a:pt x="1880" y="83"/>
                </a:lnTo>
                <a:lnTo>
                  <a:pt x="1873" y="83"/>
                </a:lnTo>
                <a:lnTo>
                  <a:pt x="1873" y="90"/>
                </a:lnTo>
                <a:close/>
                <a:moveTo>
                  <a:pt x="1889" y="90"/>
                </a:moveTo>
                <a:lnTo>
                  <a:pt x="1896" y="90"/>
                </a:lnTo>
                <a:lnTo>
                  <a:pt x="1896" y="83"/>
                </a:lnTo>
                <a:lnTo>
                  <a:pt x="1889" y="83"/>
                </a:lnTo>
                <a:lnTo>
                  <a:pt x="1889" y="90"/>
                </a:lnTo>
                <a:close/>
                <a:moveTo>
                  <a:pt x="1908" y="90"/>
                </a:moveTo>
                <a:lnTo>
                  <a:pt x="1915" y="90"/>
                </a:lnTo>
                <a:lnTo>
                  <a:pt x="1915" y="83"/>
                </a:lnTo>
                <a:lnTo>
                  <a:pt x="1908" y="83"/>
                </a:lnTo>
                <a:lnTo>
                  <a:pt x="1908" y="90"/>
                </a:lnTo>
                <a:close/>
                <a:moveTo>
                  <a:pt x="1925" y="90"/>
                </a:moveTo>
                <a:lnTo>
                  <a:pt x="1932" y="90"/>
                </a:lnTo>
                <a:lnTo>
                  <a:pt x="1932" y="83"/>
                </a:lnTo>
                <a:lnTo>
                  <a:pt x="1925" y="83"/>
                </a:lnTo>
                <a:lnTo>
                  <a:pt x="1925" y="90"/>
                </a:lnTo>
                <a:close/>
                <a:moveTo>
                  <a:pt x="1941" y="90"/>
                </a:moveTo>
                <a:lnTo>
                  <a:pt x="1949" y="90"/>
                </a:lnTo>
                <a:lnTo>
                  <a:pt x="1949" y="83"/>
                </a:lnTo>
                <a:lnTo>
                  <a:pt x="1941" y="83"/>
                </a:lnTo>
                <a:lnTo>
                  <a:pt x="1941" y="90"/>
                </a:lnTo>
                <a:close/>
                <a:moveTo>
                  <a:pt x="1958" y="90"/>
                </a:moveTo>
                <a:lnTo>
                  <a:pt x="1965" y="90"/>
                </a:lnTo>
                <a:lnTo>
                  <a:pt x="1965" y="83"/>
                </a:lnTo>
                <a:lnTo>
                  <a:pt x="1958" y="83"/>
                </a:lnTo>
                <a:lnTo>
                  <a:pt x="1958" y="90"/>
                </a:lnTo>
                <a:close/>
                <a:moveTo>
                  <a:pt x="2091" y="90"/>
                </a:moveTo>
                <a:lnTo>
                  <a:pt x="2098" y="90"/>
                </a:lnTo>
                <a:lnTo>
                  <a:pt x="2098" y="83"/>
                </a:lnTo>
                <a:lnTo>
                  <a:pt x="2091" y="83"/>
                </a:lnTo>
                <a:lnTo>
                  <a:pt x="2091" y="90"/>
                </a:lnTo>
                <a:close/>
                <a:moveTo>
                  <a:pt x="2107" y="90"/>
                </a:moveTo>
                <a:lnTo>
                  <a:pt x="2114" y="90"/>
                </a:lnTo>
                <a:lnTo>
                  <a:pt x="2114" y="83"/>
                </a:lnTo>
                <a:lnTo>
                  <a:pt x="2107" y="83"/>
                </a:lnTo>
                <a:lnTo>
                  <a:pt x="2107" y="90"/>
                </a:lnTo>
                <a:close/>
                <a:moveTo>
                  <a:pt x="2226" y="90"/>
                </a:moveTo>
                <a:lnTo>
                  <a:pt x="2233" y="90"/>
                </a:lnTo>
                <a:lnTo>
                  <a:pt x="2233" y="83"/>
                </a:lnTo>
                <a:lnTo>
                  <a:pt x="2226" y="83"/>
                </a:lnTo>
                <a:lnTo>
                  <a:pt x="2226" y="90"/>
                </a:lnTo>
                <a:close/>
                <a:moveTo>
                  <a:pt x="2242" y="90"/>
                </a:moveTo>
                <a:lnTo>
                  <a:pt x="2249" y="90"/>
                </a:lnTo>
                <a:lnTo>
                  <a:pt x="2249" y="83"/>
                </a:lnTo>
                <a:lnTo>
                  <a:pt x="2242" y="83"/>
                </a:lnTo>
                <a:lnTo>
                  <a:pt x="2242" y="90"/>
                </a:lnTo>
                <a:close/>
                <a:moveTo>
                  <a:pt x="2259" y="90"/>
                </a:moveTo>
                <a:lnTo>
                  <a:pt x="2266" y="90"/>
                </a:lnTo>
                <a:lnTo>
                  <a:pt x="2266" y="83"/>
                </a:lnTo>
                <a:lnTo>
                  <a:pt x="2259" y="83"/>
                </a:lnTo>
                <a:lnTo>
                  <a:pt x="2259" y="90"/>
                </a:lnTo>
                <a:close/>
                <a:moveTo>
                  <a:pt x="2275" y="90"/>
                </a:moveTo>
                <a:lnTo>
                  <a:pt x="2282" y="90"/>
                </a:lnTo>
                <a:lnTo>
                  <a:pt x="2282" y="83"/>
                </a:lnTo>
                <a:lnTo>
                  <a:pt x="2275" y="83"/>
                </a:lnTo>
                <a:lnTo>
                  <a:pt x="2275" y="90"/>
                </a:lnTo>
                <a:close/>
                <a:moveTo>
                  <a:pt x="2292" y="90"/>
                </a:moveTo>
                <a:lnTo>
                  <a:pt x="2299" y="90"/>
                </a:lnTo>
                <a:lnTo>
                  <a:pt x="2299" y="83"/>
                </a:lnTo>
                <a:lnTo>
                  <a:pt x="2292" y="83"/>
                </a:lnTo>
                <a:lnTo>
                  <a:pt x="2292" y="90"/>
                </a:lnTo>
                <a:close/>
                <a:moveTo>
                  <a:pt x="518" y="109"/>
                </a:moveTo>
                <a:lnTo>
                  <a:pt x="525" y="109"/>
                </a:lnTo>
                <a:lnTo>
                  <a:pt x="525" y="102"/>
                </a:lnTo>
                <a:lnTo>
                  <a:pt x="518" y="102"/>
                </a:lnTo>
                <a:lnTo>
                  <a:pt x="518" y="109"/>
                </a:lnTo>
                <a:close/>
                <a:moveTo>
                  <a:pt x="535" y="109"/>
                </a:moveTo>
                <a:lnTo>
                  <a:pt x="542" y="109"/>
                </a:lnTo>
                <a:lnTo>
                  <a:pt x="542" y="102"/>
                </a:lnTo>
                <a:lnTo>
                  <a:pt x="535" y="102"/>
                </a:lnTo>
                <a:lnTo>
                  <a:pt x="535" y="109"/>
                </a:lnTo>
                <a:close/>
                <a:moveTo>
                  <a:pt x="568" y="109"/>
                </a:moveTo>
                <a:lnTo>
                  <a:pt x="575" y="109"/>
                </a:lnTo>
                <a:lnTo>
                  <a:pt x="575" y="102"/>
                </a:lnTo>
                <a:lnTo>
                  <a:pt x="568" y="102"/>
                </a:lnTo>
                <a:lnTo>
                  <a:pt x="568" y="109"/>
                </a:lnTo>
                <a:close/>
                <a:moveTo>
                  <a:pt x="585" y="109"/>
                </a:moveTo>
                <a:lnTo>
                  <a:pt x="592" y="109"/>
                </a:lnTo>
                <a:lnTo>
                  <a:pt x="592" y="102"/>
                </a:lnTo>
                <a:lnTo>
                  <a:pt x="585" y="102"/>
                </a:lnTo>
                <a:lnTo>
                  <a:pt x="585" y="109"/>
                </a:lnTo>
                <a:close/>
                <a:moveTo>
                  <a:pt x="601" y="109"/>
                </a:moveTo>
                <a:lnTo>
                  <a:pt x="608" y="109"/>
                </a:lnTo>
                <a:lnTo>
                  <a:pt x="608" y="102"/>
                </a:lnTo>
                <a:lnTo>
                  <a:pt x="601" y="102"/>
                </a:lnTo>
                <a:lnTo>
                  <a:pt x="601" y="109"/>
                </a:lnTo>
                <a:close/>
                <a:moveTo>
                  <a:pt x="620" y="109"/>
                </a:moveTo>
                <a:lnTo>
                  <a:pt x="625" y="109"/>
                </a:lnTo>
                <a:lnTo>
                  <a:pt x="625" y="102"/>
                </a:lnTo>
                <a:lnTo>
                  <a:pt x="620" y="102"/>
                </a:lnTo>
                <a:lnTo>
                  <a:pt x="620" y="109"/>
                </a:lnTo>
                <a:close/>
                <a:moveTo>
                  <a:pt x="637" y="109"/>
                </a:moveTo>
                <a:lnTo>
                  <a:pt x="644" y="109"/>
                </a:lnTo>
                <a:lnTo>
                  <a:pt x="644" y="102"/>
                </a:lnTo>
                <a:lnTo>
                  <a:pt x="637" y="102"/>
                </a:lnTo>
                <a:lnTo>
                  <a:pt x="637" y="109"/>
                </a:lnTo>
                <a:close/>
                <a:moveTo>
                  <a:pt x="653" y="109"/>
                </a:moveTo>
                <a:lnTo>
                  <a:pt x="660" y="109"/>
                </a:lnTo>
                <a:lnTo>
                  <a:pt x="660" y="102"/>
                </a:lnTo>
                <a:lnTo>
                  <a:pt x="653" y="102"/>
                </a:lnTo>
                <a:lnTo>
                  <a:pt x="653" y="109"/>
                </a:lnTo>
                <a:close/>
                <a:moveTo>
                  <a:pt x="670" y="109"/>
                </a:moveTo>
                <a:lnTo>
                  <a:pt x="677" y="109"/>
                </a:lnTo>
                <a:lnTo>
                  <a:pt x="677" y="102"/>
                </a:lnTo>
                <a:lnTo>
                  <a:pt x="670" y="102"/>
                </a:lnTo>
                <a:lnTo>
                  <a:pt x="670" y="109"/>
                </a:lnTo>
                <a:close/>
                <a:moveTo>
                  <a:pt x="686" y="109"/>
                </a:moveTo>
                <a:lnTo>
                  <a:pt x="693" y="109"/>
                </a:lnTo>
                <a:lnTo>
                  <a:pt x="693" y="102"/>
                </a:lnTo>
                <a:lnTo>
                  <a:pt x="686" y="102"/>
                </a:lnTo>
                <a:lnTo>
                  <a:pt x="686" y="109"/>
                </a:lnTo>
                <a:close/>
                <a:moveTo>
                  <a:pt x="703" y="109"/>
                </a:moveTo>
                <a:lnTo>
                  <a:pt x="710" y="109"/>
                </a:lnTo>
                <a:lnTo>
                  <a:pt x="710" y="102"/>
                </a:lnTo>
                <a:lnTo>
                  <a:pt x="703" y="102"/>
                </a:lnTo>
                <a:lnTo>
                  <a:pt x="703" y="109"/>
                </a:lnTo>
                <a:close/>
                <a:moveTo>
                  <a:pt x="720" y="109"/>
                </a:moveTo>
                <a:lnTo>
                  <a:pt x="727" y="109"/>
                </a:lnTo>
                <a:lnTo>
                  <a:pt x="727" y="102"/>
                </a:lnTo>
                <a:lnTo>
                  <a:pt x="720" y="102"/>
                </a:lnTo>
                <a:lnTo>
                  <a:pt x="720" y="109"/>
                </a:lnTo>
                <a:close/>
                <a:moveTo>
                  <a:pt x="736" y="109"/>
                </a:moveTo>
                <a:lnTo>
                  <a:pt x="743" y="109"/>
                </a:lnTo>
                <a:lnTo>
                  <a:pt x="743" y="102"/>
                </a:lnTo>
                <a:lnTo>
                  <a:pt x="736" y="102"/>
                </a:lnTo>
                <a:lnTo>
                  <a:pt x="736" y="109"/>
                </a:lnTo>
                <a:close/>
                <a:moveTo>
                  <a:pt x="753" y="109"/>
                </a:moveTo>
                <a:lnTo>
                  <a:pt x="760" y="109"/>
                </a:lnTo>
                <a:lnTo>
                  <a:pt x="760" y="102"/>
                </a:lnTo>
                <a:lnTo>
                  <a:pt x="753" y="102"/>
                </a:lnTo>
                <a:lnTo>
                  <a:pt x="753" y="109"/>
                </a:lnTo>
                <a:close/>
                <a:moveTo>
                  <a:pt x="769" y="109"/>
                </a:moveTo>
                <a:lnTo>
                  <a:pt x="776" y="109"/>
                </a:lnTo>
                <a:lnTo>
                  <a:pt x="776" y="102"/>
                </a:lnTo>
                <a:lnTo>
                  <a:pt x="769" y="102"/>
                </a:lnTo>
                <a:lnTo>
                  <a:pt x="769" y="109"/>
                </a:lnTo>
                <a:close/>
                <a:moveTo>
                  <a:pt x="786" y="109"/>
                </a:moveTo>
                <a:lnTo>
                  <a:pt x="793" y="109"/>
                </a:lnTo>
                <a:lnTo>
                  <a:pt x="793" y="102"/>
                </a:lnTo>
                <a:lnTo>
                  <a:pt x="786" y="102"/>
                </a:lnTo>
                <a:lnTo>
                  <a:pt x="786" y="109"/>
                </a:lnTo>
                <a:close/>
                <a:moveTo>
                  <a:pt x="802" y="109"/>
                </a:moveTo>
                <a:lnTo>
                  <a:pt x="810" y="109"/>
                </a:lnTo>
                <a:lnTo>
                  <a:pt x="810" y="102"/>
                </a:lnTo>
                <a:lnTo>
                  <a:pt x="802" y="102"/>
                </a:lnTo>
                <a:lnTo>
                  <a:pt x="802" y="109"/>
                </a:lnTo>
                <a:close/>
                <a:moveTo>
                  <a:pt x="819" y="109"/>
                </a:moveTo>
                <a:lnTo>
                  <a:pt x="826" y="109"/>
                </a:lnTo>
                <a:lnTo>
                  <a:pt x="826" y="102"/>
                </a:lnTo>
                <a:lnTo>
                  <a:pt x="819" y="102"/>
                </a:lnTo>
                <a:lnTo>
                  <a:pt x="819" y="109"/>
                </a:lnTo>
                <a:close/>
                <a:moveTo>
                  <a:pt x="836" y="109"/>
                </a:moveTo>
                <a:lnTo>
                  <a:pt x="843" y="109"/>
                </a:lnTo>
                <a:lnTo>
                  <a:pt x="843" y="102"/>
                </a:lnTo>
                <a:lnTo>
                  <a:pt x="836" y="102"/>
                </a:lnTo>
                <a:lnTo>
                  <a:pt x="836" y="109"/>
                </a:lnTo>
                <a:close/>
                <a:moveTo>
                  <a:pt x="852" y="109"/>
                </a:moveTo>
                <a:lnTo>
                  <a:pt x="859" y="109"/>
                </a:lnTo>
                <a:lnTo>
                  <a:pt x="859" y="102"/>
                </a:lnTo>
                <a:lnTo>
                  <a:pt x="852" y="102"/>
                </a:lnTo>
                <a:lnTo>
                  <a:pt x="852" y="109"/>
                </a:lnTo>
                <a:close/>
                <a:moveTo>
                  <a:pt x="871" y="109"/>
                </a:moveTo>
                <a:lnTo>
                  <a:pt x="876" y="109"/>
                </a:lnTo>
                <a:lnTo>
                  <a:pt x="876" y="102"/>
                </a:lnTo>
                <a:lnTo>
                  <a:pt x="871" y="102"/>
                </a:lnTo>
                <a:lnTo>
                  <a:pt x="871" y="109"/>
                </a:lnTo>
                <a:close/>
                <a:moveTo>
                  <a:pt x="888" y="109"/>
                </a:moveTo>
                <a:lnTo>
                  <a:pt x="895" y="109"/>
                </a:lnTo>
                <a:lnTo>
                  <a:pt x="895" y="102"/>
                </a:lnTo>
                <a:lnTo>
                  <a:pt x="888" y="102"/>
                </a:lnTo>
                <a:lnTo>
                  <a:pt x="888" y="109"/>
                </a:lnTo>
                <a:close/>
                <a:moveTo>
                  <a:pt x="904" y="109"/>
                </a:moveTo>
                <a:lnTo>
                  <a:pt x="911" y="109"/>
                </a:lnTo>
                <a:lnTo>
                  <a:pt x="911" y="102"/>
                </a:lnTo>
                <a:lnTo>
                  <a:pt x="904" y="102"/>
                </a:lnTo>
                <a:lnTo>
                  <a:pt x="904" y="109"/>
                </a:lnTo>
                <a:close/>
                <a:moveTo>
                  <a:pt x="921" y="109"/>
                </a:moveTo>
                <a:lnTo>
                  <a:pt x="928" y="109"/>
                </a:lnTo>
                <a:lnTo>
                  <a:pt x="928" y="102"/>
                </a:lnTo>
                <a:lnTo>
                  <a:pt x="921" y="102"/>
                </a:lnTo>
                <a:lnTo>
                  <a:pt x="921" y="109"/>
                </a:lnTo>
                <a:close/>
                <a:moveTo>
                  <a:pt x="937" y="109"/>
                </a:moveTo>
                <a:lnTo>
                  <a:pt x="944" y="109"/>
                </a:lnTo>
                <a:lnTo>
                  <a:pt x="944" y="102"/>
                </a:lnTo>
                <a:lnTo>
                  <a:pt x="937" y="102"/>
                </a:lnTo>
                <a:lnTo>
                  <a:pt x="937" y="109"/>
                </a:lnTo>
                <a:close/>
                <a:moveTo>
                  <a:pt x="954" y="109"/>
                </a:moveTo>
                <a:lnTo>
                  <a:pt x="961" y="109"/>
                </a:lnTo>
                <a:lnTo>
                  <a:pt x="961" y="102"/>
                </a:lnTo>
                <a:lnTo>
                  <a:pt x="954" y="102"/>
                </a:lnTo>
                <a:lnTo>
                  <a:pt x="954" y="109"/>
                </a:lnTo>
                <a:close/>
                <a:moveTo>
                  <a:pt x="971" y="109"/>
                </a:moveTo>
                <a:lnTo>
                  <a:pt x="978" y="109"/>
                </a:lnTo>
                <a:lnTo>
                  <a:pt x="978" y="102"/>
                </a:lnTo>
                <a:lnTo>
                  <a:pt x="971" y="102"/>
                </a:lnTo>
                <a:lnTo>
                  <a:pt x="971" y="109"/>
                </a:lnTo>
                <a:close/>
                <a:moveTo>
                  <a:pt x="987" y="109"/>
                </a:moveTo>
                <a:lnTo>
                  <a:pt x="994" y="109"/>
                </a:lnTo>
                <a:lnTo>
                  <a:pt x="994" y="102"/>
                </a:lnTo>
                <a:lnTo>
                  <a:pt x="987" y="102"/>
                </a:lnTo>
                <a:lnTo>
                  <a:pt x="987" y="109"/>
                </a:lnTo>
                <a:close/>
                <a:moveTo>
                  <a:pt x="1004" y="109"/>
                </a:moveTo>
                <a:lnTo>
                  <a:pt x="1011" y="109"/>
                </a:lnTo>
                <a:lnTo>
                  <a:pt x="1011" y="102"/>
                </a:lnTo>
                <a:lnTo>
                  <a:pt x="1004" y="102"/>
                </a:lnTo>
                <a:lnTo>
                  <a:pt x="1004" y="109"/>
                </a:lnTo>
                <a:close/>
                <a:moveTo>
                  <a:pt x="1020" y="109"/>
                </a:moveTo>
                <a:lnTo>
                  <a:pt x="1027" y="109"/>
                </a:lnTo>
                <a:lnTo>
                  <a:pt x="1027" y="102"/>
                </a:lnTo>
                <a:lnTo>
                  <a:pt x="1020" y="102"/>
                </a:lnTo>
                <a:lnTo>
                  <a:pt x="1020" y="109"/>
                </a:lnTo>
                <a:close/>
                <a:moveTo>
                  <a:pt x="1037" y="109"/>
                </a:moveTo>
                <a:lnTo>
                  <a:pt x="1044" y="109"/>
                </a:lnTo>
                <a:lnTo>
                  <a:pt x="1044" y="102"/>
                </a:lnTo>
                <a:lnTo>
                  <a:pt x="1037" y="102"/>
                </a:lnTo>
                <a:lnTo>
                  <a:pt x="1037" y="109"/>
                </a:lnTo>
                <a:close/>
                <a:moveTo>
                  <a:pt x="1053" y="109"/>
                </a:moveTo>
                <a:lnTo>
                  <a:pt x="1061" y="109"/>
                </a:lnTo>
                <a:lnTo>
                  <a:pt x="1061" y="102"/>
                </a:lnTo>
                <a:lnTo>
                  <a:pt x="1053" y="102"/>
                </a:lnTo>
                <a:lnTo>
                  <a:pt x="1053" y="109"/>
                </a:lnTo>
                <a:close/>
                <a:moveTo>
                  <a:pt x="1070" y="109"/>
                </a:moveTo>
                <a:lnTo>
                  <a:pt x="1077" y="109"/>
                </a:lnTo>
                <a:lnTo>
                  <a:pt x="1077" y="102"/>
                </a:lnTo>
                <a:lnTo>
                  <a:pt x="1070" y="102"/>
                </a:lnTo>
                <a:lnTo>
                  <a:pt x="1070" y="109"/>
                </a:lnTo>
                <a:close/>
                <a:moveTo>
                  <a:pt x="1087" y="109"/>
                </a:moveTo>
                <a:lnTo>
                  <a:pt x="1094" y="109"/>
                </a:lnTo>
                <a:lnTo>
                  <a:pt x="1094" y="102"/>
                </a:lnTo>
                <a:lnTo>
                  <a:pt x="1087" y="102"/>
                </a:lnTo>
                <a:lnTo>
                  <a:pt x="1087" y="109"/>
                </a:lnTo>
                <a:close/>
                <a:moveTo>
                  <a:pt x="1103" y="109"/>
                </a:moveTo>
                <a:lnTo>
                  <a:pt x="1110" y="109"/>
                </a:lnTo>
                <a:lnTo>
                  <a:pt x="1110" y="102"/>
                </a:lnTo>
                <a:lnTo>
                  <a:pt x="1103" y="102"/>
                </a:lnTo>
                <a:lnTo>
                  <a:pt x="1103" y="109"/>
                </a:lnTo>
                <a:close/>
                <a:moveTo>
                  <a:pt x="1120" y="109"/>
                </a:moveTo>
                <a:lnTo>
                  <a:pt x="1127" y="109"/>
                </a:lnTo>
                <a:lnTo>
                  <a:pt x="1127" y="102"/>
                </a:lnTo>
                <a:lnTo>
                  <a:pt x="1120" y="102"/>
                </a:lnTo>
                <a:lnTo>
                  <a:pt x="1120" y="109"/>
                </a:lnTo>
                <a:close/>
                <a:moveTo>
                  <a:pt x="1139" y="109"/>
                </a:moveTo>
                <a:lnTo>
                  <a:pt x="1146" y="109"/>
                </a:lnTo>
                <a:lnTo>
                  <a:pt x="1146" y="102"/>
                </a:lnTo>
                <a:lnTo>
                  <a:pt x="1139" y="102"/>
                </a:lnTo>
                <a:lnTo>
                  <a:pt x="1139" y="109"/>
                </a:lnTo>
                <a:close/>
                <a:moveTo>
                  <a:pt x="1155" y="109"/>
                </a:moveTo>
                <a:lnTo>
                  <a:pt x="1162" y="109"/>
                </a:lnTo>
                <a:lnTo>
                  <a:pt x="1162" y="102"/>
                </a:lnTo>
                <a:lnTo>
                  <a:pt x="1155" y="102"/>
                </a:lnTo>
                <a:lnTo>
                  <a:pt x="1155" y="109"/>
                </a:lnTo>
                <a:close/>
                <a:moveTo>
                  <a:pt x="1172" y="109"/>
                </a:moveTo>
                <a:lnTo>
                  <a:pt x="1179" y="109"/>
                </a:lnTo>
                <a:lnTo>
                  <a:pt x="1179" y="102"/>
                </a:lnTo>
                <a:lnTo>
                  <a:pt x="1172" y="102"/>
                </a:lnTo>
                <a:lnTo>
                  <a:pt x="1172" y="109"/>
                </a:lnTo>
                <a:close/>
                <a:moveTo>
                  <a:pt x="1188" y="109"/>
                </a:moveTo>
                <a:lnTo>
                  <a:pt x="1196" y="109"/>
                </a:lnTo>
                <a:lnTo>
                  <a:pt x="1196" y="102"/>
                </a:lnTo>
                <a:lnTo>
                  <a:pt x="1188" y="102"/>
                </a:lnTo>
                <a:lnTo>
                  <a:pt x="1188" y="109"/>
                </a:lnTo>
                <a:close/>
                <a:moveTo>
                  <a:pt x="1205" y="109"/>
                </a:moveTo>
                <a:lnTo>
                  <a:pt x="1212" y="109"/>
                </a:lnTo>
                <a:lnTo>
                  <a:pt x="1212" y="102"/>
                </a:lnTo>
                <a:lnTo>
                  <a:pt x="1205" y="102"/>
                </a:lnTo>
                <a:lnTo>
                  <a:pt x="1205" y="109"/>
                </a:lnTo>
                <a:close/>
                <a:moveTo>
                  <a:pt x="1222" y="109"/>
                </a:moveTo>
                <a:lnTo>
                  <a:pt x="1229" y="109"/>
                </a:lnTo>
                <a:lnTo>
                  <a:pt x="1229" y="102"/>
                </a:lnTo>
                <a:lnTo>
                  <a:pt x="1222" y="102"/>
                </a:lnTo>
                <a:lnTo>
                  <a:pt x="1222" y="109"/>
                </a:lnTo>
                <a:close/>
                <a:moveTo>
                  <a:pt x="1238" y="109"/>
                </a:moveTo>
                <a:lnTo>
                  <a:pt x="1245" y="109"/>
                </a:lnTo>
                <a:lnTo>
                  <a:pt x="1245" y="102"/>
                </a:lnTo>
                <a:lnTo>
                  <a:pt x="1238" y="102"/>
                </a:lnTo>
                <a:lnTo>
                  <a:pt x="1238" y="109"/>
                </a:lnTo>
                <a:close/>
                <a:moveTo>
                  <a:pt x="1255" y="109"/>
                </a:moveTo>
                <a:lnTo>
                  <a:pt x="1262" y="109"/>
                </a:lnTo>
                <a:lnTo>
                  <a:pt x="1262" y="102"/>
                </a:lnTo>
                <a:lnTo>
                  <a:pt x="1255" y="102"/>
                </a:lnTo>
                <a:lnTo>
                  <a:pt x="1255" y="109"/>
                </a:lnTo>
                <a:close/>
                <a:moveTo>
                  <a:pt x="1271" y="109"/>
                </a:moveTo>
                <a:lnTo>
                  <a:pt x="1278" y="109"/>
                </a:lnTo>
                <a:lnTo>
                  <a:pt x="1278" y="102"/>
                </a:lnTo>
                <a:lnTo>
                  <a:pt x="1271" y="102"/>
                </a:lnTo>
                <a:lnTo>
                  <a:pt x="1271" y="109"/>
                </a:lnTo>
                <a:close/>
                <a:moveTo>
                  <a:pt x="1288" y="109"/>
                </a:moveTo>
                <a:lnTo>
                  <a:pt x="1295" y="109"/>
                </a:lnTo>
                <a:lnTo>
                  <a:pt x="1295" y="102"/>
                </a:lnTo>
                <a:lnTo>
                  <a:pt x="1288" y="102"/>
                </a:lnTo>
                <a:lnTo>
                  <a:pt x="1288" y="109"/>
                </a:lnTo>
                <a:close/>
                <a:moveTo>
                  <a:pt x="1304" y="109"/>
                </a:moveTo>
                <a:lnTo>
                  <a:pt x="1312" y="109"/>
                </a:lnTo>
                <a:lnTo>
                  <a:pt x="1312" y="102"/>
                </a:lnTo>
                <a:lnTo>
                  <a:pt x="1304" y="102"/>
                </a:lnTo>
                <a:lnTo>
                  <a:pt x="1304" y="109"/>
                </a:lnTo>
                <a:close/>
                <a:moveTo>
                  <a:pt x="1539" y="109"/>
                </a:moveTo>
                <a:lnTo>
                  <a:pt x="1546" y="109"/>
                </a:lnTo>
                <a:lnTo>
                  <a:pt x="1546" y="102"/>
                </a:lnTo>
                <a:lnTo>
                  <a:pt x="1539" y="102"/>
                </a:lnTo>
                <a:lnTo>
                  <a:pt x="1539" y="109"/>
                </a:lnTo>
                <a:close/>
                <a:moveTo>
                  <a:pt x="1555" y="109"/>
                </a:moveTo>
                <a:lnTo>
                  <a:pt x="1563" y="109"/>
                </a:lnTo>
                <a:lnTo>
                  <a:pt x="1563" y="102"/>
                </a:lnTo>
                <a:lnTo>
                  <a:pt x="1555" y="102"/>
                </a:lnTo>
                <a:lnTo>
                  <a:pt x="1555" y="109"/>
                </a:lnTo>
                <a:close/>
                <a:moveTo>
                  <a:pt x="1572" y="109"/>
                </a:moveTo>
                <a:lnTo>
                  <a:pt x="1579" y="109"/>
                </a:lnTo>
                <a:lnTo>
                  <a:pt x="1579" y="102"/>
                </a:lnTo>
                <a:lnTo>
                  <a:pt x="1572" y="102"/>
                </a:lnTo>
                <a:lnTo>
                  <a:pt x="1572" y="109"/>
                </a:lnTo>
                <a:close/>
                <a:moveTo>
                  <a:pt x="1589" y="109"/>
                </a:moveTo>
                <a:lnTo>
                  <a:pt x="1596" y="109"/>
                </a:lnTo>
                <a:lnTo>
                  <a:pt x="1596" y="102"/>
                </a:lnTo>
                <a:lnTo>
                  <a:pt x="1589" y="102"/>
                </a:lnTo>
                <a:lnTo>
                  <a:pt x="1589" y="109"/>
                </a:lnTo>
                <a:close/>
                <a:moveTo>
                  <a:pt x="1605" y="109"/>
                </a:moveTo>
                <a:lnTo>
                  <a:pt x="1612" y="109"/>
                </a:lnTo>
                <a:lnTo>
                  <a:pt x="1612" y="102"/>
                </a:lnTo>
                <a:lnTo>
                  <a:pt x="1605" y="102"/>
                </a:lnTo>
                <a:lnTo>
                  <a:pt x="1605" y="109"/>
                </a:lnTo>
                <a:close/>
                <a:moveTo>
                  <a:pt x="1622" y="109"/>
                </a:moveTo>
                <a:lnTo>
                  <a:pt x="1629" y="109"/>
                </a:lnTo>
                <a:lnTo>
                  <a:pt x="1629" y="102"/>
                </a:lnTo>
                <a:lnTo>
                  <a:pt x="1622" y="102"/>
                </a:lnTo>
                <a:lnTo>
                  <a:pt x="1622" y="109"/>
                </a:lnTo>
                <a:close/>
                <a:moveTo>
                  <a:pt x="1638" y="109"/>
                </a:moveTo>
                <a:lnTo>
                  <a:pt x="1645" y="109"/>
                </a:lnTo>
                <a:lnTo>
                  <a:pt x="1645" y="102"/>
                </a:lnTo>
                <a:lnTo>
                  <a:pt x="1638" y="102"/>
                </a:lnTo>
                <a:lnTo>
                  <a:pt x="1638" y="109"/>
                </a:lnTo>
                <a:close/>
                <a:moveTo>
                  <a:pt x="1657" y="109"/>
                </a:moveTo>
                <a:lnTo>
                  <a:pt x="1664" y="109"/>
                </a:lnTo>
                <a:lnTo>
                  <a:pt x="1664" y="102"/>
                </a:lnTo>
                <a:lnTo>
                  <a:pt x="1657" y="102"/>
                </a:lnTo>
                <a:lnTo>
                  <a:pt x="1657" y="109"/>
                </a:lnTo>
                <a:close/>
                <a:moveTo>
                  <a:pt x="1674" y="109"/>
                </a:moveTo>
                <a:lnTo>
                  <a:pt x="1681" y="109"/>
                </a:lnTo>
                <a:lnTo>
                  <a:pt x="1681" y="102"/>
                </a:lnTo>
                <a:lnTo>
                  <a:pt x="1674" y="102"/>
                </a:lnTo>
                <a:lnTo>
                  <a:pt x="1674" y="109"/>
                </a:lnTo>
                <a:close/>
                <a:moveTo>
                  <a:pt x="2107" y="109"/>
                </a:moveTo>
                <a:lnTo>
                  <a:pt x="2114" y="109"/>
                </a:lnTo>
                <a:lnTo>
                  <a:pt x="2114" y="102"/>
                </a:lnTo>
                <a:lnTo>
                  <a:pt x="2107" y="102"/>
                </a:lnTo>
                <a:lnTo>
                  <a:pt x="2107" y="109"/>
                </a:lnTo>
                <a:close/>
                <a:moveTo>
                  <a:pt x="2242" y="109"/>
                </a:moveTo>
                <a:lnTo>
                  <a:pt x="2249" y="109"/>
                </a:lnTo>
                <a:lnTo>
                  <a:pt x="2249" y="102"/>
                </a:lnTo>
                <a:lnTo>
                  <a:pt x="2242" y="102"/>
                </a:lnTo>
                <a:lnTo>
                  <a:pt x="2242" y="109"/>
                </a:lnTo>
                <a:close/>
                <a:moveTo>
                  <a:pt x="2259" y="109"/>
                </a:moveTo>
                <a:lnTo>
                  <a:pt x="2266" y="109"/>
                </a:lnTo>
                <a:lnTo>
                  <a:pt x="2266" y="102"/>
                </a:lnTo>
                <a:lnTo>
                  <a:pt x="2259" y="102"/>
                </a:lnTo>
                <a:lnTo>
                  <a:pt x="2259" y="109"/>
                </a:lnTo>
                <a:close/>
                <a:moveTo>
                  <a:pt x="2275" y="109"/>
                </a:moveTo>
                <a:lnTo>
                  <a:pt x="2282" y="109"/>
                </a:lnTo>
                <a:lnTo>
                  <a:pt x="2282" y="102"/>
                </a:lnTo>
                <a:lnTo>
                  <a:pt x="2275" y="102"/>
                </a:lnTo>
                <a:lnTo>
                  <a:pt x="2275" y="109"/>
                </a:lnTo>
                <a:close/>
                <a:moveTo>
                  <a:pt x="2292" y="109"/>
                </a:moveTo>
                <a:lnTo>
                  <a:pt x="2299" y="109"/>
                </a:lnTo>
                <a:lnTo>
                  <a:pt x="2299" y="102"/>
                </a:lnTo>
                <a:lnTo>
                  <a:pt x="2292" y="102"/>
                </a:lnTo>
                <a:lnTo>
                  <a:pt x="2292" y="109"/>
                </a:lnTo>
                <a:close/>
                <a:moveTo>
                  <a:pt x="2308" y="109"/>
                </a:moveTo>
                <a:lnTo>
                  <a:pt x="2316" y="109"/>
                </a:lnTo>
                <a:lnTo>
                  <a:pt x="2316" y="102"/>
                </a:lnTo>
                <a:lnTo>
                  <a:pt x="2308" y="102"/>
                </a:lnTo>
                <a:lnTo>
                  <a:pt x="2308" y="109"/>
                </a:lnTo>
                <a:close/>
                <a:moveTo>
                  <a:pt x="2325" y="109"/>
                </a:moveTo>
                <a:lnTo>
                  <a:pt x="2332" y="109"/>
                </a:lnTo>
                <a:lnTo>
                  <a:pt x="2332" y="102"/>
                </a:lnTo>
                <a:lnTo>
                  <a:pt x="2325" y="102"/>
                </a:lnTo>
                <a:lnTo>
                  <a:pt x="2325" y="109"/>
                </a:lnTo>
                <a:close/>
                <a:moveTo>
                  <a:pt x="2342" y="109"/>
                </a:moveTo>
                <a:lnTo>
                  <a:pt x="2349" y="109"/>
                </a:lnTo>
                <a:lnTo>
                  <a:pt x="2349" y="102"/>
                </a:lnTo>
                <a:lnTo>
                  <a:pt x="2342" y="102"/>
                </a:lnTo>
                <a:lnTo>
                  <a:pt x="2342" y="109"/>
                </a:lnTo>
                <a:close/>
                <a:moveTo>
                  <a:pt x="485" y="126"/>
                </a:moveTo>
                <a:lnTo>
                  <a:pt x="492" y="126"/>
                </a:lnTo>
                <a:lnTo>
                  <a:pt x="492" y="119"/>
                </a:lnTo>
                <a:lnTo>
                  <a:pt x="485" y="119"/>
                </a:lnTo>
                <a:lnTo>
                  <a:pt x="485" y="126"/>
                </a:lnTo>
                <a:close/>
                <a:moveTo>
                  <a:pt x="502" y="126"/>
                </a:moveTo>
                <a:lnTo>
                  <a:pt x="509" y="126"/>
                </a:lnTo>
                <a:lnTo>
                  <a:pt x="509" y="119"/>
                </a:lnTo>
                <a:lnTo>
                  <a:pt x="502" y="119"/>
                </a:lnTo>
                <a:lnTo>
                  <a:pt x="502" y="126"/>
                </a:lnTo>
                <a:close/>
                <a:moveTo>
                  <a:pt x="518" y="126"/>
                </a:moveTo>
                <a:lnTo>
                  <a:pt x="525" y="126"/>
                </a:lnTo>
                <a:lnTo>
                  <a:pt x="525" y="119"/>
                </a:lnTo>
                <a:lnTo>
                  <a:pt x="518" y="119"/>
                </a:lnTo>
                <a:lnTo>
                  <a:pt x="518" y="126"/>
                </a:lnTo>
                <a:close/>
                <a:moveTo>
                  <a:pt x="535" y="126"/>
                </a:moveTo>
                <a:lnTo>
                  <a:pt x="542" y="126"/>
                </a:lnTo>
                <a:lnTo>
                  <a:pt x="542" y="119"/>
                </a:lnTo>
                <a:lnTo>
                  <a:pt x="535" y="119"/>
                </a:lnTo>
                <a:lnTo>
                  <a:pt x="535" y="126"/>
                </a:lnTo>
                <a:close/>
                <a:moveTo>
                  <a:pt x="568" y="126"/>
                </a:moveTo>
                <a:lnTo>
                  <a:pt x="575" y="126"/>
                </a:lnTo>
                <a:lnTo>
                  <a:pt x="575" y="119"/>
                </a:lnTo>
                <a:lnTo>
                  <a:pt x="568" y="119"/>
                </a:lnTo>
                <a:lnTo>
                  <a:pt x="568" y="126"/>
                </a:lnTo>
                <a:close/>
                <a:moveTo>
                  <a:pt x="585" y="126"/>
                </a:moveTo>
                <a:lnTo>
                  <a:pt x="592" y="126"/>
                </a:lnTo>
                <a:lnTo>
                  <a:pt x="592" y="119"/>
                </a:lnTo>
                <a:lnTo>
                  <a:pt x="585" y="119"/>
                </a:lnTo>
                <a:lnTo>
                  <a:pt x="585" y="126"/>
                </a:lnTo>
                <a:close/>
                <a:moveTo>
                  <a:pt x="601" y="126"/>
                </a:moveTo>
                <a:lnTo>
                  <a:pt x="608" y="126"/>
                </a:lnTo>
                <a:lnTo>
                  <a:pt x="608" y="119"/>
                </a:lnTo>
                <a:lnTo>
                  <a:pt x="601" y="119"/>
                </a:lnTo>
                <a:lnTo>
                  <a:pt x="601" y="126"/>
                </a:lnTo>
                <a:close/>
                <a:moveTo>
                  <a:pt x="620" y="126"/>
                </a:moveTo>
                <a:lnTo>
                  <a:pt x="625" y="126"/>
                </a:lnTo>
                <a:lnTo>
                  <a:pt x="625" y="119"/>
                </a:lnTo>
                <a:lnTo>
                  <a:pt x="620" y="119"/>
                </a:lnTo>
                <a:lnTo>
                  <a:pt x="620" y="126"/>
                </a:lnTo>
                <a:close/>
                <a:moveTo>
                  <a:pt x="637" y="126"/>
                </a:moveTo>
                <a:lnTo>
                  <a:pt x="644" y="126"/>
                </a:lnTo>
                <a:lnTo>
                  <a:pt x="644" y="119"/>
                </a:lnTo>
                <a:lnTo>
                  <a:pt x="637" y="119"/>
                </a:lnTo>
                <a:lnTo>
                  <a:pt x="637" y="126"/>
                </a:lnTo>
                <a:close/>
                <a:moveTo>
                  <a:pt x="653" y="126"/>
                </a:moveTo>
                <a:lnTo>
                  <a:pt x="660" y="126"/>
                </a:lnTo>
                <a:lnTo>
                  <a:pt x="660" y="119"/>
                </a:lnTo>
                <a:lnTo>
                  <a:pt x="653" y="119"/>
                </a:lnTo>
                <a:lnTo>
                  <a:pt x="653" y="126"/>
                </a:lnTo>
                <a:close/>
                <a:moveTo>
                  <a:pt x="670" y="126"/>
                </a:moveTo>
                <a:lnTo>
                  <a:pt x="677" y="126"/>
                </a:lnTo>
                <a:lnTo>
                  <a:pt x="677" y="119"/>
                </a:lnTo>
                <a:lnTo>
                  <a:pt x="670" y="119"/>
                </a:lnTo>
                <a:lnTo>
                  <a:pt x="670" y="126"/>
                </a:lnTo>
                <a:close/>
                <a:moveTo>
                  <a:pt x="686" y="126"/>
                </a:moveTo>
                <a:lnTo>
                  <a:pt x="693" y="126"/>
                </a:lnTo>
                <a:lnTo>
                  <a:pt x="693" y="119"/>
                </a:lnTo>
                <a:lnTo>
                  <a:pt x="686" y="119"/>
                </a:lnTo>
                <a:lnTo>
                  <a:pt x="686" y="126"/>
                </a:lnTo>
                <a:close/>
                <a:moveTo>
                  <a:pt x="703" y="126"/>
                </a:moveTo>
                <a:lnTo>
                  <a:pt x="710" y="126"/>
                </a:lnTo>
                <a:lnTo>
                  <a:pt x="710" y="119"/>
                </a:lnTo>
                <a:lnTo>
                  <a:pt x="703" y="119"/>
                </a:lnTo>
                <a:lnTo>
                  <a:pt x="703" y="126"/>
                </a:lnTo>
                <a:close/>
                <a:moveTo>
                  <a:pt x="720" y="126"/>
                </a:moveTo>
                <a:lnTo>
                  <a:pt x="727" y="126"/>
                </a:lnTo>
                <a:lnTo>
                  <a:pt x="727" y="119"/>
                </a:lnTo>
                <a:lnTo>
                  <a:pt x="720" y="119"/>
                </a:lnTo>
                <a:lnTo>
                  <a:pt x="720" y="126"/>
                </a:lnTo>
                <a:close/>
                <a:moveTo>
                  <a:pt x="736" y="126"/>
                </a:moveTo>
                <a:lnTo>
                  <a:pt x="743" y="126"/>
                </a:lnTo>
                <a:lnTo>
                  <a:pt x="743" y="119"/>
                </a:lnTo>
                <a:lnTo>
                  <a:pt x="736" y="119"/>
                </a:lnTo>
                <a:lnTo>
                  <a:pt x="736" y="126"/>
                </a:lnTo>
                <a:close/>
                <a:moveTo>
                  <a:pt x="753" y="126"/>
                </a:moveTo>
                <a:lnTo>
                  <a:pt x="760" y="126"/>
                </a:lnTo>
                <a:lnTo>
                  <a:pt x="760" y="119"/>
                </a:lnTo>
                <a:lnTo>
                  <a:pt x="753" y="119"/>
                </a:lnTo>
                <a:lnTo>
                  <a:pt x="753" y="126"/>
                </a:lnTo>
                <a:close/>
                <a:moveTo>
                  <a:pt x="769" y="126"/>
                </a:moveTo>
                <a:lnTo>
                  <a:pt x="776" y="126"/>
                </a:lnTo>
                <a:lnTo>
                  <a:pt x="776" y="119"/>
                </a:lnTo>
                <a:lnTo>
                  <a:pt x="769" y="119"/>
                </a:lnTo>
                <a:lnTo>
                  <a:pt x="769" y="126"/>
                </a:lnTo>
                <a:close/>
                <a:moveTo>
                  <a:pt x="786" y="126"/>
                </a:moveTo>
                <a:lnTo>
                  <a:pt x="793" y="126"/>
                </a:lnTo>
                <a:lnTo>
                  <a:pt x="793" y="119"/>
                </a:lnTo>
                <a:lnTo>
                  <a:pt x="786" y="119"/>
                </a:lnTo>
                <a:lnTo>
                  <a:pt x="786" y="126"/>
                </a:lnTo>
                <a:close/>
                <a:moveTo>
                  <a:pt x="802" y="126"/>
                </a:moveTo>
                <a:lnTo>
                  <a:pt x="810" y="126"/>
                </a:lnTo>
                <a:lnTo>
                  <a:pt x="810" y="119"/>
                </a:lnTo>
                <a:lnTo>
                  <a:pt x="802" y="119"/>
                </a:lnTo>
                <a:lnTo>
                  <a:pt x="802" y="126"/>
                </a:lnTo>
                <a:close/>
                <a:moveTo>
                  <a:pt x="819" y="126"/>
                </a:moveTo>
                <a:lnTo>
                  <a:pt x="826" y="126"/>
                </a:lnTo>
                <a:lnTo>
                  <a:pt x="826" y="119"/>
                </a:lnTo>
                <a:lnTo>
                  <a:pt x="819" y="119"/>
                </a:lnTo>
                <a:lnTo>
                  <a:pt x="819" y="126"/>
                </a:lnTo>
                <a:close/>
                <a:moveTo>
                  <a:pt x="836" y="126"/>
                </a:moveTo>
                <a:lnTo>
                  <a:pt x="843" y="126"/>
                </a:lnTo>
                <a:lnTo>
                  <a:pt x="843" y="119"/>
                </a:lnTo>
                <a:lnTo>
                  <a:pt x="836" y="119"/>
                </a:lnTo>
                <a:lnTo>
                  <a:pt x="836" y="126"/>
                </a:lnTo>
                <a:close/>
                <a:moveTo>
                  <a:pt x="852" y="126"/>
                </a:moveTo>
                <a:lnTo>
                  <a:pt x="859" y="126"/>
                </a:lnTo>
                <a:lnTo>
                  <a:pt x="859" y="119"/>
                </a:lnTo>
                <a:lnTo>
                  <a:pt x="852" y="119"/>
                </a:lnTo>
                <a:lnTo>
                  <a:pt x="852" y="126"/>
                </a:lnTo>
                <a:close/>
                <a:moveTo>
                  <a:pt x="871" y="126"/>
                </a:moveTo>
                <a:lnTo>
                  <a:pt x="876" y="126"/>
                </a:lnTo>
                <a:lnTo>
                  <a:pt x="876" y="119"/>
                </a:lnTo>
                <a:lnTo>
                  <a:pt x="871" y="119"/>
                </a:lnTo>
                <a:lnTo>
                  <a:pt x="871" y="126"/>
                </a:lnTo>
                <a:close/>
                <a:moveTo>
                  <a:pt x="888" y="126"/>
                </a:moveTo>
                <a:lnTo>
                  <a:pt x="895" y="126"/>
                </a:lnTo>
                <a:lnTo>
                  <a:pt x="895" y="119"/>
                </a:lnTo>
                <a:lnTo>
                  <a:pt x="888" y="119"/>
                </a:lnTo>
                <a:lnTo>
                  <a:pt x="888" y="126"/>
                </a:lnTo>
                <a:close/>
                <a:moveTo>
                  <a:pt x="904" y="126"/>
                </a:moveTo>
                <a:lnTo>
                  <a:pt x="911" y="126"/>
                </a:lnTo>
                <a:lnTo>
                  <a:pt x="911" y="119"/>
                </a:lnTo>
                <a:lnTo>
                  <a:pt x="904" y="119"/>
                </a:lnTo>
                <a:lnTo>
                  <a:pt x="904" y="126"/>
                </a:lnTo>
                <a:close/>
                <a:moveTo>
                  <a:pt x="921" y="126"/>
                </a:moveTo>
                <a:lnTo>
                  <a:pt x="928" y="126"/>
                </a:lnTo>
                <a:lnTo>
                  <a:pt x="928" y="119"/>
                </a:lnTo>
                <a:lnTo>
                  <a:pt x="921" y="119"/>
                </a:lnTo>
                <a:lnTo>
                  <a:pt x="921" y="126"/>
                </a:lnTo>
                <a:close/>
                <a:moveTo>
                  <a:pt x="937" y="126"/>
                </a:moveTo>
                <a:lnTo>
                  <a:pt x="944" y="126"/>
                </a:lnTo>
                <a:lnTo>
                  <a:pt x="944" y="119"/>
                </a:lnTo>
                <a:lnTo>
                  <a:pt x="937" y="119"/>
                </a:lnTo>
                <a:lnTo>
                  <a:pt x="937" y="126"/>
                </a:lnTo>
                <a:close/>
                <a:moveTo>
                  <a:pt x="954" y="126"/>
                </a:moveTo>
                <a:lnTo>
                  <a:pt x="961" y="126"/>
                </a:lnTo>
                <a:lnTo>
                  <a:pt x="961" y="119"/>
                </a:lnTo>
                <a:lnTo>
                  <a:pt x="954" y="119"/>
                </a:lnTo>
                <a:lnTo>
                  <a:pt x="954" y="126"/>
                </a:lnTo>
                <a:close/>
                <a:moveTo>
                  <a:pt x="971" y="126"/>
                </a:moveTo>
                <a:lnTo>
                  <a:pt x="978" y="126"/>
                </a:lnTo>
                <a:lnTo>
                  <a:pt x="978" y="119"/>
                </a:lnTo>
                <a:lnTo>
                  <a:pt x="971" y="119"/>
                </a:lnTo>
                <a:lnTo>
                  <a:pt x="971" y="126"/>
                </a:lnTo>
                <a:close/>
                <a:moveTo>
                  <a:pt x="987" y="126"/>
                </a:moveTo>
                <a:lnTo>
                  <a:pt x="994" y="126"/>
                </a:lnTo>
                <a:lnTo>
                  <a:pt x="994" y="119"/>
                </a:lnTo>
                <a:lnTo>
                  <a:pt x="987" y="119"/>
                </a:lnTo>
                <a:lnTo>
                  <a:pt x="987" y="126"/>
                </a:lnTo>
                <a:close/>
                <a:moveTo>
                  <a:pt x="1004" y="126"/>
                </a:moveTo>
                <a:lnTo>
                  <a:pt x="1011" y="126"/>
                </a:lnTo>
                <a:lnTo>
                  <a:pt x="1011" y="119"/>
                </a:lnTo>
                <a:lnTo>
                  <a:pt x="1004" y="119"/>
                </a:lnTo>
                <a:lnTo>
                  <a:pt x="1004" y="126"/>
                </a:lnTo>
                <a:close/>
                <a:moveTo>
                  <a:pt x="1020" y="126"/>
                </a:moveTo>
                <a:lnTo>
                  <a:pt x="1027" y="126"/>
                </a:lnTo>
                <a:lnTo>
                  <a:pt x="1027" y="119"/>
                </a:lnTo>
                <a:lnTo>
                  <a:pt x="1020" y="119"/>
                </a:lnTo>
                <a:lnTo>
                  <a:pt x="1020" y="126"/>
                </a:lnTo>
                <a:close/>
                <a:moveTo>
                  <a:pt x="1037" y="126"/>
                </a:moveTo>
                <a:lnTo>
                  <a:pt x="1044" y="126"/>
                </a:lnTo>
                <a:lnTo>
                  <a:pt x="1044" y="119"/>
                </a:lnTo>
                <a:lnTo>
                  <a:pt x="1037" y="119"/>
                </a:lnTo>
                <a:lnTo>
                  <a:pt x="1037" y="126"/>
                </a:lnTo>
                <a:close/>
                <a:moveTo>
                  <a:pt x="1053" y="126"/>
                </a:moveTo>
                <a:lnTo>
                  <a:pt x="1061" y="126"/>
                </a:lnTo>
                <a:lnTo>
                  <a:pt x="1061" y="119"/>
                </a:lnTo>
                <a:lnTo>
                  <a:pt x="1053" y="119"/>
                </a:lnTo>
                <a:lnTo>
                  <a:pt x="1053" y="126"/>
                </a:lnTo>
                <a:close/>
                <a:moveTo>
                  <a:pt x="1070" y="126"/>
                </a:moveTo>
                <a:lnTo>
                  <a:pt x="1077" y="126"/>
                </a:lnTo>
                <a:lnTo>
                  <a:pt x="1077" y="119"/>
                </a:lnTo>
                <a:lnTo>
                  <a:pt x="1070" y="119"/>
                </a:lnTo>
                <a:lnTo>
                  <a:pt x="1070" y="126"/>
                </a:lnTo>
                <a:close/>
                <a:moveTo>
                  <a:pt x="1087" y="126"/>
                </a:moveTo>
                <a:lnTo>
                  <a:pt x="1094" y="126"/>
                </a:lnTo>
                <a:lnTo>
                  <a:pt x="1094" y="119"/>
                </a:lnTo>
                <a:lnTo>
                  <a:pt x="1087" y="119"/>
                </a:lnTo>
                <a:lnTo>
                  <a:pt x="1087" y="126"/>
                </a:lnTo>
                <a:close/>
                <a:moveTo>
                  <a:pt x="1103" y="126"/>
                </a:moveTo>
                <a:lnTo>
                  <a:pt x="1110" y="126"/>
                </a:lnTo>
                <a:lnTo>
                  <a:pt x="1110" y="119"/>
                </a:lnTo>
                <a:lnTo>
                  <a:pt x="1103" y="119"/>
                </a:lnTo>
                <a:lnTo>
                  <a:pt x="1103" y="126"/>
                </a:lnTo>
                <a:close/>
                <a:moveTo>
                  <a:pt x="1120" y="126"/>
                </a:moveTo>
                <a:lnTo>
                  <a:pt x="1127" y="126"/>
                </a:lnTo>
                <a:lnTo>
                  <a:pt x="1127" y="119"/>
                </a:lnTo>
                <a:lnTo>
                  <a:pt x="1120" y="119"/>
                </a:lnTo>
                <a:lnTo>
                  <a:pt x="1120" y="126"/>
                </a:lnTo>
                <a:close/>
                <a:moveTo>
                  <a:pt x="1139" y="126"/>
                </a:moveTo>
                <a:lnTo>
                  <a:pt x="1146" y="126"/>
                </a:lnTo>
                <a:lnTo>
                  <a:pt x="1146" y="119"/>
                </a:lnTo>
                <a:lnTo>
                  <a:pt x="1139" y="119"/>
                </a:lnTo>
                <a:lnTo>
                  <a:pt x="1139" y="126"/>
                </a:lnTo>
                <a:close/>
                <a:moveTo>
                  <a:pt x="1155" y="126"/>
                </a:moveTo>
                <a:lnTo>
                  <a:pt x="1162" y="126"/>
                </a:lnTo>
                <a:lnTo>
                  <a:pt x="1162" y="119"/>
                </a:lnTo>
                <a:lnTo>
                  <a:pt x="1155" y="119"/>
                </a:lnTo>
                <a:lnTo>
                  <a:pt x="1155" y="126"/>
                </a:lnTo>
                <a:close/>
                <a:moveTo>
                  <a:pt x="1172" y="126"/>
                </a:moveTo>
                <a:lnTo>
                  <a:pt x="1179" y="126"/>
                </a:lnTo>
                <a:lnTo>
                  <a:pt x="1179" y="119"/>
                </a:lnTo>
                <a:lnTo>
                  <a:pt x="1172" y="119"/>
                </a:lnTo>
                <a:lnTo>
                  <a:pt x="1172" y="126"/>
                </a:lnTo>
                <a:close/>
                <a:moveTo>
                  <a:pt x="1188" y="126"/>
                </a:moveTo>
                <a:lnTo>
                  <a:pt x="1196" y="126"/>
                </a:lnTo>
                <a:lnTo>
                  <a:pt x="1196" y="119"/>
                </a:lnTo>
                <a:lnTo>
                  <a:pt x="1188" y="119"/>
                </a:lnTo>
                <a:lnTo>
                  <a:pt x="1188" y="126"/>
                </a:lnTo>
                <a:close/>
                <a:moveTo>
                  <a:pt x="1205" y="126"/>
                </a:moveTo>
                <a:lnTo>
                  <a:pt x="1212" y="126"/>
                </a:lnTo>
                <a:lnTo>
                  <a:pt x="1212" y="119"/>
                </a:lnTo>
                <a:lnTo>
                  <a:pt x="1205" y="119"/>
                </a:lnTo>
                <a:lnTo>
                  <a:pt x="1205" y="126"/>
                </a:lnTo>
                <a:close/>
                <a:moveTo>
                  <a:pt x="1222" y="126"/>
                </a:moveTo>
                <a:lnTo>
                  <a:pt x="1229" y="126"/>
                </a:lnTo>
                <a:lnTo>
                  <a:pt x="1229" y="119"/>
                </a:lnTo>
                <a:lnTo>
                  <a:pt x="1222" y="119"/>
                </a:lnTo>
                <a:lnTo>
                  <a:pt x="1222" y="126"/>
                </a:lnTo>
                <a:close/>
                <a:moveTo>
                  <a:pt x="1238" y="126"/>
                </a:moveTo>
                <a:lnTo>
                  <a:pt x="1245" y="126"/>
                </a:lnTo>
                <a:lnTo>
                  <a:pt x="1245" y="119"/>
                </a:lnTo>
                <a:lnTo>
                  <a:pt x="1238" y="119"/>
                </a:lnTo>
                <a:lnTo>
                  <a:pt x="1238" y="126"/>
                </a:lnTo>
                <a:close/>
                <a:moveTo>
                  <a:pt x="1255" y="126"/>
                </a:moveTo>
                <a:lnTo>
                  <a:pt x="1262" y="126"/>
                </a:lnTo>
                <a:lnTo>
                  <a:pt x="1262" y="119"/>
                </a:lnTo>
                <a:lnTo>
                  <a:pt x="1255" y="119"/>
                </a:lnTo>
                <a:lnTo>
                  <a:pt x="1255" y="126"/>
                </a:lnTo>
                <a:close/>
                <a:moveTo>
                  <a:pt x="1271" y="126"/>
                </a:moveTo>
                <a:lnTo>
                  <a:pt x="1278" y="126"/>
                </a:lnTo>
                <a:lnTo>
                  <a:pt x="1278" y="119"/>
                </a:lnTo>
                <a:lnTo>
                  <a:pt x="1271" y="119"/>
                </a:lnTo>
                <a:lnTo>
                  <a:pt x="1271" y="126"/>
                </a:lnTo>
                <a:close/>
                <a:moveTo>
                  <a:pt x="1288" y="126"/>
                </a:moveTo>
                <a:lnTo>
                  <a:pt x="1295" y="126"/>
                </a:lnTo>
                <a:lnTo>
                  <a:pt x="1295" y="119"/>
                </a:lnTo>
                <a:lnTo>
                  <a:pt x="1288" y="119"/>
                </a:lnTo>
                <a:lnTo>
                  <a:pt x="1288" y="126"/>
                </a:lnTo>
                <a:close/>
                <a:moveTo>
                  <a:pt x="1304" y="126"/>
                </a:moveTo>
                <a:lnTo>
                  <a:pt x="1312" y="126"/>
                </a:lnTo>
                <a:lnTo>
                  <a:pt x="1312" y="119"/>
                </a:lnTo>
                <a:lnTo>
                  <a:pt x="1304" y="119"/>
                </a:lnTo>
                <a:lnTo>
                  <a:pt x="1304" y="126"/>
                </a:lnTo>
                <a:close/>
                <a:moveTo>
                  <a:pt x="1539" y="126"/>
                </a:moveTo>
                <a:lnTo>
                  <a:pt x="1546" y="126"/>
                </a:lnTo>
                <a:lnTo>
                  <a:pt x="1546" y="119"/>
                </a:lnTo>
                <a:lnTo>
                  <a:pt x="1539" y="119"/>
                </a:lnTo>
                <a:lnTo>
                  <a:pt x="1539" y="126"/>
                </a:lnTo>
                <a:close/>
                <a:moveTo>
                  <a:pt x="1555" y="126"/>
                </a:moveTo>
                <a:lnTo>
                  <a:pt x="1563" y="126"/>
                </a:lnTo>
                <a:lnTo>
                  <a:pt x="1563" y="119"/>
                </a:lnTo>
                <a:lnTo>
                  <a:pt x="1555" y="119"/>
                </a:lnTo>
                <a:lnTo>
                  <a:pt x="1555" y="126"/>
                </a:lnTo>
                <a:close/>
                <a:moveTo>
                  <a:pt x="1572" y="126"/>
                </a:moveTo>
                <a:lnTo>
                  <a:pt x="1579" y="126"/>
                </a:lnTo>
                <a:lnTo>
                  <a:pt x="1579" y="119"/>
                </a:lnTo>
                <a:lnTo>
                  <a:pt x="1572" y="119"/>
                </a:lnTo>
                <a:lnTo>
                  <a:pt x="1572" y="126"/>
                </a:lnTo>
                <a:close/>
                <a:moveTo>
                  <a:pt x="1589" y="126"/>
                </a:moveTo>
                <a:lnTo>
                  <a:pt x="1596" y="126"/>
                </a:lnTo>
                <a:lnTo>
                  <a:pt x="1596" y="119"/>
                </a:lnTo>
                <a:lnTo>
                  <a:pt x="1589" y="119"/>
                </a:lnTo>
                <a:lnTo>
                  <a:pt x="1589" y="126"/>
                </a:lnTo>
                <a:close/>
                <a:moveTo>
                  <a:pt x="1605" y="126"/>
                </a:moveTo>
                <a:lnTo>
                  <a:pt x="1612" y="126"/>
                </a:lnTo>
                <a:lnTo>
                  <a:pt x="1612" y="119"/>
                </a:lnTo>
                <a:lnTo>
                  <a:pt x="1605" y="119"/>
                </a:lnTo>
                <a:lnTo>
                  <a:pt x="1605" y="126"/>
                </a:lnTo>
                <a:close/>
                <a:moveTo>
                  <a:pt x="1622" y="126"/>
                </a:moveTo>
                <a:lnTo>
                  <a:pt x="1629" y="126"/>
                </a:lnTo>
                <a:lnTo>
                  <a:pt x="1629" y="119"/>
                </a:lnTo>
                <a:lnTo>
                  <a:pt x="1622" y="119"/>
                </a:lnTo>
                <a:lnTo>
                  <a:pt x="1622" y="126"/>
                </a:lnTo>
                <a:close/>
                <a:moveTo>
                  <a:pt x="1638" y="126"/>
                </a:moveTo>
                <a:lnTo>
                  <a:pt x="1645" y="126"/>
                </a:lnTo>
                <a:lnTo>
                  <a:pt x="1645" y="119"/>
                </a:lnTo>
                <a:lnTo>
                  <a:pt x="1638" y="119"/>
                </a:lnTo>
                <a:lnTo>
                  <a:pt x="1638" y="126"/>
                </a:lnTo>
                <a:close/>
                <a:moveTo>
                  <a:pt x="1657" y="126"/>
                </a:moveTo>
                <a:lnTo>
                  <a:pt x="1664" y="126"/>
                </a:lnTo>
                <a:lnTo>
                  <a:pt x="1664" y="119"/>
                </a:lnTo>
                <a:lnTo>
                  <a:pt x="1657" y="119"/>
                </a:lnTo>
                <a:lnTo>
                  <a:pt x="1657" y="126"/>
                </a:lnTo>
                <a:close/>
                <a:moveTo>
                  <a:pt x="2292" y="126"/>
                </a:moveTo>
                <a:lnTo>
                  <a:pt x="2299" y="126"/>
                </a:lnTo>
                <a:lnTo>
                  <a:pt x="2299" y="119"/>
                </a:lnTo>
                <a:lnTo>
                  <a:pt x="2292" y="119"/>
                </a:lnTo>
                <a:lnTo>
                  <a:pt x="2292" y="126"/>
                </a:lnTo>
                <a:close/>
                <a:moveTo>
                  <a:pt x="2308" y="126"/>
                </a:moveTo>
                <a:lnTo>
                  <a:pt x="2316" y="126"/>
                </a:lnTo>
                <a:lnTo>
                  <a:pt x="2316" y="119"/>
                </a:lnTo>
                <a:lnTo>
                  <a:pt x="2308" y="119"/>
                </a:lnTo>
                <a:lnTo>
                  <a:pt x="2308" y="126"/>
                </a:lnTo>
                <a:close/>
                <a:moveTo>
                  <a:pt x="2325" y="126"/>
                </a:moveTo>
                <a:lnTo>
                  <a:pt x="2332" y="126"/>
                </a:lnTo>
                <a:lnTo>
                  <a:pt x="2332" y="119"/>
                </a:lnTo>
                <a:lnTo>
                  <a:pt x="2325" y="119"/>
                </a:lnTo>
                <a:lnTo>
                  <a:pt x="2325" y="126"/>
                </a:lnTo>
                <a:close/>
                <a:moveTo>
                  <a:pt x="2342" y="126"/>
                </a:moveTo>
                <a:lnTo>
                  <a:pt x="2349" y="126"/>
                </a:lnTo>
                <a:lnTo>
                  <a:pt x="2349" y="119"/>
                </a:lnTo>
                <a:lnTo>
                  <a:pt x="2342" y="119"/>
                </a:lnTo>
                <a:lnTo>
                  <a:pt x="2342" y="126"/>
                </a:lnTo>
                <a:close/>
                <a:moveTo>
                  <a:pt x="2358" y="126"/>
                </a:moveTo>
                <a:lnTo>
                  <a:pt x="2365" y="126"/>
                </a:lnTo>
                <a:lnTo>
                  <a:pt x="2365" y="119"/>
                </a:lnTo>
                <a:lnTo>
                  <a:pt x="2358" y="119"/>
                </a:lnTo>
                <a:lnTo>
                  <a:pt x="2358" y="126"/>
                </a:lnTo>
                <a:close/>
                <a:moveTo>
                  <a:pt x="435" y="142"/>
                </a:moveTo>
                <a:lnTo>
                  <a:pt x="442" y="142"/>
                </a:lnTo>
                <a:lnTo>
                  <a:pt x="442" y="135"/>
                </a:lnTo>
                <a:lnTo>
                  <a:pt x="435" y="135"/>
                </a:lnTo>
                <a:lnTo>
                  <a:pt x="435" y="142"/>
                </a:lnTo>
                <a:close/>
                <a:moveTo>
                  <a:pt x="452" y="142"/>
                </a:moveTo>
                <a:lnTo>
                  <a:pt x="459" y="142"/>
                </a:lnTo>
                <a:lnTo>
                  <a:pt x="459" y="135"/>
                </a:lnTo>
                <a:lnTo>
                  <a:pt x="452" y="135"/>
                </a:lnTo>
                <a:lnTo>
                  <a:pt x="452" y="142"/>
                </a:lnTo>
                <a:close/>
                <a:moveTo>
                  <a:pt x="469" y="142"/>
                </a:moveTo>
                <a:lnTo>
                  <a:pt x="476" y="142"/>
                </a:lnTo>
                <a:lnTo>
                  <a:pt x="476" y="135"/>
                </a:lnTo>
                <a:lnTo>
                  <a:pt x="469" y="135"/>
                </a:lnTo>
                <a:lnTo>
                  <a:pt x="469" y="142"/>
                </a:lnTo>
                <a:close/>
                <a:moveTo>
                  <a:pt x="485" y="142"/>
                </a:moveTo>
                <a:lnTo>
                  <a:pt x="492" y="142"/>
                </a:lnTo>
                <a:lnTo>
                  <a:pt x="492" y="135"/>
                </a:lnTo>
                <a:lnTo>
                  <a:pt x="485" y="135"/>
                </a:lnTo>
                <a:lnTo>
                  <a:pt x="485" y="142"/>
                </a:lnTo>
                <a:close/>
                <a:moveTo>
                  <a:pt x="502" y="142"/>
                </a:moveTo>
                <a:lnTo>
                  <a:pt x="509" y="142"/>
                </a:lnTo>
                <a:lnTo>
                  <a:pt x="509" y="135"/>
                </a:lnTo>
                <a:lnTo>
                  <a:pt x="502" y="135"/>
                </a:lnTo>
                <a:lnTo>
                  <a:pt x="502" y="142"/>
                </a:lnTo>
                <a:close/>
                <a:moveTo>
                  <a:pt x="518" y="142"/>
                </a:moveTo>
                <a:lnTo>
                  <a:pt x="525" y="142"/>
                </a:lnTo>
                <a:lnTo>
                  <a:pt x="525" y="135"/>
                </a:lnTo>
                <a:lnTo>
                  <a:pt x="518" y="135"/>
                </a:lnTo>
                <a:lnTo>
                  <a:pt x="518" y="142"/>
                </a:lnTo>
                <a:close/>
                <a:moveTo>
                  <a:pt x="535" y="142"/>
                </a:moveTo>
                <a:lnTo>
                  <a:pt x="542" y="142"/>
                </a:lnTo>
                <a:lnTo>
                  <a:pt x="542" y="135"/>
                </a:lnTo>
                <a:lnTo>
                  <a:pt x="535" y="135"/>
                </a:lnTo>
                <a:lnTo>
                  <a:pt x="535" y="142"/>
                </a:lnTo>
                <a:close/>
                <a:moveTo>
                  <a:pt x="568" y="142"/>
                </a:moveTo>
                <a:lnTo>
                  <a:pt x="575" y="142"/>
                </a:lnTo>
                <a:lnTo>
                  <a:pt x="575" y="135"/>
                </a:lnTo>
                <a:lnTo>
                  <a:pt x="568" y="135"/>
                </a:lnTo>
                <a:lnTo>
                  <a:pt x="568" y="142"/>
                </a:lnTo>
                <a:close/>
                <a:moveTo>
                  <a:pt x="601" y="142"/>
                </a:moveTo>
                <a:lnTo>
                  <a:pt x="608" y="142"/>
                </a:lnTo>
                <a:lnTo>
                  <a:pt x="608" y="135"/>
                </a:lnTo>
                <a:lnTo>
                  <a:pt x="601" y="135"/>
                </a:lnTo>
                <a:lnTo>
                  <a:pt x="601" y="142"/>
                </a:lnTo>
                <a:close/>
                <a:moveTo>
                  <a:pt x="637" y="142"/>
                </a:moveTo>
                <a:lnTo>
                  <a:pt x="644" y="142"/>
                </a:lnTo>
                <a:lnTo>
                  <a:pt x="644" y="135"/>
                </a:lnTo>
                <a:lnTo>
                  <a:pt x="637" y="135"/>
                </a:lnTo>
                <a:lnTo>
                  <a:pt x="637" y="142"/>
                </a:lnTo>
                <a:close/>
                <a:moveTo>
                  <a:pt x="653" y="142"/>
                </a:moveTo>
                <a:lnTo>
                  <a:pt x="660" y="142"/>
                </a:lnTo>
                <a:lnTo>
                  <a:pt x="660" y="135"/>
                </a:lnTo>
                <a:lnTo>
                  <a:pt x="653" y="135"/>
                </a:lnTo>
                <a:lnTo>
                  <a:pt x="653" y="142"/>
                </a:lnTo>
                <a:close/>
                <a:moveTo>
                  <a:pt x="670" y="142"/>
                </a:moveTo>
                <a:lnTo>
                  <a:pt x="677" y="142"/>
                </a:lnTo>
                <a:lnTo>
                  <a:pt x="677" y="135"/>
                </a:lnTo>
                <a:lnTo>
                  <a:pt x="670" y="135"/>
                </a:lnTo>
                <a:lnTo>
                  <a:pt x="670" y="142"/>
                </a:lnTo>
                <a:close/>
                <a:moveTo>
                  <a:pt x="686" y="142"/>
                </a:moveTo>
                <a:lnTo>
                  <a:pt x="693" y="142"/>
                </a:lnTo>
                <a:lnTo>
                  <a:pt x="693" y="135"/>
                </a:lnTo>
                <a:lnTo>
                  <a:pt x="686" y="135"/>
                </a:lnTo>
                <a:lnTo>
                  <a:pt x="686" y="142"/>
                </a:lnTo>
                <a:close/>
                <a:moveTo>
                  <a:pt x="703" y="142"/>
                </a:moveTo>
                <a:lnTo>
                  <a:pt x="710" y="142"/>
                </a:lnTo>
                <a:lnTo>
                  <a:pt x="710" y="135"/>
                </a:lnTo>
                <a:lnTo>
                  <a:pt x="703" y="135"/>
                </a:lnTo>
                <a:lnTo>
                  <a:pt x="703" y="142"/>
                </a:lnTo>
                <a:close/>
                <a:moveTo>
                  <a:pt x="720" y="142"/>
                </a:moveTo>
                <a:lnTo>
                  <a:pt x="727" y="142"/>
                </a:lnTo>
                <a:lnTo>
                  <a:pt x="727" y="135"/>
                </a:lnTo>
                <a:lnTo>
                  <a:pt x="720" y="135"/>
                </a:lnTo>
                <a:lnTo>
                  <a:pt x="720" y="142"/>
                </a:lnTo>
                <a:close/>
                <a:moveTo>
                  <a:pt x="736" y="142"/>
                </a:moveTo>
                <a:lnTo>
                  <a:pt x="743" y="142"/>
                </a:lnTo>
                <a:lnTo>
                  <a:pt x="743" y="135"/>
                </a:lnTo>
                <a:lnTo>
                  <a:pt x="736" y="135"/>
                </a:lnTo>
                <a:lnTo>
                  <a:pt x="736" y="142"/>
                </a:lnTo>
                <a:close/>
                <a:moveTo>
                  <a:pt x="753" y="142"/>
                </a:moveTo>
                <a:lnTo>
                  <a:pt x="760" y="142"/>
                </a:lnTo>
                <a:lnTo>
                  <a:pt x="760" y="135"/>
                </a:lnTo>
                <a:lnTo>
                  <a:pt x="753" y="135"/>
                </a:lnTo>
                <a:lnTo>
                  <a:pt x="753" y="142"/>
                </a:lnTo>
                <a:close/>
                <a:moveTo>
                  <a:pt x="769" y="142"/>
                </a:moveTo>
                <a:lnTo>
                  <a:pt x="776" y="142"/>
                </a:lnTo>
                <a:lnTo>
                  <a:pt x="776" y="135"/>
                </a:lnTo>
                <a:lnTo>
                  <a:pt x="769" y="135"/>
                </a:lnTo>
                <a:lnTo>
                  <a:pt x="769" y="142"/>
                </a:lnTo>
                <a:close/>
                <a:moveTo>
                  <a:pt x="786" y="142"/>
                </a:moveTo>
                <a:lnTo>
                  <a:pt x="793" y="142"/>
                </a:lnTo>
                <a:lnTo>
                  <a:pt x="793" y="135"/>
                </a:lnTo>
                <a:lnTo>
                  <a:pt x="786" y="135"/>
                </a:lnTo>
                <a:lnTo>
                  <a:pt x="786" y="142"/>
                </a:lnTo>
                <a:close/>
                <a:moveTo>
                  <a:pt x="802" y="142"/>
                </a:moveTo>
                <a:lnTo>
                  <a:pt x="810" y="142"/>
                </a:lnTo>
                <a:lnTo>
                  <a:pt x="810" y="135"/>
                </a:lnTo>
                <a:lnTo>
                  <a:pt x="802" y="135"/>
                </a:lnTo>
                <a:lnTo>
                  <a:pt x="802" y="142"/>
                </a:lnTo>
                <a:close/>
                <a:moveTo>
                  <a:pt x="852" y="142"/>
                </a:moveTo>
                <a:lnTo>
                  <a:pt x="859" y="142"/>
                </a:lnTo>
                <a:lnTo>
                  <a:pt x="859" y="135"/>
                </a:lnTo>
                <a:lnTo>
                  <a:pt x="852" y="135"/>
                </a:lnTo>
                <a:lnTo>
                  <a:pt x="852" y="142"/>
                </a:lnTo>
                <a:close/>
                <a:moveTo>
                  <a:pt x="871" y="142"/>
                </a:moveTo>
                <a:lnTo>
                  <a:pt x="876" y="142"/>
                </a:lnTo>
                <a:lnTo>
                  <a:pt x="876" y="135"/>
                </a:lnTo>
                <a:lnTo>
                  <a:pt x="871" y="135"/>
                </a:lnTo>
                <a:lnTo>
                  <a:pt x="871" y="142"/>
                </a:lnTo>
                <a:close/>
                <a:moveTo>
                  <a:pt x="888" y="142"/>
                </a:moveTo>
                <a:lnTo>
                  <a:pt x="895" y="142"/>
                </a:lnTo>
                <a:lnTo>
                  <a:pt x="895" y="135"/>
                </a:lnTo>
                <a:lnTo>
                  <a:pt x="888" y="135"/>
                </a:lnTo>
                <a:lnTo>
                  <a:pt x="888" y="142"/>
                </a:lnTo>
                <a:close/>
                <a:moveTo>
                  <a:pt x="904" y="142"/>
                </a:moveTo>
                <a:lnTo>
                  <a:pt x="911" y="142"/>
                </a:lnTo>
                <a:lnTo>
                  <a:pt x="911" y="135"/>
                </a:lnTo>
                <a:lnTo>
                  <a:pt x="904" y="135"/>
                </a:lnTo>
                <a:lnTo>
                  <a:pt x="904" y="142"/>
                </a:lnTo>
                <a:close/>
                <a:moveTo>
                  <a:pt x="921" y="142"/>
                </a:moveTo>
                <a:lnTo>
                  <a:pt x="928" y="142"/>
                </a:lnTo>
                <a:lnTo>
                  <a:pt x="928" y="135"/>
                </a:lnTo>
                <a:lnTo>
                  <a:pt x="921" y="135"/>
                </a:lnTo>
                <a:lnTo>
                  <a:pt x="921" y="142"/>
                </a:lnTo>
                <a:close/>
                <a:moveTo>
                  <a:pt x="937" y="142"/>
                </a:moveTo>
                <a:lnTo>
                  <a:pt x="944" y="142"/>
                </a:lnTo>
                <a:lnTo>
                  <a:pt x="944" y="135"/>
                </a:lnTo>
                <a:lnTo>
                  <a:pt x="937" y="135"/>
                </a:lnTo>
                <a:lnTo>
                  <a:pt x="937" y="142"/>
                </a:lnTo>
                <a:close/>
                <a:moveTo>
                  <a:pt x="954" y="142"/>
                </a:moveTo>
                <a:lnTo>
                  <a:pt x="961" y="142"/>
                </a:lnTo>
                <a:lnTo>
                  <a:pt x="961" y="135"/>
                </a:lnTo>
                <a:lnTo>
                  <a:pt x="954" y="135"/>
                </a:lnTo>
                <a:lnTo>
                  <a:pt x="954" y="142"/>
                </a:lnTo>
                <a:close/>
                <a:moveTo>
                  <a:pt x="971" y="142"/>
                </a:moveTo>
                <a:lnTo>
                  <a:pt x="978" y="142"/>
                </a:lnTo>
                <a:lnTo>
                  <a:pt x="978" y="135"/>
                </a:lnTo>
                <a:lnTo>
                  <a:pt x="971" y="135"/>
                </a:lnTo>
                <a:lnTo>
                  <a:pt x="971" y="142"/>
                </a:lnTo>
                <a:close/>
                <a:moveTo>
                  <a:pt x="987" y="142"/>
                </a:moveTo>
                <a:lnTo>
                  <a:pt x="994" y="142"/>
                </a:lnTo>
                <a:lnTo>
                  <a:pt x="994" y="135"/>
                </a:lnTo>
                <a:lnTo>
                  <a:pt x="987" y="135"/>
                </a:lnTo>
                <a:lnTo>
                  <a:pt x="987" y="142"/>
                </a:lnTo>
                <a:close/>
                <a:moveTo>
                  <a:pt x="1004" y="142"/>
                </a:moveTo>
                <a:lnTo>
                  <a:pt x="1011" y="142"/>
                </a:lnTo>
                <a:lnTo>
                  <a:pt x="1011" y="135"/>
                </a:lnTo>
                <a:lnTo>
                  <a:pt x="1004" y="135"/>
                </a:lnTo>
                <a:lnTo>
                  <a:pt x="1004" y="142"/>
                </a:lnTo>
                <a:close/>
                <a:moveTo>
                  <a:pt x="1020" y="142"/>
                </a:moveTo>
                <a:lnTo>
                  <a:pt x="1027" y="142"/>
                </a:lnTo>
                <a:lnTo>
                  <a:pt x="1027" y="135"/>
                </a:lnTo>
                <a:lnTo>
                  <a:pt x="1020" y="135"/>
                </a:lnTo>
                <a:lnTo>
                  <a:pt x="1020" y="142"/>
                </a:lnTo>
                <a:close/>
                <a:moveTo>
                  <a:pt x="1037" y="142"/>
                </a:moveTo>
                <a:lnTo>
                  <a:pt x="1044" y="142"/>
                </a:lnTo>
                <a:lnTo>
                  <a:pt x="1044" y="135"/>
                </a:lnTo>
                <a:lnTo>
                  <a:pt x="1037" y="135"/>
                </a:lnTo>
                <a:lnTo>
                  <a:pt x="1037" y="142"/>
                </a:lnTo>
                <a:close/>
                <a:moveTo>
                  <a:pt x="1053" y="142"/>
                </a:moveTo>
                <a:lnTo>
                  <a:pt x="1061" y="142"/>
                </a:lnTo>
                <a:lnTo>
                  <a:pt x="1061" y="135"/>
                </a:lnTo>
                <a:lnTo>
                  <a:pt x="1053" y="135"/>
                </a:lnTo>
                <a:lnTo>
                  <a:pt x="1053" y="142"/>
                </a:lnTo>
                <a:close/>
                <a:moveTo>
                  <a:pt x="1070" y="142"/>
                </a:moveTo>
                <a:lnTo>
                  <a:pt x="1077" y="142"/>
                </a:lnTo>
                <a:lnTo>
                  <a:pt x="1077" y="135"/>
                </a:lnTo>
                <a:lnTo>
                  <a:pt x="1070" y="135"/>
                </a:lnTo>
                <a:lnTo>
                  <a:pt x="1070" y="142"/>
                </a:lnTo>
                <a:close/>
                <a:moveTo>
                  <a:pt x="1087" y="142"/>
                </a:moveTo>
                <a:lnTo>
                  <a:pt x="1094" y="142"/>
                </a:lnTo>
                <a:lnTo>
                  <a:pt x="1094" y="135"/>
                </a:lnTo>
                <a:lnTo>
                  <a:pt x="1087" y="135"/>
                </a:lnTo>
                <a:lnTo>
                  <a:pt x="1087" y="142"/>
                </a:lnTo>
                <a:close/>
                <a:moveTo>
                  <a:pt x="1103" y="142"/>
                </a:moveTo>
                <a:lnTo>
                  <a:pt x="1110" y="142"/>
                </a:lnTo>
                <a:lnTo>
                  <a:pt x="1110" y="135"/>
                </a:lnTo>
                <a:lnTo>
                  <a:pt x="1103" y="135"/>
                </a:lnTo>
                <a:lnTo>
                  <a:pt x="1103" y="142"/>
                </a:lnTo>
                <a:close/>
                <a:moveTo>
                  <a:pt x="1120" y="142"/>
                </a:moveTo>
                <a:lnTo>
                  <a:pt x="1127" y="142"/>
                </a:lnTo>
                <a:lnTo>
                  <a:pt x="1127" y="135"/>
                </a:lnTo>
                <a:lnTo>
                  <a:pt x="1120" y="135"/>
                </a:lnTo>
                <a:lnTo>
                  <a:pt x="1120" y="142"/>
                </a:lnTo>
                <a:close/>
                <a:moveTo>
                  <a:pt x="1139" y="142"/>
                </a:moveTo>
                <a:lnTo>
                  <a:pt x="1146" y="142"/>
                </a:lnTo>
                <a:lnTo>
                  <a:pt x="1146" y="135"/>
                </a:lnTo>
                <a:lnTo>
                  <a:pt x="1139" y="135"/>
                </a:lnTo>
                <a:lnTo>
                  <a:pt x="1139" y="142"/>
                </a:lnTo>
                <a:close/>
                <a:moveTo>
                  <a:pt x="1155" y="142"/>
                </a:moveTo>
                <a:lnTo>
                  <a:pt x="1162" y="142"/>
                </a:lnTo>
                <a:lnTo>
                  <a:pt x="1162" y="135"/>
                </a:lnTo>
                <a:lnTo>
                  <a:pt x="1155" y="135"/>
                </a:lnTo>
                <a:lnTo>
                  <a:pt x="1155" y="142"/>
                </a:lnTo>
                <a:close/>
                <a:moveTo>
                  <a:pt x="1172" y="142"/>
                </a:moveTo>
                <a:lnTo>
                  <a:pt x="1179" y="142"/>
                </a:lnTo>
                <a:lnTo>
                  <a:pt x="1179" y="135"/>
                </a:lnTo>
                <a:lnTo>
                  <a:pt x="1172" y="135"/>
                </a:lnTo>
                <a:lnTo>
                  <a:pt x="1172" y="142"/>
                </a:lnTo>
                <a:close/>
                <a:moveTo>
                  <a:pt x="1188" y="142"/>
                </a:moveTo>
                <a:lnTo>
                  <a:pt x="1196" y="142"/>
                </a:lnTo>
                <a:lnTo>
                  <a:pt x="1196" y="135"/>
                </a:lnTo>
                <a:lnTo>
                  <a:pt x="1188" y="135"/>
                </a:lnTo>
                <a:lnTo>
                  <a:pt x="1188" y="142"/>
                </a:lnTo>
                <a:close/>
                <a:moveTo>
                  <a:pt x="1205" y="142"/>
                </a:moveTo>
                <a:lnTo>
                  <a:pt x="1212" y="142"/>
                </a:lnTo>
                <a:lnTo>
                  <a:pt x="1212" y="135"/>
                </a:lnTo>
                <a:lnTo>
                  <a:pt x="1205" y="135"/>
                </a:lnTo>
                <a:lnTo>
                  <a:pt x="1205" y="142"/>
                </a:lnTo>
                <a:close/>
                <a:moveTo>
                  <a:pt x="1222" y="142"/>
                </a:moveTo>
                <a:lnTo>
                  <a:pt x="1229" y="142"/>
                </a:lnTo>
                <a:lnTo>
                  <a:pt x="1229" y="135"/>
                </a:lnTo>
                <a:lnTo>
                  <a:pt x="1222" y="135"/>
                </a:lnTo>
                <a:lnTo>
                  <a:pt x="1222" y="142"/>
                </a:lnTo>
                <a:close/>
                <a:moveTo>
                  <a:pt x="1238" y="142"/>
                </a:moveTo>
                <a:lnTo>
                  <a:pt x="1245" y="142"/>
                </a:lnTo>
                <a:lnTo>
                  <a:pt x="1245" y="135"/>
                </a:lnTo>
                <a:lnTo>
                  <a:pt x="1238" y="135"/>
                </a:lnTo>
                <a:lnTo>
                  <a:pt x="1238" y="142"/>
                </a:lnTo>
                <a:close/>
                <a:moveTo>
                  <a:pt x="1255" y="142"/>
                </a:moveTo>
                <a:lnTo>
                  <a:pt x="1262" y="142"/>
                </a:lnTo>
                <a:lnTo>
                  <a:pt x="1262" y="135"/>
                </a:lnTo>
                <a:lnTo>
                  <a:pt x="1255" y="135"/>
                </a:lnTo>
                <a:lnTo>
                  <a:pt x="1255" y="142"/>
                </a:lnTo>
                <a:close/>
                <a:moveTo>
                  <a:pt x="1271" y="142"/>
                </a:moveTo>
                <a:lnTo>
                  <a:pt x="1278" y="142"/>
                </a:lnTo>
                <a:lnTo>
                  <a:pt x="1278" y="135"/>
                </a:lnTo>
                <a:lnTo>
                  <a:pt x="1271" y="135"/>
                </a:lnTo>
                <a:lnTo>
                  <a:pt x="1271" y="142"/>
                </a:lnTo>
                <a:close/>
                <a:moveTo>
                  <a:pt x="1288" y="142"/>
                </a:moveTo>
                <a:lnTo>
                  <a:pt x="1295" y="142"/>
                </a:lnTo>
                <a:lnTo>
                  <a:pt x="1295" y="135"/>
                </a:lnTo>
                <a:lnTo>
                  <a:pt x="1288" y="135"/>
                </a:lnTo>
                <a:lnTo>
                  <a:pt x="1288" y="142"/>
                </a:lnTo>
                <a:close/>
                <a:moveTo>
                  <a:pt x="1304" y="142"/>
                </a:moveTo>
                <a:lnTo>
                  <a:pt x="1312" y="142"/>
                </a:lnTo>
                <a:lnTo>
                  <a:pt x="1312" y="135"/>
                </a:lnTo>
                <a:lnTo>
                  <a:pt x="1304" y="135"/>
                </a:lnTo>
                <a:lnTo>
                  <a:pt x="1304" y="142"/>
                </a:lnTo>
                <a:close/>
                <a:moveTo>
                  <a:pt x="1572" y="142"/>
                </a:moveTo>
                <a:lnTo>
                  <a:pt x="1579" y="142"/>
                </a:lnTo>
                <a:lnTo>
                  <a:pt x="1579" y="135"/>
                </a:lnTo>
                <a:lnTo>
                  <a:pt x="1572" y="135"/>
                </a:lnTo>
                <a:lnTo>
                  <a:pt x="1572" y="142"/>
                </a:lnTo>
                <a:close/>
                <a:moveTo>
                  <a:pt x="1589" y="142"/>
                </a:moveTo>
                <a:lnTo>
                  <a:pt x="1596" y="142"/>
                </a:lnTo>
                <a:lnTo>
                  <a:pt x="1596" y="135"/>
                </a:lnTo>
                <a:lnTo>
                  <a:pt x="1589" y="135"/>
                </a:lnTo>
                <a:lnTo>
                  <a:pt x="1589" y="142"/>
                </a:lnTo>
                <a:close/>
                <a:moveTo>
                  <a:pt x="1605" y="142"/>
                </a:moveTo>
                <a:lnTo>
                  <a:pt x="1612" y="142"/>
                </a:lnTo>
                <a:lnTo>
                  <a:pt x="1612" y="135"/>
                </a:lnTo>
                <a:lnTo>
                  <a:pt x="1605" y="135"/>
                </a:lnTo>
                <a:lnTo>
                  <a:pt x="1605" y="142"/>
                </a:lnTo>
                <a:close/>
                <a:moveTo>
                  <a:pt x="1622" y="142"/>
                </a:moveTo>
                <a:lnTo>
                  <a:pt x="1629" y="142"/>
                </a:lnTo>
                <a:lnTo>
                  <a:pt x="1629" y="135"/>
                </a:lnTo>
                <a:lnTo>
                  <a:pt x="1622" y="135"/>
                </a:lnTo>
                <a:lnTo>
                  <a:pt x="1622" y="142"/>
                </a:lnTo>
                <a:close/>
                <a:moveTo>
                  <a:pt x="1638" y="142"/>
                </a:moveTo>
                <a:lnTo>
                  <a:pt x="1645" y="142"/>
                </a:lnTo>
                <a:lnTo>
                  <a:pt x="1645" y="135"/>
                </a:lnTo>
                <a:lnTo>
                  <a:pt x="1638" y="135"/>
                </a:lnTo>
                <a:lnTo>
                  <a:pt x="1638" y="142"/>
                </a:lnTo>
                <a:close/>
                <a:moveTo>
                  <a:pt x="1657" y="142"/>
                </a:moveTo>
                <a:lnTo>
                  <a:pt x="1664" y="142"/>
                </a:lnTo>
                <a:lnTo>
                  <a:pt x="1664" y="135"/>
                </a:lnTo>
                <a:lnTo>
                  <a:pt x="1657" y="135"/>
                </a:lnTo>
                <a:lnTo>
                  <a:pt x="1657" y="142"/>
                </a:lnTo>
                <a:close/>
                <a:moveTo>
                  <a:pt x="2024" y="142"/>
                </a:moveTo>
                <a:lnTo>
                  <a:pt x="2031" y="142"/>
                </a:lnTo>
                <a:lnTo>
                  <a:pt x="2031" y="135"/>
                </a:lnTo>
                <a:lnTo>
                  <a:pt x="2024" y="135"/>
                </a:lnTo>
                <a:lnTo>
                  <a:pt x="2024" y="142"/>
                </a:lnTo>
                <a:close/>
                <a:moveTo>
                  <a:pt x="2259" y="142"/>
                </a:moveTo>
                <a:lnTo>
                  <a:pt x="2266" y="142"/>
                </a:lnTo>
                <a:lnTo>
                  <a:pt x="2266" y="135"/>
                </a:lnTo>
                <a:lnTo>
                  <a:pt x="2259" y="135"/>
                </a:lnTo>
                <a:lnTo>
                  <a:pt x="2259" y="142"/>
                </a:lnTo>
                <a:close/>
                <a:moveTo>
                  <a:pt x="2275" y="142"/>
                </a:moveTo>
                <a:lnTo>
                  <a:pt x="2282" y="142"/>
                </a:lnTo>
                <a:lnTo>
                  <a:pt x="2282" y="135"/>
                </a:lnTo>
                <a:lnTo>
                  <a:pt x="2275" y="135"/>
                </a:lnTo>
                <a:lnTo>
                  <a:pt x="2275" y="142"/>
                </a:lnTo>
                <a:close/>
                <a:moveTo>
                  <a:pt x="2308" y="142"/>
                </a:moveTo>
                <a:lnTo>
                  <a:pt x="2316" y="142"/>
                </a:lnTo>
                <a:lnTo>
                  <a:pt x="2316" y="135"/>
                </a:lnTo>
                <a:lnTo>
                  <a:pt x="2308" y="135"/>
                </a:lnTo>
                <a:lnTo>
                  <a:pt x="2308" y="142"/>
                </a:lnTo>
                <a:close/>
                <a:moveTo>
                  <a:pt x="2325" y="142"/>
                </a:moveTo>
                <a:lnTo>
                  <a:pt x="2332" y="142"/>
                </a:lnTo>
                <a:lnTo>
                  <a:pt x="2332" y="135"/>
                </a:lnTo>
                <a:lnTo>
                  <a:pt x="2325" y="135"/>
                </a:lnTo>
                <a:lnTo>
                  <a:pt x="2325" y="142"/>
                </a:lnTo>
                <a:close/>
                <a:moveTo>
                  <a:pt x="2342" y="142"/>
                </a:moveTo>
                <a:lnTo>
                  <a:pt x="2349" y="142"/>
                </a:lnTo>
                <a:lnTo>
                  <a:pt x="2349" y="135"/>
                </a:lnTo>
                <a:lnTo>
                  <a:pt x="2342" y="135"/>
                </a:lnTo>
                <a:lnTo>
                  <a:pt x="2342" y="142"/>
                </a:lnTo>
                <a:close/>
                <a:moveTo>
                  <a:pt x="2358" y="142"/>
                </a:moveTo>
                <a:lnTo>
                  <a:pt x="2365" y="142"/>
                </a:lnTo>
                <a:lnTo>
                  <a:pt x="2365" y="135"/>
                </a:lnTo>
                <a:lnTo>
                  <a:pt x="2358" y="135"/>
                </a:lnTo>
                <a:lnTo>
                  <a:pt x="2358" y="142"/>
                </a:lnTo>
                <a:close/>
                <a:moveTo>
                  <a:pt x="2375" y="142"/>
                </a:moveTo>
                <a:lnTo>
                  <a:pt x="2382" y="142"/>
                </a:lnTo>
                <a:lnTo>
                  <a:pt x="2382" y="135"/>
                </a:lnTo>
                <a:lnTo>
                  <a:pt x="2375" y="135"/>
                </a:lnTo>
                <a:lnTo>
                  <a:pt x="2375" y="142"/>
                </a:lnTo>
                <a:close/>
                <a:moveTo>
                  <a:pt x="2391" y="142"/>
                </a:moveTo>
                <a:lnTo>
                  <a:pt x="2398" y="142"/>
                </a:lnTo>
                <a:lnTo>
                  <a:pt x="2398" y="135"/>
                </a:lnTo>
                <a:lnTo>
                  <a:pt x="2391" y="135"/>
                </a:lnTo>
                <a:lnTo>
                  <a:pt x="2391" y="142"/>
                </a:lnTo>
                <a:close/>
                <a:moveTo>
                  <a:pt x="2711" y="142"/>
                </a:moveTo>
                <a:lnTo>
                  <a:pt x="2718" y="142"/>
                </a:lnTo>
                <a:lnTo>
                  <a:pt x="2718" y="135"/>
                </a:lnTo>
                <a:lnTo>
                  <a:pt x="2711" y="135"/>
                </a:lnTo>
                <a:lnTo>
                  <a:pt x="2711" y="142"/>
                </a:lnTo>
                <a:close/>
                <a:moveTo>
                  <a:pt x="419" y="159"/>
                </a:moveTo>
                <a:lnTo>
                  <a:pt x="426" y="159"/>
                </a:lnTo>
                <a:lnTo>
                  <a:pt x="426" y="152"/>
                </a:lnTo>
                <a:lnTo>
                  <a:pt x="419" y="152"/>
                </a:lnTo>
                <a:lnTo>
                  <a:pt x="419" y="159"/>
                </a:lnTo>
                <a:close/>
                <a:moveTo>
                  <a:pt x="435" y="159"/>
                </a:moveTo>
                <a:lnTo>
                  <a:pt x="442" y="159"/>
                </a:lnTo>
                <a:lnTo>
                  <a:pt x="442" y="152"/>
                </a:lnTo>
                <a:lnTo>
                  <a:pt x="435" y="152"/>
                </a:lnTo>
                <a:lnTo>
                  <a:pt x="435" y="159"/>
                </a:lnTo>
                <a:close/>
                <a:moveTo>
                  <a:pt x="452" y="159"/>
                </a:moveTo>
                <a:lnTo>
                  <a:pt x="459" y="159"/>
                </a:lnTo>
                <a:lnTo>
                  <a:pt x="459" y="152"/>
                </a:lnTo>
                <a:lnTo>
                  <a:pt x="452" y="152"/>
                </a:lnTo>
                <a:lnTo>
                  <a:pt x="452" y="159"/>
                </a:lnTo>
                <a:close/>
                <a:moveTo>
                  <a:pt x="469" y="159"/>
                </a:moveTo>
                <a:lnTo>
                  <a:pt x="476" y="159"/>
                </a:lnTo>
                <a:lnTo>
                  <a:pt x="476" y="152"/>
                </a:lnTo>
                <a:lnTo>
                  <a:pt x="469" y="152"/>
                </a:lnTo>
                <a:lnTo>
                  <a:pt x="469" y="159"/>
                </a:lnTo>
                <a:close/>
                <a:moveTo>
                  <a:pt x="485" y="159"/>
                </a:moveTo>
                <a:lnTo>
                  <a:pt x="492" y="159"/>
                </a:lnTo>
                <a:lnTo>
                  <a:pt x="492" y="152"/>
                </a:lnTo>
                <a:lnTo>
                  <a:pt x="485" y="152"/>
                </a:lnTo>
                <a:lnTo>
                  <a:pt x="485" y="159"/>
                </a:lnTo>
                <a:close/>
                <a:moveTo>
                  <a:pt x="502" y="159"/>
                </a:moveTo>
                <a:lnTo>
                  <a:pt x="509" y="159"/>
                </a:lnTo>
                <a:lnTo>
                  <a:pt x="509" y="152"/>
                </a:lnTo>
                <a:lnTo>
                  <a:pt x="502" y="152"/>
                </a:lnTo>
                <a:lnTo>
                  <a:pt x="502" y="159"/>
                </a:lnTo>
                <a:close/>
                <a:moveTo>
                  <a:pt x="518" y="159"/>
                </a:moveTo>
                <a:lnTo>
                  <a:pt x="525" y="159"/>
                </a:lnTo>
                <a:lnTo>
                  <a:pt x="525" y="152"/>
                </a:lnTo>
                <a:lnTo>
                  <a:pt x="518" y="152"/>
                </a:lnTo>
                <a:lnTo>
                  <a:pt x="518" y="159"/>
                </a:lnTo>
                <a:close/>
                <a:moveTo>
                  <a:pt x="535" y="159"/>
                </a:moveTo>
                <a:lnTo>
                  <a:pt x="542" y="159"/>
                </a:lnTo>
                <a:lnTo>
                  <a:pt x="542" y="152"/>
                </a:lnTo>
                <a:lnTo>
                  <a:pt x="535" y="152"/>
                </a:lnTo>
                <a:lnTo>
                  <a:pt x="535" y="159"/>
                </a:lnTo>
                <a:close/>
                <a:moveTo>
                  <a:pt x="551" y="159"/>
                </a:moveTo>
                <a:lnTo>
                  <a:pt x="559" y="159"/>
                </a:lnTo>
                <a:lnTo>
                  <a:pt x="559" y="152"/>
                </a:lnTo>
                <a:lnTo>
                  <a:pt x="551" y="152"/>
                </a:lnTo>
                <a:lnTo>
                  <a:pt x="551" y="159"/>
                </a:lnTo>
                <a:close/>
                <a:moveTo>
                  <a:pt x="568" y="159"/>
                </a:moveTo>
                <a:lnTo>
                  <a:pt x="575" y="159"/>
                </a:lnTo>
                <a:lnTo>
                  <a:pt x="575" y="152"/>
                </a:lnTo>
                <a:lnTo>
                  <a:pt x="568" y="152"/>
                </a:lnTo>
                <a:lnTo>
                  <a:pt x="568" y="159"/>
                </a:lnTo>
                <a:close/>
                <a:moveTo>
                  <a:pt x="585" y="159"/>
                </a:moveTo>
                <a:lnTo>
                  <a:pt x="592" y="159"/>
                </a:lnTo>
                <a:lnTo>
                  <a:pt x="592" y="152"/>
                </a:lnTo>
                <a:lnTo>
                  <a:pt x="585" y="152"/>
                </a:lnTo>
                <a:lnTo>
                  <a:pt x="585" y="159"/>
                </a:lnTo>
                <a:close/>
                <a:moveTo>
                  <a:pt x="601" y="159"/>
                </a:moveTo>
                <a:lnTo>
                  <a:pt x="608" y="159"/>
                </a:lnTo>
                <a:lnTo>
                  <a:pt x="608" y="152"/>
                </a:lnTo>
                <a:lnTo>
                  <a:pt x="601" y="152"/>
                </a:lnTo>
                <a:lnTo>
                  <a:pt x="601" y="159"/>
                </a:lnTo>
                <a:close/>
                <a:moveTo>
                  <a:pt x="620" y="159"/>
                </a:moveTo>
                <a:lnTo>
                  <a:pt x="625" y="159"/>
                </a:lnTo>
                <a:lnTo>
                  <a:pt x="625" y="152"/>
                </a:lnTo>
                <a:lnTo>
                  <a:pt x="620" y="152"/>
                </a:lnTo>
                <a:lnTo>
                  <a:pt x="620" y="159"/>
                </a:lnTo>
                <a:close/>
                <a:moveTo>
                  <a:pt x="637" y="159"/>
                </a:moveTo>
                <a:lnTo>
                  <a:pt x="644" y="159"/>
                </a:lnTo>
                <a:lnTo>
                  <a:pt x="644" y="152"/>
                </a:lnTo>
                <a:lnTo>
                  <a:pt x="637" y="152"/>
                </a:lnTo>
                <a:lnTo>
                  <a:pt x="637" y="159"/>
                </a:lnTo>
                <a:close/>
                <a:moveTo>
                  <a:pt x="653" y="159"/>
                </a:moveTo>
                <a:lnTo>
                  <a:pt x="660" y="159"/>
                </a:lnTo>
                <a:lnTo>
                  <a:pt x="660" y="152"/>
                </a:lnTo>
                <a:lnTo>
                  <a:pt x="653" y="152"/>
                </a:lnTo>
                <a:lnTo>
                  <a:pt x="653" y="159"/>
                </a:lnTo>
                <a:close/>
                <a:moveTo>
                  <a:pt x="670" y="159"/>
                </a:moveTo>
                <a:lnTo>
                  <a:pt x="677" y="159"/>
                </a:lnTo>
                <a:lnTo>
                  <a:pt x="677" y="152"/>
                </a:lnTo>
                <a:lnTo>
                  <a:pt x="670" y="152"/>
                </a:lnTo>
                <a:lnTo>
                  <a:pt x="670" y="159"/>
                </a:lnTo>
                <a:close/>
                <a:moveTo>
                  <a:pt x="686" y="159"/>
                </a:moveTo>
                <a:lnTo>
                  <a:pt x="693" y="159"/>
                </a:lnTo>
                <a:lnTo>
                  <a:pt x="693" y="152"/>
                </a:lnTo>
                <a:lnTo>
                  <a:pt x="686" y="152"/>
                </a:lnTo>
                <a:lnTo>
                  <a:pt x="686" y="159"/>
                </a:lnTo>
                <a:close/>
                <a:moveTo>
                  <a:pt x="703" y="159"/>
                </a:moveTo>
                <a:lnTo>
                  <a:pt x="710" y="159"/>
                </a:lnTo>
                <a:lnTo>
                  <a:pt x="710" y="152"/>
                </a:lnTo>
                <a:lnTo>
                  <a:pt x="703" y="152"/>
                </a:lnTo>
                <a:lnTo>
                  <a:pt x="703" y="159"/>
                </a:lnTo>
                <a:close/>
                <a:moveTo>
                  <a:pt x="720" y="159"/>
                </a:moveTo>
                <a:lnTo>
                  <a:pt x="727" y="159"/>
                </a:lnTo>
                <a:lnTo>
                  <a:pt x="727" y="152"/>
                </a:lnTo>
                <a:lnTo>
                  <a:pt x="720" y="152"/>
                </a:lnTo>
                <a:lnTo>
                  <a:pt x="720" y="159"/>
                </a:lnTo>
                <a:close/>
                <a:moveTo>
                  <a:pt x="736" y="159"/>
                </a:moveTo>
                <a:lnTo>
                  <a:pt x="743" y="159"/>
                </a:lnTo>
                <a:lnTo>
                  <a:pt x="743" y="152"/>
                </a:lnTo>
                <a:lnTo>
                  <a:pt x="736" y="152"/>
                </a:lnTo>
                <a:lnTo>
                  <a:pt x="736" y="159"/>
                </a:lnTo>
                <a:close/>
                <a:moveTo>
                  <a:pt x="753" y="159"/>
                </a:moveTo>
                <a:lnTo>
                  <a:pt x="760" y="159"/>
                </a:lnTo>
                <a:lnTo>
                  <a:pt x="760" y="152"/>
                </a:lnTo>
                <a:lnTo>
                  <a:pt x="753" y="152"/>
                </a:lnTo>
                <a:lnTo>
                  <a:pt x="753" y="159"/>
                </a:lnTo>
                <a:close/>
                <a:moveTo>
                  <a:pt x="769" y="159"/>
                </a:moveTo>
                <a:lnTo>
                  <a:pt x="776" y="159"/>
                </a:lnTo>
                <a:lnTo>
                  <a:pt x="776" y="152"/>
                </a:lnTo>
                <a:lnTo>
                  <a:pt x="769" y="152"/>
                </a:lnTo>
                <a:lnTo>
                  <a:pt x="769" y="159"/>
                </a:lnTo>
                <a:close/>
                <a:moveTo>
                  <a:pt x="786" y="159"/>
                </a:moveTo>
                <a:lnTo>
                  <a:pt x="793" y="159"/>
                </a:lnTo>
                <a:lnTo>
                  <a:pt x="793" y="152"/>
                </a:lnTo>
                <a:lnTo>
                  <a:pt x="786" y="152"/>
                </a:lnTo>
                <a:lnTo>
                  <a:pt x="786" y="159"/>
                </a:lnTo>
                <a:close/>
                <a:moveTo>
                  <a:pt x="802" y="159"/>
                </a:moveTo>
                <a:lnTo>
                  <a:pt x="810" y="159"/>
                </a:lnTo>
                <a:lnTo>
                  <a:pt x="810" y="152"/>
                </a:lnTo>
                <a:lnTo>
                  <a:pt x="802" y="152"/>
                </a:lnTo>
                <a:lnTo>
                  <a:pt x="802" y="159"/>
                </a:lnTo>
                <a:close/>
                <a:moveTo>
                  <a:pt x="871" y="159"/>
                </a:moveTo>
                <a:lnTo>
                  <a:pt x="876" y="159"/>
                </a:lnTo>
                <a:lnTo>
                  <a:pt x="876" y="152"/>
                </a:lnTo>
                <a:lnTo>
                  <a:pt x="871" y="152"/>
                </a:lnTo>
                <a:lnTo>
                  <a:pt x="871" y="159"/>
                </a:lnTo>
                <a:close/>
                <a:moveTo>
                  <a:pt x="888" y="159"/>
                </a:moveTo>
                <a:lnTo>
                  <a:pt x="895" y="159"/>
                </a:lnTo>
                <a:lnTo>
                  <a:pt x="895" y="152"/>
                </a:lnTo>
                <a:lnTo>
                  <a:pt x="888" y="152"/>
                </a:lnTo>
                <a:lnTo>
                  <a:pt x="888" y="159"/>
                </a:lnTo>
                <a:close/>
                <a:moveTo>
                  <a:pt x="904" y="159"/>
                </a:moveTo>
                <a:lnTo>
                  <a:pt x="911" y="159"/>
                </a:lnTo>
                <a:lnTo>
                  <a:pt x="911" y="152"/>
                </a:lnTo>
                <a:lnTo>
                  <a:pt x="904" y="152"/>
                </a:lnTo>
                <a:lnTo>
                  <a:pt x="904" y="159"/>
                </a:lnTo>
                <a:close/>
                <a:moveTo>
                  <a:pt x="921" y="159"/>
                </a:moveTo>
                <a:lnTo>
                  <a:pt x="928" y="159"/>
                </a:lnTo>
                <a:lnTo>
                  <a:pt x="928" y="152"/>
                </a:lnTo>
                <a:lnTo>
                  <a:pt x="921" y="152"/>
                </a:lnTo>
                <a:lnTo>
                  <a:pt x="921" y="159"/>
                </a:lnTo>
                <a:close/>
                <a:moveTo>
                  <a:pt x="937" y="159"/>
                </a:moveTo>
                <a:lnTo>
                  <a:pt x="944" y="159"/>
                </a:lnTo>
                <a:lnTo>
                  <a:pt x="944" y="152"/>
                </a:lnTo>
                <a:lnTo>
                  <a:pt x="937" y="152"/>
                </a:lnTo>
                <a:lnTo>
                  <a:pt x="937" y="159"/>
                </a:lnTo>
                <a:close/>
                <a:moveTo>
                  <a:pt x="954" y="159"/>
                </a:moveTo>
                <a:lnTo>
                  <a:pt x="961" y="159"/>
                </a:lnTo>
                <a:lnTo>
                  <a:pt x="961" y="152"/>
                </a:lnTo>
                <a:lnTo>
                  <a:pt x="954" y="152"/>
                </a:lnTo>
                <a:lnTo>
                  <a:pt x="954" y="159"/>
                </a:lnTo>
                <a:close/>
                <a:moveTo>
                  <a:pt x="971" y="159"/>
                </a:moveTo>
                <a:lnTo>
                  <a:pt x="978" y="159"/>
                </a:lnTo>
                <a:lnTo>
                  <a:pt x="978" y="152"/>
                </a:lnTo>
                <a:lnTo>
                  <a:pt x="971" y="152"/>
                </a:lnTo>
                <a:lnTo>
                  <a:pt x="971" y="159"/>
                </a:lnTo>
                <a:close/>
                <a:moveTo>
                  <a:pt x="987" y="159"/>
                </a:moveTo>
                <a:lnTo>
                  <a:pt x="994" y="159"/>
                </a:lnTo>
                <a:lnTo>
                  <a:pt x="994" y="152"/>
                </a:lnTo>
                <a:lnTo>
                  <a:pt x="987" y="152"/>
                </a:lnTo>
                <a:lnTo>
                  <a:pt x="987" y="159"/>
                </a:lnTo>
                <a:close/>
                <a:moveTo>
                  <a:pt x="1004" y="159"/>
                </a:moveTo>
                <a:lnTo>
                  <a:pt x="1011" y="159"/>
                </a:lnTo>
                <a:lnTo>
                  <a:pt x="1011" y="152"/>
                </a:lnTo>
                <a:lnTo>
                  <a:pt x="1004" y="152"/>
                </a:lnTo>
                <a:lnTo>
                  <a:pt x="1004" y="159"/>
                </a:lnTo>
                <a:close/>
                <a:moveTo>
                  <a:pt x="1020" y="159"/>
                </a:moveTo>
                <a:lnTo>
                  <a:pt x="1027" y="159"/>
                </a:lnTo>
                <a:lnTo>
                  <a:pt x="1027" y="152"/>
                </a:lnTo>
                <a:lnTo>
                  <a:pt x="1020" y="152"/>
                </a:lnTo>
                <a:lnTo>
                  <a:pt x="1020" y="159"/>
                </a:lnTo>
                <a:close/>
                <a:moveTo>
                  <a:pt x="1037" y="159"/>
                </a:moveTo>
                <a:lnTo>
                  <a:pt x="1044" y="159"/>
                </a:lnTo>
                <a:lnTo>
                  <a:pt x="1044" y="152"/>
                </a:lnTo>
                <a:lnTo>
                  <a:pt x="1037" y="152"/>
                </a:lnTo>
                <a:lnTo>
                  <a:pt x="1037" y="159"/>
                </a:lnTo>
                <a:close/>
                <a:moveTo>
                  <a:pt x="1053" y="159"/>
                </a:moveTo>
                <a:lnTo>
                  <a:pt x="1061" y="159"/>
                </a:lnTo>
                <a:lnTo>
                  <a:pt x="1061" y="152"/>
                </a:lnTo>
                <a:lnTo>
                  <a:pt x="1053" y="152"/>
                </a:lnTo>
                <a:lnTo>
                  <a:pt x="1053" y="159"/>
                </a:lnTo>
                <a:close/>
                <a:moveTo>
                  <a:pt x="1070" y="159"/>
                </a:moveTo>
                <a:lnTo>
                  <a:pt x="1077" y="159"/>
                </a:lnTo>
                <a:lnTo>
                  <a:pt x="1077" y="152"/>
                </a:lnTo>
                <a:lnTo>
                  <a:pt x="1070" y="152"/>
                </a:lnTo>
                <a:lnTo>
                  <a:pt x="1070" y="159"/>
                </a:lnTo>
                <a:close/>
                <a:moveTo>
                  <a:pt x="1087" y="159"/>
                </a:moveTo>
                <a:lnTo>
                  <a:pt x="1094" y="159"/>
                </a:lnTo>
                <a:lnTo>
                  <a:pt x="1094" y="152"/>
                </a:lnTo>
                <a:lnTo>
                  <a:pt x="1087" y="152"/>
                </a:lnTo>
                <a:lnTo>
                  <a:pt x="1087" y="159"/>
                </a:lnTo>
                <a:close/>
                <a:moveTo>
                  <a:pt x="1103" y="159"/>
                </a:moveTo>
                <a:lnTo>
                  <a:pt x="1110" y="159"/>
                </a:lnTo>
                <a:lnTo>
                  <a:pt x="1110" y="152"/>
                </a:lnTo>
                <a:lnTo>
                  <a:pt x="1103" y="152"/>
                </a:lnTo>
                <a:lnTo>
                  <a:pt x="1103" y="159"/>
                </a:lnTo>
                <a:close/>
                <a:moveTo>
                  <a:pt x="1120" y="159"/>
                </a:moveTo>
                <a:lnTo>
                  <a:pt x="1127" y="159"/>
                </a:lnTo>
                <a:lnTo>
                  <a:pt x="1127" y="152"/>
                </a:lnTo>
                <a:lnTo>
                  <a:pt x="1120" y="152"/>
                </a:lnTo>
                <a:lnTo>
                  <a:pt x="1120" y="159"/>
                </a:lnTo>
                <a:close/>
                <a:moveTo>
                  <a:pt x="1139" y="159"/>
                </a:moveTo>
                <a:lnTo>
                  <a:pt x="1146" y="159"/>
                </a:lnTo>
                <a:lnTo>
                  <a:pt x="1146" y="152"/>
                </a:lnTo>
                <a:lnTo>
                  <a:pt x="1139" y="152"/>
                </a:lnTo>
                <a:lnTo>
                  <a:pt x="1139" y="159"/>
                </a:lnTo>
                <a:close/>
                <a:moveTo>
                  <a:pt x="1155" y="159"/>
                </a:moveTo>
                <a:lnTo>
                  <a:pt x="1162" y="159"/>
                </a:lnTo>
                <a:lnTo>
                  <a:pt x="1162" y="152"/>
                </a:lnTo>
                <a:lnTo>
                  <a:pt x="1155" y="152"/>
                </a:lnTo>
                <a:lnTo>
                  <a:pt x="1155" y="159"/>
                </a:lnTo>
                <a:close/>
                <a:moveTo>
                  <a:pt x="1172" y="159"/>
                </a:moveTo>
                <a:lnTo>
                  <a:pt x="1179" y="159"/>
                </a:lnTo>
                <a:lnTo>
                  <a:pt x="1179" y="152"/>
                </a:lnTo>
                <a:lnTo>
                  <a:pt x="1172" y="152"/>
                </a:lnTo>
                <a:lnTo>
                  <a:pt x="1172" y="159"/>
                </a:lnTo>
                <a:close/>
                <a:moveTo>
                  <a:pt x="1188" y="159"/>
                </a:moveTo>
                <a:lnTo>
                  <a:pt x="1196" y="159"/>
                </a:lnTo>
                <a:lnTo>
                  <a:pt x="1196" y="152"/>
                </a:lnTo>
                <a:lnTo>
                  <a:pt x="1188" y="152"/>
                </a:lnTo>
                <a:lnTo>
                  <a:pt x="1188" y="159"/>
                </a:lnTo>
                <a:close/>
                <a:moveTo>
                  <a:pt x="1205" y="159"/>
                </a:moveTo>
                <a:lnTo>
                  <a:pt x="1212" y="159"/>
                </a:lnTo>
                <a:lnTo>
                  <a:pt x="1212" y="152"/>
                </a:lnTo>
                <a:lnTo>
                  <a:pt x="1205" y="152"/>
                </a:lnTo>
                <a:lnTo>
                  <a:pt x="1205" y="159"/>
                </a:lnTo>
                <a:close/>
                <a:moveTo>
                  <a:pt x="1222" y="159"/>
                </a:moveTo>
                <a:lnTo>
                  <a:pt x="1229" y="159"/>
                </a:lnTo>
                <a:lnTo>
                  <a:pt x="1229" y="152"/>
                </a:lnTo>
                <a:lnTo>
                  <a:pt x="1222" y="152"/>
                </a:lnTo>
                <a:lnTo>
                  <a:pt x="1222" y="159"/>
                </a:lnTo>
                <a:close/>
                <a:moveTo>
                  <a:pt x="1238" y="159"/>
                </a:moveTo>
                <a:lnTo>
                  <a:pt x="1245" y="159"/>
                </a:lnTo>
                <a:lnTo>
                  <a:pt x="1245" y="152"/>
                </a:lnTo>
                <a:lnTo>
                  <a:pt x="1238" y="152"/>
                </a:lnTo>
                <a:lnTo>
                  <a:pt x="1238" y="159"/>
                </a:lnTo>
                <a:close/>
                <a:moveTo>
                  <a:pt x="1255" y="159"/>
                </a:moveTo>
                <a:lnTo>
                  <a:pt x="1262" y="159"/>
                </a:lnTo>
                <a:lnTo>
                  <a:pt x="1262" y="152"/>
                </a:lnTo>
                <a:lnTo>
                  <a:pt x="1255" y="152"/>
                </a:lnTo>
                <a:lnTo>
                  <a:pt x="1255" y="159"/>
                </a:lnTo>
                <a:close/>
                <a:moveTo>
                  <a:pt x="1271" y="159"/>
                </a:moveTo>
                <a:lnTo>
                  <a:pt x="1278" y="159"/>
                </a:lnTo>
                <a:lnTo>
                  <a:pt x="1278" y="152"/>
                </a:lnTo>
                <a:lnTo>
                  <a:pt x="1271" y="152"/>
                </a:lnTo>
                <a:lnTo>
                  <a:pt x="1271" y="159"/>
                </a:lnTo>
                <a:close/>
                <a:moveTo>
                  <a:pt x="1288" y="159"/>
                </a:moveTo>
                <a:lnTo>
                  <a:pt x="1295" y="159"/>
                </a:lnTo>
                <a:lnTo>
                  <a:pt x="1295" y="152"/>
                </a:lnTo>
                <a:lnTo>
                  <a:pt x="1288" y="152"/>
                </a:lnTo>
                <a:lnTo>
                  <a:pt x="1288" y="159"/>
                </a:lnTo>
                <a:close/>
                <a:moveTo>
                  <a:pt x="1304" y="159"/>
                </a:moveTo>
                <a:lnTo>
                  <a:pt x="1312" y="159"/>
                </a:lnTo>
                <a:lnTo>
                  <a:pt x="1312" y="152"/>
                </a:lnTo>
                <a:lnTo>
                  <a:pt x="1304" y="152"/>
                </a:lnTo>
                <a:lnTo>
                  <a:pt x="1304" y="159"/>
                </a:lnTo>
                <a:close/>
                <a:moveTo>
                  <a:pt x="1589" y="159"/>
                </a:moveTo>
                <a:lnTo>
                  <a:pt x="1596" y="159"/>
                </a:lnTo>
                <a:lnTo>
                  <a:pt x="1596" y="152"/>
                </a:lnTo>
                <a:lnTo>
                  <a:pt x="1589" y="152"/>
                </a:lnTo>
                <a:lnTo>
                  <a:pt x="1589" y="159"/>
                </a:lnTo>
                <a:close/>
                <a:moveTo>
                  <a:pt x="1941" y="159"/>
                </a:moveTo>
                <a:lnTo>
                  <a:pt x="1949" y="159"/>
                </a:lnTo>
                <a:lnTo>
                  <a:pt x="1949" y="152"/>
                </a:lnTo>
                <a:lnTo>
                  <a:pt x="1941" y="152"/>
                </a:lnTo>
                <a:lnTo>
                  <a:pt x="1941" y="159"/>
                </a:lnTo>
                <a:close/>
                <a:moveTo>
                  <a:pt x="1958" y="159"/>
                </a:moveTo>
                <a:lnTo>
                  <a:pt x="1965" y="159"/>
                </a:lnTo>
                <a:lnTo>
                  <a:pt x="1965" y="152"/>
                </a:lnTo>
                <a:lnTo>
                  <a:pt x="1958" y="152"/>
                </a:lnTo>
                <a:lnTo>
                  <a:pt x="1958" y="159"/>
                </a:lnTo>
                <a:close/>
                <a:moveTo>
                  <a:pt x="1975" y="159"/>
                </a:moveTo>
                <a:lnTo>
                  <a:pt x="1982" y="159"/>
                </a:lnTo>
                <a:lnTo>
                  <a:pt x="1982" y="152"/>
                </a:lnTo>
                <a:lnTo>
                  <a:pt x="1975" y="152"/>
                </a:lnTo>
                <a:lnTo>
                  <a:pt x="1975" y="159"/>
                </a:lnTo>
                <a:close/>
                <a:moveTo>
                  <a:pt x="1991" y="159"/>
                </a:moveTo>
                <a:lnTo>
                  <a:pt x="1998" y="159"/>
                </a:lnTo>
                <a:lnTo>
                  <a:pt x="1998" y="152"/>
                </a:lnTo>
                <a:lnTo>
                  <a:pt x="1991" y="152"/>
                </a:lnTo>
                <a:lnTo>
                  <a:pt x="1991" y="159"/>
                </a:lnTo>
                <a:close/>
                <a:moveTo>
                  <a:pt x="2008" y="159"/>
                </a:moveTo>
                <a:lnTo>
                  <a:pt x="2015" y="159"/>
                </a:lnTo>
                <a:lnTo>
                  <a:pt x="2015" y="152"/>
                </a:lnTo>
                <a:lnTo>
                  <a:pt x="2008" y="152"/>
                </a:lnTo>
                <a:lnTo>
                  <a:pt x="2008" y="159"/>
                </a:lnTo>
                <a:close/>
                <a:moveTo>
                  <a:pt x="2024" y="159"/>
                </a:moveTo>
                <a:lnTo>
                  <a:pt x="2031" y="159"/>
                </a:lnTo>
                <a:lnTo>
                  <a:pt x="2031" y="152"/>
                </a:lnTo>
                <a:lnTo>
                  <a:pt x="2024" y="152"/>
                </a:lnTo>
                <a:lnTo>
                  <a:pt x="2024" y="159"/>
                </a:lnTo>
                <a:close/>
                <a:moveTo>
                  <a:pt x="2041" y="159"/>
                </a:moveTo>
                <a:lnTo>
                  <a:pt x="2048" y="159"/>
                </a:lnTo>
                <a:lnTo>
                  <a:pt x="2048" y="152"/>
                </a:lnTo>
                <a:lnTo>
                  <a:pt x="2041" y="152"/>
                </a:lnTo>
                <a:lnTo>
                  <a:pt x="2041" y="159"/>
                </a:lnTo>
                <a:close/>
                <a:moveTo>
                  <a:pt x="2242" y="159"/>
                </a:moveTo>
                <a:lnTo>
                  <a:pt x="2249" y="159"/>
                </a:lnTo>
                <a:lnTo>
                  <a:pt x="2249" y="152"/>
                </a:lnTo>
                <a:lnTo>
                  <a:pt x="2242" y="152"/>
                </a:lnTo>
                <a:lnTo>
                  <a:pt x="2242" y="159"/>
                </a:lnTo>
                <a:close/>
                <a:moveTo>
                  <a:pt x="2259" y="159"/>
                </a:moveTo>
                <a:lnTo>
                  <a:pt x="2266" y="159"/>
                </a:lnTo>
                <a:lnTo>
                  <a:pt x="2266" y="152"/>
                </a:lnTo>
                <a:lnTo>
                  <a:pt x="2259" y="152"/>
                </a:lnTo>
                <a:lnTo>
                  <a:pt x="2259" y="159"/>
                </a:lnTo>
                <a:close/>
                <a:moveTo>
                  <a:pt x="2275" y="159"/>
                </a:moveTo>
                <a:lnTo>
                  <a:pt x="2282" y="159"/>
                </a:lnTo>
                <a:lnTo>
                  <a:pt x="2282" y="152"/>
                </a:lnTo>
                <a:lnTo>
                  <a:pt x="2275" y="152"/>
                </a:lnTo>
                <a:lnTo>
                  <a:pt x="2275" y="159"/>
                </a:lnTo>
                <a:close/>
                <a:moveTo>
                  <a:pt x="2292" y="159"/>
                </a:moveTo>
                <a:lnTo>
                  <a:pt x="2299" y="159"/>
                </a:lnTo>
                <a:lnTo>
                  <a:pt x="2299" y="152"/>
                </a:lnTo>
                <a:lnTo>
                  <a:pt x="2292" y="152"/>
                </a:lnTo>
                <a:lnTo>
                  <a:pt x="2292" y="159"/>
                </a:lnTo>
                <a:close/>
                <a:moveTo>
                  <a:pt x="2308" y="159"/>
                </a:moveTo>
                <a:lnTo>
                  <a:pt x="2316" y="159"/>
                </a:lnTo>
                <a:lnTo>
                  <a:pt x="2316" y="152"/>
                </a:lnTo>
                <a:lnTo>
                  <a:pt x="2308" y="152"/>
                </a:lnTo>
                <a:lnTo>
                  <a:pt x="2308" y="159"/>
                </a:lnTo>
                <a:close/>
                <a:moveTo>
                  <a:pt x="2325" y="159"/>
                </a:moveTo>
                <a:lnTo>
                  <a:pt x="2332" y="159"/>
                </a:lnTo>
                <a:lnTo>
                  <a:pt x="2332" y="152"/>
                </a:lnTo>
                <a:lnTo>
                  <a:pt x="2325" y="152"/>
                </a:lnTo>
                <a:lnTo>
                  <a:pt x="2325" y="159"/>
                </a:lnTo>
                <a:close/>
                <a:moveTo>
                  <a:pt x="2342" y="159"/>
                </a:moveTo>
                <a:lnTo>
                  <a:pt x="2349" y="159"/>
                </a:lnTo>
                <a:lnTo>
                  <a:pt x="2349" y="152"/>
                </a:lnTo>
                <a:lnTo>
                  <a:pt x="2342" y="152"/>
                </a:lnTo>
                <a:lnTo>
                  <a:pt x="2342" y="159"/>
                </a:lnTo>
                <a:close/>
                <a:moveTo>
                  <a:pt x="2358" y="159"/>
                </a:moveTo>
                <a:lnTo>
                  <a:pt x="2365" y="159"/>
                </a:lnTo>
                <a:lnTo>
                  <a:pt x="2365" y="152"/>
                </a:lnTo>
                <a:lnTo>
                  <a:pt x="2358" y="152"/>
                </a:lnTo>
                <a:lnTo>
                  <a:pt x="2358" y="159"/>
                </a:lnTo>
                <a:close/>
                <a:moveTo>
                  <a:pt x="2375" y="159"/>
                </a:moveTo>
                <a:lnTo>
                  <a:pt x="2382" y="159"/>
                </a:lnTo>
                <a:lnTo>
                  <a:pt x="2382" y="152"/>
                </a:lnTo>
                <a:lnTo>
                  <a:pt x="2375" y="152"/>
                </a:lnTo>
                <a:lnTo>
                  <a:pt x="2375" y="159"/>
                </a:lnTo>
                <a:close/>
                <a:moveTo>
                  <a:pt x="2391" y="159"/>
                </a:moveTo>
                <a:lnTo>
                  <a:pt x="2398" y="159"/>
                </a:lnTo>
                <a:lnTo>
                  <a:pt x="2398" y="152"/>
                </a:lnTo>
                <a:lnTo>
                  <a:pt x="2391" y="152"/>
                </a:lnTo>
                <a:lnTo>
                  <a:pt x="2391" y="159"/>
                </a:lnTo>
                <a:close/>
                <a:moveTo>
                  <a:pt x="2408" y="159"/>
                </a:moveTo>
                <a:lnTo>
                  <a:pt x="2415" y="159"/>
                </a:lnTo>
                <a:lnTo>
                  <a:pt x="2415" y="152"/>
                </a:lnTo>
                <a:lnTo>
                  <a:pt x="2408" y="152"/>
                </a:lnTo>
                <a:lnTo>
                  <a:pt x="2408" y="159"/>
                </a:lnTo>
                <a:close/>
                <a:moveTo>
                  <a:pt x="2593" y="159"/>
                </a:moveTo>
                <a:lnTo>
                  <a:pt x="2600" y="159"/>
                </a:lnTo>
                <a:lnTo>
                  <a:pt x="2600" y="152"/>
                </a:lnTo>
                <a:lnTo>
                  <a:pt x="2593" y="152"/>
                </a:lnTo>
                <a:lnTo>
                  <a:pt x="2593" y="159"/>
                </a:lnTo>
                <a:close/>
                <a:moveTo>
                  <a:pt x="2609" y="159"/>
                </a:moveTo>
                <a:lnTo>
                  <a:pt x="2616" y="159"/>
                </a:lnTo>
                <a:lnTo>
                  <a:pt x="2616" y="152"/>
                </a:lnTo>
                <a:lnTo>
                  <a:pt x="2609" y="152"/>
                </a:lnTo>
                <a:lnTo>
                  <a:pt x="2609" y="159"/>
                </a:lnTo>
                <a:close/>
                <a:moveTo>
                  <a:pt x="2626" y="159"/>
                </a:moveTo>
                <a:lnTo>
                  <a:pt x="2633" y="159"/>
                </a:lnTo>
                <a:lnTo>
                  <a:pt x="2633" y="152"/>
                </a:lnTo>
                <a:lnTo>
                  <a:pt x="2626" y="152"/>
                </a:lnTo>
                <a:lnTo>
                  <a:pt x="2626" y="159"/>
                </a:lnTo>
                <a:close/>
                <a:moveTo>
                  <a:pt x="2642" y="159"/>
                </a:moveTo>
                <a:lnTo>
                  <a:pt x="2649" y="159"/>
                </a:lnTo>
                <a:lnTo>
                  <a:pt x="2649" y="152"/>
                </a:lnTo>
                <a:lnTo>
                  <a:pt x="2642" y="152"/>
                </a:lnTo>
                <a:lnTo>
                  <a:pt x="2642" y="159"/>
                </a:lnTo>
                <a:close/>
                <a:moveTo>
                  <a:pt x="2659" y="159"/>
                </a:moveTo>
                <a:lnTo>
                  <a:pt x="2666" y="159"/>
                </a:lnTo>
                <a:lnTo>
                  <a:pt x="2666" y="152"/>
                </a:lnTo>
                <a:lnTo>
                  <a:pt x="2659" y="152"/>
                </a:lnTo>
                <a:lnTo>
                  <a:pt x="2659" y="159"/>
                </a:lnTo>
                <a:close/>
                <a:moveTo>
                  <a:pt x="2678" y="159"/>
                </a:moveTo>
                <a:lnTo>
                  <a:pt x="2683" y="159"/>
                </a:lnTo>
                <a:lnTo>
                  <a:pt x="2683" y="152"/>
                </a:lnTo>
                <a:lnTo>
                  <a:pt x="2678" y="152"/>
                </a:lnTo>
                <a:lnTo>
                  <a:pt x="2678" y="159"/>
                </a:lnTo>
                <a:close/>
                <a:moveTo>
                  <a:pt x="2711" y="159"/>
                </a:moveTo>
                <a:lnTo>
                  <a:pt x="2718" y="159"/>
                </a:lnTo>
                <a:lnTo>
                  <a:pt x="2718" y="152"/>
                </a:lnTo>
                <a:lnTo>
                  <a:pt x="2711" y="152"/>
                </a:lnTo>
                <a:lnTo>
                  <a:pt x="2711" y="159"/>
                </a:lnTo>
                <a:close/>
                <a:moveTo>
                  <a:pt x="452" y="176"/>
                </a:moveTo>
                <a:lnTo>
                  <a:pt x="459" y="176"/>
                </a:lnTo>
                <a:lnTo>
                  <a:pt x="459" y="169"/>
                </a:lnTo>
                <a:lnTo>
                  <a:pt x="452" y="169"/>
                </a:lnTo>
                <a:lnTo>
                  <a:pt x="452" y="176"/>
                </a:lnTo>
                <a:close/>
                <a:moveTo>
                  <a:pt x="469" y="176"/>
                </a:moveTo>
                <a:lnTo>
                  <a:pt x="476" y="176"/>
                </a:lnTo>
                <a:lnTo>
                  <a:pt x="476" y="169"/>
                </a:lnTo>
                <a:lnTo>
                  <a:pt x="469" y="169"/>
                </a:lnTo>
                <a:lnTo>
                  <a:pt x="469" y="176"/>
                </a:lnTo>
                <a:close/>
                <a:moveTo>
                  <a:pt x="485" y="176"/>
                </a:moveTo>
                <a:lnTo>
                  <a:pt x="492" y="176"/>
                </a:lnTo>
                <a:lnTo>
                  <a:pt x="492" y="169"/>
                </a:lnTo>
                <a:lnTo>
                  <a:pt x="485" y="169"/>
                </a:lnTo>
                <a:lnTo>
                  <a:pt x="485" y="176"/>
                </a:lnTo>
                <a:close/>
                <a:moveTo>
                  <a:pt x="502" y="176"/>
                </a:moveTo>
                <a:lnTo>
                  <a:pt x="509" y="176"/>
                </a:lnTo>
                <a:lnTo>
                  <a:pt x="509" y="169"/>
                </a:lnTo>
                <a:lnTo>
                  <a:pt x="502" y="169"/>
                </a:lnTo>
                <a:lnTo>
                  <a:pt x="502" y="176"/>
                </a:lnTo>
                <a:close/>
                <a:moveTo>
                  <a:pt x="518" y="176"/>
                </a:moveTo>
                <a:lnTo>
                  <a:pt x="525" y="176"/>
                </a:lnTo>
                <a:lnTo>
                  <a:pt x="525" y="169"/>
                </a:lnTo>
                <a:lnTo>
                  <a:pt x="518" y="169"/>
                </a:lnTo>
                <a:lnTo>
                  <a:pt x="518" y="176"/>
                </a:lnTo>
                <a:close/>
                <a:moveTo>
                  <a:pt x="535" y="176"/>
                </a:moveTo>
                <a:lnTo>
                  <a:pt x="542" y="176"/>
                </a:lnTo>
                <a:lnTo>
                  <a:pt x="542" y="169"/>
                </a:lnTo>
                <a:lnTo>
                  <a:pt x="535" y="169"/>
                </a:lnTo>
                <a:lnTo>
                  <a:pt x="535" y="176"/>
                </a:lnTo>
                <a:close/>
                <a:moveTo>
                  <a:pt x="551" y="176"/>
                </a:moveTo>
                <a:lnTo>
                  <a:pt x="559" y="176"/>
                </a:lnTo>
                <a:lnTo>
                  <a:pt x="559" y="169"/>
                </a:lnTo>
                <a:lnTo>
                  <a:pt x="551" y="169"/>
                </a:lnTo>
                <a:lnTo>
                  <a:pt x="551" y="176"/>
                </a:lnTo>
                <a:close/>
                <a:moveTo>
                  <a:pt x="568" y="176"/>
                </a:moveTo>
                <a:lnTo>
                  <a:pt x="575" y="176"/>
                </a:lnTo>
                <a:lnTo>
                  <a:pt x="575" y="169"/>
                </a:lnTo>
                <a:lnTo>
                  <a:pt x="568" y="169"/>
                </a:lnTo>
                <a:lnTo>
                  <a:pt x="568" y="176"/>
                </a:lnTo>
                <a:close/>
                <a:moveTo>
                  <a:pt x="585" y="176"/>
                </a:moveTo>
                <a:lnTo>
                  <a:pt x="592" y="176"/>
                </a:lnTo>
                <a:lnTo>
                  <a:pt x="592" y="169"/>
                </a:lnTo>
                <a:lnTo>
                  <a:pt x="585" y="169"/>
                </a:lnTo>
                <a:lnTo>
                  <a:pt x="585" y="176"/>
                </a:lnTo>
                <a:close/>
                <a:moveTo>
                  <a:pt x="601" y="176"/>
                </a:moveTo>
                <a:lnTo>
                  <a:pt x="608" y="176"/>
                </a:lnTo>
                <a:lnTo>
                  <a:pt x="608" y="169"/>
                </a:lnTo>
                <a:lnTo>
                  <a:pt x="601" y="169"/>
                </a:lnTo>
                <a:lnTo>
                  <a:pt x="601" y="176"/>
                </a:lnTo>
                <a:close/>
                <a:moveTo>
                  <a:pt x="620" y="176"/>
                </a:moveTo>
                <a:lnTo>
                  <a:pt x="625" y="176"/>
                </a:lnTo>
                <a:lnTo>
                  <a:pt x="625" y="169"/>
                </a:lnTo>
                <a:lnTo>
                  <a:pt x="620" y="169"/>
                </a:lnTo>
                <a:lnTo>
                  <a:pt x="620" y="176"/>
                </a:lnTo>
                <a:close/>
                <a:moveTo>
                  <a:pt x="637" y="176"/>
                </a:moveTo>
                <a:lnTo>
                  <a:pt x="644" y="176"/>
                </a:lnTo>
                <a:lnTo>
                  <a:pt x="644" y="169"/>
                </a:lnTo>
                <a:lnTo>
                  <a:pt x="637" y="169"/>
                </a:lnTo>
                <a:lnTo>
                  <a:pt x="637" y="176"/>
                </a:lnTo>
                <a:close/>
                <a:moveTo>
                  <a:pt x="653" y="176"/>
                </a:moveTo>
                <a:lnTo>
                  <a:pt x="660" y="176"/>
                </a:lnTo>
                <a:lnTo>
                  <a:pt x="660" y="169"/>
                </a:lnTo>
                <a:lnTo>
                  <a:pt x="653" y="169"/>
                </a:lnTo>
                <a:lnTo>
                  <a:pt x="653" y="176"/>
                </a:lnTo>
                <a:close/>
                <a:moveTo>
                  <a:pt x="670" y="176"/>
                </a:moveTo>
                <a:lnTo>
                  <a:pt x="677" y="176"/>
                </a:lnTo>
                <a:lnTo>
                  <a:pt x="677" y="169"/>
                </a:lnTo>
                <a:lnTo>
                  <a:pt x="670" y="169"/>
                </a:lnTo>
                <a:lnTo>
                  <a:pt x="670" y="176"/>
                </a:lnTo>
                <a:close/>
                <a:moveTo>
                  <a:pt x="686" y="176"/>
                </a:moveTo>
                <a:lnTo>
                  <a:pt x="693" y="176"/>
                </a:lnTo>
                <a:lnTo>
                  <a:pt x="693" y="169"/>
                </a:lnTo>
                <a:lnTo>
                  <a:pt x="686" y="169"/>
                </a:lnTo>
                <a:lnTo>
                  <a:pt x="686" y="176"/>
                </a:lnTo>
                <a:close/>
                <a:moveTo>
                  <a:pt x="703" y="176"/>
                </a:moveTo>
                <a:lnTo>
                  <a:pt x="710" y="176"/>
                </a:lnTo>
                <a:lnTo>
                  <a:pt x="710" y="169"/>
                </a:lnTo>
                <a:lnTo>
                  <a:pt x="703" y="169"/>
                </a:lnTo>
                <a:lnTo>
                  <a:pt x="703" y="176"/>
                </a:lnTo>
                <a:close/>
                <a:moveTo>
                  <a:pt x="720" y="176"/>
                </a:moveTo>
                <a:lnTo>
                  <a:pt x="727" y="176"/>
                </a:lnTo>
                <a:lnTo>
                  <a:pt x="727" y="169"/>
                </a:lnTo>
                <a:lnTo>
                  <a:pt x="720" y="169"/>
                </a:lnTo>
                <a:lnTo>
                  <a:pt x="720" y="176"/>
                </a:lnTo>
                <a:close/>
                <a:moveTo>
                  <a:pt x="736" y="176"/>
                </a:moveTo>
                <a:lnTo>
                  <a:pt x="743" y="176"/>
                </a:lnTo>
                <a:lnTo>
                  <a:pt x="743" y="169"/>
                </a:lnTo>
                <a:lnTo>
                  <a:pt x="736" y="169"/>
                </a:lnTo>
                <a:lnTo>
                  <a:pt x="736" y="176"/>
                </a:lnTo>
                <a:close/>
                <a:moveTo>
                  <a:pt x="753" y="176"/>
                </a:moveTo>
                <a:lnTo>
                  <a:pt x="760" y="176"/>
                </a:lnTo>
                <a:lnTo>
                  <a:pt x="760" y="169"/>
                </a:lnTo>
                <a:lnTo>
                  <a:pt x="753" y="169"/>
                </a:lnTo>
                <a:lnTo>
                  <a:pt x="753" y="176"/>
                </a:lnTo>
                <a:close/>
                <a:moveTo>
                  <a:pt x="769" y="176"/>
                </a:moveTo>
                <a:lnTo>
                  <a:pt x="776" y="176"/>
                </a:lnTo>
                <a:lnTo>
                  <a:pt x="776" y="169"/>
                </a:lnTo>
                <a:lnTo>
                  <a:pt x="769" y="169"/>
                </a:lnTo>
                <a:lnTo>
                  <a:pt x="769" y="176"/>
                </a:lnTo>
                <a:close/>
                <a:moveTo>
                  <a:pt x="786" y="176"/>
                </a:moveTo>
                <a:lnTo>
                  <a:pt x="793" y="176"/>
                </a:lnTo>
                <a:lnTo>
                  <a:pt x="793" y="169"/>
                </a:lnTo>
                <a:lnTo>
                  <a:pt x="786" y="169"/>
                </a:lnTo>
                <a:lnTo>
                  <a:pt x="786" y="176"/>
                </a:lnTo>
                <a:close/>
                <a:moveTo>
                  <a:pt x="954" y="176"/>
                </a:moveTo>
                <a:lnTo>
                  <a:pt x="961" y="176"/>
                </a:lnTo>
                <a:lnTo>
                  <a:pt x="961" y="169"/>
                </a:lnTo>
                <a:lnTo>
                  <a:pt x="954" y="169"/>
                </a:lnTo>
                <a:lnTo>
                  <a:pt x="954" y="176"/>
                </a:lnTo>
                <a:close/>
                <a:moveTo>
                  <a:pt x="971" y="176"/>
                </a:moveTo>
                <a:lnTo>
                  <a:pt x="978" y="176"/>
                </a:lnTo>
                <a:lnTo>
                  <a:pt x="978" y="169"/>
                </a:lnTo>
                <a:lnTo>
                  <a:pt x="971" y="169"/>
                </a:lnTo>
                <a:lnTo>
                  <a:pt x="971" y="176"/>
                </a:lnTo>
                <a:close/>
                <a:moveTo>
                  <a:pt x="987" y="176"/>
                </a:moveTo>
                <a:lnTo>
                  <a:pt x="994" y="176"/>
                </a:lnTo>
                <a:lnTo>
                  <a:pt x="994" y="169"/>
                </a:lnTo>
                <a:lnTo>
                  <a:pt x="987" y="169"/>
                </a:lnTo>
                <a:lnTo>
                  <a:pt x="987" y="176"/>
                </a:lnTo>
                <a:close/>
                <a:moveTo>
                  <a:pt x="1004" y="176"/>
                </a:moveTo>
                <a:lnTo>
                  <a:pt x="1011" y="176"/>
                </a:lnTo>
                <a:lnTo>
                  <a:pt x="1011" y="169"/>
                </a:lnTo>
                <a:lnTo>
                  <a:pt x="1004" y="169"/>
                </a:lnTo>
                <a:lnTo>
                  <a:pt x="1004" y="176"/>
                </a:lnTo>
                <a:close/>
                <a:moveTo>
                  <a:pt x="1020" y="176"/>
                </a:moveTo>
                <a:lnTo>
                  <a:pt x="1027" y="176"/>
                </a:lnTo>
                <a:lnTo>
                  <a:pt x="1027" y="169"/>
                </a:lnTo>
                <a:lnTo>
                  <a:pt x="1020" y="169"/>
                </a:lnTo>
                <a:lnTo>
                  <a:pt x="1020" y="176"/>
                </a:lnTo>
                <a:close/>
                <a:moveTo>
                  <a:pt x="1037" y="176"/>
                </a:moveTo>
                <a:lnTo>
                  <a:pt x="1044" y="176"/>
                </a:lnTo>
                <a:lnTo>
                  <a:pt x="1044" y="169"/>
                </a:lnTo>
                <a:lnTo>
                  <a:pt x="1037" y="169"/>
                </a:lnTo>
                <a:lnTo>
                  <a:pt x="1037" y="176"/>
                </a:lnTo>
                <a:close/>
                <a:moveTo>
                  <a:pt x="1053" y="176"/>
                </a:moveTo>
                <a:lnTo>
                  <a:pt x="1061" y="176"/>
                </a:lnTo>
                <a:lnTo>
                  <a:pt x="1061" y="169"/>
                </a:lnTo>
                <a:lnTo>
                  <a:pt x="1053" y="169"/>
                </a:lnTo>
                <a:lnTo>
                  <a:pt x="1053" y="176"/>
                </a:lnTo>
                <a:close/>
                <a:moveTo>
                  <a:pt x="1070" y="176"/>
                </a:moveTo>
                <a:lnTo>
                  <a:pt x="1077" y="176"/>
                </a:lnTo>
                <a:lnTo>
                  <a:pt x="1077" y="169"/>
                </a:lnTo>
                <a:lnTo>
                  <a:pt x="1070" y="169"/>
                </a:lnTo>
                <a:lnTo>
                  <a:pt x="1070" y="176"/>
                </a:lnTo>
                <a:close/>
                <a:moveTo>
                  <a:pt x="1087" y="176"/>
                </a:moveTo>
                <a:lnTo>
                  <a:pt x="1094" y="176"/>
                </a:lnTo>
                <a:lnTo>
                  <a:pt x="1094" y="169"/>
                </a:lnTo>
                <a:lnTo>
                  <a:pt x="1087" y="169"/>
                </a:lnTo>
                <a:lnTo>
                  <a:pt x="1087" y="176"/>
                </a:lnTo>
                <a:close/>
                <a:moveTo>
                  <a:pt x="1103" y="176"/>
                </a:moveTo>
                <a:lnTo>
                  <a:pt x="1110" y="176"/>
                </a:lnTo>
                <a:lnTo>
                  <a:pt x="1110" y="169"/>
                </a:lnTo>
                <a:lnTo>
                  <a:pt x="1103" y="169"/>
                </a:lnTo>
                <a:lnTo>
                  <a:pt x="1103" y="176"/>
                </a:lnTo>
                <a:close/>
                <a:moveTo>
                  <a:pt x="1120" y="176"/>
                </a:moveTo>
                <a:lnTo>
                  <a:pt x="1127" y="176"/>
                </a:lnTo>
                <a:lnTo>
                  <a:pt x="1127" y="169"/>
                </a:lnTo>
                <a:lnTo>
                  <a:pt x="1120" y="169"/>
                </a:lnTo>
                <a:lnTo>
                  <a:pt x="1120" y="176"/>
                </a:lnTo>
                <a:close/>
                <a:moveTo>
                  <a:pt x="1139" y="176"/>
                </a:moveTo>
                <a:lnTo>
                  <a:pt x="1146" y="176"/>
                </a:lnTo>
                <a:lnTo>
                  <a:pt x="1146" y="169"/>
                </a:lnTo>
                <a:lnTo>
                  <a:pt x="1139" y="169"/>
                </a:lnTo>
                <a:lnTo>
                  <a:pt x="1139" y="176"/>
                </a:lnTo>
                <a:close/>
                <a:moveTo>
                  <a:pt x="1155" y="176"/>
                </a:moveTo>
                <a:lnTo>
                  <a:pt x="1162" y="176"/>
                </a:lnTo>
                <a:lnTo>
                  <a:pt x="1162" y="169"/>
                </a:lnTo>
                <a:lnTo>
                  <a:pt x="1155" y="169"/>
                </a:lnTo>
                <a:lnTo>
                  <a:pt x="1155" y="176"/>
                </a:lnTo>
                <a:close/>
                <a:moveTo>
                  <a:pt x="1172" y="176"/>
                </a:moveTo>
                <a:lnTo>
                  <a:pt x="1179" y="176"/>
                </a:lnTo>
                <a:lnTo>
                  <a:pt x="1179" y="169"/>
                </a:lnTo>
                <a:lnTo>
                  <a:pt x="1172" y="169"/>
                </a:lnTo>
                <a:lnTo>
                  <a:pt x="1172" y="176"/>
                </a:lnTo>
                <a:close/>
                <a:moveTo>
                  <a:pt x="1188" y="176"/>
                </a:moveTo>
                <a:lnTo>
                  <a:pt x="1196" y="176"/>
                </a:lnTo>
                <a:lnTo>
                  <a:pt x="1196" y="169"/>
                </a:lnTo>
                <a:lnTo>
                  <a:pt x="1188" y="169"/>
                </a:lnTo>
                <a:lnTo>
                  <a:pt x="1188" y="176"/>
                </a:lnTo>
                <a:close/>
                <a:moveTo>
                  <a:pt x="1205" y="176"/>
                </a:moveTo>
                <a:lnTo>
                  <a:pt x="1212" y="176"/>
                </a:lnTo>
                <a:lnTo>
                  <a:pt x="1212" y="169"/>
                </a:lnTo>
                <a:lnTo>
                  <a:pt x="1205" y="169"/>
                </a:lnTo>
                <a:lnTo>
                  <a:pt x="1205" y="176"/>
                </a:lnTo>
                <a:close/>
                <a:moveTo>
                  <a:pt x="1222" y="176"/>
                </a:moveTo>
                <a:lnTo>
                  <a:pt x="1229" y="176"/>
                </a:lnTo>
                <a:lnTo>
                  <a:pt x="1229" y="169"/>
                </a:lnTo>
                <a:lnTo>
                  <a:pt x="1222" y="169"/>
                </a:lnTo>
                <a:lnTo>
                  <a:pt x="1222" y="176"/>
                </a:lnTo>
                <a:close/>
                <a:moveTo>
                  <a:pt x="1238" y="176"/>
                </a:moveTo>
                <a:lnTo>
                  <a:pt x="1245" y="176"/>
                </a:lnTo>
                <a:lnTo>
                  <a:pt x="1245" y="169"/>
                </a:lnTo>
                <a:lnTo>
                  <a:pt x="1238" y="169"/>
                </a:lnTo>
                <a:lnTo>
                  <a:pt x="1238" y="176"/>
                </a:lnTo>
                <a:close/>
                <a:moveTo>
                  <a:pt x="1255" y="176"/>
                </a:moveTo>
                <a:lnTo>
                  <a:pt x="1262" y="176"/>
                </a:lnTo>
                <a:lnTo>
                  <a:pt x="1262" y="169"/>
                </a:lnTo>
                <a:lnTo>
                  <a:pt x="1255" y="169"/>
                </a:lnTo>
                <a:lnTo>
                  <a:pt x="1255" y="176"/>
                </a:lnTo>
                <a:close/>
                <a:moveTo>
                  <a:pt x="1271" y="176"/>
                </a:moveTo>
                <a:lnTo>
                  <a:pt x="1278" y="176"/>
                </a:lnTo>
                <a:lnTo>
                  <a:pt x="1278" y="169"/>
                </a:lnTo>
                <a:lnTo>
                  <a:pt x="1271" y="169"/>
                </a:lnTo>
                <a:lnTo>
                  <a:pt x="1271" y="176"/>
                </a:lnTo>
                <a:close/>
                <a:moveTo>
                  <a:pt x="1288" y="176"/>
                </a:moveTo>
                <a:lnTo>
                  <a:pt x="1295" y="176"/>
                </a:lnTo>
                <a:lnTo>
                  <a:pt x="1295" y="169"/>
                </a:lnTo>
                <a:lnTo>
                  <a:pt x="1288" y="169"/>
                </a:lnTo>
                <a:lnTo>
                  <a:pt x="1288" y="176"/>
                </a:lnTo>
                <a:close/>
                <a:moveTo>
                  <a:pt x="1304" y="176"/>
                </a:moveTo>
                <a:lnTo>
                  <a:pt x="1312" y="176"/>
                </a:lnTo>
                <a:lnTo>
                  <a:pt x="1312" y="169"/>
                </a:lnTo>
                <a:lnTo>
                  <a:pt x="1304" y="169"/>
                </a:lnTo>
                <a:lnTo>
                  <a:pt x="1304" y="176"/>
                </a:lnTo>
                <a:close/>
                <a:moveTo>
                  <a:pt x="1925" y="176"/>
                </a:moveTo>
                <a:lnTo>
                  <a:pt x="1932" y="176"/>
                </a:lnTo>
                <a:lnTo>
                  <a:pt x="1932" y="169"/>
                </a:lnTo>
                <a:lnTo>
                  <a:pt x="1925" y="169"/>
                </a:lnTo>
                <a:lnTo>
                  <a:pt x="1925" y="176"/>
                </a:lnTo>
                <a:close/>
                <a:moveTo>
                  <a:pt x="1941" y="176"/>
                </a:moveTo>
                <a:lnTo>
                  <a:pt x="1949" y="176"/>
                </a:lnTo>
                <a:lnTo>
                  <a:pt x="1949" y="169"/>
                </a:lnTo>
                <a:lnTo>
                  <a:pt x="1941" y="169"/>
                </a:lnTo>
                <a:lnTo>
                  <a:pt x="1941" y="176"/>
                </a:lnTo>
                <a:close/>
                <a:moveTo>
                  <a:pt x="1958" y="176"/>
                </a:moveTo>
                <a:lnTo>
                  <a:pt x="1965" y="176"/>
                </a:lnTo>
                <a:lnTo>
                  <a:pt x="1965" y="169"/>
                </a:lnTo>
                <a:lnTo>
                  <a:pt x="1958" y="169"/>
                </a:lnTo>
                <a:lnTo>
                  <a:pt x="1958" y="176"/>
                </a:lnTo>
                <a:close/>
                <a:moveTo>
                  <a:pt x="1975" y="176"/>
                </a:moveTo>
                <a:lnTo>
                  <a:pt x="1982" y="176"/>
                </a:lnTo>
                <a:lnTo>
                  <a:pt x="1982" y="169"/>
                </a:lnTo>
                <a:lnTo>
                  <a:pt x="1975" y="169"/>
                </a:lnTo>
                <a:lnTo>
                  <a:pt x="1975" y="176"/>
                </a:lnTo>
                <a:close/>
                <a:moveTo>
                  <a:pt x="1991" y="176"/>
                </a:moveTo>
                <a:lnTo>
                  <a:pt x="1998" y="176"/>
                </a:lnTo>
                <a:lnTo>
                  <a:pt x="1998" y="169"/>
                </a:lnTo>
                <a:lnTo>
                  <a:pt x="1991" y="169"/>
                </a:lnTo>
                <a:lnTo>
                  <a:pt x="1991" y="176"/>
                </a:lnTo>
                <a:close/>
                <a:moveTo>
                  <a:pt x="2008" y="176"/>
                </a:moveTo>
                <a:lnTo>
                  <a:pt x="2015" y="176"/>
                </a:lnTo>
                <a:lnTo>
                  <a:pt x="2015" y="169"/>
                </a:lnTo>
                <a:lnTo>
                  <a:pt x="2008" y="169"/>
                </a:lnTo>
                <a:lnTo>
                  <a:pt x="2008" y="176"/>
                </a:lnTo>
                <a:close/>
                <a:moveTo>
                  <a:pt x="2176" y="176"/>
                </a:moveTo>
                <a:lnTo>
                  <a:pt x="2183" y="176"/>
                </a:lnTo>
                <a:lnTo>
                  <a:pt x="2183" y="169"/>
                </a:lnTo>
                <a:lnTo>
                  <a:pt x="2176" y="169"/>
                </a:lnTo>
                <a:lnTo>
                  <a:pt x="2176" y="176"/>
                </a:lnTo>
                <a:close/>
                <a:moveTo>
                  <a:pt x="2192" y="176"/>
                </a:moveTo>
                <a:lnTo>
                  <a:pt x="2200" y="176"/>
                </a:lnTo>
                <a:lnTo>
                  <a:pt x="2200" y="169"/>
                </a:lnTo>
                <a:lnTo>
                  <a:pt x="2192" y="169"/>
                </a:lnTo>
                <a:lnTo>
                  <a:pt x="2192" y="176"/>
                </a:lnTo>
                <a:close/>
                <a:moveTo>
                  <a:pt x="2209" y="176"/>
                </a:moveTo>
                <a:lnTo>
                  <a:pt x="2216" y="176"/>
                </a:lnTo>
                <a:lnTo>
                  <a:pt x="2216" y="169"/>
                </a:lnTo>
                <a:lnTo>
                  <a:pt x="2209" y="169"/>
                </a:lnTo>
                <a:lnTo>
                  <a:pt x="2209" y="176"/>
                </a:lnTo>
                <a:close/>
                <a:moveTo>
                  <a:pt x="2226" y="176"/>
                </a:moveTo>
                <a:lnTo>
                  <a:pt x="2233" y="176"/>
                </a:lnTo>
                <a:lnTo>
                  <a:pt x="2233" y="169"/>
                </a:lnTo>
                <a:lnTo>
                  <a:pt x="2226" y="169"/>
                </a:lnTo>
                <a:lnTo>
                  <a:pt x="2226" y="176"/>
                </a:lnTo>
                <a:close/>
                <a:moveTo>
                  <a:pt x="2242" y="176"/>
                </a:moveTo>
                <a:lnTo>
                  <a:pt x="2249" y="176"/>
                </a:lnTo>
                <a:lnTo>
                  <a:pt x="2249" y="169"/>
                </a:lnTo>
                <a:lnTo>
                  <a:pt x="2242" y="169"/>
                </a:lnTo>
                <a:lnTo>
                  <a:pt x="2242" y="176"/>
                </a:lnTo>
                <a:close/>
                <a:moveTo>
                  <a:pt x="2259" y="176"/>
                </a:moveTo>
                <a:lnTo>
                  <a:pt x="2266" y="176"/>
                </a:lnTo>
                <a:lnTo>
                  <a:pt x="2266" y="169"/>
                </a:lnTo>
                <a:lnTo>
                  <a:pt x="2259" y="169"/>
                </a:lnTo>
                <a:lnTo>
                  <a:pt x="2259" y="176"/>
                </a:lnTo>
                <a:close/>
                <a:moveTo>
                  <a:pt x="2275" y="176"/>
                </a:moveTo>
                <a:lnTo>
                  <a:pt x="2282" y="176"/>
                </a:lnTo>
                <a:lnTo>
                  <a:pt x="2282" y="169"/>
                </a:lnTo>
                <a:lnTo>
                  <a:pt x="2275" y="169"/>
                </a:lnTo>
                <a:lnTo>
                  <a:pt x="2275" y="176"/>
                </a:lnTo>
                <a:close/>
                <a:moveTo>
                  <a:pt x="2292" y="176"/>
                </a:moveTo>
                <a:lnTo>
                  <a:pt x="2299" y="176"/>
                </a:lnTo>
                <a:lnTo>
                  <a:pt x="2299" y="169"/>
                </a:lnTo>
                <a:lnTo>
                  <a:pt x="2292" y="169"/>
                </a:lnTo>
                <a:lnTo>
                  <a:pt x="2292" y="176"/>
                </a:lnTo>
                <a:close/>
                <a:moveTo>
                  <a:pt x="2308" y="176"/>
                </a:moveTo>
                <a:lnTo>
                  <a:pt x="2316" y="176"/>
                </a:lnTo>
                <a:lnTo>
                  <a:pt x="2316" y="169"/>
                </a:lnTo>
                <a:lnTo>
                  <a:pt x="2308" y="169"/>
                </a:lnTo>
                <a:lnTo>
                  <a:pt x="2308" y="176"/>
                </a:lnTo>
                <a:close/>
                <a:moveTo>
                  <a:pt x="2325" y="176"/>
                </a:moveTo>
                <a:lnTo>
                  <a:pt x="2332" y="176"/>
                </a:lnTo>
                <a:lnTo>
                  <a:pt x="2332" y="169"/>
                </a:lnTo>
                <a:lnTo>
                  <a:pt x="2325" y="169"/>
                </a:lnTo>
                <a:lnTo>
                  <a:pt x="2325" y="176"/>
                </a:lnTo>
                <a:close/>
                <a:moveTo>
                  <a:pt x="2342" y="176"/>
                </a:moveTo>
                <a:lnTo>
                  <a:pt x="2349" y="176"/>
                </a:lnTo>
                <a:lnTo>
                  <a:pt x="2349" y="169"/>
                </a:lnTo>
                <a:lnTo>
                  <a:pt x="2342" y="169"/>
                </a:lnTo>
                <a:lnTo>
                  <a:pt x="2342" y="176"/>
                </a:lnTo>
                <a:close/>
                <a:moveTo>
                  <a:pt x="2358" y="176"/>
                </a:moveTo>
                <a:lnTo>
                  <a:pt x="2365" y="176"/>
                </a:lnTo>
                <a:lnTo>
                  <a:pt x="2365" y="169"/>
                </a:lnTo>
                <a:lnTo>
                  <a:pt x="2358" y="169"/>
                </a:lnTo>
                <a:lnTo>
                  <a:pt x="2358" y="176"/>
                </a:lnTo>
                <a:close/>
                <a:moveTo>
                  <a:pt x="2375" y="176"/>
                </a:moveTo>
                <a:lnTo>
                  <a:pt x="2382" y="176"/>
                </a:lnTo>
                <a:lnTo>
                  <a:pt x="2382" y="169"/>
                </a:lnTo>
                <a:lnTo>
                  <a:pt x="2375" y="169"/>
                </a:lnTo>
                <a:lnTo>
                  <a:pt x="2375" y="176"/>
                </a:lnTo>
                <a:close/>
                <a:moveTo>
                  <a:pt x="2391" y="176"/>
                </a:moveTo>
                <a:lnTo>
                  <a:pt x="2398" y="176"/>
                </a:lnTo>
                <a:lnTo>
                  <a:pt x="2398" y="169"/>
                </a:lnTo>
                <a:lnTo>
                  <a:pt x="2391" y="169"/>
                </a:lnTo>
                <a:lnTo>
                  <a:pt x="2391" y="176"/>
                </a:lnTo>
                <a:close/>
                <a:moveTo>
                  <a:pt x="2408" y="176"/>
                </a:moveTo>
                <a:lnTo>
                  <a:pt x="2415" y="176"/>
                </a:lnTo>
                <a:lnTo>
                  <a:pt x="2415" y="169"/>
                </a:lnTo>
                <a:lnTo>
                  <a:pt x="2408" y="169"/>
                </a:lnTo>
                <a:lnTo>
                  <a:pt x="2408" y="176"/>
                </a:lnTo>
                <a:close/>
                <a:moveTo>
                  <a:pt x="2593" y="176"/>
                </a:moveTo>
                <a:lnTo>
                  <a:pt x="2600" y="176"/>
                </a:lnTo>
                <a:lnTo>
                  <a:pt x="2600" y="169"/>
                </a:lnTo>
                <a:lnTo>
                  <a:pt x="2593" y="169"/>
                </a:lnTo>
                <a:lnTo>
                  <a:pt x="2593" y="176"/>
                </a:lnTo>
                <a:close/>
                <a:moveTo>
                  <a:pt x="2609" y="176"/>
                </a:moveTo>
                <a:lnTo>
                  <a:pt x="2616" y="176"/>
                </a:lnTo>
                <a:lnTo>
                  <a:pt x="2616" y="169"/>
                </a:lnTo>
                <a:lnTo>
                  <a:pt x="2609" y="169"/>
                </a:lnTo>
                <a:lnTo>
                  <a:pt x="2609" y="176"/>
                </a:lnTo>
                <a:close/>
                <a:moveTo>
                  <a:pt x="2626" y="176"/>
                </a:moveTo>
                <a:lnTo>
                  <a:pt x="2633" y="176"/>
                </a:lnTo>
                <a:lnTo>
                  <a:pt x="2633" y="169"/>
                </a:lnTo>
                <a:lnTo>
                  <a:pt x="2626" y="169"/>
                </a:lnTo>
                <a:lnTo>
                  <a:pt x="2626" y="176"/>
                </a:lnTo>
                <a:close/>
                <a:moveTo>
                  <a:pt x="2642" y="176"/>
                </a:moveTo>
                <a:lnTo>
                  <a:pt x="2649" y="176"/>
                </a:lnTo>
                <a:lnTo>
                  <a:pt x="2649" y="169"/>
                </a:lnTo>
                <a:lnTo>
                  <a:pt x="2642" y="169"/>
                </a:lnTo>
                <a:lnTo>
                  <a:pt x="2642" y="176"/>
                </a:lnTo>
                <a:close/>
                <a:moveTo>
                  <a:pt x="2659" y="176"/>
                </a:moveTo>
                <a:lnTo>
                  <a:pt x="2666" y="176"/>
                </a:lnTo>
                <a:lnTo>
                  <a:pt x="2666" y="169"/>
                </a:lnTo>
                <a:lnTo>
                  <a:pt x="2659" y="169"/>
                </a:lnTo>
                <a:lnTo>
                  <a:pt x="2659" y="176"/>
                </a:lnTo>
                <a:close/>
                <a:moveTo>
                  <a:pt x="2678" y="176"/>
                </a:moveTo>
                <a:lnTo>
                  <a:pt x="2683" y="176"/>
                </a:lnTo>
                <a:lnTo>
                  <a:pt x="2683" y="169"/>
                </a:lnTo>
                <a:lnTo>
                  <a:pt x="2678" y="169"/>
                </a:lnTo>
                <a:lnTo>
                  <a:pt x="2678" y="176"/>
                </a:lnTo>
                <a:close/>
                <a:moveTo>
                  <a:pt x="2694" y="176"/>
                </a:moveTo>
                <a:lnTo>
                  <a:pt x="2702" y="176"/>
                </a:lnTo>
                <a:lnTo>
                  <a:pt x="2702" y="169"/>
                </a:lnTo>
                <a:lnTo>
                  <a:pt x="2694" y="169"/>
                </a:lnTo>
                <a:lnTo>
                  <a:pt x="2694" y="176"/>
                </a:lnTo>
                <a:close/>
                <a:moveTo>
                  <a:pt x="2711" y="176"/>
                </a:moveTo>
                <a:lnTo>
                  <a:pt x="2718" y="176"/>
                </a:lnTo>
                <a:lnTo>
                  <a:pt x="2718" y="169"/>
                </a:lnTo>
                <a:lnTo>
                  <a:pt x="2711" y="169"/>
                </a:lnTo>
                <a:lnTo>
                  <a:pt x="2711" y="176"/>
                </a:lnTo>
                <a:close/>
                <a:moveTo>
                  <a:pt x="2728" y="176"/>
                </a:moveTo>
                <a:lnTo>
                  <a:pt x="2735" y="176"/>
                </a:lnTo>
                <a:lnTo>
                  <a:pt x="2735" y="169"/>
                </a:lnTo>
                <a:lnTo>
                  <a:pt x="2728" y="169"/>
                </a:lnTo>
                <a:lnTo>
                  <a:pt x="2728" y="176"/>
                </a:lnTo>
                <a:close/>
                <a:moveTo>
                  <a:pt x="402" y="192"/>
                </a:moveTo>
                <a:lnTo>
                  <a:pt x="409" y="192"/>
                </a:lnTo>
                <a:lnTo>
                  <a:pt x="409" y="185"/>
                </a:lnTo>
                <a:lnTo>
                  <a:pt x="402" y="185"/>
                </a:lnTo>
                <a:lnTo>
                  <a:pt x="402" y="192"/>
                </a:lnTo>
                <a:close/>
                <a:moveTo>
                  <a:pt x="419" y="192"/>
                </a:moveTo>
                <a:lnTo>
                  <a:pt x="426" y="192"/>
                </a:lnTo>
                <a:lnTo>
                  <a:pt x="426" y="185"/>
                </a:lnTo>
                <a:lnTo>
                  <a:pt x="419" y="185"/>
                </a:lnTo>
                <a:lnTo>
                  <a:pt x="419" y="192"/>
                </a:lnTo>
                <a:close/>
                <a:moveTo>
                  <a:pt x="435" y="192"/>
                </a:moveTo>
                <a:lnTo>
                  <a:pt x="442" y="192"/>
                </a:lnTo>
                <a:lnTo>
                  <a:pt x="442" y="185"/>
                </a:lnTo>
                <a:lnTo>
                  <a:pt x="435" y="185"/>
                </a:lnTo>
                <a:lnTo>
                  <a:pt x="435" y="192"/>
                </a:lnTo>
                <a:close/>
                <a:moveTo>
                  <a:pt x="452" y="192"/>
                </a:moveTo>
                <a:lnTo>
                  <a:pt x="459" y="192"/>
                </a:lnTo>
                <a:lnTo>
                  <a:pt x="459" y="185"/>
                </a:lnTo>
                <a:lnTo>
                  <a:pt x="452" y="185"/>
                </a:lnTo>
                <a:lnTo>
                  <a:pt x="452" y="192"/>
                </a:lnTo>
                <a:close/>
                <a:moveTo>
                  <a:pt x="469" y="192"/>
                </a:moveTo>
                <a:lnTo>
                  <a:pt x="476" y="192"/>
                </a:lnTo>
                <a:lnTo>
                  <a:pt x="476" y="185"/>
                </a:lnTo>
                <a:lnTo>
                  <a:pt x="469" y="185"/>
                </a:lnTo>
                <a:lnTo>
                  <a:pt x="469" y="192"/>
                </a:lnTo>
                <a:close/>
                <a:moveTo>
                  <a:pt x="485" y="192"/>
                </a:moveTo>
                <a:lnTo>
                  <a:pt x="492" y="192"/>
                </a:lnTo>
                <a:lnTo>
                  <a:pt x="492" y="185"/>
                </a:lnTo>
                <a:lnTo>
                  <a:pt x="485" y="185"/>
                </a:lnTo>
                <a:lnTo>
                  <a:pt x="485" y="192"/>
                </a:lnTo>
                <a:close/>
                <a:moveTo>
                  <a:pt x="502" y="192"/>
                </a:moveTo>
                <a:lnTo>
                  <a:pt x="509" y="192"/>
                </a:lnTo>
                <a:lnTo>
                  <a:pt x="509" y="185"/>
                </a:lnTo>
                <a:lnTo>
                  <a:pt x="502" y="185"/>
                </a:lnTo>
                <a:lnTo>
                  <a:pt x="502" y="192"/>
                </a:lnTo>
                <a:close/>
                <a:moveTo>
                  <a:pt x="518" y="192"/>
                </a:moveTo>
                <a:lnTo>
                  <a:pt x="525" y="192"/>
                </a:lnTo>
                <a:lnTo>
                  <a:pt x="525" y="185"/>
                </a:lnTo>
                <a:lnTo>
                  <a:pt x="518" y="185"/>
                </a:lnTo>
                <a:lnTo>
                  <a:pt x="518" y="192"/>
                </a:lnTo>
                <a:close/>
                <a:moveTo>
                  <a:pt x="601" y="192"/>
                </a:moveTo>
                <a:lnTo>
                  <a:pt x="608" y="192"/>
                </a:lnTo>
                <a:lnTo>
                  <a:pt x="608" y="185"/>
                </a:lnTo>
                <a:lnTo>
                  <a:pt x="601" y="185"/>
                </a:lnTo>
                <a:lnTo>
                  <a:pt x="601" y="192"/>
                </a:lnTo>
                <a:close/>
                <a:moveTo>
                  <a:pt x="620" y="192"/>
                </a:moveTo>
                <a:lnTo>
                  <a:pt x="625" y="192"/>
                </a:lnTo>
                <a:lnTo>
                  <a:pt x="625" y="185"/>
                </a:lnTo>
                <a:lnTo>
                  <a:pt x="620" y="185"/>
                </a:lnTo>
                <a:lnTo>
                  <a:pt x="620" y="192"/>
                </a:lnTo>
                <a:close/>
                <a:moveTo>
                  <a:pt x="637" y="192"/>
                </a:moveTo>
                <a:lnTo>
                  <a:pt x="644" y="192"/>
                </a:lnTo>
                <a:lnTo>
                  <a:pt x="644" y="185"/>
                </a:lnTo>
                <a:lnTo>
                  <a:pt x="637" y="185"/>
                </a:lnTo>
                <a:lnTo>
                  <a:pt x="637" y="192"/>
                </a:lnTo>
                <a:close/>
                <a:moveTo>
                  <a:pt x="653" y="192"/>
                </a:moveTo>
                <a:lnTo>
                  <a:pt x="660" y="192"/>
                </a:lnTo>
                <a:lnTo>
                  <a:pt x="660" y="185"/>
                </a:lnTo>
                <a:lnTo>
                  <a:pt x="653" y="185"/>
                </a:lnTo>
                <a:lnTo>
                  <a:pt x="653" y="192"/>
                </a:lnTo>
                <a:close/>
                <a:moveTo>
                  <a:pt x="670" y="192"/>
                </a:moveTo>
                <a:lnTo>
                  <a:pt x="677" y="192"/>
                </a:lnTo>
                <a:lnTo>
                  <a:pt x="677" y="185"/>
                </a:lnTo>
                <a:lnTo>
                  <a:pt x="670" y="185"/>
                </a:lnTo>
                <a:lnTo>
                  <a:pt x="670" y="192"/>
                </a:lnTo>
                <a:close/>
                <a:moveTo>
                  <a:pt x="686" y="192"/>
                </a:moveTo>
                <a:lnTo>
                  <a:pt x="693" y="192"/>
                </a:lnTo>
                <a:lnTo>
                  <a:pt x="693" y="185"/>
                </a:lnTo>
                <a:lnTo>
                  <a:pt x="686" y="185"/>
                </a:lnTo>
                <a:lnTo>
                  <a:pt x="686" y="192"/>
                </a:lnTo>
                <a:close/>
                <a:moveTo>
                  <a:pt x="703" y="192"/>
                </a:moveTo>
                <a:lnTo>
                  <a:pt x="710" y="192"/>
                </a:lnTo>
                <a:lnTo>
                  <a:pt x="710" y="185"/>
                </a:lnTo>
                <a:lnTo>
                  <a:pt x="703" y="185"/>
                </a:lnTo>
                <a:lnTo>
                  <a:pt x="703" y="192"/>
                </a:lnTo>
                <a:close/>
                <a:moveTo>
                  <a:pt x="720" y="192"/>
                </a:moveTo>
                <a:lnTo>
                  <a:pt x="727" y="192"/>
                </a:lnTo>
                <a:lnTo>
                  <a:pt x="727" y="185"/>
                </a:lnTo>
                <a:lnTo>
                  <a:pt x="720" y="185"/>
                </a:lnTo>
                <a:lnTo>
                  <a:pt x="720" y="192"/>
                </a:lnTo>
                <a:close/>
                <a:moveTo>
                  <a:pt x="736" y="192"/>
                </a:moveTo>
                <a:lnTo>
                  <a:pt x="743" y="192"/>
                </a:lnTo>
                <a:lnTo>
                  <a:pt x="743" y="185"/>
                </a:lnTo>
                <a:lnTo>
                  <a:pt x="736" y="185"/>
                </a:lnTo>
                <a:lnTo>
                  <a:pt x="736" y="192"/>
                </a:lnTo>
                <a:close/>
                <a:moveTo>
                  <a:pt x="753" y="192"/>
                </a:moveTo>
                <a:lnTo>
                  <a:pt x="760" y="192"/>
                </a:lnTo>
                <a:lnTo>
                  <a:pt x="760" y="185"/>
                </a:lnTo>
                <a:lnTo>
                  <a:pt x="753" y="185"/>
                </a:lnTo>
                <a:lnTo>
                  <a:pt x="753" y="192"/>
                </a:lnTo>
                <a:close/>
                <a:moveTo>
                  <a:pt x="769" y="192"/>
                </a:moveTo>
                <a:lnTo>
                  <a:pt x="776" y="192"/>
                </a:lnTo>
                <a:lnTo>
                  <a:pt x="776" y="185"/>
                </a:lnTo>
                <a:lnTo>
                  <a:pt x="769" y="185"/>
                </a:lnTo>
                <a:lnTo>
                  <a:pt x="769" y="192"/>
                </a:lnTo>
                <a:close/>
                <a:moveTo>
                  <a:pt x="786" y="192"/>
                </a:moveTo>
                <a:lnTo>
                  <a:pt x="793" y="192"/>
                </a:lnTo>
                <a:lnTo>
                  <a:pt x="793" y="185"/>
                </a:lnTo>
                <a:lnTo>
                  <a:pt x="786" y="185"/>
                </a:lnTo>
                <a:lnTo>
                  <a:pt x="786" y="192"/>
                </a:lnTo>
                <a:close/>
                <a:moveTo>
                  <a:pt x="971" y="192"/>
                </a:moveTo>
                <a:lnTo>
                  <a:pt x="978" y="192"/>
                </a:lnTo>
                <a:lnTo>
                  <a:pt x="978" y="185"/>
                </a:lnTo>
                <a:lnTo>
                  <a:pt x="971" y="185"/>
                </a:lnTo>
                <a:lnTo>
                  <a:pt x="971" y="192"/>
                </a:lnTo>
                <a:close/>
                <a:moveTo>
                  <a:pt x="987" y="192"/>
                </a:moveTo>
                <a:lnTo>
                  <a:pt x="994" y="192"/>
                </a:lnTo>
                <a:lnTo>
                  <a:pt x="994" y="185"/>
                </a:lnTo>
                <a:lnTo>
                  <a:pt x="987" y="185"/>
                </a:lnTo>
                <a:lnTo>
                  <a:pt x="987" y="192"/>
                </a:lnTo>
                <a:close/>
                <a:moveTo>
                  <a:pt x="1004" y="192"/>
                </a:moveTo>
                <a:lnTo>
                  <a:pt x="1011" y="192"/>
                </a:lnTo>
                <a:lnTo>
                  <a:pt x="1011" y="185"/>
                </a:lnTo>
                <a:lnTo>
                  <a:pt x="1004" y="185"/>
                </a:lnTo>
                <a:lnTo>
                  <a:pt x="1004" y="192"/>
                </a:lnTo>
                <a:close/>
                <a:moveTo>
                  <a:pt x="1020" y="192"/>
                </a:moveTo>
                <a:lnTo>
                  <a:pt x="1027" y="192"/>
                </a:lnTo>
                <a:lnTo>
                  <a:pt x="1027" y="185"/>
                </a:lnTo>
                <a:lnTo>
                  <a:pt x="1020" y="185"/>
                </a:lnTo>
                <a:lnTo>
                  <a:pt x="1020" y="192"/>
                </a:lnTo>
                <a:close/>
                <a:moveTo>
                  <a:pt x="1037" y="192"/>
                </a:moveTo>
                <a:lnTo>
                  <a:pt x="1044" y="192"/>
                </a:lnTo>
                <a:lnTo>
                  <a:pt x="1044" y="185"/>
                </a:lnTo>
                <a:lnTo>
                  <a:pt x="1037" y="185"/>
                </a:lnTo>
                <a:lnTo>
                  <a:pt x="1037" y="192"/>
                </a:lnTo>
                <a:close/>
                <a:moveTo>
                  <a:pt x="1053" y="192"/>
                </a:moveTo>
                <a:lnTo>
                  <a:pt x="1061" y="192"/>
                </a:lnTo>
                <a:lnTo>
                  <a:pt x="1061" y="185"/>
                </a:lnTo>
                <a:lnTo>
                  <a:pt x="1053" y="185"/>
                </a:lnTo>
                <a:lnTo>
                  <a:pt x="1053" y="192"/>
                </a:lnTo>
                <a:close/>
                <a:moveTo>
                  <a:pt x="1070" y="192"/>
                </a:moveTo>
                <a:lnTo>
                  <a:pt x="1077" y="192"/>
                </a:lnTo>
                <a:lnTo>
                  <a:pt x="1077" y="185"/>
                </a:lnTo>
                <a:lnTo>
                  <a:pt x="1070" y="185"/>
                </a:lnTo>
                <a:lnTo>
                  <a:pt x="1070" y="192"/>
                </a:lnTo>
                <a:close/>
                <a:moveTo>
                  <a:pt x="1087" y="192"/>
                </a:moveTo>
                <a:lnTo>
                  <a:pt x="1094" y="192"/>
                </a:lnTo>
                <a:lnTo>
                  <a:pt x="1094" y="185"/>
                </a:lnTo>
                <a:lnTo>
                  <a:pt x="1087" y="185"/>
                </a:lnTo>
                <a:lnTo>
                  <a:pt x="1087" y="192"/>
                </a:lnTo>
                <a:close/>
                <a:moveTo>
                  <a:pt x="1103" y="192"/>
                </a:moveTo>
                <a:lnTo>
                  <a:pt x="1110" y="192"/>
                </a:lnTo>
                <a:lnTo>
                  <a:pt x="1110" y="185"/>
                </a:lnTo>
                <a:lnTo>
                  <a:pt x="1103" y="185"/>
                </a:lnTo>
                <a:lnTo>
                  <a:pt x="1103" y="192"/>
                </a:lnTo>
                <a:close/>
                <a:moveTo>
                  <a:pt x="1120" y="192"/>
                </a:moveTo>
                <a:lnTo>
                  <a:pt x="1127" y="192"/>
                </a:lnTo>
                <a:lnTo>
                  <a:pt x="1127" y="185"/>
                </a:lnTo>
                <a:lnTo>
                  <a:pt x="1120" y="185"/>
                </a:lnTo>
                <a:lnTo>
                  <a:pt x="1120" y="192"/>
                </a:lnTo>
                <a:close/>
                <a:moveTo>
                  <a:pt x="1139" y="192"/>
                </a:moveTo>
                <a:lnTo>
                  <a:pt x="1146" y="192"/>
                </a:lnTo>
                <a:lnTo>
                  <a:pt x="1146" y="185"/>
                </a:lnTo>
                <a:lnTo>
                  <a:pt x="1139" y="185"/>
                </a:lnTo>
                <a:lnTo>
                  <a:pt x="1139" y="192"/>
                </a:lnTo>
                <a:close/>
                <a:moveTo>
                  <a:pt x="1155" y="192"/>
                </a:moveTo>
                <a:lnTo>
                  <a:pt x="1162" y="192"/>
                </a:lnTo>
                <a:lnTo>
                  <a:pt x="1162" y="185"/>
                </a:lnTo>
                <a:lnTo>
                  <a:pt x="1155" y="185"/>
                </a:lnTo>
                <a:lnTo>
                  <a:pt x="1155" y="192"/>
                </a:lnTo>
                <a:close/>
                <a:moveTo>
                  <a:pt x="1172" y="192"/>
                </a:moveTo>
                <a:lnTo>
                  <a:pt x="1179" y="192"/>
                </a:lnTo>
                <a:lnTo>
                  <a:pt x="1179" y="185"/>
                </a:lnTo>
                <a:lnTo>
                  <a:pt x="1172" y="185"/>
                </a:lnTo>
                <a:lnTo>
                  <a:pt x="1172" y="192"/>
                </a:lnTo>
                <a:close/>
                <a:moveTo>
                  <a:pt x="1188" y="192"/>
                </a:moveTo>
                <a:lnTo>
                  <a:pt x="1196" y="192"/>
                </a:lnTo>
                <a:lnTo>
                  <a:pt x="1196" y="185"/>
                </a:lnTo>
                <a:lnTo>
                  <a:pt x="1188" y="185"/>
                </a:lnTo>
                <a:lnTo>
                  <a:pt x="1188" y="192"/>
                </a:lnTo>
                <a:close/>
                <a:moveTo>
                  <a:pt x="1205" y="192"/>
                </a:moveTo>
                <a:lnTo>
                  <a:pt x="1212" y="192"/>
                </a:lnTo>
                <a:lnTo>
                  <a:pt x="1212" y="185"/>
                </a:lnTo>
                <a:lnTo>
                  <a:pt x="1205" y="185"/>
                </a:lnTo>
                <a:lnTo>
                  <a:pt x="1205" y="192"/>
                </a:lnTo>
                <a:close/>
                <a:moveTo>
                  <a:pt x="1222" y="192"/>
                </a:moveTo>
                <a:lnTo>
                  <a:pt x="1229" y="192"/>
                </a:lnTo>
                <a:lnTo>
                  <a:pt x="1229" y="185"/>
                </a:lnTo>
                <a:lnTo>
                  <a:pt x="1222" y="185"/>
                </a:lnTo>
                <a:lnTo>
                  <a:pt x="1222" y="192"/>
                </a:lnTo>
                <a:close/>
                <a:moveTo>
                  <a:pt x="1238" y="192"/>
                </a:moveTo>
                <a:lnTo>
                  <a:pt x="1245" y="192"/>
                </a:lnTo>
                <a:lnTo>
                  <a:pt x="1245" y="185"/>
                </a:lnTo>
                <a:lnTo>
                  <a:pt x="1238" y="185"/>
                </a:lnTo>
                <a:lnTo>
                  <a:pt x="1238" y="192"/>
                </a:lnTo>
                <a:close/>
                <a:moveTo>
                  <a:pt x="1255" y="192"/>
                </a:moveTo>
                <a:lnTo>
                  <a:pt x="1262" y="192"/>
                </a:lnTo>
                <a:lnTo>
                  <a:pt x="1262" y="185"/>
                </a:lnTo>
                <a:lnTo>
                  <a:pt x="1255" y="185"/>
                </a:lnTo>
                <a:lnTo>
                  <a:pt x="1255" y="192"/>
                </a:lnTo>
                <a:close/>
                <a:moveTo>
                  <a:pt x="1271" y="192"/>
                </a:moveTo>
                <a:lnTo>
                  <a:pt x="1278" y="192"/>
                </a:lnTo>
                <a:lnTo>
                  <a:pt x="1278" y="185"/>
                </a:lnTo>
                <a:lnTo>
                  <a:pt x="1271" y="185"/>
                </a:lnTo>
                <a:lnTo>
                  <a:pt x="1271" y="192"/>
                </a:lnTo>
                <a:close/>
                <a:moveTo>
                  <a:pt x="1288" y="192"/>
                </a:moveTo>
                <a:lnTo>
                  <a:pt x="1295" y="192"/>
                </a:lnTo>
                <a:lnTo>
                  <a:pt x="1295" y="185"/>
                </a:lnTo>
                <a:lnTo>
                  <a:pt x="1288" y="185"/>
                </a:lnTo>
                <a:lnTo>
                  <a:pt x="1288" y="192"/>
                </a:lnTo>
                <a:close/>
                <a:moveTo>
                  <a:pt x="1304" y="192"/>
                </a:moveTo>
                <a:lnTo>
                  <a:pt x="1312" y="192"/>
                </a:lnTo>
                <a:lnTo>
                  <a:pt x="1312" y="185"/>
                </a:lnTo>
                <a:lnTo>
                  <a:pt x="1304" y="185"/>
                </a:lnTo>
                <a:lnTo>
                  <a:pt x="1304" y="192"/>
                </a:lnTo>
                <a:close/>
                <a:moveTo>
                  <a:pt x="1908" y="192"/>
                </a:moveTo>
                <a:lnTo>
                  <a:pt x="1915" y="192"/>
                </a:lnTo>
                <a:lnTo>
                  <a:pt x="1915" y="185"/>
                </a:lnTo>
                <a:lnTo>
                  <a:pt x="1908" y="185"/>
                </a:lnTo>
                <a:lnTo>
                  <a:pt x="1908" y="192"/>
                </a:lnTo>
                <a:close/>
                <a:moveTo>
                  <a:pt x="1925" y="192"/>
                </a:moveTo>
                <a:lnTo>
                  <a:pt x="1932" y="192"/>
                </a:lnTo>
                <a:lnTo>
                  <a:pt x="1932" y="185"/>
                </a:lnTo>
                <a:lnTo>
                  <a:pt x="1925" y="185"/>
                </a:lnTo>
                <a:lnTo>
                  <a:pt x="1925" y="192"/>
                </a:lnTo>
                <a:close/>
                <a:moveTo>
                  <a:pt x="1941" y="192"/>
                </a:moveTo>
                <a:lnTo>
                  <a:pt x="1949" y="192"/>
                </a:lnTo>
                <a:lnTo>
                  <a:pt x="1949" y="185"/>
                </a:lnTo>
                <a:lnTo>
                  <a:pt x="1941" y="185"/>
                </a:lnTo>
                <a:lnTo>
                  <a:pt x="1941" y="192"/>
                </a:lnTo>
                <a:close/>
                <a:moveTo>
                  <a:pt x="1958" y="192"/>
                </a:moveTo>
                <a:lnTo>
                  <a:pt x="1965" y="192"/>
                </a:lnTo>
                <a:lnTo>
                  <a:pt x="1965" y="185"/>
                </a:lnTo>
                <a:lnTo>
                  <a:pt x="1958" y="185"/>
                </a:lnTo>
                <a:lnTo>
                  <a:pt x="1958" y="192"/>
                </a:lnTo>
                <a:close/>
                <a:moveTo>
                  <a:pt x="2124" y="192"/>
                </a:moveTo>
                <a:lnTo>
                  <a:pt x="2131" y="192"/>
                </a:lnTo>
                <a:lnTo>
                  <a:pt x="2131" y="185"/>
                </a:lnTo>
                <a:lnTo>
                  <a:pt x="2124" y="185"/>
                </a:lnTo>
                <a:lnTo>
                  <a:pt x="2124" y="192"/>
                </a:lnTo>
                <a:close/>
                <a:moveTo>
                  <a:pt x="2159" y="192"/>
                </a:moveTo>
                <a:lnTo>
                  <a:pt x="2164" y="192"/>
                </a:lnTo>
                <a:lnTo>
                  <a:pt x="2164" y="185"/>
                </a:lnTo>
                <a:lnTo>
                  <a:pt x="2159" y="185"/>
                </a:lnTo>
                <a:lnTo>
                  <a:pt x="2159" y="192"/>
                </a:lnTo>
                <a:close/>
                <a:moveTo>
                  <a:pt x="2176" y="192"/>
                </a:moveTo>
                <a:lnTo>
                  <a:pt x="2183" y="192"/>
                </a:lnTo>
                <a:lnTo>
                  <a:pt x="2183" y="185"/>
                </a:lnTo>
                <a:lnTo>
                  <a:pt x="2176" y="185"/>
                </a:lnTo>
                <a:lnTo>
                  <a:pt x="2176" y="192"/>
                </a:lnTo>
                <a:close/>
                <a:moveTo>
                  <a:pt x="2192" y="192"/>
                </a:moveTo>
                <a:lnTo>
                  <a:pt x="2200" y="192"/>
                </a:lnTo>
                <a:lnTo>
                  <a:pt x="2200" y="185"/>
                </a:lnTo>
                <a:lnTo>
                  <a:pt x="2192" y="185"/>
                </a:lnTo>
                <a:lnTo>
                  <a:pt x="2192" y="192"/>
                </a:lnTo>
                <a:close/>
                <a:moveTo>
                  <a:pt x="2209" y="192"/>
                </a:moveTo>
                <a:lnTo>
                  <a:pt x="2216" y="192"/>
                </a:lnTo>
                <a:lnTo>
                  <a:pt x="2216" y="185"/>
                </a:lnTo>
                <a:lnTo>
                  <a:pt x="2209" y="185"/>
                </a:lnTo>
                <a:lnTo>
                  <a:pt x="2209" y="192"/>
                </a:lnTo>
                <a:close/>
                <a:moveTo>
                  <a:pt x="2226" y="192"/>
                </a:moveTo>
                <a:lnTo>
                  <a:pt x="2233" y="192"/>
                </a:lnTo>
                <a:lnTo>
                  <a:pt x="2233" y="185"/>
                </a:lnTo>
                <a:lnTo>
                  <a:pt x="2226" y="185"/>
                </a:lnTo>
                <a:lnTo>
                  <a:pt x="2226" y="192"/>
                </a:lnTo>
                <a:close/>
                <a:moveTo>
                  <a:pt x="2242" y="192"/>
                </a:moveTo>
                <a:lnTo>
                  <a:pt x="2249" y="192"/>
                </a:lnTo>
                <a:lnTo>
                  <a:pt x="2249" y="185"/>
                </a:lnTo>
                <a:lnTo>
                  <a:pt x="2242" y="185"/>
                </a:lnTo>
                <a:lnTo>
                  <a:pt x="2242" y="192"/>
                </a:lnTo>
                <a:close/>
                <a:moveTo>
                  <a:pt x="2259" y="192"/>
                </a:moveTo>
                <a:lnTo>
                  <a:pt x="2266" y="192"/>
                </a:lnTo>
                <a:lnTo>
                  <a:pt x="2266" y="185"/>
                </a:lnTo>
                <a:lnTo>
                  <a:pt x="2259" y="185"/>
                </a:lnTo>
                <a:lnTo>
                  <a:pt x="2259" y="192"/>
                </a:lnTo>
                <a:close/>
                <a:moveTo>
                  <a:pt x="2275" y="192"/>
                </a:moveTo>
                <a:lnTo>
                  <a:pt x="2282" y="192"/>
                </a:lnTo>
                <a:lnTo>
                  <a:pt x="2282" y="185"/>
                </a:lnTo>
                <a:lnTo>
                  <a:pt x="2275" y="185"/>
                </a:lnTo>
                <a:lnTo>
                  <a:pt x="2275" y="192"/>
                </a:lnTo>
                <a:close/>
                <a:moveTo>
                  <a:pt x="2292" y="192"/>
                </a:moveTo>
                <a:lnTo>
                  <a:pt x="2299" y="192"/>
                </a:lnTo>
                <a:lnTo>
                  <a:pt x="2299" y="185"/>
                </a:lnTo>
                <a:lnTo>
                  <a:pt x="2292" y="185"/>
                </a:lnTo>
                <a:lnTo>
                  <a:pt x="2292" y="192"/>
                </a:lnTo>
                <a:close/>
                <a:moveTo>
                  <a:pt x="2308" y="192"/>
                </a:moveTo>
                <a:lnTo>
                  <a:pt x="2316" y="192"/>
                </a:lnTo>
                <a:lnTo>
                  <a:pt x="2316" y="185"/>
                </a:lnTo>
                <a:lnTo>
                  <a:pt x="2308" y="185"/>
                </a:lnTo>
                <a:lnTo>
                  <a:pt x="2308" y="192"/>
                </a:lnTo>
                <a:close/>
                <a:moveTo>
                  <a:pt x="2325" y="192"/>
                </a:moveTo>
                <a:lnTo>
                  <a:pt x="2332" y="192"/>
                </a:lnTo>
                <a:lnTo>
                  <a:pt x="2332" y="185"/>
                </a:lnTo>
                <a:lnTo>
                  <a:pt x="2325" y="185"/>
                </a:lnTo>
                <a:lnTo>
                  <a:pt x="2325" y="192"/>
                </a:lnTo>
                <a:close/>
                <a:moveTo>
                  <a:pt x="2342" y="192"/>
                </a:moveTo>
                <a:lnTo>
                  <a:pt x="2349" y="192"/>
                </a:lnTo>
                <a:lnTo>
                  <a:pt x="2349" y="185"/>
                </a:lnTo>
                <a:lnTo>
                  <a:pt x="2342" y="185"/>
                </a:lnTo>
                <a:lnTo>
                  <a:pt x="2342" y="192"/>
                </a:lnTo>
                <a:close/>
                <a:moveTo>
                  <a:pt x="2358" y="192"/>
                </a:moveTo>
                <a:lnTo>
                  <a:pt x="2365" y="192"/>
                </a:lnTo>
                <a:lnTo>
                  <a:pt x="2365" y="185"/>
                </a:lnTo>
                <a:lnTo>
                  <a:pt x="2358" y="185"/>
                </a:lnTo>
                <a:lnTo>
                  <a:pt x="2358" y="192"/>
                </a:lnTo>
                <a:close/>
                <a:moveTo>
                  <a:pt x="2375" y="192"/>
                </a:moveTo>
                <a:lnTo>
                  <a:pt x="2382" y="192"/>
                </a:lnTo>
                <a:lnTo>
                  <a:pt x="2382" y="185"/>
                </a:lnTo>
                <a:lnTo>
                  <a:pt x="2375" y="185"/>
                </a:lnTo>
                <a:lnTo>
                  <a:pt x="2375" y="192"/>
                </a:lnTo>
                <a:close/>
                <a:moveTo>
                  <a:pt x="2391" y="192"/>
                </a:moveTo>
                <a:lnTo>
                  <a:pt x="2398" y="192"/>
                </a:lnTo>
                <a:lnTo>
                  <a:pt x="2398" y="185"/>
                </a:lnTo>
                <a:lnTo>
                  <a:pt x="2391" y="185"/>
                </a:lnTo>
                <a:lnTo>
                  <a:pt x="2391" y="192"/>
                </a:lnTo>
                <a:close/>
                <a:moveTo>
                  <a:pt x="2408" y="192"/>
                </a:moveTo>
                <a:lnTo>
                  <a:pt x="2415" y="192"/>
                </a:lnTo>
                <a:lnTo>
                  <a:pt x="2415" y="185"/>
                </a:lnTo>
                <a:lnTo>
                  <a:pt x="2408" y="185"/>
                </a:lnTo>
                <a:lnTo>
                  <a:pt x="2408" y="192"/>
                </a:lnTo>
                <a:close/>
                <a:moveTo>
                  <a:pt x="2493" y="192"/>
                </a:moveTo>
                <a:lnTo>
                  <a:pt x="2500" y="192"/>
                </a:lnTo>
                <a:lnTo>
                  <a:pt x="2500" y="185"/>
                </a:lnTo>
                <a:lnTo>
                  <a:pt x="2493" y="185"/>
                </a:lnTo>
                <a:lnTo>
                  <a:pt x="2493" y="192"/>
                </a:lnTo>
                <a:close/>
                <a:moveTo>
                  <a:pt x="2510" y="192"/>
                </a:moveTo>
                <a:lnTo>
                  <a:pt x="2517" y="192"/>
                </a:lnTo>
                <a:lnTo>
                  <a:pt x="2517" y="185"/>
                </a:lnTo>
                <a:lnTo>
                  <a:pt x="2510" y="185"/>
                </a:lnTo>
                <a:lnTo>
                  <a:pt x="2510" y="192"/>
                </a:lnTo>
                <a:close/>
                <a:moveTo>
                  <a:pt x="2593" y="192"/>
                </a:moveTo>
                <a:lnTo>
                  <a:pt x="2600" y="192"/>
                </a:lnTo>
                <a:lnTo>
                  <a:pt x="2600" y="185"/>
                </a:lnTo>
                <a:lnTo>
                  <a:pt x="2593" y="185"/>
                </a:lnTo>
                <a:lnTo>
                  <a:pt x="2593" y="192"/>
                </a:lnTo>
                <a:close/>
                <a:moveTo>
                  <a:pt x="2609" y="192"/>
                </a:moveTo>
                <a:lnTo>
                  <a:pt x="2616" y="192"/>
                </a:lnTo>
                <a:lnTo>
                  <a:pt x="2616" y="185"/>
                </a:lnTo>
                <a:lnTo>
                  <a:pt x="2609" y="185"/>
                </a:lnTo>
                <a:lnTo>
                  <a:pt x="2609" y="192"/>
                </a:lnTo>
                <a:close/>
                <a:moveTo>
                  <a:pt x="2626" y="192"/>
                </a:moveTo>
                <a:lnTo>
                  <a:pt x="2633" y="192"/>
                </a:lnTo>
                <a:lnTo>
                  <a:pt x="2633" y="185"/>
                </a:lnTo>
                <a:lnTo>
                  <a:pt x="2626" y="185"/>
                </a:lnTo>
                <a:lnTo>
                  <a:pt x="2626" y="192"/>
                </a:lnTo>
                <a:close/>
                <a:moveTo>
                  <a:pt x="2642" y="192"/>
                </a:moveTo>
                <a:lnTo>
                  <a:pt x="2649" y="192"/>
                </a:lnTo>
                <a:lnTo>
                  <a:pt x="2649" y="185"/>
                </a:lnTo>
                <a:lnTo>
                  <a:pt x="2642" y="185"/>
                </a:lnTo>
                <a:lnTo>
                  <a:pt x="2642" y="192"/>
                </a:lnTo>
                <a:close/>
                <a:moveTo>
                  <a:pt x="2659" y="192"/>
                </a:moveTo>
                <a:lnTo>
                  <a:pt x="2666" y="192"/>
                </a:lnTo>
                <a:lnTo>
                  <a:pt x="2666" y="185"/>
                </a:lnTo>
                <a:lnTo>
                  <a:pt x="2659" y="185"/>
                </a:lnTo>
                <a:lnTo>
                  <a:pt x="2659" y="192"/>
                </a:lnTo>
                <a:close/>
                <a:moveTo>
                  <a:pt x="2711" y="192"/>
                </a:moveTo>
                <a:lnTo>
                  <a:pt x="2718" y="192"/>
                </a:lnTo>
                <a:lnTo>
                  <a:pt x="2718" y="185"/>
                </a:lnTo>
                <a:lnTo>
                  <a:pt x="2711" y="185"/>
                </a:lnTo>
                <a:lnTo>
                  <a:pt x="2711" y="192"/>
                </a:lnTo>
                <a:close/>
                <a:moveTo>
                  <a:pt x="402" y="209"/>
                </a:moveTo>
                <a:lnTo>
                  <a:pt x="409" y="209"/>
                </a:lnTo>
                <a:lnTo>
                  <a:pt x="409" y="202"/>
                </a:lnTo>
                <a:lnTo>
                  <a:pt x="402" y="202"/>
                </a:lnTo>
                <a:lnTo>
                  <a:pt x="402" y="209"/>
                </a:lnTo>
                <a:close/>
                <a:moveTo>
                  <a:pt x="419" y="209"/>
                </a:moveTo>
                <a:lnTo>
                  <a:pt x="426" y="209"/>
                </a:lnTo>
                <a:lnTo>
                  <a:pt x="426" y="202"/>
                </a:lnTo>
                <a:lnTo>
                  <a:pt x="419" y="202"/>
                </a:lnTo>
                <a:lnTo>
                  <a:pt x="419" y="209"/>
                </a:lnTo>
                <a:close/>
                <a:moveTo>
                  <a:pt x="435" y="209"/>
                </a:moveTo>
                <a:lnTo>
                  <a:pt x="442" y="209"/>
                </a:lnTo>
                <a:lnTo>
                  <a:pt x="442" y="202"/>
                </a:lnTo>
                <a:lnTo>
                  <a:pt x="435" y="202"/>
                </a:lnTo>
                <a:lnTo>
                  <a:pt x="435" y="209"/>
                </a:lnTo>
                <a:close/>
                <a:moveTo>
                  <a:pt x="452" y="209"/>
                </a:moveTo>
                <a:lnTo>
                  <a:pt x="459" y="209"/>
                </a:lnTo>
                <a:lnTo>
                  <a:pt x="459" y="202"/>
                </a:lnTo>
                <a:lnTo>
                  <a:pt x="452" y="202"/>
                </a:lnTo>
                <a:lnTo>
                  <a:pt x="452" y="209"/>
                </a:lnTo>
                <a:close/>
                <a:moveTo>
                  <a:pt x="469" y="209"/>
                </a:moveTo>
                <a:lnTo>
                  <a:pt x="476" y="209"/>
                </a:lnTo>
                <a:lnTo>
                  <a:pt x="476" y="202"/>
                </a:lnTo>
                <a:lnTo>
                  <a:pt x="469" y="202"/>
                </a:lnTo>
                <a:lnTo>
                  <a:pt x="469" y="209"/>
                </a:lnTo>
                <a:close/>
                <a:moveTo>
                  <a:pt x="485" y="209"/>
                </a:moveTo>
                <a:lnTo>
                  <a:pt x="492" y="209"/>
                </a:lnTo>
                <a:lnTo>
                  <a:pt x="492" y="202"/>
                </a:lnTo>
                <a:lnTo>
                  <a:pt x="485" y="202"/>
                </a:lnTo>
                <a:lnTo>
                  <a:pt x="485" y="209"/>
                </a:lnTo>
                <a:close/>
                <a:moveTo>
                  <a:pt x="502" y="209"/>
                </a:moveTo>
                <a:lnTo>
                  <a:pt x="509" y="209"/>
                </a:lnTo>
                <a:lnTo>
                  <a:pt x="509" y="202"/>
                </a:lnTo>
                <a:lnTo>
                  <a:pt x="502" y="202"/>
                </a:lnTo>
                <a:lnTo>
                  <a:pt x="502" y="209"/>
                </a:lnTo>
                <a:close/>
                <a:moveTo>
                  <a:pt x="518" y="209"/>
                </a:moveTo>
                <a:lnTo>
                  <a:pt x="525" y="209"/>
                </a:lnTo>
                <a:lnTo>
                  <a:pt x="525" y="202"/>
                </a:lnTo>
                <a:lnTo>
                  <a:pt x="518" y="202"/>
                </a:lnTo>
                <a:lnTo>
                  <a:pt x="518" y="209"/>
                </a:lnTo>
                <a:close/>
                <a:moveTo>
                  <a:pt x="535" y="209"/>
                </a:moveTo>
                <a:lnTo>
                  <a:pt x="542" y="209"/>
                </a:lnTo>
                <a:lnTo>
                  <a:pt x="542" y="202"/>
                </a:lnTo>
                <a:lnTo>
                  <a:pt x="535" y="202"/>
                </a:lnTo>
                <a:lnTo>
                  <a:pt x="535" y="209"/>
                </a:lnTo>
                <a:close/>
                <a:moveTo>
                  <a:pt x="551" y="209"/>
                </a:moveTo>
                <a:lnTo>
                  <a:pt x="559" y="209"/>
                </a:lnTo>
                <a:lnTo>
                  <a:pt x="559" y="202"/>
                </a:lnTo>
                <a:lnTo>
                  <a:pt x="551" y="202"/>
                </a:lnTo>
                <a:lnTo>
                  <a:pt x="551" y="209"/>
                </a:lnTo>
                <a:close/>
                <a:moveTo>
                  <a:pt x="568" y="209"/>
                </a:moveTo>
                <a:lnTo>
                  <a:pt x="575" y="209"/>
                </a:lnTo>
                <a:lnTo>
                  <a:pt x="575" y="202"/>
                </a:lnTo>
                <a:lnTo>
                  <a:pt x="568" y="202"/>
                </a:lnTo>
                <a:lnTo>
                  <a:pt x="568" y="209"/>
                </a:lnTo>
                <a:close/>
                <a:moveTo>
                  <a:pt x="601" y="209"/>
                </a:moveTo>
                <a:lnTo>
                  <a:pt x="608" y="209"/>
                </a:lnTo>
                <a:lnTo>
                  <a:pt x="608" y="202"/>
                </a:lnTo>
                <a:lnTo>
                  <a:pt x="601" y="202"/>
                </a:lnTo>
                <a:lnTo>
                  <a:pt x="601" y="209"/>
                </a:lnTo>
                <a:close/>
                <a:moveTo>
                  <a:pt x="620" y="209"/>
                </a:moveTo>
                <a:lnTo>
                  <a:pt x="625" y="209"/>
                </a:lnTo>
                <a:lnTo>
                  <a:pt x="625" y="202"/>
                </a:lnTo>
                <a:lnTo>
                  <a:pt x="620" y="202"/>
                </a:lnTo>
                <a:lnTo>
                  <a:pt x="620" y="209"/>
                </a:lnTo>
                <a:close/>
                <a:moveTo>
                  <a:pt x="637" y="209"/>
                </a:moveTo>
                <a:lnTo>
                  <a:pt x="644" y="209"/>
                </a:lnTo>
                <a:lnTo>
                  <a:pt x="644" y="202"/>
                </a:lnTo>
                <a:lnTo>
                  <a:pt x="637" y="202"/>
                </a:lnTo>
                <a:lnTo>
                  <a:pt x="637" y="209"/>
                </a:lnTo>
                <a:close/>
                <a:moveTo>
                  <a:pt x="653" y="209"/>
                </a:moveTo>
                <a:lnTo>
                  <a:pt x="660" y="209"/>
                </a:lnTo>
                <a:lnTo>
                  <a:pt x="660" y="202"/>
                </a:lnTo>
                <a:lnTo>
                  <a:pt x="653" y="202"/>
                </a:lnTo>
                <a:lnTo>
                  <a:pt x="653" y="209"/>
                </a:lnTo>
                <a:close/>
                <a:moveTo>
                  <a:pt x="670" y="209"/>
                </a:moveTo>
                <a:lnTo>
                  <a:pt x="677" y="209"/>
                </a:lnTo>
                <a:lnTo>
                  <a:pt x="677" y="202"/>
                </a:lnTo>
                <a:lnTo>
                  <a:pt x="670" y="202"/>
                </a:lnTo>
                <a:lnTo>
                  <a:pt x="670" y="209"/>
                </a:lnTo>
                <a:close/>
                <a:moveTo>
                  <a:pt x="686" y="209"/>
                </a:moveTo>
                <a:lnTo>
                  <a:pt x="693" y="209"/>
                </a:lnTo>
                <a:lnTo>
                  <a:pt x="693" y="202"/>
                </a:lnTo>
                <a:lnTo>
                  <a:pt x="686" y="202"/>
                </a:lnTo>
                <a:lnTo>
                  <a:pt x="686" y="209"/>
                </a:lnTo>
                <a:close/>
                <a:moveTo>
                  <a:pt x="703" y="209"/>
                </a:moveTo>
                <a:lnTo>
                  <a:pt x="710" y="209"/>
                </a:lnTo>
                <a:lnTo>
                  <a:pt x="710" y="202"/>
                </a:lnTo>
                <a:lnTo>
                  <a:pt x="703" y="202"/>
                </a:lnTo>
                <a:lnTo>
                  <a:pt x="703" y="209"/>
                </a:lnTo>
                <a:close/>
                <a:moveTo>
                  <a:pt x="720" y="209"/>
                </a:moveTo>
                <a:lnTo>
                  <a:pt x="727" y="209"/>
                </a:lnTo>
                <a:lnTo>
                  <a:pt x="727" y="202"/>
                </a:lnTo>
                <a:lnTo>
                  <a:pt x="720" y="202"/>
                </a:lnTo>
                <a:lnTo>
                  <a:pt x="720" y="209"/>
                </a:lnTo>
                <a:close/>
                <a:moveTo>
                  <a:pt x="736" y="209"/>
                </a:moveTo>
                <a:lnTo>
                  <a:pt x="743" y="209"/>
                </a:lnTo>
                <a:lnTo>
                  <a:pt x="743" y="202"/>
                </a:lnTo>
                <a:lnTo>
                  <a:pt x="736" y="202"/>
                </a:lnTo>
                <a:lnTo>
                  <a:pt x="736" y="209"/>
                </a:lnTo>
                <a:close/>
                <a:moveTo>
                  <a:pt x="753" y="209"/>
                </a:moveTo>
                <a:lnTo>
                  <a:pt x="760" y="209"/>
                </a:lnTo>
                <a:lnTo>
                  <a:pt x="760" y="202"/>
                </a:lnTo>
                <a:lnTo>
                  <a:pt x="753" y="202"/>
                </a:lnTo>
                <a:lnTo>
                  <a:pt x="753" y="209"/>
                </a:lnTo>
                <a:close/>
                <a:moveTo>
                  <a:pt x="769" y="209"/>
                </a:moveTo>
                <a:lnTo>
                  <a:pt x="776" y="209"/>
                </a:lnTo>
                <a:lnTo>
                  <a:pt x="776" y="202"/>
                </a:lnTo>
                <a:lnTo>
                  <a:pt x="769" y="202"/>
                </a:lnTo>
                <a:lnTo>
                  <a:pt x="769" y="209"/>
                </a:lnTo>
                <a:close/>
                <a:moveTo>
                  <a:pt x="786" y="209"/>
                </a:moveTo>
                <a:lnTo>
                  <a:pt x="793" y="209"/>
                </a:lnTo>
                <a:lnTo>
                  <a:pt x="793" y="202"/>
                </a:lnTo>
                <a:lnTo>
                  <a:pt x="786" y="202"/>
                </a:lnTo>
                <a:lnTo>
                  <a:pt x="786" y="209"/>
                </a:lnTo>
                <a:close/>
                <a:moveTo>
                  <a:pt x="802" y="209"/>
                </a:moveTo>
                <a:lnTo>
                  <a:pt x="810" y="209"/>
                </a:lnTo>
                <a:lnTo>
                  <a:pt x="810" y="202"/>
                </a:lnTo>
                <a:lnTo>
                  <a:pt x="802" y="202"/>
                </a:lnTo>
                <a:lnTo>
                  <a:pt x="802" y="209"/>
                </a:lnTo>
                <a:close/>
                <a:moveTo>
                  <a:pt x="987" y="209"/>
                </a:moveTo>
                <a:lnTo>
                  <a:pt x="994" y="209"/>
                </a:lnTo>
                <a:lnTo>
                  <a:pt x="994" y="202"/>
                </a:lnTo>
                <a:lnTo>
                  <a:pt x="987" y="202"/>
                </a:lnTo>
                <a:lnTo>
                  <a:pt x="987" y="209"/>
                </a:lnTo>
                <a:close/>
                <a:moveTo>
                  <a:pt x="1004" y="209"/>
                </a:moveTo>
                <a:lnTo>
                  <a:pt x="1011" y="209"/>
                </a:lnTo>
                <a:lnTo>
                  <a:pt x="1011" y="202"/>
                </a:lnTo>
                <a:lnTo>
                  <a:pt x="1004" y="202"/>
                </a:lnTo>
                <a:lnTo>
                  <a:pt x="1004" y="209"/>
                </a:lnTo>
                <a:close/>
                <a:moveTo>
                  <a:pt x="1020" y="209"/>
                </a:moveTo>
                <a:lnTo>
                  <a:pt x="1027" y="209"/>
                </a:lnTo>
                <a:lnTo>
                  <a:pt x="1027" y="202"/>
                </a:lnTo>
                <a:lnTo>
                  <a:pt x="1020" y="202"/>
                </a:lnTo>
                <a:lnTo>
                  <a:pt x="1020" y="209"/>
                </a:lnTo>
                <a:close/>
                <a:moveTo>
                  <a:pt x="1037" y="209"/>
                </a:moveTo>
                <a:lnTo>
                  <a:pt x="1044" y="209"/>
                </a:lnTo>
                <a:lnTo>
                  <a:pt x="1044" y="202"/>
                </a:lnTo>
                <a:lnTo>
                  <a:pt x="1037" y="202"/>
                </a:lnTo>
                <a:lnTo>
                  <a:pt x="1037" y="209"/>
                </a:lnTo>
                <a:close/>
                <a:moveTo>
                  <a:pt x="1053" y="209"/>
                </a:moveTo>
                <a:lnTo>
                  <a:pt x="1061" y="209"/>
                </a:lnTo>
                <a:lnTo>
                  <a:pt x="1061" y="202"/>
                </a:lnTo>
                <a:lnTo>
                  <a:pt x="1053" y="202"/>
                </a:lnTo>
                <a:lnTo>
                  <a:pt x="1053" y="209"/>
                </a:lnTo>
                <a:close/>
                <a:moveTo>
                  <a:pt x="1070" y="209"/>
                </a:moveTo>
                <a:lnTo>
                  <a:pt x="1077" y="209"/>
                </a:lnTo>
                <a:lnTo>
                  <a:pt x="1077" y="202"/>
                </a:lnTo>
                <a:lnTo>
                  <a:pt x="1070" y="202"/>
                </a:lnTo>
                <a:lnTo>
                  <a:pt x="1070" y="209"/>
                </a:lnTo>
                <a:close/>
                <a:moveTo>
                  <a:pt x="1087" y="209"/>
                </a:moveTo>
                <a:lnTo>
                  <a:pt x="1094" y="209"/>
                </a:lnTo>
                <a:lnTo>
                  <a:pt x="1094" y="202"/>
                </a:lnTo>
                <a:lnTo>
                  <a:pt x="1087" y="202"/>
                </a:lnTo>
                <a:lnTo>
                  <a:pt x="1087" y="209"/>
                </a:lnTo>
                <a:close/>
                <a:moveTo>
                  <a:pt x="1103" y="209"/>
                </a:moveTo>
                <a:lnTo>
                  <a:pt x="1110" y="209"/>
                </a:lnTo>
                <a:lnTo>
                  <a:pt x="1110" y="202"/>
                </a:lnTo>
                <a:lnTo>
                  <a:pt x="1103" y="202"/>
                </a:lnTo>
                <a:lnTo>
                  <a:pt x="1103" y="209"/>
                </a:lnTo>
                <a:close/>
                <a:moveTo>
                  <a:pt x="1120" y="209"/>
                </a:moveTo>
                <a:lnTo>
                  <a:pt x="1127" y="209"/>
                </a:lnTo>
                <a:lnTo>
                  <a:pt x="1127" y="202"/>
                </a:lnTo>
                <a:lnTo>
                  <a:pt x="1120" y="202"/>
                </a:lnTo>
                <a:lnTo>
                  <a:pt x="1120" y="209"/>
                </a:lnTo>
                <a:close/>
                <a:moveTo>
                  <a:pt x="1139" y="209"/>
                </a:moveTo>
                <a:lnTo>
                  <a:pt x="1146" y="209"/>
                </a:lnTo>
                <a:lnTo>
                  <a:pt x="1146" y="202"/>
                </a:lnTo>
                <a:lnTo>
                  <a:pt x="1139" y="202"/>
                </a:lnTo>
                <a:lnTo>
                  <a:pt x="1139" y="209"/>
                </a:lnTo>
                <a:close/>
                <a:moveTo>
                  <a:pt x="1155" y="209"/>
                </a:moveTo>
                <a:lnTo>
                  <a:pt x="1162" y="209"/>
                </a:lnTo>
                <a:lnTo>
                  <a:pt x="1162" y="202"/>
                </a:lnTo>
                <a:lnTo>
                  <a:pt x="1155" y="202"/>
                </a:lnTo>
                <a:lnTo>
                  <a:pt x="1155" y="209"/>
                </a:lnTo>
                <a:close/>
                <a:moveTo>
                  <a:pt x="1172" y="209"/>
                </a:moveTo>
                <a:lnTo>
                  <a:pt x="1179" y="209"/>
                </a:lnTo>
                <a:lnTo>
                  <a:pt x="1179" y="202"/>
                </a:lnTo>
                <a:lnTo>
                  <a:pt x="1172" y="202"/>
                </a:lnTo>
                <a:lnTo>
                  <a:pt x="1172" y="209"/>
                </a:lnTo>
                <a:close/>
                <a:moveTo>
                  <a:pt x="1188" y="209"/>
                </a:moveTo>
                <a:lnTo>
                  <a:pt x="1196" y="209"/>
                </a:lnTo>
                <a:lnTo>
                  <a:pt x="1196" y="202"/>
                </a:lnTo>
                <a:lnTo>
                  <a:pt x="1188" y="202"/>
                </a:lnTo>
                <a:lnTo>
                  <a:pt x="1188" y="209"/>
                </a:lnTo>
                <a:close/>
                <a:moveTo>
                  <a:pt x="1205" y="209"/>
                </a:moveTo>
                <a:lnTo>
                  <a:pt x="1212" y="209"/>
                </a:lnTo>
                <a:lnTo>
                  <a:pt x="1212" y="202"/>
                </a:lnTo>
                <a:lnTo>
                  <a:pt x="1205" y="202"/>
                </a:lnTo>
                <a:lnTo>
                  <a:pt x="1205" y="209"/>
                </a:lnTo>
                <a:close/>
                <a:moveTo>
                  <a:pt x="1222" y="209"/>
                </a:moveTo>
                <a:lnTo>
                  <a:pt x="1229" y="209"/>
                </a:lnTo>
                <a:lnTo>
                  <a:pt x="1229" y="202"/>
                </a:lnTo>
                <a:lnTo>
                  <a:pt x="1222" y="202"/>
                </a:lnTo>
                <a:lnTo>
                  <a:pt x="1222" y="209"/>
                </a:lnTo>
                <a:close/>
                <a:moveTo>
                  <a:pt x="1238" y="209"/>
                </a:moveTo>
                <a:lnTo>
                  <a:pt x="1245" y="209"/>
                </a:lnTo>
                <a:lnTo>
                  <a:pt x="1245" y="202"/>
                </a:lnTo>
                <a:lnTo>
                  <a:pt x="1238" y="202"/>
                </a:lnTo>
                <a:lnTo>
                  <a:pt x="1238" y="209"/>
                </a:lnTo>
                <a:close/>
                <a:moveTo>
                  <a:pt x="1255" y="209"/>
                </a:moveTo>
                <a:lnTo>
                  <a:pt x="1262" y="209"/>
                </a:lnTo>
                <a:lnTo>
                  <a:pt x="1262" y="202"/>
                </a:lnTo>
                <a:lnTo>
                  <a:pt x="1255" y="202"/>
                </a:lnTo>
                <a:lnTo>
                  <a:pt x="1255" y="209"/>
                </a:lnTo>
                <a:close/>
                <a:moveTo>
                  <a:pt x="1271" y="209"/>
                </a:moveTo>
                <a:lnTo>
                  <a:pt x="1278" y="209"/>
                </a:lnTo>
                <a:lnTo>
                  <a:pt x="1278" y="202"/>
                </a:lnTo>
                <a:lnTo>
                  <a:pt x="1271" y="202"/>
                </a:lnTo>
                <a:lnTo>
                  <a:pt x="1271" y="209"/>
                </a:lnTo>
                <a:close/>
                <a:moveTo>
                  <a:pt x="1288" y="209"/>
                </a:moveTo>
                <a:lnTo>
                  <a:pt x="1295" y="209"/>
                </a:lnTo>
                <a:lnTo>
                  <a:pt x="1295" y="202"/>
                </a:lnTo>
                <a:lnTo>
                  <a:pt x="1288" y="202"/>
                </a:lnTo>
                <a:lnTo>
                  <a:pt x="1288" y="209"/>
                </a:lnTo>
                <a:close/>
                <a:moveTo>
                  <a:pt x="1889" y="209"/>
                </a:moveTo>
                <a:lnTo>
                  <a:pt x="1896" y="209"/>
                </a:lnTo>
                <a:lnTo>
                  <a:pt x="1896" y="202"/>
                </a:lnTo>
                <a:lnTo>
                  <a:pt x="1889" y="202"/>
                </a:lnTo>
                <a:lnTo>
                  <a:pt x="1889" y="209"/>
                </a:lnTo>
                <a:close/>
                <a:moveTo>
                  <a:pt x="1908" y="209"/>
                </a:moveTo>
                <a:lnTo>
                  <a:pt x="1915" y="209"/>
                </a:lnTo>
                <a:lnTo>
                  <a:pt x="1915" y="202"/>
                </a:lnTo>
                <a:lnTo>
                  <a:pt x="1908" y="202"/>
                </a:lnTo>
                <a:lnTo>
                  <a:pt x="1908" y="209"/>
                </a:lnTo>
                <a:close/>
                <a:moveTo>
                  <a:pt x="1925" y="209"/>
                </a:moveTo>
                <a:lnTo>
                  <a:pt x="1932" y="209"/>
                </a:lnTo>
                <a:lnTo>
                  <a:pt x="1932" y="202"/>
                </a:lnTo>
                <a:lnTo>
                  <a:pt x="1925" y="202"/>
                </a:lnTo>
                <a:lnTo>
                  <a:pt x="1925" y="209"/>
                </a:lnTo>
                <a:close/>
                <a:moveTo>
                  <a:pt x="1941" y="209"/>
                </a:moveTo>
                <a:lnTo>
                  <a:pt x="1949" y="209"/>
                </a:lnTo>
                <a:lnTo>
                  <a:pt x="1949" y="202"/>
                </a:lnTo>
                <a:lnTo>
                  <a:pt x="1941" y="202"/>
                </a:lnTo>
                <a:lnTo>
                  <a:pt x="1941" y="209"/>
                </a:lnTo>
                <a:close/>
                <a:moveTo>
                  <a:pt x="2041" y="209"/>
                </a:moveTo>
                <a:lnTo>
                  <a:pt x="2048" y="209"/>
                </a:lnTo>
                <a:lnTo>
                  <a:pt x="2048" y="202"/>
                </a:lnTo>
                <a:lnTo>
                  <a:pt x="2041" y="202"/>
                </a:lnTo>
                <a:lnTo>
                  <a:pt x="2041" y="209"/>
                </a:lnTo>
                <a:close/>
                <a:moveTo>
                  <a:pt x="2057" y="209"/>
                </a:moveTo>
                <a:lnTo>
                  <a:pt x="2065" y="209"/>
                </a:lnTo>
                <a:lnTo>
                  <a:pt x="2065" y="202"/>
                </a:lnTo>
                <a:lnTo>
                  <a:pt x="2057" y="202"/>
                </a:lnTo>
                <a:lnTo>
                  <a:pt x="2057" y="209"/>
                </a:lnTo>
                <a:close/>
                <a:moveTo>
                  <a:pt x="2074" y="209"/>
                </a:moveTo>
                <a:lnTo>
                  <a:pt x="2081" y="209"/>
                </a:lnTo>
                <a:lnTo>
                  <a:pt x="2081" y="202"/>
                </a:lnTo>
                <a:lnTo>
                  <a:pt x="2074" y="202"/>
                </a:lnTo>
                <a:lnTo>
                  <a:pt x="2074" y="209"/>
                </a:lnTo>
                <a:close/>
                <a:moveTo>
                  <a:pt x="2091" y="209"/>
                </a:moveTo>
                <a:lnTo>
                  <a:pt x="2098" y="209"/>
                </a:lnTo>
                <a:lnTo>
                  <a:pt x="2098" y="202"/>
                </a:lnTo>
                <a:lnTo>
                  <a:pt x="2091" y="202"/>
                </a:lnTo>
                <a:lnTo>
                  <a:pt x="2091" y="209"/>
                </a:lnTo>
                <a:close/>
                <a:moveTo>
                  <a:pt x="2124" y="209"/>
                </a:moveTo>
                <a:lnTo>
                  <a:pt x="2131" y="209"/>
                </a:lnTo>
                <a:lnTo>
                  <a:pt x="2131" y="202"/>
                </a:lnTo>
                <a:lnTo>
                  <a:pt x="2124" y="202"/>
                </a:lnTo>
                <a:lnTo>
                  <a:pt x="2124" y="209"/>
                </a:lnTo>
                <a:close/>
                <a:moveTo>
                  <a:pt x="2140" y="209"/>
                </a:moveTo>
                <a:lnTo>
                  <a:pt x="2147" y="209"/>
                </a:lnTo>
                <a:lnTo>
                  <a:pt x="2147" y="202"/>
                </a:lnTo>
                <a:lnTo>
                  <a:pt x="2140" y="202"/>
                </a:lnTo>
                <a:lnTo>
                  <a:pt x="2140" y="209"/>
                </a:lnTo>
                <a:close/>
                <a:moveTo>
                  <a:pt x="2159" y="209"/>
                </a:moveTo>
                <a:lnTo>
                  <a:pt x="2164" y="209"/>
                </a:lnTo>
                <a:lnTo>
                  <a:pt x="2164" y="202"/>
                </a:lnTo>
                <a:lnTo>
                  <a:pt x="2159" y="202"/>
                </a:lnTo>
                <a:lnTo>
                  <a:pt x="2159" y="209"/>
                </a:lnTo>
                <a:close/>
                <a:moveTo>
                  <a:pt x="2176" y="209"/>
                </a:moveTo>
                <a:lnTo>
                  <a:pt x="2183" y="209"/>
                </a:lnTo>
                <a:lnTo>
                  <a:pt x="2183" y="202"/>
                </a:lnTo>
                <a:lnTo>
                  <a:pt x="2176" y="202"/>
                </a:lnTo>
                <a:lnTo>
                  <a:pt x="2176" y="209"/>
                </a:lnTo>
                <a:close/>
                <a:moveTo>
                  <a:pt x="2192" y="209"/>
                </a:moveTo>
                <a:lnTo>
                  <a:pt x="2200" y="209"/>
                </a:lnTo>
                <a:lnTo>
                  <a:pt x="2200" y="202"/>
                </a:lnTo>
                <a:lnTo>
                  <a:pt x="2192" y="202"/>
                </a:lnTo>
                <a:lnTo>
                  <a:pt x="2192" y="209"/>
                </a:lnTo>
                <a:close/>
                <a:moveTo>
                  <a:pt x="2209" y="209"/>
                </a:moveTo>
                <a:lnTo>
                  <a:pt x="2216" y="209"/>
                </a:lnTo>
                <a:lnTo>
                  <a:pt x="2216" y="202"/>
                </a:lnTo>
                <a:lnTo>
                  <a:pt x="2209" y="202"/>
                </a:lnTo>
                <a:lnTo>
                  <a:pt x="2209" y="209"/>
                </a:lnTo>
                <a:close/>
                <a:moveTo>
                  <a:pt x="2226" y="209"/>
                </a:moveTo>
                <a:lnTo>
                  <a:pt x="2233" y="209"/>
                </a:lnTo>
                <a:lnTo>
                  <a:pt x="2233" y="202"/>
                </a:lnTo>
                <a:lnTo>
                  <a:pt x="2226" y="202"/>
                </a:lnTo>
                <a:lnTo>
                  <a:pt x="2226" y="209"/>
                </a:lnTo>
                <a:close/>
                <a:moveTo>
                  <a:pt x="2242" y="209"/>
                </a:moveTo>
                <a:lnTo>
                  <a:pt x="2249" y="209"/>
                </a:lnTo>
                <a:lnTo>
                  <a:pt x="2249" y="202"/>
                </a:lnTo>
                <a:lnTo>
                  <a:pt x="2242" y="202"/>
                </a:lnTo>
                <a:lnTo>
                  <a:pt x="2242" y="209"/>
                </a:lnTo>
                <a:close/>
                <a:moveTo>
                  <a:pt x="2259" y="209"/>
                </a:moveTo>
                <a:lnTo>
                  <a:pt x="2266" y="209"/>
                </a:lnTo>
                <a:lnTo>
                  <a:pt x="2266" y="202"/>
                </a:lnTo>
                <a:lnTo>
                  <a:pt x="2259" y="202"/>
                </a:lnTo>
                <a:lnTo>
                  <a:pt x="2259" y="209"/>
                </a:lnTo>
                <a:close/>
                <a:moveTo>
                  <a:pt x="2275" y="209"/>
                </a:moveTo>
                <a:lnTo>
                  <a:pt x="2282" y="209"/>
                </a:lnTo>
                <a:lnTo>
                  <a:pt x="2282" y="202"/>
                </a:lnTo>
                <a:lnTo>
                  <a:pt x="2275" y="202"/>
                </a:lnTo>
                <a:lnTo>
                  <a:pt x="2275" y="209"/>
                </a:lnTo>
                <a:close/>
                <a:moveTo>
                  <a:pt x="2292" y="209"/>
                </a:moveTo>
                <a:lnTo>
                  <a:pt x="2299" y="209"/>
                </a:lnTo>
                <a:lnTo>
                  <a:pt x="2299" y="202"/>
                </a:lnTo>
                <a:lnTo>
                  <a:pt x="2292" y="202"/>
                </a:lnTo>
                <a:lnTo>
                  <a:pt x="2292" y="209"/>
                </a:lnTo>
                <a:close/>
                <a:moveTo>
                  <a:pt x="2308" y="209"/>
                </a:moveTo>
                <a:lnTo>
                  <a:pt x="2316" y="209"/>
                </a:lnTo>
                <a:lnTo>
                  <a:pt x="2316" y="202"/>
                </a:lnTo>
                <a:lnTo>
                  <a:pt x="2308" y="202"/>
                </a:lnTo>
                <a:lnTo>
                  <a:pt x="2308" y="209"/>
                </a:lnTo>
                <a:close/>
                <a:moveTo>
                  <a:pt x="2325" y="209"/>
                </a:moveTo>
                <a:lnTo>
                  <a:pt x="2332" y="209"/>
                </a:lnTo>
                <a:lnTo>
                  <a:pt x="2332" y="202"/>
                </a:lnTo>
                <a:lnTo>
                  <a:pt x="2325" y="202"/>
                </a:lnTo>
                <a:lnTo>
                  <a:pt x="2325" y="209"/>
                </a:lnTo>
                <a:close/>
                <a:moveTo>
                  <a:pt x="2342" y="209"/>
                </a:moveTo>
                <a:lnTo>
                  <a:pt x="2349" y="209"/>
                </a:lnTo>
                <a:lnTo>
                  <a:pt x="2349" y="202"/>
                </a:lnTo>
                <a:lnTo>
                  <a:pt x="2342" y="202"/>
                </a:lnTo>
                <a:lnTo>
                  <a:pt x="2342" y="209"/>
                </a:lnTo>
                <a:close/>
                <a:moveTo>
                  <a:pt x="2358" y="209"/>
                </a:moveTo>
                <a:lnTo>
                  <a:pt x="2365" y="209"/>
                </a:lnTo>
                <a:lnTo>
                  <a:pt x="2365" y="202"/>
                </a:lnTo>
                <a:lnTo>
                  <a:pt x="2358" y="202"/>
                </a:lnTo>
                <a:lnTo>
                  <a:pt x="2358" y="209"/>
                </a:lnTo>
                <a:close/>
                <a:moveTo>
                  <a:pt x="2375" y="209"/>
                </a:moveTo>
                <a:lnTo>
                  <a:pt x="2382" y="209"/>
                </a:lnTo>
                <a:lnTo>
                  <a:pt x="2382" y="202"/>
                </a:lnTo>
                <a:lnTo>
                  <a:pt x="2375" y="202"/>
                </a:lnTo>
                <a:lnTo>
                  <a:pt x="2375" y="209"/>
                </a:lnTo>
                <a:close/>
                <a:moveTo>
                  <a:pt x="2391" y="209"/>
                </a:moveTo>
                <a:lnTo>
                  <a:pt x="2398" y="209"/>
                </a:lnTo>
                <a:lnTo>
                  <a:pt x="2398" y="202"/>
                </a:lnTo>
                <a:lnTo>
                  <a:pt x="2391" y="202"/>
                </a:lnTo>
                <a:lnTo>
                  <a:pt x="2391" y="209"/>
                </a:lnTo>
                <a:close/>
                <a:moveTo>
                  <a:pt x="2408" y="209"/>
                </a:moveTo>
                <a:lnTo>
                  <a:pt x="2415" y="209"/>
                </a:lnTo>
                <a:lnTo>
                  <a:pt x="2415" y="202"/>
                </a:lnTo>
                <a:lnTo>
                  <a:pt x="2408" y="202"/>
                </a:lnTo>
                <a:lnTo>
                  <a:pt x="2408" y="209"/>
                </a:lnTo>
                <a:close/>
                <a:moveTo>
                  <a:pt x="2427" y="209"/>
                </a:moveTo>
                <a:lnTo>
                  <a:pt x="2434" y="209"/>
                </a:lnTo>
                <a:lnTo>
                  <a:pt x="2434" y="202"/>
                </a:lnTo>
                <a:lnTo>
                  <a:pt x="2427" y="202"/>
                </a:lnTo>
                <a:lnTo>
                  <a:pt x="2427" y="209"/>
                </a:lnTo>
                <a:close/>
                <a:moveTo>
                  <a:pt x="2443" y="209"/>
                </a:moveTo>
                <a:lnTo>
                  <a:pt x="2451" y="209"/>
                </a:lnTo>
                <a:lnTo>
                  <a:pt x="2451" y="202"/>
                </a:lnTo>
                <a:lnTo>
                  <a:pt x="2443" y="202"/>
                </a:lnTo>
                <a:lnTo>
                  <a:pt x="2443" y="209"/>
                </a:lnTo>
                <a:close/>
                <a:moveTo>
                  <a:pt x="2460" y="209"/>
                </a:moveTo>
                <a:lnTo>
                  <a:pt x="2467" y="209"/>
                </a:lnTo>
                <a:lnTo>
                  <a:pt x="2467" y="202"/>
                </a:lnTo>
                <a:lnTo>
                  <a:pt x="2460" y="202"/>
                </a:lnTo>
                <a:lnTo>
                  <a:pt x="2460" y="209"/>
                </a:lnTo>
                <a:close/>
                <a:moveTo>
                  <a:pt x="2477" y="209"/>
                </a:moveTo>
                <a:lnTo>
                  <a:pt x="2484" y="209"/>
                </a:lnTo>
                <a:lnTo>
                  <a:pt x="2484" y="202"/>
                </a:lnTo>
                <a:lnTo>
                  <a:pt x="2477" y="202"/>
                </a:lnTo>
                <a:lnTo>
                  <a:pt x="2477" y="209"/>
                </a:lnTo>
                <a:close/>
                <a:moveTo>
                  <a:pt x="2493" y="209"/>
                </a:moveTo>
                <a:lnTo>
                  <a:pt x="2500" y="209"/>
                </a:lnTo>
                <a:lnTo>
                  <a:pt x="2500" y="202"/>
                </a:lnTo>
                <a:lnTo>
                  <a:pt x="2493" y="202"/>
                </a:lnTo>
                <a:lnTo>
                  <a:pt x="2493" y="209"/>
                </a:lnTo>
                <a:close/>
                <a:moveTo>
                  <a:pt x="2510" y="209"/>
                </a:moveTo>
                <a:lnTo>
                  <a:pt x="2517" y="209"/>
                </a:lnTo>
                <a:lnTo>
                  <a:pt x="2517" y="202"/>
                </a:lnTo>
                <a:lnTo>
                  <a:pt x="2510" y="202"/>
                </a:lnTo>
                <a:lnTo>
                  <a:pt x="2510" y="209"/>
                </a:lnTo>
                <a:close/>
                <a:moveTo>
                  <a:pt x="2526" y="209"/>
                </a:moveTo>
                <a:lnTo>
                  <a:pt x="2533" y="209"/>
                </a:lnTo>
                <a:lnTo>
                  <a:pt x="2533" y="202"/>
                </a:lnTo>
                <a:lnTo>
                  <a:pt x="2526" y="202"/>
                </a:lnTo>
                <a:lnTo>
                  <a:pt x="2526" y="209"/>
                </a:lnTo>
                <a:close/>
                <a:moveTo>
                  <a:pt x="2543" y="209"/>
                </a:moveTo>
                <a:lnTo>
                  <a:pt x="2550" y="209"/>
                </a:lnTo>
                <a:lnTo>
                  <a:pt x="2550" y="202"/>
                </a:lnTo>
                <a:lnTo>
                  <a:pt x="2543" y="202"/>
                </a:lnTo>
                <a:lnTo>
                  <a:pt x="2543" y="209"/>
                </a:lnTo>
                <a:close/>
                <a:moveTo>
                  <a:pt x="2626" y="209"/>
                </a:moveTo>
                <a:lnTo>
                  <a:pt x="2633" y="209"/>
                </a:lnTo>
                <a:lnTo>
                  <a:pt x="2633" y="202"/>
                </a:lnTo>
                <a:lnTo>
                  <a:pt x="2626" y="202"/>
                </a:lnTo>
                <a:lnTo>
                  <a:pt x="2626" y="209"/>
                </a:lnTo>
                <a:close/>
                <a:moveTo>
                  <a:pt x="2642" y="209"/>
                </a:moveTo>
                <a:lnTo>
                  <a:pt x="2649" y="209"/>
                </a:lnTo>
                <a:lnTo>
                  <a:pt x="2649" y="202"/>
                </a:lnTo>
                <a:lnTo>
                  <a:pt x="2642" y="202"/>
                </a:lnTo>
                <a:lnTo>
                  <a:pt x="2642" y="209"/>
                </a:lnTo>
                <a:close/>
                <a:moveTo>
                  <a:pt x="2659" y="209"/>
                </a:moveTo>
                <a:lnTo>
                  <a:pt x="2666" y="209"/>
                </a:lnTo>
                <a:lnTo>
                  <a:pt x="2666" y="202"/>
                </a:lnTo>
                <a:lnTo>
                  <a:pt x="2659" y="202"/>
                </a:lnTo>
                <a:lnTo>
                  <a:pt x="2659" y="209"/>
                </a:lnTo>
                <a:close/>
                <a:moveTo>
                  <a:pt x="402" y="226"/>
                </a:moveTo>
                <a:lnTo>
                  <a:pt x="409" y="226"/>
                </a:lnTo>
                <a:lnTo>
                  <a:pt x="409" y="218"/>
                </a:lnTo>
                <a:lnTo>
                  <a:pt x="402" y="218"/>
                </a:lnTo>
                <a:lnTo>
                  <a:pt x="402" y="226"/>
                </a:lnTo>
                <a:close/>
                <a:moveTo>
                  <a:pt x="419" y="226"/>
                </a:moveTo>
                <a:lnTo>
                  <a:pt x="426" y="226"/>
                </a:lnTo>
                <a:lnTo>
                  <a:pt x="426" y="218"/>
                </a:lnTo>
                <a:lnTo>
                  <a:pt x="419" y="218"/>
                </a:lnTo>
                <a:lnTo>
                  <a:pt x="419" y="226"/>
                </a:lnTo>
                <a:close/>
                <a:moveTo>
                  <a:pt x="435" y="226"/>
                </a:moveTo>
                <a:lnTo>
                  <a:pt x="442" y="226"/>
                </a:lnTo>
                <a:lnTo>
                  <a:pt x="442" y="218"/>
                </a:lnTo>
                <a:lnTo>
                  <a:pt x="435" y="218"/>
                </a:lnTo>
                <a:lnTo>
                  <a:pt x="435" y="226"/>
                </a:lnTo>
                <a:close/>
                <a:moveTo>
                  <a:pt x="452" y="226"/>
                </a:moveTo>
                <a:lnTo>
                  <a:pt x="459" y="226"/>
                </a:lnTo>
                <a:lnTo>
                  <a:pt x="459" y="218"/>
                </a:lnTo>
                <a:lnTo>
                  <a:pt x="452" y="218"/>
                </a:lnTo>
                <a:lnTo>
                  <a:pt x="452" y="226"/>
                </a:lnTo>
                <a:close/>
                <a:moveTo>
                  <a:pt x="469" y="226"/>
                </a:moveTo>
                <a:lnTo>
                  <a:pt x="476" y="226"/>
                </a:lnTo>
                <a:lnTo>
                  <a:pt x="476" y="218"/>
                </a:lnTo>
                <a:lnTo>
                  <a:pt x="469" y="218"/>
                </a:lnTo>
                <a:lnTo>
                  <a:pt x="469" y="226"/>
                </a:lnTo>
                <a:close/>
                <a:moveTo>
                  <a:pt x="485" y="226"/>
                </a:moveTo>
                <a:lnTo>
                  <a:pt x="492" y="226"/>
                </a:lnTo>
                <a:lnTo>
                  <a:pt x="492" y="218"/>
                </a:lnTo>
                <a:lnTo>
                  <a:pt x="485" y="218"/>
                </a:lnTo>
                <a:lnTo>
                  <a:pt x="485" y="226"/>
                </a:lnTo>
                <a:close/>
                <a:moveTo>
                  <a:pt x="502" y="226"/>
                </a:moveTo>
                <a:lnTo>
                  <a:pt x="509" y="226"/>
                </a:lnTo>
                <a:lnTo>
                  <a:pt x="509" y="218"/>
                </a:lnTo>
                <a:lnTo>
                  <a:pt x="502" y="218"/>
                </a:lnTo>
                <a:lnTo>
                  <a:pt x="502" y="226"/>
                </a:lnTo>
                <a:close/>
                <a:moveTo>
                  <a:pt x="518" y="226"/>
                </a:moveTo>
                <a:lnTo>
                  <a:pt x="525" y="226"/>
                </a:lnTo>
                <a:lnTo>
                  <a:pt x="525" y="218"/>
                </a:lnTo>
                <a:lnTo>
                  <a:pt x="518" y="218"/>
                </a:lnTo>
                <a:lnTo>
                  <a:pt x="518" y="226"/>
                </a:lnTo>
                <a:close/>
                <a:moveTo>
                  <a:pt x="535" y="226"/>
                </a:moveTo>
                <a:lnTo>
                  <a:pt x="542" y="226"/>
                </a:lnTo>
                <a:lnTo>
                  <a:pt x="542" y="218"/>
                </a:lnTo>
                <a:lnTo>
                  <a:pt x="535" y="218"/>
                </a:lnTo>
                <a:lnTo>
                  <a:pt x="535" y="226"/>
                </a:lnTo>
                <a:close/>
                <a:moveTo>
                  <a:pt x="551" y="226"/>
                </a:moveTo>
                <a:lnTo>
                  <a:pt x="559" y="226"/>
                </a:lnTo>
                <a:lnTo>
                  <a:pt x="559" y="218"/>
                </a:lnTo>
                <a:lnTo>
                  <a:pt x="551" y="218"/>
                </a:lnTo>
                <a:lnTo>
                  <a:pt x="551" y="226"/>
                </a:lnTo>
                <a:close/>
                <a:moveTo>
                  <a:pt x="568" y="226"/>
                </a:moveTo>
                <a:lnTo>
                  <a:pt x="575" y="226"/>
                </a:lnTo>
                <a:lnTo>
                  <a:pt x="575" y="218"/>
                </a:lnTo>
                <a:lnTo>
                  <a:pt x="568" y="218"/>
                </a:lnTo>
                <a:lnTo>
                  <a:pt x="568" y="226"/>
                </a:lnTo>
                <a:close/>
                <a:moveTo>
                  <a:pt x="585" y="226"/>
                </a:moveTo>
                <a:lnTo>
                  <a:pt x="592" y="226"/>
                </a:lnTo>
                <a:lnTo>
                  <a:pt x="592" y="218"/>
                </a:lnTo>
                <a:lnTo>
                  <a:pt x="585" y="218"/>
                </a:lnTo>
                <a:lnTo>
                  <a:pt x="585" y="226"/>
                </a:lnTo>
                <a:close/>
                <a:moveTo>
                  <a:pt x="601" y="226"/>
                </a:moveTo>
                <a:lnTo>
                  <a:pt x="608" y="226"/>
                </a:lnTo>
                <a:lnTo>
                  <a:pt x="608" y="218"/>
                </a:lnTo>
                <a:lnTo>
                  <a:pt x="601" y="218"/>
                </a:lnTo>
                <a:lnTo>
                  <a:pt x="601" y="226"/>
                </a:lnTo>
                <a:close/>
                <a:moveTo>
                  <a:pt x="620" y="226"/>
                </a:moveTo>
                <a:lnTo>
                  <a:pt x="625" y="226"/>
                </a:lnTo>
                <a:lnTo>
                  <a:pt x="625" y="218"/>
                </a:lnTo>
                <a:lnTo>
                  <a:pt x="620" y="218"/>
                </a:lnTo>
                <a:lnTo>
                  <a:pt x="620" y="226"/>
                </a:lnTo>
                <a:close/>
                <a:moveTo>
                  <a:pt x="637" y="226"/>
                </a:moveTo>
                <a:lnTo>
                  <a:pt x="644" y="226"/>
                </a:lnTo>
                <a:lnTo>
                  <a:pt x="644" y="218"/>
                </a:lnTo>
                <a:lnTo>
                  <a:pt x="637" y="218"/>
                </a:lnTo>
                <a:lnTo>
                  <a:pt x="637" y="226"/>
                </a:lnTo>
                <a:close/>
                <a:moveTo>
                  <a:pt x="653" y="226"/>
                </a:moveTo>
                <a:lnTo>
                  <a:pt x="660" y="226"/>
                </a:lnTo>
                <a:lnTo>
                  <a:pt x="660" y="218"/>
                </a:lnTo>
                <a:lnTo>
                  <a:pt x="653" y="218"/>
                </a:lnTo>
                <a:lnTo>
                  <a:pt x="653" y="226"/>
                </a:lnTo>
                <a:close/>
                <a:moveTo>
                  <a:pt x="670" y="226"/>
                </a:moveTo>
                <a:lnTo>
                  <a:pt x="677" y="226"/>
                </a:lnTo>
                <a:lnTo>
                  <a:pt x="677" y="218"/>
                </a:lnTo>
                <a:lnTo>
                  <a:pt x="670" y="218"/>
                </a:lnTo>
                <a:lnTo>
                  <a:pt x="670" y="226"/>
                </a:lnTo>
                <a:close/>
                <a:moveTo>
                  <a:pt x="703" y="226"/>
                </a:moveTo>
                <a:lnTo>
                  <a:pt x="710" y="226"/>
                </a:lnTo>
                <a:lnTo>
                  <a:pt x="710" y="218"/>
                </a:lnTo>
                <a:lnTo>
                  <a:pt x="703" y="218"/>
                </a:lnTo>
                <a:lnTo>
                  <a:pt x="703" y="226"/>
                </a:lnTo>
                <a:close/>
                <a:moveTo>
                  <a:pt x="720" y="226"/>
                </a:moveTo>
                <a:lnTo>
                  <a:pt x="727" y="226"/>
                </a:lnTo>
                <a:lnTo>
                  <a:pt x="727" y="218"/>
                </a:lnTo>
                <a:lnTo>
                  <a:pt x="720" y="218"/>
                </a:lnTo>
                <a:lnTo>
                  <a:pt x="720" y="226"/>
                </a:lnTo>
                <a:close/>
                <a:moveTo>
                  <a:pt x="736" y="226"/>
                </a:moveTo>
                <a:lnTo>
                  <a:pt x="743" y="226"/>
                </a:lnTo>
                <a:lnTo>
                  <a:pt x="743" y="218"/>
                </a:lnTo>
                <a:lnTo>
                  <a:pt x="736" y="218"/>
                </a:lnTo>
                <a:lnTo>
                  <a:pt x="736" y="226"/>
                </a:lnTo>
                <a:close/>
                <a:moveTo>
                  <a:pt x="753" y="226"/>
                </a:moveTo>
                <a:lnTo>
                  <a:pt x="760" y="226"/>
                </a:lnTo>
                <a:lnTo>
                  <a:pt x="760" y="218"/>
                </a:lnTo>
                <a:lnTo>
                  <a:pt x="753" y="218"/>
                </a:lnTo>
                <a:lnTo>
                  <a:pt x="753" y="226"/>
                </a:lnTo>
                <a:close/>
                <a:moveTo>
                  <a:pt x="769" y="226"/>
                </a:moveTo>
                <a:lnTo>
                  <a:pt x="776" y="226"/>
                </a:lnTo>
                <a:lnTo>
                  <a:pt x="776" y="218"/>
                </a:lnTo>
                <a:lnTo>
                  <a:pt x="769" y="218"/>
                </a:lnTo>
                <a:lnTo>
                  <a:pt x="769" y="226"/>
                </a:lnTo>
                <a:close/>
                <a:moveTo>
                  <a:pt x="786" y="226"/>
                </a:moveTo>
                <a:lnTo>
                  <a:pt x="793" y="226"/>
                </a:lnTo>
                <a:lnTo>
                  <a:pt x="793" y="218"/>
                </a:lnTo>
                <a:lnTo>
                  <a:pt x="786" y="218"/>
                </a:lnTo>
                <a:lnTo>
                  <a:pt x="786" y="226"/>
                </a:lnTo>
                <a:close/>
                <a:moveTo>
                  <a:pt x="802" y="226"/>
                </a:moveTo>
                <a:lnTo>
                  <a:pt x="810" y="226"/>
                </a:lnTo>
                <a:lnTo>
                  <a:pt x="810" y="218"/>
                </a:lnTo>
                <a:lnTo>
                  <a:pt x="802" y="218"/>
                </a:lnTo>
                <a:lnTo>
                  <a:pt x="802" y="226"/>
                </a:lnTo>
                <a:close/>
                <a:moveTo>
                  <a:pt x="819" y="226"/>
                </a:moveTo>
                <a:lnTo>
                  <a:pt x="826" y="226"/>
                </a:lnTo>
                <a:lnTo>
                  <a:pt x="826" y="218"/>
                </a:lnTo>
                <a:lnTo>
                  <a:pt x="819" y="218"/>
                </a:lnTo>
                <a:lnTo>
                  <a:pt x="819" y="226"/>
                </a:lnTo>
                <a:close/>
                <a:moveTo>
                  <a:pt x="836" y="226"/>
                </a:moveTo>
                <a:lnTo>
                  <a:pt x="843" y="226"/>
                </a:lnTo>
                <a:lnTo>
                  <a:pt x="843" y="218"/>
                </a:lnTo>
                <a:lnTo>
                  <a:pt x="836" y="218"/>
                </a:lnTo>
                <a:lnTo>
                  <a:pt x="836" y="226"/>
                </a:lnTo>
                <a:close/>
                <a:moveTo>
                  <a:pt x="987" y="226"/>
                </a:moveTo>
                <a:lnTo>
                  <a:pt x="994" y="226"/>
                </a:lnTo>
                <a:lnTo>
                  <a:pt x="994" y="218"/>
                </a:lnTo>
                <a:lnTo>
                  <a:pt x="987" y="218"/>
                </a:lnTo>
                <a:lnTo>
                  <a:pt x="987" y="226"/>
                </a:lnTo>
                <a:close/>
                <a:moveTo>
                  <a:pt x="1004" y="226"/>
                </a:moveTo>
                <a:lnTo>
                  <a:pt x="1011" y="226"/>
                </a:lnTo>
                <a:lnTo>
                  <a:pt x="1011" y="218"/>
                </a:lnTo>
                <a:lnTo>
                  <a:pt x="1004" y="218"/>
                </a:lnTo>
                <a:lnTo>
                  <a:pt x="1004" y="226"/>
                </a:lnTo>
                <a:close/>
                <a:moveTo>
                  <a:pt x="1020" y="226"/>
                </a:moveTo>
                <a:lnTo>
                  <a:pt x="1027" y="226"/>
                </a:lnTo>
                <a:lnTo>
                  <a:pt x="1027" y="218"/>
                </a:lnTo>
                <a:lnTo>
                  <a:pt x="1020" y="218"/>
                </a:lnTo>
                <a:lnTo>
                  <a:pt x="1020" y="226"/>
                </a:lnTo>
                <a:close/>
                <a:moveTo>
                  <a:pt x="1037" y="226"/>
                </a:moveTo>
                <a:lnTo>
                  <a:pt x="1044" y="226"/>
                </a:lnTo>
                <a:lnTo>
                  <a:pt x="1044" y="218"/>
                </a:lnTo>
                <a:lnTo>
                  <a:pt x="1037" y="218"/>
                </a:lnTo>
                <a:lnTo>
                  <a:pt x="1037" y="226"/>
                </a:lnTo>
                <a:close/>
                <a:moveTo>
                  <a:pt x="1053" y="226"/>
                </a:moveTo>
                <a:lnTo>
                  <a:pt x="1061" y="226"/>
                </a:lnTo>
                <a:lnTo>
                  <a:pt x="1061" y="218"/>
                </a:lnTo>
                <a:lnTo>
                  <a:pt x="1053" y="218"/>
                </a:lnTo>
                <a:lnTo>
                  <a:pt x="1053" y="226"/>
                </a:lnTo>
                <a:close/>
                <a:moveTo>
                  <a:pt x="1070" y="226"/>
                </a:moveTo>
                <a:lnTo>
                  <a:pt x="1077" y="226"/>
                </a:lnTo>
                <a:lnTo>
                  <a:pt x="1077" y="218"/>
                </a:lnTo>
                <a:lnTo>
                  <a:pt x="1070" y="218"/>
                </a:lnTo>
                <a:lnTo>
                  <a:pt x="1070" y="226"/>
                </a:lnTo>
                <a:close/>
                <a:moveTo>
                  <a:pt x="1087" y="226"/>
                </a:moveTo>
                <a:lnTo>
                  <a:pt x="1094" y="226"/>
                </a:lnTo>
                <a:lnTo>
                  <a:pt x="1094" y="218"/>
                </a:lnTo>
                <a:lnTo>
                  <a:pt x="1087" y="218"/>
                </a:lnTo>
                <a:lnTo>
                  <a:pt x="1087" y="226"/>
                </a:lnTo>
                <a:close/>
                <a:moveTo>
                  <a:pt x="1103" y="226"/>
                </a:moveTo>
                <a:lnTo>
                  <a:pt x="1110" y="226"/>
                </a:lnTo>
                <a:lnTo>
                  <a:pt x="1110" y="218"/>
                </a:lnTo>
                <a:lnTo>
                  <a:pt x="1103" y="218"/>
                </a:lnTo>
                <a:lnTo>
                  <a:pt x="1103" y="226"/>
                </a:lnTo>
                <a:close/>
                <a:moveTo>
                  <a:pt x="1120" y="226"/>
                </a:moveTo>
                <a:lnTo>
                  <a:pt x="1127" y="226"/>
                </a:lnTo>
                <a:lnTo>
                  <a:pt x="1127" y="218"/>
                </a:lnTo>
                <a:lnTo>
                  <a:pt x="1120" y="218"/>
                </a:lnTo>
                <a:lnTo>
                  <a:pt x="1120" y="226"/>
                </a:lnTo>
                <a:close/>
                <a:moveTo>
                  <a:pt x="1139" y="226"/>
                </a:moveTo>
                <a:lnTo>
                  <a:pt x="1146" y="226"/>
                </a:lnTo>
                <a:lnTo>
                  <a:pt x="1146" y="218"/>
                </a:lnTo>
                <a:lnTo>
                  <a:pt x="1139" y="218"/>
                </a:lnTo>
                <a:lnTo>
                  <a:pt x="1139" y="226"/>
                </a:lnTo>
                <a:close/>
                <a:moveTo>
                  <a:pt x="1155" y="226"/>
                </a:moveTo>
                <a:lnTo>
                  <a:pt x="1162" y="226"/>
                </a:lnTo>
                <a:lnTo>
                  <a:pt x="1162" y="218"/>
                </a:lnTo>
                <a:lnTo>
                  <a:pt x="1155" y="218"/>
                </a:lnTo>
                <a:lnTo>
                  <a:pt x="1155" y="226"/>
                </a:lnTo>
                <a:close/>
                <a:moveTo>
                  <a:pt x="1172" y="226"/>
                </a:moveTo>
                <a:lnTo>
                  <a:pt x="1179" y="226"/>
                </a:lnTo>
                <a:lnTo>
                  <a:pt x="1179" y="218"/>
                </a:lnTo>
                <a:lnTo>
                  <a:pt x="1172" y="218"/>
                </a:lnTo>
                <a:lnTo>
                  <a:pt x="1172" y="226"/>
                </a:lnTo>
                <a:close/>
                <a:moveTo>
                  <a:pt x="1188" y="226"/>
                </a:moveTo>
                <a:lnTo>
                  <a:pt x="1196" y="226"/>
                </a:lnTo>
                <a:lnTo>
                  <a:pt x="1196" y="218"/>
                </a:lnTo>
                <a:lnTo>
                  <a:pt x="1188" y="218"/>
                </a:lnTo>
                <a:lnTo>
                  <a:pt x="1188" y="226"/>
                </a:lnTo>
                <a:close/>
                <a:moveTo>
                  <a:pt x="1205" y="226"/>
                </a:moveTo>
                <a:lnTo>
                  <a:pt x="1212" y="226"/>
                </a:lnTo>
                <a:lnTo>
                  <a:pt x="1212" y="218"/>
                </a:lnTo>
                <a:lnTo>
                  <a:pt x="1205" y="218"/>
                </a:lnTo>
                <a:lnTo>
                  <a:pt x="1205" y="226"/>
                </a:lnTo>
                <a:close/>
                <a:moveTo>
                  <a:pt x="1222" y="226"/>
                </a:moveTo>
                <a:lnTo>
                  <a:pt x="1229" y="226"/>
                </a:lnTo>
                <a:lnTo>
                  <a:pt x="1229" y="218"/>
                </a:lnTo>
                <a:lnTo>
                  <a:pt x="1222" y="218"/>
                </a:lnTo>
                <a:lnTo>
                  <a:pt x="1222" y="226"/>
                </a:lnTo>
                <a:close/>
                <a:moveTo>
                  <a:pt x="1238" y="226"/>
                </a:moveTo>
                <a:lnTo>
                  <a:pt x="1245" y="226"/>
                </a:lnTo>
                <a:lnTo>
                  <a:pt x="1245" y="218"/>
                </a:lnTo>
                <a:lnTo>
                  <a:pt x="1238" y="218"/>
                </a:lnTo>
                <a:lnTo>
                  <a:pt x="1238" y="226"/>
                </a:lnTo>
                <a:close/>
                <a:moveTo>
                  <a:pt x="1255" y="226"/>
                </a:moveTo>
                <a:lnTo>
                  <a:pt x="1262" y="226"/>
                </a:lnTo>
                <a:lnTo>
                  <a:pt x="1262" y="218"/>
                </a:lnTo>
                <a:lnTo>
                  <a:pt x="1255" y="218"/>
                </a:lnTo>
                <a:lnTo>
                  <a:pt x="1255" y="226"/>
                </a:lnTo>
                <a:close/>
                <a:moveTo>
                  <a:pt x="1271" y="226"/>
                </a:moveTo>
                <a:lnTo>
                  <a:pt x="1278" y="226"/>
                </a:lnTo>
                <a:lnTo>
                  <a:pt x="1278" y="218"/>
                </a:lnTo>
                <a:lnTo>
                  <a:pt x="1271" y="218"/>
                </a:lnTo>
                <a:lnTo>
                  <a:pt x="1271" y="226"/>
                </a:lnTo>
                <a:close/>
                <a:moveTo>
                  <a:pt x="1889" y="226"/>
                </a:moveTo>
                <a:lnTo>
                  <a:pt x="1896" y="226"/>
                </a:lnTo>
                <a:lnTo>
                  <a:pt x="1896" y="218"/>
                </a:lnTo>
                <a:lnTo>
                  <a:pt x="1889" y="218"/>
                </a:lnTo>
                <a:lnTo>
                  <a:pt x="1889" y="226"/>
                </a:lnTo>
                <a:close/>
                <a:moveTo>
                  <a:pt x="1908" y="226"/>
                </a:moveTo>
                <a:lnTo>
                  <a:pt x="1915" y="226"/>
                </a:lnTo>
                <a:lnTo>
                  <a:pt x="1915" y="218"/>
                </a:lnTo>
                <a:lnTo>
                  <a:pt x="1908" y="218"/>
                </a:lnTo>
                <a:lnTo>
                  <a:pt x="1908" y="226"/>
                </a:lnTo>
                <a:close/>
                <a:moveTo>
                  <a:pt x="1925" y="226"/>
                </a:moveTo>
                <a:lnTo>
                  <a:pt x="1932" y="226"/>
                </a:lnTo>
                <a:lnTo>
                  <a:pt x="1932" y="218"/>
                </a:lnTo>
                <a:lnTo>
                  <a:pt x="1925" y="218"/>
                </a:lnTo>
                <a:lnTo>
                  <a:pt x="1925" y="226"/>
                </a:lnTo>
                <a:close/>
                <a:moveTo>
                  <a:pt x="2024" y="226"/>
                </a:moveTo>
                <a:lnTo>
                  <a:pt x="2031" y="226"/>
                </a:lnTo>
                <a:lnTo>
                  <a:pt x="2031" y="218"/>
                </a:lnTo>
                <a:lnTo>
                  <a:pt x="2024" y="218"/>
                </a:lnTo>
                <a:lnTo>
                  <a:pt x="2024" y="226"/>
                </a:lnTo>
                <a:close/>
                <a:moveTo>
                  <a:pt x="2041" y="226"/>
                </a:moveTo>
                <a:lnTo>
                  <a:pt x="2048" y="226"/>
                </a:lnTo>
                <a:lnTo>
                  <a:pt x="2048" y="218"/>
                </a:lnTo>
                <a:lnTo>
                  <a:pt x="2041" y="218"/>
                </a:lnTo>
                <a:lnTo>
                  <a:pt x="2041" y="226"/>
                </a:lnTo>
                <a:close/>
                <a:moveTo>
                  <a:pt x="2057" y="226"/>
                </a:moveTo>
                <a:lnTo>
                  <a:pt x="2065" y="226"/>
                </a:lnTo>
                <a:lnTo>
                  <a:pt x="2065" y="218"/>
                </a:lnTo>
                <a:lnTo>
                  <a:pt x="2057" y="218"/>
                </a:lnTo>
                <a:lnTo>
                  <a:pt x="2057" y="226"/>
                </a:lnTo>
                <a:close/>
                <a:moveTo>
                  <a:pt x="2074" y="226"/>
                </a:moveTo>
                <a:lnTo>
                  <a:pt x="2081" y="226"/>
                </a:lnTo>
                <a:lnTo>
                  <a:pt x="2081" y="218"/>
                </a:lnTo>
                <a:lnTo>
                  <a:pt x="2074" y="218"/>
                </a:lnTo>
                <a:lnTo>
                  <a:pt x="2074" y="226"/>
                </a:lnTo>
                <a:close/>
                <a:moveTo>
                  <a:pt x="2091" y="226"/>
                </a:moveTo>
                <a:lnTo>
                  <a:pt x="2098" y="226"/>
                </a:lnTo>
                <a:lnTo>
                  <a:pt x="2098" y="218"/>
                </a:lnTo>
                <a:lnTo>
                  <a:pt x="2091" y="218"/>
                </a:lnTo>
                <a:lnTo>
                  <a:pt x="2091" y="226"/>
                </a:lnTo>
                <a:close/>
                <a:moveTo>
                  <a:pt x="2107" y="226"/>
                </a:moveTo>
                <a:lnTo>
                  <a:pt x="2114" y="226"/>
                </a:lnTo>
                <a:lnTo>
                  <a:pt x="2114" y="218"/>
                </a:lnTo>
                <a:lnTo>
                  <a:pt x="2107" y="218"/>
                </a:lnTo>
                <a:lnTo>
                  <a:pt x="2107" y="226"/>
                </a:lnTo>
                <a:close/>
                <a:moveTo>
                  <a:pt x="2124" y="226"/>
                </a:moveTo>
                <a:lnTo>
                  <a:pt x="2131" y="226"/>
                </a:lnTo>
                <a:lnTo>
                  <a:pt x="2131" y="218"/>
                </a:lnTo>
                <a:lnTo>
                  <a:pt x="2124" y="218"/>
                </a:lnTo>
                <a:lnTo>
                  <a:pt x="2124" y="226"/>
                </a:lnTo>
                <a:close/>
                <a:moveTo>
                  <a:pt x="2140" y="226"/>
                </a:moveTo>
                <a:lnTo>
                  <a:pt x="2147" y="226"/>
                </a:lnTo>
                <a:lnTo>
                  <a:pt x="2147" y="218"/>
                </a:lnTo>
                <a:lnTo>
                  <a:pt x="2140" y="218"/>
                </a:lnTo>
                <a:lnTo>
                  <a:pt x="2140" y="226"/>
                </a:lnTo>
                <a:close/>
                <a:moveTo>
                  <a:pt x="2159" y="226"/>
                </a:moveTo>
                <a:lnTo>
                  <a:pt x="2164" y="226"/>
                </a:lnTo>
                <a:lnTo>
                  <a:pt x="2164" y="218"/>
                </a:lnTo>
                <a:lnTo>
                  <a:pt x="2159" y="218"/>
                </a:lnTo>
                <a:lnTo>
                  <a:pt x="2159" y="226"/>
                </a:lnTo>
                <a:close/>
                <a:moveTo>
                  <a:pt x="2176" y="226"/>
                </a:moveTo>
                <a:lnTo>
                  <a:pt x="2183" y="226"/>
                </a:lnTo>
                <a:lnTo>
                  <a:pt x="2183" y="218"/>
                </a:lnTo>
                <a:lnTo>
                  <a:pt x="2176" y="218"/>
                </a:lnTo>
                <a:lnTo>
                  <a:pt x="2176" y="226"/>
                </a:lnTo>
                <a:close/>
                <a:moveTo>
                  <a:pt x="2192" y="226"/>
                </a:moveTo>
                <a:lnTo>
                  <a:pt x="2200" y="226"/>
                </a:lnTo>
                <a:lnTo>
                  <a:pt x="2200" y="218"/>
                </a:lnTo>
                <a:lnTo>
                  <a:pt x="2192" y="218"/>
                </a:lnTo>
                <a:lnTo>
                  <a:pt x="2192" y="226"/>
                </a:lnTo>
                <a:close/>
                <a:moveTo>
                  <a:pt x="2209" y="226"/>
                </a:moveTo>
                <a:lnTo>
                  <a:pt x="2216" y="226"/>
                </a:lnTo>
                <a:lnTo>
                  <a:pt x="2216" y="218"/>
                </a:lnTo>
                <a:lnTo>
                  <a:pt x="2209" y="218"/>
                </a:lnTo>
                <a:lnTo>
                  <a:pt x="2209" y="226"/>
                </a:lnTo>
                <a:close/>
                <a:moveTo>
                  <a:pt x="2226" y="226"/>
                </a:moveTo>
                <a:lnTo>
                  <a:pt x="2233" y="226"/>
                </a:lnTo>
                <a:lnTo>
                  <a:pt x="2233" y="218"/>
                </a:lnTo>
                <a:lnTo>
                  <a:pt x="2226" y="218"/>
                </a:lnTo>
                <a:lnTo>
                  <a:pt x="2226" y="226"/>
                </a:lnTo>
                <a:close/>
                <a:moveTo>
                  <a:pt x="2242" y="226"/>
                </a:moveTo>
                <a:lnTo>
                  <a:pt x="2249" y="226"/>
                </a:lnTo>
                <a:lnTo>
                  <a:pt x="2249" y="218"/>
                </a:lnTo>
                <a:lnTo>
                  <a:pt x="2242" y="218"/>
                </a:lnTo>
                <a:lnTo>
                  <a:pt x="2242" y="226"/>
                </a:lnTo>
                <a:close/>
                <a:moveTo>
                  <a:pt x="2259" y="226"/>
                </a:moveTo>
                <a:lnTo>
                  <a:pt x="2266" y="226"/>
                </a:lnTo>
                <a:lnTo>
                  <a:pt x="2266" y="218"/>
                </a:lnTo>
                <a:lnTo>
                  <a:pt x="2259" y="218"/>
                </a:lnTo>
                <a:lnTo>
                  <a:pt x="2259" y="226"/>
                </a:lnTo>
                <a:close/>
                <a:moveTo>
                  <a:pt x="2275" y="226"/>
                </a:moveTo>
                <a:lnTo>
                  <a:pt x="2282" y="226"/>
                </a:lnTo>
                <a:lnTo>
                  <a:pt x="2282" y="218"/>
                </a:lnTo>
                <a:lnTo>
                  <a:pt x="2275" y="218"/>
                </a:lnTo>
                <a:lnTo>
                  <a:pt x="2275" y="226"/>
                </a:lnTo>
                <a:close/>
                <a:moveTo>
                  <a:pt x="2292" y="226"/>
                </a:moveTo>
                <a:lnTo>
                  <a:pt x="2299" y="226"/>
                </a:lnTo>
                <a:lnTo>
                  <a:pt x="2299" y="218"/>
                </a:lnTo>
                <a:lnTo>
                  <a:pt x="2292" y="218"/>
                </a:lnTo>
                <a:lnTo>
                  <a:pt x="2292" y="226"/>
                </a:lnTo>
                <a:close/>
                <a:moveTo>
                  <a:pt x="2308" y="226"/>
                </a:moveTo>
                <a:lnTo>
                  <a:pt x="2316" y="226"/>
                </a:lnTo>
                <a:lnTo>
                  <a:pt x="2316" y="218"/>
                </a:lnTo>
                <a:lnTo>
                  <a:pt x="2308" y="218"/>
                </a:lnTo>
                <a:lnTo>
                  <a:pt x="2308" y="226"/>
                </a:lnTo>
                <a:close/>
                <a:moveTo>
                  <a:pt x="2325" y="226"/>
                </a:moveTo>
                <a:lnTo>
                  <a:pt x="2332" y="226"/>
                </a:lnTo>
                <a:lnTo>
                  <a:pt x="2332" y="218"/>
                </a:lnTo>
                <a:lnTo>
                  <a:pt x="2325" y="218"/>
                </a:lnTo>
                <a:lnTo>
                  <a:pt x="2325" y="226"/>
                </a:lnTo>
                <a:close/>
                <a:moveTo>
                  <a:pt x="2342" y="226"/>
                </a:moveTo>
                <a:lnTo>
                  <a:pt x="2349" y="226"/>
                </a:lnTo>
                <a:lnTo>
                  <a:pt x="2349" y="218"/>
                </a:lnTo>
                <a:lnTo>
                  <a:pt x="2342" y="218"/>
                </a:lnTo>
                <a:lnTo>
                  <a:pt x="2342" y="226"/>
                </a:lnTo>
                <a:close/>
                <a:moveTo>
                  <a:pt x="2358" y="226"/>
                </a:moveTo>
                <a:lnTo>
                  <a:pt x="2365" y="226"/>
                </a:lnTo>
                <a:lnTo>
                  <a:pt x="2365" y="218"/>
                </a:lnTo>
                <a:lnTo>
                  <a:pt x="2358" y="218"/>
                </a:lnTo>
                <a:lnTo>
                  <a:pt x="2358" y="226"/>
                </a:lnTo>
                <a:close/>
                <a:moveTo>
                  <a:pt x="2375" y="226"/>
                </a:moveTo>
                <a:lnTo>
                  <a:pt x="2382" y="226"/>
                </a:lnTo>
                <a:lnTo>
                  <a:pt x="2382" y="218"/>
                </a:lnTo>
                <a:lnTo>
                  <a:pt x="2375" y="218"/>
                </a:lnTo>
                <a:lnTo>
                  <a:pt x="2375" y="226"/>
                </a:lnTo>
                <a:close/>
                <a:moveTo>
                  <a:pt x="2391" y="226"/>
                </a:moveTo>
                <a:lnTo>
                  <a:pt x="2398" y="226"/>
                </a:lnTo>
                <a:lnTo>
                  <a:pt x="2398" y="218"/>
                </a:lnTo>
                <a:lnTo>
                  <a:pt x="2391" y="218"/>
                </a:lnTo>
                <a:lnTo>
                  <a:pt x="2391" y="226"/>
                </a:lnTo>
                <a:close/>
                <a:moveTo>
                  <a:pt x="2408" y="226"/>
                </a:moveTo>
                <a:lnTo>
                  <a:pt x="2415" y="226"/>
                </a:lnTo>
                <a:lnTo>
                  <a:pt x="2415" y="218"/>
                </a:lnTo>
                <a:lnTo>
                  <a:pt x="2408" y="218"/>
                </a:lnTo>
                <a:lnTo>
                  <a:pt x="2408" y="226"/>
                </a:lnTo>
                <a:close/>
                <a:moveTo>
                  <a:pt x="2427" y="226"/>
                </a:moveTo>
                <a:lnTo>
                  <a:pt x="2434" y="226"/>
                </a:lnTo>
                <a:lnTo>
                  <a:pt x="2434" y="218"/>
                </a:lnTo>
                <a:lnTo>
                  <a:pt x="2427" y="218"/>
                </a:lnTo>
                <a:lnTo>
                  <a:pt x="2427" y="226"/>
                </a:lnTo>
                <a:close/>
                <a:moveTo>
                  <a:pt x="2443" y="226"/>
                </a:moveTo>
                <a:lnTo>
                  <a:pt x="2451" y="226"/>
                </a:lnTo>
                <a:lnTo>
                  <a:pt x="2451" y="218"/>
                </a:lnTo>
                <a:lnTo>
                  <a:pt x="2443" y="218"/>
                </a:lnTo>
                <a:lnTo>
                  <a:pt x="2443" y="226"/>
                </a:lnTo>
                <a:close/>
                <a:moveTo>
                  <a:pt x="2460" y="226"/>
                </a:moveTo>
                <a:lnTo>
                  <a:pt x="2467" y="226"/>
                </a:lnTo>
                <a:lnTo>
                  <a:pt x="2467" y="218"/>
                </a:lnTo>
                <a:lnTo>
                  <a:pt x="2460" y="218"/>
                </a:lnTo>
                <a:lnTo>
                  <a:pt x="2460" y="226"/>
                </a:lnTo>
                <a:close/>
                <a:moveTo>
                  <a:pt x="2477" y="226"/>
                </a:moveTo>
                <a:lnTo>
                  <a:pt x="2484" y="226"/>
                </a:lnTo>
                <a:lnTo>
                  <a:pt x="2484" y="218"/>
                </a:lnTo>
                <a:lnTo>
                  <a:pt x="2477" y="218"/>
                </a:lnTo>
                <a:lnTo>
                  <a:pt x="2477" y="226"/>
                </a:lnTo>
                <a:close/>
                <a:moveTo>
                  <a:pt x="2493" y="226"/>
                </a:moveTo>
                <a:lnTo>
                  <a:pt x="2500" y="226"/>
                </a:lnTo>
                <a:lnTo>
                  <a:pt x="2500" y="218"/>
                </a:lnTo>
                <a:lnTo>
                  <a:pt x="2493" y="218"/>
                </a:lnTo>
                <a:lnTo>
                  <a:pt x="2493" y="226"/>
                </a:lnTo>
                <a:close/>
                <a:moveTo>
                  <a:pt x="2510" y="226"/>
                </a:moveTo>
                <a:lnTo>
                  <a:pt x="2517" y="226"/>
                </a:lnTo>
                <a:lnTo>
                  <a:pt x="2517" y="218"/>
                </a:lnTo>
                <a:lnTo>
                  <a:pt x="2510" y="218"/>
                </a:lnTo>
                <a:lnTo>
                  <a:pt x="2510" y="226"/>
                </a:lnTo>
                <a:close/>
                <a:moveTo>
                  <a:pt x="2526" y="226"/>
                </a:moveTo>
                <a:lnTo>
                  <a:pt x="2533" y="226"/>
                </a:lnTo>
                <a:lnTo>
                  <a:pt x="2533" y="218"/>
                </a:lnTo>
                <a:lnTo>
                  <a:pt x="2526" y="218"/>
                </a:lnTo>
                <a:lnTo>
                  <a:pt x="2526" y="226"/>
                </a:lnTo>
                <a:close/>
                <a:moveTo>
                  <a:pt x="2543" y="226"/>
                </a:moveTo>
                <a:lnTo>
                  <a:pt x="2550" y="226"/>
                </a:lnTo>
                <a:lnTo>
                  <a:pt x="2550" y="218"/>
                </a:lnTo>
                <a:lnTo>
                  <a:pt x="2543" y="218"/>
                </a:lnTo>
                <a:lnTo>
                  <a:pt x="2543" y="226"/>
                </a:lnTo>
                <a:close/>
                <a:moveTo>
                  <a:pt x="2576" y="226"/>
                </a:moveTo>
                <a:lnTo>
                  <a:pt x="2583" y="226"/>
                </a:lnTo>
                <a:lnTo>
                  <a:pt x="2583" y="218"/>
                </a:lnTo>
                <a:lnTo>
                  <a:pt x="2576" y="218"/>
                </a:lnTo>
                <a:lnTo>
                  <a:pt x="2576" y="226"/>
                </a:lnTo>
                <a:close/>
                <a:moveTo>
                  <a:pt x="2626" y="226"/>
                </a:moveTo>
                <a:lnTo>
                  <a:pt x="2633" y="226"/>
                </a:lnTo>
                <a:lnTo>
                  <a:pt x="2633" y="218"/>
                </a:lnTo>
                <a:lnTo>
                  <a:pt x="2626" y="218"/>
                </a:lnTo>
                <a:lnTo>
                  <a:pt x="2626" y="226"/>
                </a:lnTo>
                <a:close/>
                <a:moveTo>
                  <a:pt x="2642" y="226"/>
                </a:moveTo>
                <a:lnTo>
                  <a:pt x="2649" y="226"/>
                </a:lnTo>
                <a:lnTo>
                  <a:pt x="2649" y="218"/>
                </a:lnTo>
                <a:lnTo>
                  <a:pt x="2642" y="218"/>
                </a:lnTo>
                <a:lnTo>
                  <a:pt x="2642" y="226"/>
                </a:lnTo>
                <a:close/>
                <a:moveTo>
                  <a:pt x="2659" y="226"/>
                </a:moveTo>
                <a:lnTo>
                  <a:pt x="2666" y="226"/>
                </a:lnTo>
                <a:lnTo>
                  <a:pt x="2666" y="218"/>
                </a:lnTo>
                <a:lnTo>
                  <a:pt x="2659" y="218"/>
                </a:lnTo>
                <a:lnTo>
                  <a:pt x="2659" y="226"/>
                </a:lnTo>
                <a:close/>
                <a:moveTo>
                  <a:pt x="2678" y="226"/>
                </a:moveTo>
                <a:lnTo>
                  <a:pt x="2683" y="226"/>
                </a:lnTo>
                <a:lnTo>
                  <a:pt x="2683" y="218"/>
                </a:lnTo>
                <a:lnTo>
                  <a:pt x="2678" y="218"/>
                </a:lnTo>
                <a:lnTo>
                  <a:pt x="2678" y="226"/>
                </a:lnTo>
                <a:close/>
                <a:moveTo>
                  <a:pt x="2694" y="226"/>
                </a:moveTo>
                <a:lnTo>
                  <a:pt x="2702" y="226"/>
                </a:lnTo>
                <a:lnTo>
                  <a:pt x="2702" y="218"/>
                </a:lnTo>
                <a:lnTo>
                  <a:pt x="2694" y="218"/>
                </a:lnTo>
                <a:lnTo>
                  <a:pt x="2694" y="226"/>
                </a:lnTo>
                <a:close/>
                <a:moveTo>
                  <a:pt x="2711" y="226"/>
                </a:moveTo>
                <a:lnTo>
                  <a:pt x="2718" y="226"/>
                </a:lnTo>
                <a:lnTo>
                  <a:pt x="2718" y="218"/>
                </a:lnTo>
                <a:lnTo>
                  <a:pt x="2711" y="218"/>
                </a:lnTo>
                <a:lnTo>
                  <a:pt x="2711" y="226"/>
                </a:lnTo>
                <a:close/>
                <a:moveTo>
                  <a:pt x="2728" y="226"/>
                </a:moveTo>
                <a:lnTo>
                  <a:pt x="2735" y="226"/>
                </a:lnTo>
                <a:lnTo>
                  <a:pt x="2735" y="218"/>
                </a:lnTo>
                <a:lnTo>
                  <a:pt x="2728" y="218"/>
                </a:lnTo>
                <a:lnTo>
                  <a:pt x="2728" y="226"/>
                </a:lnTo>
                <a:close/>
                <a:moveTo>
                  <a:pt x="118" y="242"/>
                </a:moveTo>
                <a:lnTo>
                  <a:pt x="125" y="242"/>
                </a:lnTo>
                <a:lnTo>
                  <a:pt x="125" y="235"/>
                </a:lnTo>
                <a:lnTo>
                  <a:pt x="118" y="235"/>
                </a:lnTo>
                <a:lnTo>
                  <a:pt x="118" y="242"/>
                </a:lnTo>
                <a:close/>
                <a:moveTo>
                  <a:pt x="135" y="242"/>
                </a:moveTo>
                <a:lnTo>
                  <a:pt x="142" y="242"/>
                </a:lnTo>
                <a:lnTo>
                  <a:pt x="142" y="235"/>
                </a:lnTo>
                <a:lnTo>
                  <a:pt x="135" y="235"/>
                </a:lnTo>
                <a:lnTo>
                  <a:pt x="135" y="242"/>
                </a:lnTo>
                <a:close/>
                <a:moveTo>
                  <a:pt x="151" y="242"/>
                </a:moveTo>
                <a:lnTo>
                  <a:pt x="158" y="242"/>
                </a:lnTo>
                <a:lnTo>
                  <a:pt x="158" y="235"/>
                </a:lnTo>
                <a:lnTo>
                  <a:pt x="151" y="235"/>
                </a:lnTo>
                <a:lnTo>
                  <a:pt x="151" y="242"/>
                </a:lnTo>
                <a:close/>
                <a:moveTo>
                  <a:pt x="168" y="242"/>
                </a:moveTo>
                <a:lnTo>
                  <a:pt x="175" y="242"/>
                </a:lnTo>
                <a:lnTo>
                  <a:pt x="175" y="235"/>
                </a:lnTo>
                <a:lnTo>
                  <a:pt x="168" y="235"/>
                </a:lnTo>
                <a:lnTo>
                  <a:pt x="168" y="242"/>
                </a:lnTo>
                <a:close/>
                <a:moveTo>
                  <a:pt x="419" y="242"/>
                </a:moveTo>
                <a:lnTo>
                  <a:pt x="426" y="242"/>
                </a:lnTo>
                <a:lnTo>
                  <a:pt x="426" y="235"/>
                </a:lnTo>
                <a:lnTo>
                  <a:pt x="419" y="235"/>
                </a:lnTo>
                <a:lnTo>
                  <a:pt x="419" y="242"/>
                </a:lnTo>
                <a:close/>
                <a:moveTo>
                  <a:pt x="435" y="242"/>
                </a:moveTo>
                <a:lnTo>
                  <a:pt x="442" y="242"/>
                </a:lnTo>
                <a:lnTo>
                  <a:pt x="442" y="235"/>
                </a:lnTo>
                <a:lnTo>
                  <a:pt x="435" y="235"/>
                </a:lnTo>
                <a:lnTo>
                  <a:pt x="435" y="242"/>
                </a:lnTo>
                <a:close/>
                <a:moveTo>
                  <a:pt x="452" y="242"/>
                </a:moveTo>
                <a:lnTo>
                  <a:pt x="459" y="242"/>
                </a:lnTo>
                <a:lnTo>
                  <a:pt x="459" y="235"/>
                </a:lnTo>
                <a:lnTo>
                  <a:pt x="452" y="235"/>
                </a:lnTo>
                <a:lnTo>
                  <a:pt x="452" y="242"/>
                </a:lnTo>
                <a:close/>
                <a:moveTo>
                  <a:pt x="469" y="242"/>
                </a:moveTo>
                <a:lnTo>
                  <a:pt x="476" y="242"/>
                </a:lnTo>
                <a:lnTo>
                  <a:pt x="476" y="235"/>
                </a:lnTo>
                <a:lnTo>
                  <a:pt x="469" y="235"/>
                </a:lnTo>
                <a:lnTo>
                  <a:pt x="469" y="242"/>
                </a:lnTo>
                <a:close/>
                <a:moveTo>
                  <a:pt x="485" y="242"/>
                </a:moveTo>
                <a:lnTo>
                  <a:pt x="492" y="242"/>
                </a:lnTo>
                <a:lnTo>
                  <a:pt x="492" y="235"/>
                </a:lnTo>
                <a:lnTo>
                  <a:pt x="485" y="235"/>
                </a:lnTo>
                <a:lnTo>
                  <a:pt x="485" y="242"/>
                </a:lnTo>
                <a:close/>
                <a:moveTo>
                  <a:pt x="502" y="242"/>
                </a:moveTo>
                <a:lnTo>
                  <a:pt x="509" y="242"/>
                </a:lnTo>
                <a:lnTo>
                  <a:pt x="509" y="235"/>
                </a:lnTo>
                <a:lnTo>
                  <a:pt x="502" y="235"/>
                </a:lnTo>
                <a:lnTo>
                  <a:pt x="502" y="242"/>
                </a:lnTo>
                <a:close/>
                <a:moveTo>
                  <a:pt x="518" y="242"/>
                </a:moveTo>
                <a:lnTo>
                  <a:pt x="525" y="242"/>
                </a:lnTo>
                <a:lnTo>
                  <a:pt x="525" y="235"/>
                </a:lnTo>
                <a:lnTo>
                  <a:pt x="518" y="235"/>
                </a:lnTo>
                <a:lnTo>
                  <a:pt x="518" y="242"/>
                </a:lnTo>
                <a:close/>
                <a:moveTo>
                  <a:pt x="535" y="242"/>
                </a:moveTo>
                <a:lnTo>
                  <a:pt x="542" y="242"/>
                </a:lnTo>
                <a:lnTo>
                  <a:pt x="542" y="235"/>
                </a:lnTo>
                <a:lnTo>
                  <a:pt x="535" y="235"/>
                </a:lnTo>
                <a:lnTo>
                  <a:pt x="535" y="242"/>
                </a:lnTo>
                <a:close/>
                <a:moveTo>
                  <a:pt x="551" y="242"/>
                </a:moveTo>
                <a:lnTo>
                  <a:pt x="559" y="242"/>
                </a:lnTo>
                <a:lnTo>
                  <a:pt x="559" y="235"/>
                </a:lnTo>
                <a:lnTo>
                  <a:pt x="551" y="235"/>
                </a:lnTo>
                <a:lnTo>
                  <a:pt x="551" y="242"/>
                </a:lnTo>
                <a:close/>
                <a:moveTo>
                  <a:pt x="568" y="242"/>
                </a:moveTo>
                <a:lnTo>
                  <a:pt x="575" y="242"/>
                </a:lnTo>
                <a:lnTo>
                  <a:pt x="575" y="235"/>
                </a:lnTo>
                <a:lnTo>
                  <a:pt x="568" y="235"/>
                </a:lnTo>
                <a:lnTo>
                  <a:pt x="568" y="242"/>
                </a:lnTo>
                <a:close/>
                <a:moveTo>
                  <a:pt x="585" y="242"/>
                </a:moveTo>
                <a:lnTo>
                  <a:pt x="592" y="242"/>
                </a:lnTo>
                <a:lnTo>
                  <a:pt x="592" y="235"/>
                </a:lnTo>
                <a:lnTo>
                  <a:pt x="585" y="235"/>
                </a:lnTo>
                <a:lnTo>
                  <a:pt x="585" y="242"/>
                </a:lnTo>
                <a:close/>
                <a:moveTo>
                  <a:pt x="601" y="242"/>
                </a:moveTo>
                <a:lnTo>
                  <a:pt x="608" y="242"/>
                </a:lnTo>
                <a:lnTo>
                  <a:pt x="608" y="235"/>
                </a:lnTo>
                <a:lnTo>
                  <a:pt x="601" y="235"/>
                </a:lnTo>
                <a:lnTo>
                  <a:pt x="601" y="242"/>
                </a:lnTo>
                <a:close/>
                <a:moveTo>
                  <a:pt x="620" y="242"/>
                </a:moveTo>
                <a:lnTo>
                  <a:pt x="625" y="242"/>
                </a:lnTo>
                <a:lnTo>
                  <a:pt x="625" y="235"/>
                </a:lnTo>
                <a:lnTo>
                  <a:pt x="620" y="235"/>
                </a:lnTo>
                <a:lnTo>
                  <a:pt x="620" y="242"/>
                </a:lnTo>
                <a:close/>
                <a:moveTo>
                  <a:pt x="637" y="242"/>
                </a:moveTo>
                <a:lnTo>
                  <a:pt x="644" y="242"/>
                </a:lnTo>
                <a:lnTo>
                  <a:pt x="644" y="235"/>
                </a:lnTo>
                <a:lnTo>
                  <a:pt x="637" y="235"/>
                </a:lnTo>
                <a:lnTo>
                  <a:pt x="637" y="242"/>
                </a:lnTo>
                <a:close/>
                <a:moveTo>
                  <a:pt x="653" y="242"/>
                </a:moveTo>
                <a:lnTo>
                  <a:pt x="660" y="242"/>
                </a:lnTo>
                <a:lnTo>
                  <a:pt x="660" y="235"/>
                </a:lnTo>
                <a:lnTo>
                  <a:pt x="653" y="235"/>
                </a:lnTo>
                <a:lnTo>
                  <a:pt x="653" y="242"/>
                </a:lnTo>
                <a:close/>
                <a:moveTo>
                  <a:pt x="670" y="242"/>
                </a:moveTo>
                <a:lnTo>
                  <a:pt x="677" y="242"/>
                </a:lnTo>
                <a:lnTo>
                  <a:pt x="677" y="235"/>
                </a:lnTo>
                <a:lnTo>
                  <a:pt x="670" y="235"/>
                </a:lnTo>
                <a:lnTo>
                  <a:pt x="670" y="242"/>
                </a:lnTo>
                <a:close/>
                <a:moveTo>
                  <a:pt x="686" y="242"/>
                </a:moveTo>
                <a:lnTo>
                  <a:pt x="693" y="242"/>
                </a:lnTo>
                <a:lnTo>
                  <a:pt x="693" y="235"/>
                </a:lnTo>
                <a:lnTo>
                  <a:pt x="686" y="235"/>
                </a:lnTo>
                <a:lnTo>
                  <a:pt x="686" y="242"/>
                </a:lnTo>
                <a:close/>
                <a:moveTo>
                  <a:pt x="703" y="242"/>
                </a:moveTo>
                <a:lnTo>
                  <a:pt x="710" y="242"/>
                </a:lnTo>
                <a:lnTo>
                  <a:pt x="710" y="235"/>
                </a:lnTo>
                <a:lnTo>
                  <a:pt x="703" y="235"/>
                </a:lnTo>
                <a:lnTo>
                  <a:pt x="703" y="242"/>
                </a:lnTo>
                <a:close/>
                <a:moveTo>
                  <a:pt x="720" y="242"/>
                </a:moveTo>
                <a:lnTo>
                  <a:pt x="727" y="242"/>
                </a:lnTo>
                <a:lnTo>
                  <a:pt x="727" y="235"/>
                </a:lnTo>
                <a:lnTo>
                  <a:pt x="720" y="235"/>
                </a:lnTo>
                <a:lnTo>
                  <a:pt x="720" y="242"/>
                </a:lnTo>
                <a:close/>
                <a:moveTo>
                  <a:pt x="736" y="242"/>
                </a:moveTo>
                <a:lnTo>
                  <a:pt x="743" y="242"/>
                </a:lnTo>
                <a:lnTo>
                  <a:pt x="743" y="235"/>
                </a:lnTo>
                <a:lnTo>
                  <a:pt x="736" y="235"/>
                </a:lnTo>
                <a:lnTo>
                  <a:pt x="736" y="242"/>
                </a:lnTo>
                <a:close/>
                <a:moveTo>
                  <a:pt x="753" y="242"/>
                </a:moveTo>
                <a:lnTo>
                  <a:pt x="760" y="242"/>
                </a:lnTo>
                <a:lnTo>
                  <a:pt x="760" y="235"/>
                </a:lnTo>
                <a:lnTo>
                  <a:pt x="753" y="235"/>
                </a:lnTo>
                <a:lnTo>
                  <a:pt x="753" y="242"/>
                </a:lnTo>
                <a:close/>
                <a:moveTo>
                  <a:pt x="769" y="242"/>
                </a:moveTo>
                <a:lnTo>
                  <a:pt x="776" y="242"/>
                </a:lnTo>
                <a:lnTo>
                  <a:pt x="776" y="235"/>
                </a:lnTo>
                <a:lnTo>
                  <a:pt x="769" y="235"/>
                </a:lnTo>
                <a:lnTo>
                  <a:pt x="769" y="242"/>
                </a:lnTo>
                <a:close/>
                <a:moveTo>
                  <a:pt x="786" y="242"/>
                </a:moveTo>
                <a:lnTo>
                  <a:pt x="793" y="242"/>
                </a:lnTo>
                <a:lnTo>
                  <a:pt x="793" y="235"/>
                </a:lnTo>
                <a:lnTo>
                  <a:pt x="786" y="235"/>
                </a:lnTo>
                <a:lnTo>
                  <a:pt x="786" y="242"/>
                </a:lnTo>
                <a:close/>
                <a:moveTo>
                  <a:pt x="802" y="242"/>
                </a:moveTo>
                <a:lnTo>
                  <a:pt x="810" y="242"/>
                </a:lnTo>
                <a:lnTo>
                  <a:pt x="810" y="235"/>
                </a:lnTo>
                <a:lnTo>
                  <a:pt x="802" y="235"/>
                </a:lnTo>
                <a:lnTo>
                  <a:pt x="802" y="242"/>
                </a:lnTo>
                <a:close/>
                <a:moveTo>
                  <a:pt x="819" y="242"/>
                </a:moveTo>
                <a:lnTo>
                  <a:pt x="826" y="242"/>
                </a:lnTo>
                <a:lnTo>
                  <a:pt x="826" y="235"/>
                </a:lnTo>
                <a:lnTo>
                  <a:pt x="819" y="235"/>
                </a:lnTo>
                <a:lnTo>
                  <a:pt x="819" y="242"/>
                </a:lnTo>
                <a:close/>
                <a:moveTo>
                  <a:pt x="836" y="242"/>
                </a:moveTo>
                <a:lnTo>
                  <a:pt x="843" y="242"/>
                </a:lnTo>
                <a:lnTo>
                  <a:pt x="843" y="235"/>
                </a:lnTo>
                <a:lnTo>
                  <a:pt x="836" y="235"/>
                </a:lnTo>
                <a:lnTo>
                  <a:pt x="836" y="242"/>
                </a:lnTo>
                <a:close/>
                <a:moveTo>
                  <a:pt x="852" y="242"/>
                </a:moveTo>
                <a:lnTo>
                  <a:pt x="859" y="242"/>
                </a:lnTo>
                <a:lnTo>
                  <a:pt x="859" y="235"/>
                </a:lnTo>
                <a:lnTo>
                  <a:pt x="852" y="235"/>
                </a:lnTo>
                <a:lnTo>
                  <a:pt x="852" y="242"/>
                </a:lnTo>
                <a:close/>
                <a:moveTo>
                  <a:pt x="871" y="242"/>
                </a:moveTo>
                <a:lnTo>
                  <a:pt x="876" y="242"/>
                </a:lnTo>
                <a:lnTo>
                  <a:pt x="876" y="235"/>
                </a:lnTo>
                <a:lnTo>
                  <a:pt x="871" y="235"/>
                </a:lnTo>
                <a:lnTo>
                  <a:pt x="871" y="242"/>
                </a:lnTo>
                <a:close/>
                <a:moveTo>
                  <a:pt x="888" y="242"/>
                </a:moveTo>
                <a:lnTo>
                  <a:pt x="895" y="242"/>
                </a:lnTo>
                <a:lnTo>
                  <a:pt x="895" y="235"/>
                </a:lnTo>
                <a:lnTo>
                  <a:pt x="888" y="235"/>
                </a:lnTo>
                <a:lnTo>
                  <a:pt x="888" y="242"/>
                </a:lnTo>
                <a:close/>
                <a:moveTo>
                  <a:pt x="987" y="242"/>
                </a:moveTo>
                <a:lnTo>
                  <a:pt x="994" y="242"/>
                </a:lnTo>
                <a:lnTo>
                  <a:pt x="994" y="235"/>
                </a:lnTo>
                <a:lnTo>
                  <a:pt x="987" y="235"/>
                </a:lnTo>
                <a:lnTo>
                  <a:pt x="987" y="242"/>
                </a:lnTo>
                <a:close/>
                <a:moveTo>
                  <a:pt x="1004" y="242"/>
                </a:moveTo>
                <a:lnTo>
                  <a:pt x="1011" y="242"/>
                </a:lnTo>
                <a:lnTo>
                  <a:pt x="1011" y="235"/>
                </a:lnTo>
                <a:lnTo>
                  <a:pt x="1004" y="235"/>
                </a:lnTo>
                <a:lnTo>
                  <a:pt x="1004" y="242"/>
                </a:lnTo>
                <a:close/>
                <a:moveTo>
                  <a:pt x="1020" y="242"/>
                </a:moveTo>
                <a:lnTo>
                  <a:pt x="1027" y="242"/>
                </a:lnTo>
                <a:lnTo>
                  <a:pt x="1027" y="235"/>
                </a:lnTo>
                <a:lnTo>
                  <a:pt x="1020" y="235"/>
                </a:lnTo>
                <a:lnTo>
                  <a:pt x="1020" y="242"/>
                </a:lnTo>
                <a:close/>
                <a:moveTo>
                  <a:pt x="1037" y="242"/>
                </a:moveTo>
                <a:lnTo>
                  <a:pt x="1044" y="242"/>
                </a:lnTo>
                <a:lnTo>
                  <a:pt x="1044" y="235"/>
                </a:lnTo>
                <a:lnTo>
                  <a:pt x="1037" y="235"/>
                </a:lnTo>
                <a:lnTo>
                  <a:pt x="1037" y="242"/>
                </a:lnTo>
                <a:close/>
                <a:moveTo>
                  <a:pt x="1053" y="242"/>
                </a:moveTo>
                <a:lnTo>
                  <a:pt x="1061" y="242"/>
                </a:lnTo>
                <a:lnTo>
                  <a:pt x="1061" y="235"/>
                </a:lnTo>
                <a:lnTo>
                  <a:pt x="1053" y="235"/>
                </a:lnTo>
                <a:lnTo>
                  <a:pt x="1053" y="242"/>
                </a:lnTo>
                <a:close/>
                <a:moveTo>
                  <a:pt x="1070" y="242"/>
                </a:moveTo>
                <a:lnTo>
                  <a:pt x="1077" y="242"/>
                </a:lnTo>
                <a:lnTo>
                  <a:pt x="1077" y="235"/>
                </a:lnTo>
                <a:lnTo>
                  <a:pt x="1070" y="235"/>
                </a:lnTo>
                <a:lnTo>
                  <a:pt x="1070" y="242"/>
                </a:lnTo>
                <a:close/>
                <a:moveTo>
                  <a:pt x="1087" y="242"/>
                </a:moveTo>
                <a:lnTo>
                  <a:pt x="1094" y="242"/>
                </a:lnTo>
                <a:lnTo>
                  <a:pt x="1094" y="235"/>
                </a:lnTo>
                <a:lnTo>
                  <a:pt x="1087" y="235"/>
                </a:lnTo>
                <a:lnTo>
                  <a:pt x="1087" y="242"/>
                </a:lnTo>
                <a:close/>
                <a:moveTo>
                  <a:pt x="1103" y="242"/>
                </a:moveTo>
                <a:lnTo>
                  <a:pt x="1110" y="242"/>
                </a:lnTo>
                <a:lnTo>
                  <a:pt x="1110" y="235"/>
                </a:lnTo>
                <a:lnTo>
                  <a:pt x="1103" y="235"/>
                </a:lnTo>
                <a:lnTo>
                  <a:pt x="1103" y="242"/>
                </a:lnTo>
                <a:close/>
                <a:moveTo>
                  <a:pt x="1120" y="242"/>
                </a:moveTo>
                <a:lnTo>
                  <a:pt x="1127" y="242"/>
                </a:lnTo>
                <a:lnTo>
                  <a:pt x="1127" y="235"/>
                </a:lnTo>
                <a:lnTo>
                  <a:pt x="1120" y="235"/>
                </a:lnTo>
                <a:lnTo>
                  <a:pt x="1120" y="242"/>
                </a:lnTo>
                <a:close/>
                <a:moveTo>
                  <a:pt x="1139" y="242"/>
                </a:moveTo>
                <a:lnTo>
                  <a:pt x="1146" y="242"/>
                </a:lnTo>
                <a:lnTo>
                  <a:pt x="1146" y="235"/>
                </a:lnTo>
                <a:lnTo>
                  <a:pt x="1139" y="235"/>
                </a:lnTo>
                <a:lnTo>
                  <a:pt x="1139" y="242"/>
                </a:lnTo>
                <a:close/>
                <a:moveTo>
                  <a:pt x="1155" y="242"/>
                </a:moveTo>
                <a:lnTo>
                  <a:pt x="1162" y="242"/>
                </a:lnTo>
                <a:lnTo>
                  <a:pt x="1162" y="235"/>
                </a:lnTo>
                <a:lnTo>
                  <a:pt x="1155" y="235"/>
                </a:lnTo>
                <a:lnTo>
                  <a:pt x="1155" y="242"/>
                </a:lnTo>
                <a:close/>
                <a:moveTo>
                  <a:pt x="1172" y="242"/>
                </a:moveTo>
                <a:lnTo>
                  <a:pt x="1179" y="242"/>
                </a:lnTo>
                <a:lnTo>
                  <a:pt x="1179" y="235"/>
                </a:lnTo>
                <a:lnTo>
                  <a:pt x="1172" y="235"/>
                </a:lnTo>
                <a:lnTo>
                  <a:pt x="1172" y="242"/>
                </a:lnTo>
                <a:close/>
                <a:moveTo>
                  <a:pt x="1188" y="242"/>
                </a:moveTo>
                <a:lnTo>
                  <a:pt x="1196" y="242"/>
                </a:lnTo>
                <a:lnTo>
                  <a:pt x="1196" y="235"/>
                </a:lnTo>
                <a:lnTo>
                  <a:pt x="1188" y="235"/>
                </a:lnTo>
                <a:lnTo>
                  <a:pt x="1188" y="242"/>
                </a:lnTo>
                <a:close/>
                <a:moveTo>
                  <a:pt x="1205" y="242"/>
                </a:moveTo>
                <a:lnTo>
                  <a:pt x="1212" y="242"/>
                </a:lnTo>
                <a:lnTo>
                  <a:pt x="1212" y="235"/>
                </a:lnTo>
                <a:lnTo>
                  <a:pt x="1205" y="235"/>
                </a:lnTo>
                <a:lnTo>
                  <a:pt x="1205" y="242"/>
                </a:lnTo>
                <a:close/>
                <a:moveTo>
                  <a:pt x="1222" y="242"/>
                </a:moveTo>
                <a:lnTo>
                  <a:pt x="1229" y="242"/>
                </a:lnTo>
                <a:lnTo>
                  <a:pt x="1229" y="235"/>
                </a:lnTo>
                <a:lnTo>
                  <a:pt x="1222" y="235"/>
                </a:lnTo>
                <a:lnTo>
                  <a:pt x="1222" y="242"/>
                </a:lnTo>
                <a:close/>
                <a:moveTo>
                  <a:pt x="1238" y="242"/>
                </a:moveTo>
                <a:lnTo>
                  <a:pt x="1245" y="242"/>
                </a:lnTo>
                <a:lnTo>
                  <a:pt x="1245" y="235"/>
                </a:lnTo>
                <a:lnTo>
                  <a:pt x="1238" y="235"/>
                </a:lnTo>
                <a:lnTo>
                  <a:pt x="1238" y="242"/>
                </a:lnTo>
                <a:close/>
                <a:moveTo>
                  <a:pt x="1255" y="242"/>
                </a:moveTo>
                <a:lnTo>
                  <a:pt x="1262" y="242"/>
                </a:lnTo>
                <a:lnTo>
                  <a:pt x="1262" y="235"/>
                </a:lnTo>
                <a:lnTo>
                  <a:pt x="1255" y="235"/>
                </a:lnTo>
                <a:lnTo>
                  <a:pt x="1255" y="242"/>
                </a:lnTo>
                <a:close/>
                <a:moveTo>
                  <a:pt x="1271" y="242"/>
                </a:moveTo>
                <a:lnTo>
                  <a:pt x="1278" y="242"/>
                </a:lnTo>
                <a:lnTo>
                  <a:pt x="1278" y="235"/>
                </a:lnTo>
                <a:lnTo>
                  <a:pt x="1271" y="235"/>
                </a:lnTo>
                <a:lnTo>
                  <a:pt x="1271" y="242"/>
                </a:lnTo>
                <a:close/>
                <a:moveTo>
                  <a:pt x="1638" y="242"/>
                </a:moveTo>
                <a:lnTo>
                  <a:pt x="1645" y="242"/>
                </a:lnTo>
                <a:lnTo>
                  <a:pt x="1645" y="235"/>
                </a:lnTo>
                <a:lnTo>
                  <a:pt x="1638" y="235"/>
                </a:lnTo>
                <a:lnTo>
                  <a:pt x="1638" y="242"/>
                </a:lnTo>
                <a:close/>
                <a:moveTo>
                  <a:pt x="1657" y="242"/>
                </a:moveTo>
                <a:lnTo>
                  <a:pt x="1664" y="242"/>
                </a:lnTo>
                <a:lnTo>
                  <a:pt x="1664" y="235"/>
                </a:lnTo>
                <a:lnTo>
                  <a:pt x="1657" y="235"/>
                </a:lnTo>
                <a:lnTo>
                  <a:pt x="1657" y="242"/>
                </a:lnTo>
                <a:close/>
                <a:moveTo>
                  <a:pt x="1674" y="242"/>
                </a:moveTo>
                <a:lnTo>
                  <a:pt x="1681" y="242"/>
                </a:lnTo>
                <a:lnTo>
                  <a:pt x="1681" y="235"/>
                </a:lnTo>
                <a:lnTo>
                  <a:pt x="1674" y="235"/>
                </a:lnTo>
                <a:lnTo>
                  <a:pt x="1674" y="242"/>
                </a:lnTo>
                <a:close/>
                <a:moveTo>
                  <a:pt x="1690" y="242"/>
                </a:moveTo>
                <a:lnTo>
                  <a:pt x="1698" y="242"/>
                </a:lnTo>
                <a:lnTo>
                  <a:pt x="1698" y="235"/>
                </a:lnTo>
                <a:lnTo>
                  <a:pt x="1690" y="235"/>
                </a:lnTo>
                <a:lnTo>
                  <a:pt x="1690" y="242"/>
                </a:lnTo>
                <a:close/>
                <a:moveTo>
                  <a:pt x="1707" y="242"/>
                </a:moveTo>
                <a:lnTo>
                  <a:pt x="1714" y="242"/>
                </a:lnTo>
                <a:lnTo>
                  <a:pt x="1714" y="235"/>
                </a:lnTo>
                <a:lnTo>
                  <a:pt x="1707" y="235"/>
                </a:lnTo>
                <a:lnTo>
                  <a:pt x="1707" y="242"/>
                </a:lnTo>
                <a:close/>
                <a:moveTo>
                  <a:pt x="1889" y="242"/>
                </a:moveTo>
                <a:lnTo>
                  <a:pt x="1896" y="242"/>
                </a:lnTo>
                <a:lnTo>
                  <a:pt x="1896" y="235"/>
                </a:lnTo>
                <a:lnTo>
                  <a:pt x="1889" y="235"/>
                </a:lnTo>
                <a:lnTo>
                  <a:pt x="1889" y="242"/>
                </a:lnTo>
                <a:close/>
                <a:moveTo>
                  <a:pt x="1908" y="242"/>
                </a:moveTo>
                <a:lnTo>
                  <a:pt x="1915" y="242"/>
                </a:lnTo>
                <a:lnTo>
                  <a:pt x="1915" y="235"/>
                </a:lnTo>
                <a:lnTo>
                  <a:pt x="1908" y="235"/>
                </a:lnTo>
                <a:lnTo>
                  <a:pt x="1908" y="242"/>
                </a:lnTo>
                <a:close/>
                <a:moveTo>
                  <a:pt x="1925" y="242"/>
                </a:moveTo>
                <a:lnTo>
                  <a:pt x="1932" y="242"/>
                </a:lnTo>
                <a:lnTo>
                  <a:pt x="1932" y="235"/>
                </a:lnTo>
                <a:lnTo>
                  <a:pt x="1925" y="235"/>
                </a:lnTo>
                <a:lnTo>
                  <a:pt x="1925" y="242"/>
                </a:lnTo>
                <a:close/>
                <a:moveTo>
                  <a:pt x="1941" y="242"/>
                </a:moveTo>
                <a:lnTo>
                  <a:pt x="1949" y="242"/>
                </a:lnTo>
                <a:lnTo>
                  <a:pt x="1949" y="235"/>
                </a:lnTo>
                <a:lnTo>
                  <a:pt x="1941" y="235"/>
                </a:lnTo>
                <a:lnTo>
                  <a:pt x="1941" y="242"/>
                </a:lnTo>
                <a:close/>
                <a:moveTo>
                  <a:pt x="2024" y="242"/>
                </a:moveTo>
                <a:lnTo>
                  <a:pt x="2031" y="242"/>
                </a:lnTo>
                <a:lnTo>
                  <a:pt x="2031" y="235"/>
                </a:lnTo>
                <a:lnTo>
                  <a:pt x="2024" y="235"/>
                </a:lnTo>
                <a:lnTo>
                  <a:pt x="2024" y="242"/>
                </a:lnTo>
                <a:close/>
                <a:moveTo>
                  <a:pt x="2041" y="242"/>
                </a:moveTo>
                <a:lnTo>
                  <a:pt x="2048" y="242"/>
                </a:lnTo>
                <a:lnTo>
                  <a:pt x="2048" y="235"/>
                </a:lnTo>
                <a:lnTo>
                  <a:pt x="2041" y="235"/>
                </a:lnTo>
                <a:lnTo>
                  <a:pt x="2041" y="242"/>
                </a:lnTo>
                <a:close/>
                <a:moveTo>
                  <a:pt x="2057" y="242"/>
                </a:moveTo>
                <a:lnTo>
                  <a:pt x="2065" y="242"/>
                </a:lnTo>
                <a:lnTo>
                  <a:pt x="2065" y="235"/>
                </a:lnTo>
                <a:lnTo>
                  <a:pt x="2057" y="235"/>
                </a:lnTo>
                <a:lnTo>
                  <a:pt x="2057" y="242"/>
                </a:lnTo>
                <a:close/>
                <a:moveTo>
                  <a:pt x="2074" y="242"/>
                </a:moveTo>
                <a:lnTo>
                  <a:pt x="2081" y="242"/>
                </a:lnTo>
                <a:lnTo>
                  <a:pt x="2081" y="235"/>
                </a:lnTo>
                <a:lnTo>
                  <a:pt x="2074" y="235"/>
                </a:lnTo>
                <a:lnTo>
                  <a:pt x="2074" y="242"/>
                </a:lnTo>
                <a:close/>
                <a:moveTo>
                  <a:pt x="2091" y="242"/>
                </a:moveTo>
                <a:lnTo>
                  <a:pt x="2098" y="242"/>
                </a:lnTo>
                <a:lnTo>
                  <a:pt x="2098" y="235"/>
                </a:lnTo>
                <a:lnTo>
                  <a:pt x="2091" y="235"/>
                </a:lnTo>
                <a:lnTo>
                  <a:pt x="2091" y="242"/>
                </a:lnTo>
                <a:close/>
                <a:moveTo>
                  <a:pt x="2107" y="242"/>
                </a:moveTo>
                <a:lnTo>
                  <a:pt x="2114" y="242"/>
                </a:lnTo>
                <a:lnTo>
                  <a:pt x="2114" y="235"/>
                </a:lnTo>
                <a:lnTo>
                  <a:pt x="2107" y="235"/>
                </a:lnTo>
                <a:lnTo>
                  <a:pt x="2107" y="242"/>
                </a:lnTo>
                <a:close/>
                <a:moveTo>
                  <a:pt x="2124" y="242"/>
                </a:moveTo>
                <a:lnTo>
                  <a:pt x="2131" y="242"/>
                </a:lnTo>
                <a:lnTo>
                  <a:pt x="2131" y="235"/>
                </a:lnTo>
                <a:lnTo>
                  <a:pt x="2124" y="235"/>
                </a:lnTo>
                <a:lnTo>
                  <a:pt x="2124" y="242"/>
                </a:lnTo>
                <a:close/>
                <a:moveTo>
                  <a:pt x="2140" y="242"/>
                </a:moveTo>
                <a:lnTo>
                  <a:pt x="2147" y="242"/>
                </a:lnTo>
                <a:lnTo>
                  <a:pt x="2147" y="235"/>
                </a:lnTo>
                <a:lnTo>
                  <a:pt x="2140" y="235"/>
                </a:lnTo>
                <a:lnTo>
                  <a:pt x="2140" y="242"/>
                </a:lnTo>
                <a:close/>
                <a:moveTo>
                  <a:pt x="2159" y="242"/>
                </a:moveTo>
                <a:lnTo>
                  <a:pt x="2164" y="242"/>
                </a:lnTo>
                <a:lnTo>
                  <a:pt x="2164" y="235"/>
                </a:lnTo>
                <a:lnTo>
                  <a:pt x="2159" y="235"/>
                </a:lnTo>
                <a:lnTo>
                  <a:pt x="2159" y="242"/>
                </a:lnTo>
                <a:close/>
                <a:moveTo>
                  <a:pt x="2176" y="242"/>
                </a:moveTo>
                <a:lnTo>
                  <a:pt x="2183" y="242"/>
                </a:lnTo>
                <a:lnTo>
                  <a:pt x="2183" y="235"/>
                </a:lnTo>
                <a:lnTo>
                  <a:pt x="2176" y="235"/>
                </a:lnTo>
                <a:lnTo>
                  <a:pt x="2176" y="242"/>
                </a:lnTo>
                <a:close/>
                <a:moveTo>
                  <a:pt x="2192" y="242"/>
                </a:moveTo>
                <a:lnTo>
                  <a:pt x="2200" y="242"/>
                </a:lnTo>
                <a:lnTo>
                  <a:pt x="2200" y="235"/>
                </a:lnTo>
                <a:lnTo>
                  <a:pt x="2192" y="235"/>
                </a:lnTo>
                <a:lnTo>
                  <a:pt x="2192" y="242"/>
                </a:lnTo>
                <a:close/>
                <a:moveTo>
                  <a:pt x="2209" y="242"/>
                </a:moveTo>
                <a:lnTo>
                  <a:pt x="2216" y="242"/>
                </a:lnTo>
                <a:lnTo>
                  <a:pt x="2216" y="235"/>
                </a:lnTo>
                <a:lnTo>
                  <a:pt x="2209" y="235"/>
                </a:lnTo>
                <a:lnTo>
                  <a:pt x="2209" y="242"/>
                </a:lnTo>
                <a:close/>
                <a:moveTo>
                  <a:pt x="2226" y="242"/>
                </a:moveTo>
                <a:lnTo>
                  <a:pt x="2233" y="242"/>
                </a:lnTo>
                <a:lnTo>
                  <a:pt x="2233" y="235"/>
                </a:lnTo>
                <a:lnTo>
                  <a:pt x="2226" y="235"/>
                </a:lnTo>
                <a:lnTo>
                  <a:pt x="2226" y="242"/>
                </a:lnTo>
                <a:close/>
                <a:moveTo>
                  <a:pt x="2242" y="242"/>
                </a:moveTo>
                <a:lnTo>
                  <a:pt x="2249" y="242"/>
                </a:lnTo>
                <a:lnTo>
                  <a:pt x="2249" y="235"/>
                </a:lnTo>
                <a:lnTo>
                  <a:pt x="2242" y="235"/>
                </a:lnTo>
                <a:lnTo>
                  <a:pt x="2242" y="242"/>
                </a:lnTo>
                <a:close/>
                <a:moveTo>
                  <a:pt x="2259" y="242"/>
                </a:moveTo>
                <a:lnTo>
                  <a:pt x="2266" y="242"/>
                </a:lnTo>
                <a:lnTo>
                  <a:pt x="2266" y="235"/>
                </a:lnTo>
                <a:lnTo>
                  <a:pt x="2259" y="235"/>
                </a:lnTo>
                <a:lnTo>
                  <a:pt x="2259" y="242"/>
                </a:lnTo>
                <a:close/>
                <a:moveTo>
                  <a:pt x="2275" y="242"/>
                </a:moveTo>
                <a:lnTo>
                  <a:pt x="2282" y="242"/>
                </a:lnTo>
                <a:lnTo>
                  <a:pt x="2282" y="235"/>
                </a:lnTo>
                <a:lnTo>
                  <a:pt x="2275" y="235"/>
                </a:lnTo>
                <a:lnTo>
                  <a:pt x="2275" y="242"/>
                </a:lnTo>
                <a:close/>
                <a:moveTo>
                  <a:pt x="2292" y="242"/>
                </a:moveTo>
                <a:lnTo>
                  <a:pt x="2299" y="242"/>
                </a:lnTo>
                <a:lnTo>
                  <a:pt x="2299" y="235"/>
                </a:lnTo>
                <a:lnTo>
                  <a:pt x="2292" y="235"/>
                </a:lnTo>
                <a:lnTo>
                  <a:pt x="2292" y="242"/>
                </a:lnTo>
                <a:close/>
                <a:moveTo>
                  <a:pt x="2308" y="242"/>
                </a:moveTo>
                <a:lnTo>
                  <a:pt x="2316" y="242"/>
                </a:lnTo>
                <a:lnTo>
                  <a:pt x="2316" y="235"/>
                </a:lnTo>
                <a:lnTo>
                  <a:pt x="2308" y="235"/>
                </a:lnTo>
                <a:lnTo>
                  <a:pt x="2308" y="242"/>
                </a:lnTo>
                <a:close/>
                <a:moveTo>
                  <a:pt x="2325" y="242"/>
                </a:moveTo>
                <a:lnTo>
                  <a:pt x="2332" y="242"/>
                </a:lnTo>
                <a:lnTo>
                  <a:pt x="2332" y="235"/>
                </a:lnTo>
                <a:lnTo>
                  <a:pt x="2325" y="235"/>
                </a:lnTo>
                <a:lnTo>
                  <a:pt x="2325" y="242"/>
                </a:lnTo>
                <a:close/>
                <a:moveTo>
                  <a:pt x="2342" y="242"/>
                </a:moveTo>
                <a:lnTo>
                  <a:pt x="2349" y="242"/>
                </a:lnTo>
                <a:lnTo>
                  <a:pt x="2349" y="235"/>
                </a:lnTo>
                <a:lnTo>
                  <a:pt x="2342" y="235"/>
                </a:lnTo>
                <a:lnTo>
                  <a:pt x="2342" y="242"/>
                </a:lnTo>
                <a:close/>
                <a:moveTo>
                  <a:pt x="2358" y="242"/>
                </a:moveTo>
                <a:lnTo>
                  <a:pt x="2365" y="242"/>
                </a:lnTo>
                <a:lnTo>
                  <a:pt x="2365" y="235"/>
                </a:lnTo>
                <a:lnTo>
                  <a:pt x="2358" y="235"/>
                </a:lnTo>
                <a:lnTo>
                  <a:pt x="2358" y="242"/>
                </a:lnTo>
                <a:close/>
                <a:moveTo>
                  <a:pt x="2375" y="242"/>
                </a:moveTo>
                <a:lnTo>
                  <a:pt x="2382" y="242"/>
                </a:lnTo>
                <a:lnTo>
                  <a:pt x="2382" y="235"/>
                </a:lnTo>
                <a:lnTo>
                  <a:pt x="2375" y="235"/>
                </a:lnTo>
                <a:lnTo>
                  <a:pt x="2375" y="242"/>
                </a:lnTo>
                <a:close/>
                <a:moveTo>
                  <a:pt x="2391" y="242"/>
                </a:moveTo>
                <a:lnTo>
                  <a:pt x="2398" y="242"/>
                </a:lnTo>
                <a:lnTo>
                  <a:pt x="2398" y="235"/>
                </a:lnTo>
                <a:lnTo>
                  <a:pt x="2391" y="235"/>
                </a:lnTo>
                <a:lnTo>
                  <a:pt x="2391" y="242"/>
                </a:lnTo>
                <a:close/>
                <a:moveTo>
                  <a:pt x="2408" y="242"/>
                </a:moveTo>
                <a:lnTo>
                  <a:pt x="2415" y="242"/>
                </a:lnTo>
                <a:lnTo>
                  <a:pt x="2415" y="235"/>
                </a:lnTo>
                <a:lnTo>
                  <a:pt x="2408" y="235"/>
                </a:lnTo>
                <a:lnTo>
                  <a:pt x="2408" y="242"/>
                </a:lnTo>
                <a:close/>
                <a:moveTo>
                  <a:pt x="2427" y="242"/>
                </a:moveTo>
                <a:lnTo>
                  <a:pt x="2434" y="242"/>
                </a:lnTo>
                <a:lnTo>
                  <a:pt x="2434" y="235"/>
                </a:lnTo>
                <a:lnTo>
                  <a:pt x="2427" y="235"/>
                </a:lnTo>
                <a:lnTo>
                  <a:pt x="2427" y="242"/>
                </a:lnTo>
                <a:close/>
                <a:moveTo>
                  <a:pt x="2443" y="242"/>
                </a:moveTo>
                <a:lnTo>
                  <a:pt x="2451" y="242"/>
                </a:lnTo>
                <a:lnTo>
                  <a:pt x="2451" y="235"/>
                </a:lnTo>
                <a:lnTo>
                  <a:pt x="2443" y="235"/>
                </a:lnTo>
                <a:lnTo>
                  <a:pt x="2443" y="242"/>
                </a:lnTo>
                <a:close/>
                <a:moveTo>
                  <a:pt x="2460" y="242"/>
                </a:moveTo>
                <a:lnTo>
                  <a:pt x="2467" y="242"/>
                </a:lnTo>
                <a:lnTo>
                  <a:pt x="2467" y="235"/>
                </a:lnTo>
                <a:lnTo>
                  <a:pt x="2460" y="235"/>
                </a:lnTo>
                <a:lnTo>
                  <a:pt x="2460" y="242"/>
                </a:lnTo>
                <a:close/>
                <a:moveTo>
                  <a:pt x="2477" y="242"/>
                </a:moveTo>
                <a:lnTo>
                  <a:pt x="2484" y="242"/>
                </a:lnTo>
                <a:lnTo>
                  <a:pt x="2484" y="235"/>
                </a:lnTo>
                <a:lnTo>
                  <a:pt x="2477" y="235"/>
                </a:lnTo>
                <a:lnTo>
                  <a:pt x="2477" y="242"/>
                </a:lnTo>
                <a:close/>
                <a:moveTo>
                  <a:pt x="2493" y="242"/>
                </a:moveTo>
                <a:lnTo>
                  <a:pt x="2500" y="242"/>
                </a:lnTo>
                <a:lnTo>
                  <a:pt x="2500" y="235"/>
                </a:lnTo>
                <a:lnTo>
                  <a:pt x="2493" y="235"/>
                </a:lnTo>
                <a:lnTo>
                  <a:pt x="2493" y="242"/>
                </a:lnTo>
                <a:close/>
                <a:moveTo>
                  <a:pt x="2510" y="242"/>
                </a:moveTo>
                <a:lnTo>
                  <a:pt x="2517" y="242"/>
                </a:lnTo>
                <a:lnTo>
                  <a:pt x="2517" y="235"/>
                </a:lnTo>
                <a:lnTo>
                  <a:pt x="2510" y="235"/>
                </a:lnTo>
                <a:lnTo>
                  <a:pt x="2510" y="242"/>
                </a:lnTo>
                <a:close/>
                <a:moveTo>
                  <a:pt x="2526" y="242"/>
                </a:moveTo>
                <a:lnTo>
                  <a:pt x="2533" y="242"/>
                </a:lnTo>
                <a:lnTo>
                  <a:pt x="2533" y="235"/>
                </a:lnTo>
                <a:lnTo>
                  <a:pt x="2526" y="235"/>
                </a:lnTo>
                <a:lnTo>
                  <a:pt x="2526" y="242"/>
                </a:lnTo>
                <a:close/>
                <a:moveTo>
                  <a:pt x="2543" y="242"/>
                </a:moveTo>
                <a:lnTo>
                  <a:pt x="2550" y="242"/>
                </a:lnTo>
                <a:lnTo>
                  <a:pt x="2550" y="235"/>
                </a:lnTo>
                <a:lnTo>
                  <a:pt x="2543" y="235"/>
                </a:lnTo>
                <a:lnTo>
                  <a:pt x="2543" y="242"/>
                </a:lnTo>
                <a:close/>
                <a:moveTo>
                  <a:pt x="2560" y="242"/>
                </a:moveTo>
                <a:lnTo>
                  <a:pt x="2567" y="242"/>
                </a:lnTo>
                <a:lnTo>
                  <a:pt x="2567" y="235"/>
                </a:lnTo>
                <a:lnTo>
                  <a:pt x="2560" y="235"/>
                </a:lnTo>
                <a:lnTo>
                  <a:pt x="2560" y="242"/>
                </a:lnTo>
                <a:close/>
                <a:moveTo>
                  <a:pt x="2576" y="242"/>
                </a:moveTo>
                <a:lnTo>
                  <a:pt x="2583" y="242"/>
                </a:lnTo>
                <a:lnTo>
                  <a:pt x="2583" y="235"/>
                </a:lnTo>
                <a:lnTo>
                  <a:pt x="2576" y="235"/>
                </a:lnTo>
                <a:lnTo>
                  <a:pt x="2576" y="242"/>
                </a:lnTo>
                <a:close/>
                <a:moveTo>
                  <a:pt x="2593" y="242"/>
                </a:moveTo>
                <a:lnTo>
                  <a:pt x="2600" y="242"/>
                </a:lnTo>
                <a:lnTo>
                  <a:pt x="2600" y="235"/>
                </a:lnTo>
                <a:lnTo>
                  <a:pt x="2593" y="235"/>
                </a:lnTo>
                <a:lnTo>
                  <a:pt x="2593" y="242"/>
                </a:lnTo>
                <a:close/>
                <a:moveTo>
                  <a:pt x="2609" y="242"/>
                </a:moveTo>
                <a:lnTo>
                  <a:pt x="2616" y="242"/>
                </a:lnTo>
                <a:lnTo>
                  <a:pt x="2616" y="235"/>
                </a:lnTo>
                <a:lnTo>
                  <a:pt x="2609" y="235"/>
                </a:lnTo>
                <a:lnTo>
                  <a:pt x="2609" y="242"/>
                </a:lnTo>
                <a:close/>
                <a:moveTo>
                  <a:pt x="2626" y="242"/>
                </a:moveTo>
                <a:lnTo>
                  <a:pt x="2633" y="242"/>
                </a:lnTo>
                <a:lnTo>
                  <a:pt x="2633" y="235"/>
                </a:lnTo>
                <a:lnTo>
                  <a:pt x="2626" y="235"/>
                </a:lnTo>
                <a:lnTo>
                  <a:pt x="2626" y="242"/>
                </a:lnTo>
                <a:close/>
                <a:moveTo>
                  <a:pt x="2642" y="242"/>
                </a:moveTo>
                <a:lnTo>
                  <a:pt x="2649" y="242"/>
                </a:lnTo>
                <a:lnTo>
                  <a:pt x="2649" y="235"/>
                </a:lnTo>
                <a:lnTo>
                  <a:pt x="2642" y="235"/>
                </a:lnTo>
                <a:lnTo>
                  <a:pt x="2642" y="242"/>
                </a:lnTo>
                <a:close/>
                <a:moveTo>
                  <a:pt x="2659" y="242"/>
                </a:moveTo>
                <a:lnTo>
                  <a:pt x="2666" y="242"/>
                </a:lnTo>
                <a:lnTo>
                  <a:pt x="2666" y="235"/>
                </a:lnTo>
                <a:lnTo>
                  <a:pt x="2659" y="235"/>
                </a:lnTo>
                <a:lnTo>
                  <a:pt x="2659" y="242"/>
                </a:lnTo>
                <a:close/>
                <a:moveTo>
                  <a:pt x="2678" y="242"/>
                </a:moveTo>
                <a:lnTo>
                  <a:pt x="2683" y="242"/>
                </a:lnTo>
                <a:lnTo>
                  <a:pt x="2683" y="235"/>
                </a:lnTo>
                <a:lnTo>
                  <a:pt x="2678" y="235"/>
                </a:lnTo>
                <a:lnTo>
                  <a:pt x="2678" y="242"/>
                </a:lnTo>
                <a:close/>
                <a:moveTo>
                  <a:pt x="2694" y="242"/>
                </a:moveTo>
                <a:lnTo>
                  <a:pt x="2702" y="242"/>
                </a:lnTo>
                <a:lnTo>
                  <a:pt x="2702" y="235"/>
                </a:lnTo>
                <a:lnTo>
                  <a:pt x="2694" y="235"/>
                </a:lnTo>
                <a:lnTo>
                  <a:pt x="2694" y="242"/>
                </a:lnTo>
                <a:close/>
                <a:moveTo>
                  <a:pt x="2711" y="242"/>
                </a:moveTo>
                <a:lnTo>
                  <a:pt x="2718" y="242"/>
                </a:lnTo>
                <a:lnTo>
                  <a:pt x="2718" y="235"/>
                </a:lnTo>
                <a:lnTo>
                  <a:pt x="2711" y="235"/>
                </a:lnTo>
                <a:lnTo>
                  <a:pt x="2711" y="242"/>
                </a:lnTo>
                <a:close/>
                <a:moveTo>
                  <a:pt x="2728" y="242"/>
                </a:moveTo>
                <a:lnTo>
                  <a:pt x="2735" y="242"/>
                </a:lnTo>
                <a:lnTo>
                  <a:pt x="2735" y="235"/>
                </a:lnTo>
                <a:lnTo>
                  <a:pt x="2728" y="235"/>
                </a:lnTo>
                <a:lnTo>
                  <a:pt x="2728" y="242"/>
                </a:lnTo>
                <a:close/>
                <a:moveTo>
                  <a:pt x="2744" y="242"/>
                </a:moveTo>
                <a:lnTo>
                  <a:pt x="2751" y="242"/>
                </a:lnTo>
                <a:lnTo>
                  <a:pt x="2751" y="235"/>
                </a:lnTo>
                <a:lnTo>
                  <a:pt x="2744" y="235"/>
                </a:lnTo>
                <a:lnTo>
                  <a:pt x="2744" y="242"/>
                </a:lnTo>
                <a:close/>
                <a:moveTo>
                  <a:pt x="2761" y="242"/>
                </a:moveTo>
                <a:lnTo>
                  <a:pt x="2768" y="242"/>
                </a:lnTo>
                <a:lnTo>
                  <a:pt x="2768" y="235"/>
                </a:lnTo>
                <a:lnTo>
                  <a:pt x="2761" y="235"/>
                </a:lnTo>
                <a:lnTo>
                  <a:pt x="2761" y="242"/>
                </a:lnTo>
                <a:close/>
                <a:moveTo>
                  <a:pt x="2777" y="242"/>
                </a:moveTo>
                <a:lnTo>
                  <a:pt x="2784" y="242"/>
                </a:lnTo>
                <a:lnTo>
                  <a:pt x="2784" y="235"/>
                </a:lnTo>
                <a:lnTo>
                  <a:pt x="2777" y="235"/>
                </a:lnTo>
                <a:lnTo>
                  <a:pt x="2777" y="242"/>
                </a:lnTo>
                <a:close/>
                <a:moveTo>
                  <a:pt x="2794" y="242"/>
                </a:moveTo>
                <a:lnTo>
                  <a:pt x="2801" y="242"/>
                </a:lnTo>
                <a:lnTo>
                  <a:pt x="2801" y="235"/>
                </a:lnTo>
                <a:lnTo>
                  <a:pt x="2794" y="235"/>
                </a:lnTo>
                <a:lnTo>
                  <a:pt x="2794" y="242"/>
                </a:lnTo>
                <a:close/>
                <a:moveTo>
                  <a:pt x="2962" y="242"/>
                </a:moveTo>
                <a:lnTo>
                  <a:pt x="2969" y="242"/>
                </a:lnTo>
                <a:lnTo>
                  <a:pt x="2969" y="235"/>
                </a:lnTo>
                <a:lnTo>
                  <a:pt x="2962" y="235"/>
                </a:lnTo>
                <a:lnTo>
                  <a:pt x="2962" y="242"/>
                </a:lnTo>
                <a:close/>
                <a:moveTo>
                  <a:pt x="2979" y="242"/>
                </a:moveTo>
                <a:lnTo>
                  <a:pt x="2986" y="242"/>
                </a:lnTo>
                <a:lnTo>
                  <a:pt x="2986" y="235"/>
                </a:lnTo>
                <a:lnTo>
                  <a:pt x="2979" y="235"/>
                </a:lnTo>
                <a:lnTo>
                  <a:pt x="2979" y="242"/>
                </a:lnTo>
                <a:close/>
                <a:moveTo>
                  <a:pt x="2995" y="242"/>
                </a:moveTo>
                <a:lnTo>
                  <a:pt x="3002" y="242"/>
                </a:lnTo>
                <a:lnTo>
                  <a:pt x="3002" y="235"/>
                </a:lnTo>
                <a:lnTo>
                  <a:pt x="2995" y="235"/>
                </a:lnTo>
                <a:lnTo>
                  <a:pt x="2995" y="242"/>
                </a:lnTo>
                <a:close/>
                <a:moveTo>
                  <a:pt x="83" y="259"/>
                </a:moveTo>
                <a:lnTo>
                  <a:pt x="90" y="259"/>
                </a:lnTo>
                <a:lnTo>
                  <a:pt x="90" y="252"/>
                </a:lnTo>
                <a:lnTo>
                  <a:pt x="83" y="252"/>
                </a:lnTo>
                <a:lnTo>
                  <a:pt x="83" y="259"/>
                </a:lnTo>
                <a:close/>
                <a:moveTo>
                  <a:pt x="101" y="259"/>
                </a:moveTo>
                <a:lnTo>
                  <a:pt x="106" y="259"/>
                </a:lnTo>
                <a:lnTo>
                  <a:pt x="106" y="252"/>
                </a:lnTo>
                <a:lnTo>
                  <a:pt x="101" y="252"/>
                </a:lnTo>
                <a:lnTo>
                  <a:pt x="101" y="259"/>
                </a:lnTo>
                <a:close/>
                <a:moveTo>
                  <a:pt x="118" y="259"/>
                </a:moveTo>
                <a:lnTo>
                  <a:pt x="125" y="259"/>
                </a:lnTo>
                <a:lnTo>
                  <a:pt x="125" y="252"/>
                </a:lnTo>
                <a:lnTo>
                  <a:pt x="118" y="252"/>
                </a:lnTo>
                <a:lnTo>
                  <a:pt x="118" y="259"/>
                </a:lnTo>
                <a:close/>
                <a:moveTo>
                  <a:pt x="135" y="259"/>
                </a:moveTo>
                <a:lnTo>
                  <a:pt x="142" y="259"/>
                </a:lnTo>
                <a:lnTo>
                  <a:pt x="142" y="252"/>
                </a:lnTo>
                <a:lnTo>
                  <a:pt x="135" y="252"/>
                </a:lnTo>
                <a:lnTo>
                  <a:pt x="135" y="259"/>
                </a:lnTo>
                <a:close/>
                <a:moveTo>
                  <a:pt x="151" y="259"/>
                </a:moveTo>
                <a:lnTo>
                  <a:pt x="158" y="259"/>
                </a:lnTo>
                <a:lnTo>
                  <a:pt x="158" y="252"/>
                </a:lnTo>
                <a:lnTo>
                  <a:pt x="151" y="252"/>
                </a:lnTo>
                <a:lnTo>
                  <a:pt x="151" y="259"/>
                </a:lnTo>
                <a:close/>
                <a:moveTo>
                  <a:pt x="168" y="259"/>
                </a:moveTo>
                <a:lnTo>
                  <a:pt x="175" y="259"/>
                </a:lnTo>
                <a:lnTo>
                  <a:pt x="175" y="252"/>
                </a:lnTo>
                <a:lnTo>
                  <a:pt x="168" y="252"/>
                </a:lnTo>
                <a:lnTo>
                  <a:pt x="168" y="259"/>
                </a:lnTo>
                <a:close/>
                <a:moveTo>
                  <a:pt x="184" y="259"/>
                </a:moveTo>
                <a:lnTo>
                  <a:pt x="191" y="259"/>
                </a:lnTo>
                <a:lnTo>
                  <a:pt x="191" y="252"/>
                </a:lnTo>
                <a:lnTo>
                  <a:pt x="184" y="252"/>
                </a:lnTo>
                <a:lnTo>
                  <a:pt x="184" y="259"/>
                </a:lnTo>
                <a:close/>
                <a:moveTo>
                  <a:pt x="201" y="259"/>
                </a:moveTo>
                <a:lnTo>
                  <a:pt x="208" y="259"/>
                </a:lnTo>
                <a:lnTo>
                  <a:pt x="208" y="252"/>
                </a:lnTo>
                <a:lnTo>
                  <a:pt x="201" y="252"/>
                </a:lnTo>
                <a:lnTo>
                  <a:pt x="201" y="259"/>
                </a:lnTo>
                <a:close/>
                <a:moveTo>
                  <a:pt x="218" y="259"/>
                </a:moveTo>
                <a:lnTo>
                  <a:pt x="225" y="259"/>
                </a:lnTo>
                <a:lnTo>
                  <a:pt x="225" y="252"/>
                </a:lnTo>
                <a:lnTo>
                  <a:pt x="218" y="252"/>
                </a:lnTo>
                <a:lnTo>
                  <a:pt x="218" y="259"/>
                </a:lnTo>
                <a:close/>
                <a:moveTo>
                  <a:pt x="234" y="259"/>
                </a:moveTo>
                <a:lnTo>
                  <a:pt x="241" y="259"/>
                </a:lnTo>
                <a:lnTo>
                  <a:pt x="241" y="252"/>
                </a:lnTo>
                <a:lnTo>
                  <a:pt x="234" y="252"/>
                </a:lnTo>
                <a:lnTo>
                  <a:pt x="234" y="259"/>
                </a:lnTo>
                <a:close/>
                <a:moveTo>
                  <a:pt x="251" y="259"/>
                </a:moveTo>
                <a:lnTo>
                  <a:pt x="258" y="259"/>
                </a:lnTo>
                <a:lnTo>
                  <a:pt x="258" y="252"/>
                </a:lnTo>
                <a:lnTo>
                  <a:pt x="251" y="252"/>
                </a:lnTo>
                <a:lnTo>
                  <a:pt x="251" y="259"/>
                </a:lnTo>
                <a:close/>
                <a:moveTo>
                  <a:pt x="267" y="259"/>
                </a:moveTo>
                <a:lnTo>
                  <a:pt x="274" y="259"/>
                </a:lnTo>
                <a:lnTo>
                  <a:pt x="274" y="252"/>
                </a:lnTo>
                <a:lnTo>
                  <a:pt x="267" y="252"/>
                </a:lnTo>
                <a:lnTo>
                  <a:pt x="267" y="259"/>
                </a:lnTo>
                <a:close/>
                <a:moveTo>
                  <a:pt x="284" y="259"/>
                </a:moveTo>
                <a:lnTo>
                  <a:pt x="291" y="259"/>
                </a:lnTo>
                <a:lnTo>
                  <a:pt x="291" y="252"/>
                </a:lnTo>
                <a:lnTo>
                  <a:pt x="284" y="252"/>
                </a:lnTo>
                <a:lnTo>
                  <a:pt x="284" y="259"/>
                </a:lnTo>
                <a:close/>
                <a:moveTo>
                  <a:pt x="317" y="259"/>
                </a:moveTo>
                <a:lnTo>
                  <a:pt x="324" y="259"/>
                </a:lnTo>
                <a:lnTo>
                  <a:pt x="324" y="252"/>
                </a:lnTo>
                <a:lnTo>
                  <a:pt x="317" y="252"/>
                </a:lnTo>
                <a:lnTo>
                  <a:pt x="317" y="259"/>
                </a:lnTo>
                <a:close/>
                <a:moveTo>
                  <a:pt x="334" y="259"/>
                </a:moveTo>
                <a:lnTo>
                  <a:pt x="341" y="259"/>
                </a:lnTo>
                <a:lnTo>
                  <a:pt x="341" y="252"/>
                </a:lnTo>
                <a:lnTo>
                  <a:pt x="334" y="252"/>
                </a:lnTo>
                <a:lnTo>
                  <a:pt x="334" y="259"/>
                </a:lnTo>
                <a:close/>
                <a:moveTo>
                  <a:pt x="350" y="259"/>
                </a:moveTo>
                <a:lnTo>
                  <a:pt x="357" y="259"/>
                </a:lnTo>
                <a:lnTo>
                  <a:pt x="357" y="252"/>
                </a:lnTo>
                <a:lnTo>
                  <a:pt x="350" y="252"/>
                </a:lnTo>
                <a:lnTo>
                  <a:pt x="350" y="259"/>
                </a:lnTo>
                <a:close/>
                <a:moveTo>
                  <a:pt x="369" y="259"/>
                </a:moveTo>
                <a:lnTo>
                  <a:pt x="376" y="259"/>
                </a:lnTo>
                <a:lnTo>
                  <a:pt x="376" y="252"/>
                </a:lnTo>
                <a:lnTo>
                  <a:pt x="369" y="252"/>
                </a:lnTo>
                <a:lnTo>
                  <a:pt x="369" y="259"/>
                </a:lnTo>
                <a:close/>
                <a:moveTo>
                  <a:pt x="386" y="259"/>
                </a:moveTo>
                <a:lnTo>
                  <a:pt x="393" y="259"/>
                </a:lnTo>
                <a:lnTo>
                  <a:pt x="393" y="252"/>
                </a:lnTo>
                <a:lnTo>
                  <a:pt x="386" y="252"/>
                </a:lnTo>
                <a:lnTo>
                  <a:pt x="386" y="259"/>
                </a:lnTo>
                <a:close/>
                <a:moveTo>
                  <a:pt x="402" y="259"/>
                </a:moveTo>
                <a:lnTo>
                  <a:pt x="409" y="259"/>
                </a:lnTo>
                <a:lnTo>
                  <a:pt x="409" y="252"/>
                </a:lnTo>
                <a:lnTo>
                  <a:pt x="402" y="252"/>
                </a:lnTo>
                <a:lnTo>
                  <a:pt x="402" y="259"/>
                </a:lnTo>
                <a:close/>
                <a:moveTo>
                  <a:pt x="419" y="259"/>
                </a:moveTo>
                <a:lnTo>
                  <a:pt x="426" y="259"/>
                </a:lnTo>
                <a:lnTo>
                  <a:pt x="426" y="252"/>
                </a:lnTo>
                <a:lnTo>
                  <a:pt x="419" y="252"/>
                </a:lnTo>
                <a:lnTo>
                  <a:pt x="419" y="259"/>
                </a:lnTo>
                <a:close/>
                <a:moveTo>
                  <a:pt x="435" y="259"/>
                </a:moveTo>
                <a:lnTo>
                  <a:pt x="442" y="259"/>
                </a:lnTo>
                <a:lnTo>
                  <a:pt x="442" y="252"/>
                </a:lnTo>
                <a:lnTo>
                  <a:pt x="435" y="252"/>
                </a:lnTo>
                <a:lnTo>
                  <a:pt x="435" y="259"/>
                </a:lnTo>
                <a:close/>
                <a:moveTo>
                  <a:pt x="469" y="259"/>
                </a:moveTo>
                <a:lnTo>
                  <a:pt x="476" y="259"/>
                </a:lnTo>
                <a:lnTo>
                  <a:pt x="476" y="252"/>
                </a:lnTo>
                <a:lnTo>
                  <a:pt x="469" y="252"/>
                </a:lnTo>
                <a:lnTo>
                  <a:pt x="469" y="259"/>
                </a:lnTo>
                <a:close/>
                <a:moveTo>
                  <a:pt x="485" y="259"/>
                </a:moveTo>
                <a:lnTo>
                  <a:pt x="492" y="259"/>
                </a:lnTo>
                <a:lnTo>
                  <a:pt x="492" y="252"/>
                </a:lnTo>
                <a:lnTo>
                  <a:pt x="485" y="252"/>
                </a:lnTo>
                <a:lnTo>
                  <a:pt x="485" y="259"/>
                </a:lnTo>
                <a:close/>
                <a:moveTo>
                  <a:pt x="502" y="259"/>
                </a:moveTo>
                <a:lnTo>
                  <a:pt x="509" y="259"/>
                </a:lnTo>
                <a:lnTo>
                  <a:pt x="509" y="252"/>
                </a:lnTo>
                <a:lnTo>
                  <a:pt x="502" y="252"/>
                </a:lnTo>
                <a:lnTo>
                  <a:pt x="502" y="259"/>
                </a:lnTo>
                <a:close/>
                <a:moveTo>
                  <a:pt x="518" y="259"/>
                </a:moveTo>
                <a:lnTo>
                  <a:pt x="525" y="259"/>
                </a:lnTo>
                <a:lnTo>
                  <a:pt x="525" y="252"/>
                </a:lnTo>
                <a:lnTo>
                  <a:pt x="518" y="252"/>
                </a:lnTo>
                <a:lnTo>
                  <a:pt x="518" y="259"/>
                </a:lnTo>
                <a:close/>
                <a:moveTo>
                  <a:pt x="535" y="259"/>
                </a:moveTo>
                <a:lnTo>
                  <a:pt x="542" y="259"/>
                </a:lnTo>
                <a:lnTo>
                  <a:pt x="542" y="252"/>
                </a:lnTo>
                <a:lnTo>
                  <a:pt x="535" y="252"/>
                </a:lnTo>
                <a:lnTo>
                  <a:pt x="535" y="259"/>
                </a:lnTo>
                <a:close/>
                <a:moveTo>
                  <a:pt x="551" y="259"/>
                </a:moveTo>
                <a:lnTo>
                  <a:pt x="559" y="259"/>
                </a:lnTo>
                <a:lnTo>
                  <a:pt x="559" y="252"/>
                </a:lnTo>
                <a:lnTo>
                  <a:pt x="551" y="252"/>
                </a:lnTo>
                <a:lnTo>
                  <a:pt x="551" y="259"/>
                </a:lnTo>
                <a:close/>
                <a:moveTo>
                  <a:pt x="568" y="259"/>
                </a:moveTo>
                <a:lnTo>
                  <a:pt x="575" y="259"/>
                </a:lnTo>
                <a:lnTo>
                  <a:pt x="575" y="252"/>
                </a:lnTo>
                <a:lnTo>
                  <a:pt x="568" y="252"/>
                </a:lnTo>
                <a:lnTo>
                  <a:pt x="568" y="259"/>
                </a:lnTo>
                <a:close/>
                <a:moveTo>
                  <a:pt x="585" y="259"/>
                </a:moveTo>
                <a:lnTo>
                  <a:pt x="592" y="259"/>
                </a:lnTo>
                <a:lnTo>
                  <a:pt x="592" y="252"/>
                </a:lnTo>
                <a:lnTo>
                  <a:pt x="585" y="252"/>
                </a:lnTo>
                <a:lnTo>
                  <a:pt x="585" y="259"/>
                </a:lnTo>
                <a:close/>
                <a:moveTo>
                  <a:pt x="601" y="259"/>
                </a:moveTo>
                <a:lnTo>
                  <a:pt x="608" y="259"/>
                </a:lnTo>
                <a:lnTo>
                  <a:pt x="608" y="252"/>
                </a:lnTo>
                <a:lnTo>
                  <a:pt x="601" y="252"/>
                </a:lnTo>
                <a:lnTo>
                  <a:pt x="601" y="259"/>
                </a:lnTo>
                <a:close/>
                <a:moveTo>
                  <a:pt x="620" y="259"/>
                </a:moveTo>
                <a:lnTo>
                  <a:pt x="625" y="259"/>
                </a:lnTo>
                <a:lnTo>
                  <a:pt x="625" y="252"/>
                </a:lnTo>
                <a:lnTo>
                  <a:pt x="620" y="252"/>
                </a:lnTo>
                <a:lnTo>
                  <a:pt x="620" y="259"/>
                </a:lnTo>
                <a:close/>
                <a:moveTo>
                  <a:pt x="637" y="259"/>
                </a:moveTo>
                <a:lnTo>
                  <a:pt x="644" y="259"/>
                </a:lnTo>
                <a:lnTo>
                  <a:pt x="644" y="252"/>
                </a:lnTo>
                <a:lnTo>
                  <a:pt x="637" y="252"/>
                </a:lnTo>
                <a:lnTo>
                  <a:pt x="637" y="259"/>
                </a:lnTo>
                <a:close/>
                <a:moveTo>
                  <a:pt x="653" y="259"/>
                </a:moveTo>
                <a:lnTo>
                  <a:pt x="660" y="259"/>
                </a:lnTo>
                <a:lnTo>
                  <a:pt x="660" y="252"/>
                </a:lnTo>
                <a:lnTo>
                  <a:pt x="653" y="252"/>
                </a:lnTo>
                <a:lnTo>
                  <a:pt x="653" y="259"/>
                </a:lnTo>
                <a:close/>
                <a:moveTo>
                  <a:pt x="670" y="259"/>
                </a:moveTo>
                <a:lnTo>
                  <a:pt x="677" y="259"/>
                </a:lnTo>
                <a:lnTo>
                  <a:pt x="677" y="252"/>
                </a:lnTo>
                <a:lnTo>
                  <a:pt x="670" y="252"/>
                </a:lnTo>
                <a:lnTo>
                  <a:pt x="670" y="259"/>
                </a:lnTo>
                <a:close/>
                <a:moveTo>
                  <a:pt x="686" y="259"/>
                </a:moveTo>
                <a:lnTo>
                  <a:pt x="693" y="259"/>
                </a:lnTo>
                <a:lnTo>
                  <a:pt x="693" y="252"/>
                </a:lnTo>
                <a:lnTo>
                  <a:pt x="686" y="252"/>
                </a:lnTo>
                <a:lnTo>
                  <a:pt x="686" y="259"/>
                </a:lnTo>
                <a:close/>
                <a:moveTo>
                  <a:pt x="703" y="259"/>
                </a:moveTo>
                <a:lnTo>
                  <a:pt x="710" y="259"/>
                </a:lnTo>
                <a:lnTo>
                  <a:pt x="710" y="252"/>
                </a:lnTo>
                <a:lnTo>
                  <a:pt x="703" y="252"/>
                </a:lnTo>
                <a:lnTo>
                  <a:pt x="703" y="259"/>
                </a:lnTo>
                <a:close/>
                <a:moveTo>
                  <a:pt x="720" y="259"/>
                </a:moveTo>
                <a:lnTo>
                  <a:pt x="727" y="259"/>
                </a:lnTo>
                <a:lnTo>
                  <a:pt x="727" y="252"/>
                </a:lnTo>
                <a:lnTo>
                  <a:pt x="720" y="252"/>
                </a:lnTo>
                <a:lnTo>
                  <a:pt x="720" y="259"/>
                </a:lnTo>
                <a:close/>
                <a:moveTo>
                  <a:pt x="736" y="259"/>
                </a:moveTo>
                <a:lnTo>
                  <a:pt x="743" y="259"/>
                </a:lnTo>
                <a:lnTo>
                  <a:pt x="743" y="252"/>
                </a:lnTo>
                <a:lnTo>
                  <a:pt x="736" y="252"/>
                </a:lnTo>
                <a:lnTo>
                  <a:pt x="736" y="259"/>
                </a:lnTo>
                <a:close/>
                <a:moveTo>
                  <a:pt x="753" y="259"/>
                </a:moveTo>
                <a:lnTo>
                  <a:pt x="760" y="259"/>
                </a:lnTo>
                <a:lnTo>
                  <a:pt x="760" y="252"/>
                </a:lnTo>
                <a:lnTo>
                  <a:pt x="753" y="252"/>
                </a:lnTo>
                <a:lnTo>
                  <a:pt x="753" y="259"/>
                </a:lnTo>
                <a:close/>
                <a:moveTo>
                  <a:pt x="769" y="259"/>
                </a:moveTo>
                <a:lnTo>
                  <a:pt x="776" y="259"/>
                </a:lnTo>
                <a:lnTo>
                  <a:pt x="776" y="252"/>
                </a:lnTo>
                <a:lnTo>
                  <a:pt x="769" y="252"/>
                </a:lnTo>
                <a:lnTo>
                  <a:pt x="769" y="259"/>
                </a:lnTo>
                <a:close/>
                <a:moveTo>
                  <a:pt x="786" y="259"/>
                </a:moveTo>
                <a:lnTo>
                  <a:pt x="793" y="259"/>
                </a:lnTo>
                <a:lnTo>
                  <a:pt x="793" y="252"/>
                </a:lnTo>
                <a:lnTo>
                  <a:pt x="786" y="252"/>
                </a:lnTo>
                <a:lnTo>
                  <a:pt x="786" y="259"/>
                </a:lnTo>
                <a:close/>
                <a:moveTo>
                  <a:pt x="802" y="259"/>
                </a:moveTo>
                <a:lnTo>
                  <a:pt x="810" y="259"/>
                </a:lnTo>
                <a:lnTo>
                  <a:pt x="810" y="252"/>
                </a:lnTo>
                <a:lnTo>
                  <a:pt x="802" y="252"/>
                </a:lnTo>
                <a:lnTo>
                  <a:pt x="802" y="259"/>
                </a:lnTo>
                <a:close/>
                <a:moveTo>
                  <a:pt x="819" y="259"/>
                </a:moveTo>
                <a:lnTo>
                  <a:pt x="826" y="259"/>
                </a:lnTo>
                <a:lnTo>
                  <a:pt x="826" y="252"/>
                </a:lnTo>
                <a:lnTo>
                  <a:pt x="819" y="252"/>
                </a:lnTo>
                <a:lnTo>
                  <a:pt x="819" y="259"/>
                </a:lnTo>
                <a:close/>
                <a:moveTo>
                  <a:pt x="836" y="259"/>
                </a:moveTo>
                <a:lnTo>
                  <a:pt x="843" y="259"/>
                </a:lnTo>
                <a:lnTo>
                  <a:pt x="843" y="252"/>
                </a:lnTo>
                <a:lnTo>
                  <a:pt x="836" y="252"/>
                </a:lnTo>
                <a:lnTo>
                  <a:pt x="836" y="259"/>
                </a:lnTo>
                <a:close/>
                <a:moveTo>
                  <a:pt x="852" y="259"/>
                </a:moveTo>
                <a:lnTo>
                  <a:pt x="859" y="259"/>
                </a:lnTo>
                <a:lnTo>
                  <a:pt x="859" y="252"/>
                </a:lnTo>
                <a:lnTo>
                  <a:pt x="852" y="252"/>
                </a:lnTo>
                <a:lnTo>
                  <a:pt x="852" y="259"/>
                </a:lnTo>
                <a:close/>
                <a:moveTo>
                  <a:pt x="871" y="259"/>
                </a:moveTo>
                <a:lnTo>
                  <a:pt x="876" y="259"/>
                </a:lnTo>
                <a:lnTo>
                  <a:pt x="876" y="252"/>
                </a:lnTo>
                <a:lnTo>
                  <a:pt x="871" y="252"/>
                </a:lnTo>
                <a:lnTo>
                  <a:pt x="871" y="259"/>
                </a:lnTo>
                <a:close/>
                <a:moveTo>
                  <a:pt x="888" y="259"/>
                </a:moveTo>
                <a:lnTo>
                  <a:pt x="895" y="259"/>
                </a:lnTo>
                <a:lnTo>
                  <a:pt x="895" y="252"/>
                </a:lnTo>
                <a:lnTo>
                  <a:pt x="888" y="252"/>
                </a:lnTo>
                <a:lnTo>
                  <a:pt x="888" y="259"/>
                </a:lnTo>
                <a:close/>
                <a:moveTo>
                  <a:pt x="987" y="259"/>
                </a:moveTo>
                <a:lnTo>
                  <a:pt x="994" y="259"/>
                </a:lnTo>
                <a:lnTo>
                  <a:pt x="994" y="252"/>
                </a:lnTo>
                <a:lnTo>
                  <a:pt x="987" y="252"/>
                </a:lnTo>
                <a:lnTo>
                  <a:pt x="987" y="259"/>
                </a:lnTo>
                <a:close/>
                <a:moveTo>
                  <a:pt x="1004" y="259"/>
                </a:moveTo>
                <a:lnTo>
                  <a:pt x="1011" y="259"/>
                </a:lnTo>
                <a:lnTo>
                  <a:pt x="1011" y="252"/>
                </a:lnTo>
                <a:lnTo>
                  <a:pt x="1004" y="252"/>
                </a:lnTo>
                <a:lnTo>
                  <a:pt x="1004" y="259"/>
                </a:lnTo>
                <a:close/>
                <a:moveTo>
                  <a:pt x="1020" y="259"/>
                </a:moveTo>
                <a:lnTo>
                  <a:pt x="1027" y="259"/>
                </a:lnTo>
                <a:lnTo>
                  <a:pt x="1027" y="252"/>
                </a:lnTo>
                <a:lnTo>
                  <a:pt x="1020" y="252"/>
                </a:lnTo>
                <a:lnTo>
                  <a:pt x="1020" y="259"/>
                </a:lnTo>
                <a:close/>
                <a:moveTo>
                  <a:pt x="1037" y="259"/>
                </a:moveTo>
                <a:lnTo>
                  <a:pt x="1044" y="259"/>
                </a:lnTo>
                <a:lnTo>
                  <a:pt x="1044" y="252"/>
                </a:lnTo>
                <a:lnTo>
                  <a:pt x="1037" y="252"/>
                </a:lnTo>
                <a:lnTo>
                  <a:pt x="1037" y="259"/>
                </a:lnTo>
                <a:close/>
                <a:moveTo>
                  <a:pt x="1053" y="259"/>
                </a:moveTo>
                <a:lnTo>
                  <a:pt x="1061" y="259"/>
                </a:lnTo>
                <a:lnTo>
                  <a:pt x="1061" y="252"/>
                </a:lnTo>
                <a:lnTo>
                  <a:pt x="1053" y="252"/>
                </a:lnTo>
                <a:lnTo>
                  <a:pt x="1053" y="259"/>
                </a:lnTo>
                <a:close/>
                <a:moveTo>
                  <a:pt x="1070" y="259"/>
                </a:moveTo>
                <a:lnTo>
                  <a:pt x="1077" y="259"/>
                </a:lnTo>
                <a:lnTo>
                  <a:pt x="1077" y="252"/>
                </a:lnTo>
                <a:lnTo>
                  <a:pt x="1070" y="252"/>
                </a:lnTo>
                <a:lnTo>
                  <a:pt x="1070" y="259"/>
                </a:lnTo>
                <a:close/>
                <a:moveTo>
                  <a:pt x="1087" y="259"/>
                </a:moveTo>
                <a:lnTo>
                  <a:pt x="1094" y="259"/>
                </a:lnTo>
                <a:lnTo>
                  <a:pt x="1094" y="252"/>
                </a:lnTo>
                <a:lnTo>
                  <a:pt x="1087" y="252"/>
                </a:lnTo>
                <a:lnTo>
                  <a:pt x="1087" y="259"/>
                </a:lnTo>
                <a:close/>
                <a:moveTo>
                  <a:pt x="1103" y="259"/>
                </a:moveTo>
                <a:lnTo>
                  <a:pt x="1110" y="259"/>
                </a:lnTo>
                <a:lnTo>
                  <a:pt x="1110" y="252"/>
                </a:lnTo>
                <a:lnTo>
                  <a:pt x="1103" y="252"/>
                </a:lnTo>
                <a:lnTo>
                  <a:pt x="1103" y="259"/>
                </a:lnTo>
                <a:close/>
                <a:moveTo>
                  <a:pt x="1120" y="259"/>
                </a:moveTo>
                <a:lnTo>
                  <a:pt x="1127" y="259"/>
                </a:lnTo>
                <a:lnTo>
                  <a:pt x="1127" y="252"/>
                </a:lnTo>
                <a:lnTo>
                  <a:pt x="1120" y="252"/>
                </a:lnTo>
                <a:lnTo>
                  <a:pt x="1120" y="259"/>
                </a:lnTo>
                <a:close/>
                <a:moveTo>
                  <a:pt x="1139" y="259"/>
                </a:moveTo>
                <a:lnTo>
                  <a:pt x="1146" y="259"/>
                </a:lnTo>
                <a:lnTo>
                  <a:pt x="1146" y="252"/>
                </a:lnTo>
                <a:lnTo>
                  <a:pt x="1139" y="252"/>
                </a:lnTo>
                <a:lnTo>
                  <a:pt x="1139" y="259"/>
                </a:lnTo>
                <a:close/>
                <a:moveTo>
                  <a:pt x="1155" y="259"/>
                </a:moveTo>
                <a:lnTo>
                  <a:pt x="1162" y="259"/>
                </a:lnTo>
                <a:lnTo>
                  <a:pt x="1162" y="252"/>
                </a:lnTo>
                <a:lnTo>
                  <a:pt x="1155" y="252"/>
                </a:lnTo>
                <a:lnTo>
                  <a:pt x="1155" y="259"/>
                </a:lnTo>
                <a:close/>
                <a:moveTo>
                  <a:pt x="1172" y="259"/>
                </a:moveTo>
                <a:lnTo>
                  <a:pt x="1179" y="259"/>
                </a:lnTo>
                <a:lnTo>
                  <a:pt x="1179" y="252"/>
                </a:lnTo>
                <a:lnTo>
                  <a:pt x="1172" y="252"/>
                </a:lnTo>
                <a:lnTo>
                  <a:pt x="1172" y="259"/>
                </a:lnTo>
                <a:close/>
                <a:moveTo>
                  <a:pt x="1188" y="259"/>
                </a:moveTo>
                <a:lnTo>
                  <a:pt x="1196" y="259"/>
                </a:lnTo>
                <a:lnTo>
                  <a:pt x="1196" y="252"/>
                </a:lnTo>
                <a:lnTo>
                  <a:pt x="1188" y="252"/>
                </a:lnTo>
                <a:lnTo>
                  <a:pt x="1188" y="259"/>
                </a:lnTo>
                <a:close/>
                <a:moveTo>
                  <a:pt x="1205" y="259"/>
                </a:moveTo>
                <a:lnTo>
                  <a:pt x="1212" y="259"/>
                </a:lnTo>
                <a:lnTo>
                  <a:pt x="1212" y="252"/>
                </a:lnTo>
                <a:lnTo>
                  <a:pt x="1205" y="252"/>
                </a:lnTo>
                <a:lnTo>
                  <a:pt x="1205" y="259"/>
                </a:lnTo>
                <a:close/>
                <a:moveTo>
                  <a:pt x="1222" y="259"/>
                </a:moveTo>
                <a:lnTo>
                  <a:pt x="1229" y="259"/>
                </a:lnTo>
                <a:lnTo>
                  <a:pt x="1229" y="252"/>
                </a:lnTo>
                <a:lnTo>
                  <a:pt x="1222" y="252"/>
                </a:lnTo>
                <a:lnTo>
                  <a:pt x="1222" y="259"/>
                </a:lnTo>
                <a:close/>
                <a:moveTo>
                  <a:pt x="1238" y="259"/>
                </a:moveTo>
                <a:lnTo>
                  <a:pt x="1245" y="259"/>
                </a:lnTo>
                <a:lnTo>
                  <a:pt x="1245" y="252"/>
                </a:lnTo>
                <a:lnTo>
                  <a:pt x="1238" y="252"/>
                </a:lnTo>
                <a:lnTo>
                  <a:pt x="1238" y="259"/>
                </a:lnTo>
                <a:close/>
                <a:moveTo>
                  <a:pt x="1255" y="259"/>
                </a:moveTo>
                <a:lnTo>
                  <a:pt x="1262" y="259"/>
                </a:lnTo>
                <a:lnTo>
                  <a:pt x="1262" y="252"/>
                </a:lnTo>
                <a:lnTo>
                  <a:pt x="1255" y="252"/>
                </a:lnTo>
                <a:lnTo>
                  <a:pt x="1255" y="259"/>
                </a:lnTo>
                <a:close/>
                <a:moveTo>
                  <a:pt x="1271" y="259"/>
                </a:moveTo>
                <a:lnTo>
                  <a:pt x="1278" y="259"/>
                </a:lnTo>
                <a:lnTo>
                  <a:pt x="1278" y="252"/>
                </a:lnTo>
                <a:lnTo>
                  <a:pt x="1271" y="252"/>
                </a:lnTo>
                <a:lnTo>
                  <a:pt x="1271" y="259"/>
                </a:lnTo>
                <a:close/>
                <a:moveTo>
                  <a:pt x="1605" y="259"/>
                </a:moveTo>
                <a:lnTo>
                  <a:pt x="1612" y="259"/>
                </a:lnTo>
                <a:lnTo>
                  <a:pt x="1612" y="252"/>
                </a:lnTo>
                <a:lnTo>
                  <a:pt x="1605" y="252"/>
                </a:lnTo>
                <a:lnTo>
                  <a:pt x="1605" y="259"/>
                </a:lnTo>
                <a:close/>
                <a:moveTo>
                  <a:pt x="1622" y="259"/>
                </a:moveTo>
                <a:lnTo>
                  <a:pt x="1629" y="259"/>
                </a:lnTo>
                <a:lnTo>
                  <a:pt x="1629" y="252"/>
                </a:lnTo>
                <a:lnTo>
                  <a:pt x="1622" y="252"/>
                </a:lnTo>
                <a:lnTo>
                  <a:pt x="1622" y="259"/>
                </a:lnTo>
                <a:close/>
                <a:moveTo>
                  <a:pt x="1638" y="259"/>
                </a:moveTo>
                <a:lnTo>
                  <a:pt x="1645" y="259"/>
                </a:lnTo>
                <a:lnTo>
                  <a:pt x="1645" y="252"/>
                </a:lnTo>
                <a:lnTo>
                  <a:pt x="1638" y="252"/>
                </a:lnTo>
                <a:lnTo>
                  <a:pt x="1638" y="259"/>
                </a:lnTo>
                <a:close/>
                <a:moveTo>
                  <a:pt x="1657" y="259"/>
                </a:moveTo>
                <a:lnTo>
                  <a:pt x="1664" y="259"/>
                </a:lnTo>
                <a:lnTo>
                  <a:pt x="1664" y="252"/>
                </a:lnTo>
                <a:lnTo>
                  <a:pt x="1657" y="252"/>
                </a:lnTo>
                <a:lnTo>
                  <a:pt x="1657" y="259"/>
                </a:lnTo>
                <a:close/>
                <a:moveTo>
                  <a:pt x="1674" y="259"/>
                </a:moveTo>
                <a:lnTo>
                  <a:pt x="1681" y="259"/>
                </a:lnTo>
                <a:lnTo>
                  <a:pt x="1681" y="252"/>
                </a:lnTo>
                <a:lnTo>
                  <a:pt x="1674" y="252"/>
                </a:lnTo>
                <a:lnTo>
                  <a:pt x="1674" y="259"/>
                </a:lnTo>
                <a:close/>
                <a:moveTo>
                  <a:pt x="1690" y="259"/>
                </a:moveTo>
                <a:lnTo>
                  <a:pt x="1698" y="259"/>
                </a:lnTo>
                <a:lnTo>
                  <a:pt x="1698" y="252"/>
                </a:lnTo>
                <a:lnTo>
                  <a:pt x="1690" y="252"/>
                </a:lnTo>
                <a:lnTo>
                  <a:pt x="1690" y="259"/>
                </a:lnTo>
                <a:close/>
                <a:moveTo>
                  <a:pt x="1707" y="259"/>
                </a:moveTo>
                <a:lnTo>
                  <a:pt x="1714" y="259"/>
                </a:lnTo>
                <a:lnTo>
                  <a:pt x="1714" y="252"/>
                </a:lnTo>
                <a:lnTo>
                  <a:pt x="1707" y="252"/>
                </a:lnTo>
                <a:lnTo>
                  <a:pt x="1707" y="259"/>
                </a:lnTo>
                <a:close/>
                <a:moveTo>
                  <a:pt x="1724" y="259"/>
                </a:moveTo>
                <a:lnTo>
                  <a:pt x="1731" y="259"/>
                </a:lnTo>
                <a:lnTo>
                  <a:pt x="1731" y="252"/>
                </a:lnTo>
                <a:lnTo>
                  <a:pt x="1724" y="252"/>
                </a:lnTo>
                <a:lnTo>
                  <a:pt x="1724" y="259"/>
                </a:lnTo>
                <a:close/>
                <a:moveTo>
                  <a:pt x="1740" y="259"/>
                </a:moveTo>
                <a:lnTo>
                  <a:pt x="1747" y="259"/>
                </a:lnTo>
                <a:lnTo>
                  <a:pt x="1747" y="252"/>
                </a:lnTo>
                <a:lnTo>
                  <a:pt x="1740" y="252"/>
                </a:lnTo>
                <a:lnTo>
                  <a:pt x="1740" y="259"/>
                </a:lnTo>
                <a:close/>
                <a:moveTo>
                  <a:pt x="1873" y="259"/>
                </a:moveTo>
                <a:lnTo>
                  <a:pt x="1880" y="259"/>
                </a:lnTo>
                <a:lnTo>
                  <a:pt x="1880" y="252"/>
                </a:lnTo>
                <a:lnTo>
                  <a:pt x="1873" y="252"/>
                </a:lnTo>
                <a:lnTo>
                  <a:pt x="1873" y="259"/>
                </a:lnTo>
                <a:close/>
                <a:moveTo>
                  <a:pt x="1941" y="259"/>
                </a:moveTo>
                <a:lnTo>
                  <a:pt x="1949" y="259"/>
                </a:lnTo>
                <a:lnTo>
                  <a:pt x="1949" y="252"/>
                </a:lnTo>
                <a:lnTo>
                  <a:pt x="1941" y="252"/>
                </a:lnTo>
                <a:lnTo>
                  <a:pt x="1941" y="259"/>
                </a:lnTo>
                <a:close/>
                <a:moveTo>
                  <a:pt x="1958" y="259"/>
                </a:moveTo>
                <a:lnTo>
                  <a:pt x="1965" y="259"/>
                </a:lnTo>
                <a:lnTo>
                  <a:pt x="1965" y="252"/>
                </a:lnTo>
                <a:lnTo>
                  <a:pt x="1958" y="252"/>
                </a:lnTo>
                <a:lnTo>
                  <a:pt x="1958" y="259"/>
                </a:lnTo>
                <a:close/>
                <a:moveTo>
                  <a:pt x="1975" y="259"/>
                </a:moveTo>
                <a:lnTo>
                  <a:pt x="1982" y="259"/>
                </a:lnTo>
                <a:lnTo>
                  <a:pt x="1982" y="252"/>
                </a:lnTo>
                <a:lnTo>
                  <a:pt x="1975" y="252"/>
                </a:lnTo>
                <a:lnTo>
                  <a:pt x="1975" y="259"/>
                </a:lnTo>
                <a:close/>
                <a:moveTo>
                  <a:pt x="1991" y="259"/>
                </a:moveTo>
                <a:lnTo>
                  <a:pt x="1998" y="259"/>
                </a:lnTo>
                <a:lnTo>
                  <a:pt x="1998" y="252"/>
                </a:lnTo>
                <a:lnTo>
                  <a:pt x="1991" y="252"/>
                </a:lnTo>
                <a:lnTo>
                  <a:pt x="1991" y="259"/>
                </a:lnTo>
                <a:close/>
                <a:moveTo>
                  <a:pt x="2024" y="259"/>
                </a:moveTo>
                <a:lnTo>
                  <a:pt x="2031" y="259"/>
                </a:lnTo>
                <a:lnTo>
                  <a:pt x="2031" y="252"/>
                </a:lnTo>
                <a:lnTo>
                  <a:pt x="2024" y="252"/>
                </a:lnTo>
                <a:lnTo>
                  <a:pt x="2024" y="259"/>
                </a:lnTo>
                <a:close/>
                <a:moveTo>
                  <a:pt x="2041" y="259"/>
                </a:moveTo>
                <a:lnTo>
                  <a:pt x="2048" y="259"/>
                </a:lnTo>
                <a:lnTo>
                  <a:pt x="2048" y="252"/>
                </a:lnTo>
                <a:lnTo>
                  <a:pt x="2041" y="252"/>
                </a:lnTo>
                <a:lnTo>
                  <a:pt x="2041" y="259"/>
                </a:lnTo>
                <a:close/>
                <a:moveTo>
                  <a:pt x="2057" y="259"/>
                </a:moveTo>
                <a:lnTo>
                  <a:pt x="2065" y="259"/>
                </a:lnTo>
                <a:lnTo>
                  <a:pt x="2065" y="252"/>
                </a:lnTo>
                <a:lnTo>
                  <a:pt x="2057" y="252"/>
                </a:lnTo>
                <a:lnTo>
                  <a:pt x="2057" y="259"/>
                </a:lnTo>
                <a:close/>
                <a:moveTo>
                  <a:pt x="2074" y="259"/>
                </a:moveTo>
                <a:lnTo>
                  <a:pt x="2081" y="259"/>
                </a:lnTo>
                <a:lnTo>
                  <a:pt x="2081" y="252"/>
                </a:lnTo>
                <a:lnTo>
                  <a:pt x="2074" y="252"/>
                </a:lnTo>
                <a:lnTo>
                  <a:pt x="2074" y="259"/>
                </a:lnTo>
                <a:close/>
                <a:moveTo>
                  <a:pt x="2091" y="259"/>
                </a:moveTo>
                <a:lnTo>
                  <a:pt x="2098" y="259"/>
                </a:lnTo>
                <a:lnTo>
                  <a:pt x="2098" y="252"/>
                </a:lnTo>
                <a:lnTo>
                  <a:pt x="2091" y="252"/>
                </a:lnTo>
                <a:lnTo>
                  <a:pt x="2091" y="259"/>
                </a:lnTo>
                <a:close/>
                <a:moveTo>
                  <a:pt x="2107" y="259"/>
                </a:moveTo>
                <a:lnTo>
                  <a:pt x="2114" y="259"/>
                </a:lnTo>
                <a:lnTo>
                  <a:pt x="2114" y="252"/>
                </a:lnTo>
                <a:lnTo>
                  <a:pt x="2107" y="252"/>
                </a:lnTo>
                <a:lnTo>
                  <a:pt x="2107" y="259"/>
                </a:lnTo>
                <a:close/>
                <a:moveTo>
                  <a:pt x="2124" y="259"/>
                </a:moveTo>
                <a:lnTo>
                  <a:pt x="2131" y="259"/>
                </a:lnTo>
                <a:lnTo>
                  <a:pt x="2131" y="252"/>
                </a:lnTo>
                <a:lnTo>
                  <a:pt x="2124" y="252"/>
                </a:lnTo>
                <a:lnTo>
                  <a:pt x="2124" y="259"/>
                </a:lnTo>
                <a:close/>
                <a:moveTo>
                  <a:pt x="2140" y="259"/>
                </a:moveTo>
                <a:lnTo>
                  <a:pt x="2147" y="259"/>
                </a:lnTo>
                <a:lnTo>
                  <a:pt x="2147" y="252"/>
                </a:lnTo>
                <a:lnTo>
                  <a:pt x="2140" y="252"/>
                </a:lnTo>
                <a:lnTo>
                  <a:pt x="2140" y="259"/>
                </a:lnTo>
                <a:close/>
                <a:moveTo>
                  <a:pt x="2159" y="259"/>
                </a:moveTo>
                <a:lnTo>
                  <a:pt x="2164" y="259"/>
                </a:lnTo>
                <a:lnTo>
                  <a:pt x="2164" y="252"/>
                </a:lnTo>
                <a:lnTo>
                  <a:pt x="2159" y="252"/>
                </a:lnTo>
                <a:lnTo>
                  <a:pt x="2159" y="259"/>
                </a:lnTo>
                <a:close/>
                <a:moveTo>
                  <a:pt x="2176" y="259"/>
                </a:moveTo>
                <a:lnTo>
                  <a:pt x="2183" y="259"/>
                </a:lnTo>
                <a:lnTo>
                  <a:pt x="2183" y="252"/>
                </a:lnTo>
                <a:lnTo>
                  <a:pt x="2176" y="252"/>
                </a:lnTo>
                <a:lnTo>
                  <a:pt x="2176" y="259"/>
                </a:lnTo>
                <a:close/>
                <a:moveTo>
                  <a:pt x="2192" y="259"/>
                </a:moveTo>
                <a:lnTo>
                  <a:pt x="2200" y="259"/>
                </a:lnTo>
                <a:lnTo>
                  <a:pt x="2200" y="252"/>
                </a:lnTo>
                <a:lnTo>
                  <a:pt x="2192" y="252"/>
                </a:lnTo>
                <a:lnTo>
                  <a:pt x="2192" y="259"/>
                </a:lnTo>
                <a:close/>
                <a:moveTo>
                  <a:pt x="2209" y="259"/>
                </a:moveTo>
                <a:lnTo>
                  <a:pt x="2216" y="259"/>
                </a:lnTo>
                <a:lnTo>
                  <a:pt x="2216" y="252"/>
                </a:lnTo>
                <a:lnTo>
                  <a:pt x="2209" y="252"/>
                </a:lnTo>
                <a:lnTo>
                  <a:pt x="2209" y="259"/>
                </a:lnTo>
                <a:close/>
                <a:moveTo>
                  <a:pt x="2226" y="259"/>
                </a:moveTo>
                <a:lnTo>
                  <a:pt x="2233" y="259"/>
                </a:lnTo>
                <a:lnTo>
                  <a:pt x="2233" y="252"/>
                </a:lnTo>
                <a:lnTo>
                  <a:pt x="2226" y="252"/>
                </a:lnTo>
                <a:lnTo>
                  <a:pt x="2226" y="259"/>
                </a:lnTo>
                <a:close/>
                <a:moveTo>
                  <a:pt x="2242" y="259"/>
                </a:moveTo>
                <a:lnTo>
                  <a:pt x="2249" y="259"/>
                </a:lnTo>
                <a:lnTo>
                  <a:pt x="2249" y="252"/>
                </a:lnTo>
                <a:lnTo>
                  <a:pt x="2242" y="252"/>
                </a:lnTo>
                <a:lnTo>
                  <a:pt x="2242" y="259"/>
                </a:lnTo>
                <a:close/>
                <a:moveTo>
                  <a:pt x="2259" y="259"/>
                </a:moveTo>
                <a:lnTo>
                  <a:pt x="2266" y="259"/>
                </a:lnTo>
                <a:lnTo>
                  <a:pt x="2266" y="252"/>
                </a:lnTo>
                <a:lnTo>
                  <a:pt x="2259" y="252"/>
                </a:lnTo>
                <a:lnTo>
                  <a:pt x="2259" y="259"/>
                </a:lnTo>
                <a:close/>
                <a:moveTo>
                  <a:pt x="2275" y="259"/>
                </a:moveTo>
                <a:lnTo>
                  <a:pt x="2282" y="259"/>
                </a:lnTo>
                <a:lnTo>
                  <a:pt x="2282" y="252"/>
                </a:lnTo>
                <a:lnTo>
                  <a:pt x="2275" y="252"/>
                </a:lnTo>
                <a:lnTo>
                  <a:pt x="2275" y="259"/>
                </a:lnTo>
                <a:close/>
                <a:moveTo>
                  <a:pt x="2292" y="259"/>
                </a:moveTo>
                <a:lnTo>
                  <a:pt x="2299" y="259"/>
                </a:lnTo>
                <a:lnTo>
                  <a:pt x="2299" y="252"/>
                </a:lnTo>
                <a:lnTo>
                  <a:pt x="2292" y="252"/>
                </a:lnTo>
                <a:lnTo>
                  <a:pt x="2292" y="259"/>
                </a:lnTo>
                <a:close/>
                <a:moveTo>
                  <a:pt x="2308" y="259"/>
                </a:moveTo>
                <a:lnTo>
                  <a:pt x="2316" y="259"/>
                </a:lnTo>
                <a:lnTo>
                  <a:pt x="2316" y="252"/>
                </a:lnTo>
                <a:lnTo>
                  <a:pt x="2308" y="252"/>
                </a:lnTo>
                <a:lnTo>
                  <a:pt x="2308" y="259"/>
                </a:lnTo>
                <a:close/>
                <a:moveTo>
                  <a:pt x="2325" y="259"/>
                </a:moveTo>
                <a:lnTo>
                  <a:pt x="2332" y="259"/>
                </a:lnTo>
                <a:lnTo>
                  <a:pt x="2332" y="252"/>
                </a:lnTo>
                <a:lnTo>
                  <a:pt x="2325" y="252"/>
                </a:lnTo>
                <a:lnTo>
                  <a:pt x="2325" y="259"/>
                </a:lnTo>
                <a:close/>
                <a:moveTo>
                  <a:pt x="2342" y="259"/>
                </a:moveTo>
                <a:lnTo>
                  <a:pt x="2349" y="259"/>
                </a:lnTo>
                <a:lnTo>
                  <a:pt x="2349" y="252"/>
                </a:lnTo>
                <a:lnTo>
                  <a:pt x="2342" y="252"/>
                </a:lnTo>
                <a:lnTo>
                  <a:pt x="2342" y="259"/>
                </a:lnTo>
                <a:close/>
                <a:moveTo>
                  <a:pt x="2358" y="259"/>
                </a:moveTo>
                <a:lnTo>
                  <a:pt x="2365" y="259"/>
                </a:lnTo>
                <a:lnTo>
                  <a:pt x="2365" y="252"/>
                </a:lnTo>
                <a:lnTo>
                  <a:pt x="2358" y="252"/>
                </a:lnTo>
                <a:lnTo>
                  <a:pt x="2358" y="259"/>
                </a:lnTo>
                <a:close/>
                <a:moveTo>
                  <a:pt x="2375" y="259"/>
                </a:moveTo>
                <a:lnTo>
                  <a:pt x="2382" y="259"/>
                </a:lnTo>
                <a:lnTo>
                  <a:pt x="2382" y="252"/>
                </a:lnTo>
                <a:lnTo>
                  <a:pt x="2375" y="252"/>
                </a:lnTo>
                <a:lnTo>
                  <a:pt x="2375" y="259"/>
                </a:lnTo>
                <a:close/>
                <a:moveTo>
                  <a:pt x="2391" y="259"/>
                </a:moveTo>
                <a:lnTo>
                  <a:pt x="2398" y="259"/>
                </a:lnTo>
                <a:lnTo>
                  <a:pt x="2398" y="252"/>
                </a:lnTo>
                <a:lnTo>
                  <a:pt x="2391" y="252"/>
                </a:lnTo>
                <a:lnTo>
                  <a:pt x="2391" y="259"/>
                </a:lnTo>
                <a:close/>
                <a:moveTo>
                  <a:pt x="2408" y="259"/>
                </a:moveTo>
                <a:lnTo>
                  <a:pt x="2415" y="259"/>
                </a:lnTo>
                <a:lnTo>
                  <a:pt x="2415" y="252"/>
                </a:lnTo>
                <a:lnTo>
                  <a:pt x="2408" y="252"/>
                </a:lnTo>
                <a:lnTo>
                  <a:pt x="2408" y="259"/>
                </a:lnTo>
                <a:close/>
                <a:moveTo>
                  <a:pt x="2427" y="259"/>
                </a:moveTo>
                <a:lnTo>
                  <a:pt x="2434" y="259"/>
                </a:lnTo>
                <a:lnTo>
                  <a:pt x="2434" y="252"/>
                </a:lnTo>
                <a:lnTo>
                  <a:pt x="2427" y="252"/>
                </a:lnTo>
                <a:lnTo>
                  <a:pt x="2427" y="259"/>
                </a:lnTo>
                <a:close/>
                <a:moveTo>
                  <a:pt x="2443" y="259"/>
                </a:moveTo>
                <a:lnTo>
                  <a:pt x="2451" y="259"/>
                </a:lnTo>
                <a:lnTo>
                  <a:pt x="2451" y="252"/>
                </a:lnTo>
                <a:lnTo>
                  <a:pt x="2443" y="252"/>
                </a:lnTo>
                <a:lnTo>
                  <a:pt x="2443" y="259"/>
                </a:lnTo>
                <a:close/>
                <a:moveTo>
                  <a:pt x="2460" y="259"/>
                </a:moveTo>
                <a:lnTo>
                  <a:pt x="2467" y="259"/>
                </a:lnTo>
                <a:lnTo>
                  <a:pt x="2467" y="252"/>
                </a:lnTo>
                <a:lnTo>
                  <a:pt x="2460" y="252"/>
                </a:lnTo>
                <a:lnTo>
                  <a:pt x="2460" y="259"/>
                </a:lnTo>
                <a:close/>
                <a:moveTo>
                  <a:pt x="2477" y="259"/>
                </a:moveTo>
                <a:lnTo>
                  <a:pt x="2484" y="259"/>
                </a:lnTo>
                <a:lnTo>
                  <a:pt x="2484" y="252"/>
                </a:lnTo>
                <a:lnTo>
                  <a:pt x="2477" y="252"/>
                </a:lnTo>
                <a:lnTo>
                  <a:pt x="2477" y="259"/>
                </a:lnTo>
                <a:close/>
                <a:moveTo>
                  <a:pt x="2493" y="259"/>
                </a:moveTo>
                <a:lnTo>
                  <a:pt x="2500" y="259"/>
                </a:lnTo>
                <a:lnTo>
                  <a:pt x="2500" y="252"/>
                </a:lnTo>
                <a:lnTo>
                  <a:pt x="2493" y="252"/>
                </a:lnTo>
                <a:lnTo>
                  <a:pt x="2493" y="259"/>
                </a:lnTo>
                <a:close/>
                <a:moveTo>
                  <a:pt x="2510" y="259"/>
                </a:moveTo>
                <a:lnTo>
                  <a:pt x="2517" y="259"/>
                </a:lnTo>
                <a:lnTo>
                  <a:pt x="2517" y="252"/>
                </a:lnTo>
                <a:lnTo>
                  <a:pt x="2510" y="252"/>
                </a:lnTo>
                <a:lnTo>
                  <a:pt x="2510" y="259"/>
                </a:lnTo>
                <a:close/>
                <a:moveTo>
                  <a:pt x="2526" y="259"/>
                </a:moveTo>
                <a:lnTo>
                  <a:pt x="2533" y="259"/>
                </a:lnTo>
                <a:lnTo>
                  <a:pt x="2533" y="252"/>
                </a:lnTo>
                <a:lnTo>
                  <a:pt x="2526" y="252"/>
                </a:lnTo>
                <a:lnTo>
                  <a:pt x="2526" y="259"/>
                </a:lnTo>
                <a:close/>
                <a:moveTo>
                  <a:pt x="2543" y="259"/>
                </a:moveTo>
                <a:lnTo>
                  <a:pt x="2550" y="259"/>
                </a:lnTo>
                <a:lnTo>
                  <a:pt x="2550" y="252"/>
                </a:lnTo>
                <a:lnTo>
                  <a:pt x="2543" y="252"/>
                </a:lnTo>
                <a:lnTo>
                  <a:pt x="2543" y="259"/>
                </a:lnTo>
                <a:close/>
                <a:moveTo>
                  <a:pt x="2560" y="259"/>
                </a:moveTo>
                <a:lnTo>
                  <a:pt x="2567" y="259"/>
                </a:lnTo>
                <a:lnTo>
                  <a:pt x="2567" y="252"/>
                </a:lnTo>
                <a:lnTo>
                  <a:pt x="2560" y="252"/>
                </a:lnTo>
                <a:lnTo>
                  <a:pt x="2560" y="259"/>
                </a:lnTo>
                <a:close/>
                <a:moveTo>
                  <a:pt x="2576" y="259"/>
                </a:moveTo>
                <a:lnTo>
                  <a:pt x="2583" y="259"/>
                </a:lnTo>
                <a:lnTo>
                  <a:pt x="2583" y="252"/>
                </a:lnTo>
                <a:lnTo>
                  <a:pt x="2576" y="252"/>
                </a:lnTo>
                <a:lnTo>
                  <a:pt x="2576" y="259"/>
                </a:lnTo>
                <a:close/>
                <a:moveTo>
                  <a:pt x="2593" y="259"/>
                </a:moveTo>
                <a:lnTo>
                  <a:pt x="2600" y="259"/>
                </a:lnTo>
                <a:lnTo>
                  <a:pt x="2600" y="252"/>
                </a:lnTo>
                <a:lnTo>
                  <a:pt x="2593" y="252"/>
                </a:lnTo>
                <a:lnTo>
                  <a:pt x="2593" y="259"/>
                </a:lnTo>
                <a:close/>
                <a:moveTo>
                  <a:pt x="2609" y="259"/>
                </a:moveTo>
                <a:lnTo>
                  <a:pt x="2616" y="259"/>
                </a:lnTo>
                <a:lnTo>
                  <a:pt x="2616" y="252"/>
                </a:lnTo>
                <a:lnTo>
                  <a:pt x="2609" y="252"/>
                </a:lnTo>
                <a:lnTo>
                  <a:pt x="2609" y="259"/>
                </a:lnTo>
                <a:close/>
                <a:moveTo>
                  <a:pt x="2626" y="259"/>
                </a:moveTo>
                <a:lnTo>
                  <a:pt x="2633" y="259"/>
                </a:lnTo>
                <a:lnTo>
                  <a:pt x="2633" y="252"/>
                </a:lnTo>
                <a:lnTo>
                  <a:pt x="2626" y="252"/>
                </a:lnTo>
                <a:lnTo>
                  <a:pt x="2626" y="259"/>
                </a:lnTo>
                <a:close/>
                <a:moveTo>
                  <a:pt x="2642" y="259"/>
                </a:moveTo>
                <a:lnTo>
                  <a:pt x="2649" y="259"/>
                </a:lnTo>
                <a:lnTo>
                  <a:pt x="2649" y="252"/>
                </a:lnTo>
                <a:lnTo>
                  <a:pt x="2642" y="252"/>
                </a:lnTo>
                <a:lnTo>
                  <a:pt x="2642" y="259"/>
                </a:lnTo>
                <a:close/>
                <a:moveTo>
                  <a:pt x="2659" y="259"/>
                </a:moveTo>
                <a:lnTo>
                  <a:pt x="2666" y="259"/>
                </a:lnTo>
                <a:lnTo>
                  <a:pt x="2666" y="252"/>
                </a:lnTo>
                <a:lnTo>
                  <a:pt x="2659" y="252"/>
                </a:lnTo>
                <a:lnTo>
                  <a:pt x="2659" y="259"/>
                </a:lnTo>
                <a:close/>
                <a:moveTo>
                  <a:pt x="2678" y="259"/>
                </a:moveTo>
                <a:lnTo>
                  <a:pt x="2683" y="259"/>
                </a:lnTo>
                <a:lnTo>
                  <a:pt x="2683" y="252"/>
                </a:lnTo>
                <a:lnTo>
                  <a:pt x="2678" y="252"/>
                </a:lnTo>
                <a:lnTo>
                  <a:pt x="2678" y="259"/>
                </a:lnTo>
                <a:close/>
                <a:moveTo>
                  <a:pt x="2694" y="259"/>
                </a:moveTo>
                <a:lnTo>
                  <a:pt x="2702" y="259"/>
                </a:lnTo>
                <a:lnTo>
                  <a:pt x="2702" y="252"/>
                </a:lnTo>
                <a:lnTo>
                  <a:pt x="2694" y="252"/>
                </a:lnTo>
                <a:lnTo>
                  <a:pt x="2694" y="259"/>
                </a:lnTo>
                <a:close/>
                <a:moveTo>
                  <a:pt x="2711" y="259"/>
                </a:moveTo>
                <a:lnTo>
                  <a:pt x="2718" y="259"/>
                </a:lnTo>
                <a:lnTo>
                  <a:pt x="2718" y="252"/>
                </a:lnTo>
                <a:lnTo>
                  <a:pt x="2711" y="252"/>
                </a:lnTo>
                <a:lnTo>
                  <a:pt x="2711" y="259"/>
                </a:lnTo>
                <a:close/>
                <a:moveTo>
                  <a:pt x="2728" y="259"/>
                </a:moveTo>
                <a:lnTo>
                  <a:pt x="2735" y="259"/>
                </a:lnTo>
                <a:lnTo>
                  <a:pt x="2735" y="252"/>
                </a:lnTo>
                <a:lnTo>
                  <a:pt x="2728" y="252"/>
                </a:lnTo>
                <a:lnTo>
                  <a:pt x="2728" y="259"/>
                </a:lnTo>
                <a:close/>
                <a:moveTo>
                  <a:pt x="2744" y="259"/>
                </a:moveTo>
                <a:lnTo>
                  <a:pt x="2751" y="259"/>
                </a:lnTo>
                <a:lnTo>
                  <a:pt x="2751" y="252"/>
                </a:lnTo>
                <a:lnTo>
                  <a:pt x="2744" y="252"/>
                </a:lnTo>
                <a:lnTo>
                  <a:pt x="2744" y="259"/>
                </a:lnTo>
                <a:close/>
                <a:moveTo>
                  <a:pt x="2761" y="259"/>
                </a:moveTo>
                <a:lnTo>
                  <a:pt x="2768" y="259"/>
                </a:lnTo>
                <a:lnTo>
                  <a:pt x="2768" y="252"/>
                </a:lnTo>
                <a:lnTo>
                  <a:pt x="2761" y="252"/>
                </a:lnTo>
                <a:lnTo>
                  <a:pt x="2761" y="259"/>
                </a:lnTo>
                <a:close/>
                <a:moveTo>
                  <a:pt x="2777" y="259"/>
                </a:moveTo>
                <a:lnTo>
                  <a:pt x="2784" y="259"/>
                </a:lnTo>
                <a:lnTo>
                  <a:pt x="2784" y="252"/>
                </a:lnTo>
                <a:lnTo>
                  <a:pt x="2777" y="252"/>
                </a:lnTo>
                <a:lnTo>
                  <a:pt x="2777" y="259"/>
                </a:lnTo>
                <a:close/>
                <a:moveTo>
                  <a:pt x="2794" y="259"/>
                </a:moveTo>
                <a:lnTo>
                  <a:pt x="2801" y="259"/>
                </a:lnTo>
                <a:lnTo>
                  <a:pt x="2801" y="252"/>
                </a:lnTo>
                <a:lnTo>
                  <a:pt x="2794" y="252"/>
                </a:lnTo>
                <a:lnTo>
                  <a:pt x="2794" y="259"/>
                </a:lnTo>
                <a:close/>
                <a:moveTo>
                  <a:pt x="2811" y="259"/>
                </a:moveTo>
                <a:lnTo>
                  <a:pt x="2818" y="259"/>
                </a:lnTo>
                <a:lnTo>
                  <a:pt x="2818" y="252"/>
                </a:lnTo>
                <a:lnTo>
                  <a:pt x="2811" y="252"/>
                </a:lnTo>
                <a:lnTo>
                  <a:pt x="2811" y="259"/>
                </a:lnTo>
                <a:close/>
                <a:moveTo>
                  <a:pt x="2827" y="259"/>
                </a:moveTo>
                <a:lnTo>
                  <a:pt x="2834" y="259"/>
                </a:lnTo>
                <a:lnTo>
                  <a:pt x="2834" y="252"/>
                </a:lnTo>
                <a:lnTo>
                  <a:pt x="2827" y="252"/>
                </a:lnTo>
                <a:lnTo>
                  <a:pt x="2827" y="259"/>
                </a:lnTo>
                <a:close/>
                <a:moveTo>
                  <a:pt x="2844" y="259"/>
                </a:moveTo>
                <a:lnTo>
                  <a:pt x="2851" y="259"/>
                </a:lnTo>
                <a:lnTo>
                  <a:pt x="2851" y="252"/>
                </a:lnTo>
                <a:lnTo>
                  <a:pt x="2844" y="252"/>
                </a:lnTo>
                <a:lnTo>
                  <a:pt x="2844" y="259"/>
                </a:lnTo>
                <a:close/>
                <a:moveTo>
                  <a:pt x="2860" y="259"/>
                </a:moveTo>
                <a:lnTo>
                  <a:pt x="2867" y="259"/>
                </a:lnTo>
                <a:lnTo>
                  <a:pt x="2867" y="252"/>
                </a:lnTo>
                <a:lnTo>
                  <a:pt x="2860" y="252"/>
                </a:lnTo>
                <a:lnTo>
                  <a:pt x="2860" y="259"/>
                </a:lnTo>
                <a:close/>
                <a:moveTo>
                  <a:pt x="2877" y="259"/>
                </a:moveTo>
                <a:lnTo>
                  <a:pt x="2884" y="259"/>
                </a:lnTo>
                <a:lnTo>
                  <a:pt x="2884" y="252"/>
                </a:lnTo>
                <a:lnTo>
                  <a:pt x="2877" y="252"/>
                </a:lnTo>
                <a:lnTo>
                  <a:pt x="2877" y="259"/>
                </a:lnTo>
                <a:close/>
                <a:moveTo>
                  <a:pt x="2893" y="259"/>
                </a:moveTo>
                <a:lnTo>
                  <a:pt x="2901" y="259"/>
                </a:lnTo>
                <a:lnTo>
                  <a:pt x="2901" y="252"/>
                </a:lnTo>
                <a:lnTo>
                  <a:pt x="2893" y="252"/>
                </a:lnTo>
                <a:lnTo>
                  <a:pt x="2893" y="259"/>
                </a:lnTo>
                <a:close/>
                <a:moveTo>
                  <a:pt x="2910" y="259"/>
                </a:moveTo>
                <a:lnTo>
                  <a:pt x="2917" y="259"/>
                </a:lnTo>
                <a:lnTo>
                  <a:pt x="2917" y="252"/>
                </a:lnTo>
                <a:lnTo>
                  <a:pt x="2910" y="252"/>
                </a:lnTo>
                <a:lnTo>
                  <a:pt x="2910" y="259"/>
                </a:lnTo>
                <a:close/>
                <a:moveTo>
                  <a:pt x="2927" y="259"/>
                </a:moveTo>
                <a:lnTo>
                  <a:pt x="2934" y="259"/>
                </a:lnTo>
                <a:lnTo>
                  <a:pt x="2934" y="252"/>
                </a:lnTo>
                <a:lnTo>
                  <a:pt x="2927" y="252"/>
                </a:lnTo>
                <a:lnTo>
                  <a:pt x="2927" y="259"/>
                </a:lnTo>
                <a:close/>
                <a:moveTo>
                  <a:pt x="2946" y="259"/>
                </a:moveTo>
                <a:lnTo>
                  <a:pt x="2953" y="259"/>
                </a:lnTo>
                <a:lnTo>
                  <a:pt x="2953" y="252"/>
                </a:lnTo>
                <a:lnTo>
                  <a:pt x="2946" y="252"/>
                </a:lnTo>
                <a:lnTo>
                  <a:pt x="2946" y="259"/>
                </a:lnTo>
                <a:close/>
                <a:moveTo>
                  <a:pt x="2962" y="259"/>
                </a:moveTo>
                <a:lnTo>
                  <a:pt x="2969" y="259"/>
                </a:lnTo>
                <a:lnTo>
                  <a:pt x="2969" y="252"/>
                </a:lnTo>
                <a:lnTo>
                  <a:pt x="2962" y="252"/>
                </a:lnTo>
                <a:lnTo>
                  <a:pt x="2962" y="259"/>
                </a:lnTo>
                <a:close/>
                <a:moveTo>
                  <a:pt x="49" y="275"/>
                </a:moveTo>
                <a:lnTo>
                  <a:pt x="56" y="275"/>
                </a:lnTo>
                <a:lnTo>
                  <a:pt x="56" y="268"/>
                </a:lnTo>
                <a:lnTo>
                  <a:pt x="49" y="268"/>
                </a:lnTo>
                <a:lnTo>
                  <a:pt x="49" y="275"/>
                </a:lnTo>
                <a:close/>
                <a:moveTo>
                  <a:pt x="66" y="275"/>
                </a:moveTo>
                <a:lnTo>
                  <a:pt x="73" y="275"/>
                </a:lnTo>
                <a:lnTo>
                  <a:pt x="73" y="268"/>
                </a:lnTo>
                <a:lnTo>
                  <a:pt x="66" y="268"/>
                </a:lnTo>
                <a:lnTo>
                  <a:pt x="66" y="275"/>
                </a:lnTo>
                <a:close/>
                <a:moveTo>
                  <a:pt x="83" y="275"/>
                </a:moveTo>
                <a:lnTo>
                  <a:pt x="90" y="275"/>
                </a:lnTo>
                <a:lnTo>
                  <a:pt x="90" y="268"/>
                </a:lnTo>
                <a:lnTo>
                  <a:pt x="83" y="268"/>
                </a:lnTo>
                <a:lnTo>
                  <a:pt x="83" y="275"/>
                </a:lnTo>
                <a:close/>
                <a:moveTo>
                  <a:pt x="101" y="275"/>
                </a:moveTo>
                <a:lnTo>
                  <a:pt x="106" y="275"/>
                </a:lnTo>
                <a:lnTo>
                  <a:pt x="106" y="268"/>
                </a:lnTo>
                <a:lnTo>
                  <a:pt x="101" y="268"/>
                </a:lnTo>
                <a:lnTo>
                  <a:pt x="101" y="275"/>
                </a:lnTo>
                <a:close/>
                <a:moveTo>
                  <a:pt x="118" y="275"/>
                </a:moveTo>
                <a:lnTo>
                  <a:pt x="125" y="275"/>
                </a:lnTo>
                <a:lnTo>
                  <a:pt x="125" y="268"/>
                </a:lnTo>
                <a:lnTo>
                  <a:pt x="118" y="268"/>
                </a:lnTo>
                <a:lnTo>
                  <a:pt x="118" y="275"/>
                </a:lnTo>
                <a:close/>
                <a:moveTo>
                  <a:pt x="135" y="275"/>
                </a:moveTo>
                <a:lnTo>
                  <a:pt x="142" y="275"/>
                </a:lnTo>
                <a:lnTo>
                  <a:pt x="142" y="268"/>
                </a:lnTo>
                <a:lnTo>
                  <a:pt x="135" y="268"/>
                </a:lnTo>
                <a:lnTo>
                  <a:pt x="135" y="275"/>
                </a:lnTo>
                <a:close/>
                <a:moveTo>
                  <a:pt x="151" y="275"/>
                </a:moveTo>
                <a:lnTo>
                  <a:pt x="158" y="275"/>
                </a:lnTo>
                <a:lnTo>
                  <a:pt x="158" y="268"/>
                </a:lnTo>
                <a:lnTo>
                  <a:pt x="151" y="268"/>
                </a:lnTo>
                <a:lnTo>
                  <a:pt x="151" y="275"/>
                </a:lnTo>
                <a:close/>
                <a:moveTo>
                  <a:pt x="168" y="275"/>
                </a:moveTo>
                <a:lnTo>
                  <a:pt x="175" y="275"/>
                </a:lnTo>
                <a:lnTo>
                  <a:pt x="175" y="268"/>
                </a:lnTo>
                <a:lnTo>
                  <a:pt x="168" y="268"/>
                </a:lnTo>
                <a:lnTo>
                  <a:pt x="168" y="275"/>
                </a:lnTo>
                <a:close/>
                <a:moveTo>
                  <a:pt x="184" y="275"/>
                </a:moveTo>
                <a:lnTo>
                  <a:pt x="191" y="275"/>
                </a:lnTo>
                <a:lnTo>
                  <a:pt x="191" y="268"/>
                </a:lnTo>
                <a:lnTo>
                  <a:pt x="184" y="268"/>
                </a:lnTo>
                <a:lnTo>
                  <a:pt x="184" y="275"/>
                </a:lnTo>
                <a:close/>
                <a:moveTo>
                  <a:pt x="201" y="275"/>
                </a:moveTo>
                <a:lnTo>
                  <a:pt x="208" y="275"/>
                </a:lnTo>
                <a:lnTo>
                  <a:pt x="208" y="268"/>
                </a:lnTo>
                <a:lnTo>
                  <a:pt x="201" y="268"/>
                </a:lnTo>
                <a:lnTo>
                  <a:pt x="201" y="275"/>
                </a:lnTo>
                <a:close/>
                <a:moveTo>
                  <a:pt x="218" y="275"/>
                </a:moveTo>
                <a:lnTo>
                  <a:pt x="225" y="275"/>
                </a:lnTo>
                <a:lnTo>
                  <a:pt x="225" y="268"/>
                </a:lnTo>
                <a:lnTo>
                  <a:pt x="218" y="268"/>
                </a:lnTo>
                <a:lnTo>
                  <a:pt x="218" y="275"/>
                </a:lnTo>
                <a:close/>
                <a:moveTo>
                  <a:pt x="234" y="275"/>
                </a:moveTo>
                <a:lnTo>
                  <a:pt x="241" y="275"/>
                </a:lnTo>
                <a:lnTo>
                  <a:pt x="241" y="268"/>
                </a:lnTo>
                <a:lnTo>
                  <a:pt x="234" y="268"/>
                </a:lnTo>
                <a:lnTo>
                  <a:pt x="234" y="275"/>
                </a:lnTo>
                <a:close/>
                <a:moveTo>
                  <a:pt x="251" y="275"/>
                </a:moveTo>
                <a:lnTo>
                  <a:pt x="258" y="275"/>
                </a:lnTo>
                <a:lnTo>
                  <a:pt x="258" y="268"/>
                </a:lnTo>
                <a:lnTo>
                  <a:pt x="251" y="268"/>
                </a:lnTo>
                <a:lnTo>
                  <a:pt x="251" y="275"/>
                </a:lnTo>
                <a:close/>
                <a:moveTo>
                  <a:pt x="267" y="275"/>
                </a:moveTo>
                <a:lnTo>
                  <a:pt x="274" y="275"/>
                </a:lnTo>
                <a:lnTo>
                  <a:pt x="274" y="268"/>
                </a:lnTo>
                <a:lnTo>
                  <a:pt x="267" y="268"/>
                </a:lnTo>
                <a:lnTo>
                  <a:pt x="267" y="275"/>
                </a:lnTo>
                <a:close/>
                <a:moveTo>
                  <a:pt x="284" y="275"/>
                </a:moveTo>
                <a:lnTo>
                  <a:pt x="291" y="275"/>
                </a:lnTo>
                <a:lnTo>
                  <a:pt x="291" y="268"/>
                </a:lnTo>
                <a:lnTo>
                  <a:pt x="284" y="268"/>
                </a:lnTo>
                <a:lnTo>
                  <a:pt x="284" y="275"/>
                </a:lnTo>
                <a:close/>
                <a:moveTo>
                  <a:pt x="300" y="275"/>
                </a:moveTo>
                <a:lnTo>
                  <a:pt x="307" y="275"/>
                </a:lnTo>
                <a:lnTo>
                  <a:pt x="307" y="268"/>
                </a:lnTo>
                <a:lnTo>
                  <a:pt x="300" y="268"/>
                </a:lnTo>
                <a:lnTo>
                  <a:pt x="300" y="275"/>
                </a:lnTo>
                <a:close/>
                <a:moveTo>
                  <a:pt x="317" y="275"/>
                </a:moveTo>
                <a:lnTo>
                  <a:pt x="324" y="275"/>
                </a:lnTo>
                <a:lnTo>
                  <a:pt x="324" y="268"/>
                </a:lnTo>
                <a:lnTo>
                  <a:pt x="317" y="268"/>
                </a:lnTo>
                <a:lnTo>
                  <a:pt x="317" y="275"/>
                </a:lnTo>
                <a:close/>
                <a:moveTo>
                  <a:pt x="334" y="275"/>
                </a:moveTo>
                <a:lnTo>
                  <a:pt x="341" y="275"/>
                </a:lnTo>
                <a:lnTo>
                  <a:pt x="341" y="268"/>
                </a:lnTo>
                <a:lnTo>
                  <a:pt x="334" y="268"/>
                </a:lnTo>
                <a:lnTo>
                  <a:pt x="334" y="275"/>
                </a:lnTo>
                <a:close/>
                <a:moveTo>
                  <a:pt x="350" y="275"/>
                </a:moveTo>
                <a:lnTo>
                  <a:pt x="357" y="275"/>
                </a:lnTo>
                <a:lnTo>
                  <a:pt x="357" y="268"/>
                </a:lnTo>
                <a:lnTo>
                  <a:pt x="350" y="268"/>
                </a:lnTo>
                <a:lnTo>
                  <a:pt x="350" y="275"/>
                </a:lnTo>
                <a:close/>
                <a:moveTo>
                  <a:pt x="369" y="275"/>
                </a:moveTo>
                <a:lnTo>
                  <a:pt x="376" y="275"/>
                </a:lnTo>
                <a:lnTo>
                  <a:pt x="376" y="268"/>
                </a:lnTo>
                <a:lnTo>
                  <a:pt x="369" y="268"/>
                </a:lnTo>
                <a:lnTo>
                  <a:pt x="369" y="275"/>
                </a:lnTo>
                <a:close/>
                <a:moveTo>
                  <a:pt x="386" y="275"/>
                </a:moveTo>
                <a:lnTo>
                  <a:pt x="393" y="275"/>
                </a:lnTo>
                <a:lnTo>
                  <a:pt x="393" y="268"/>
                </a:lnTo>
                <a:lnTo>
                  <a:pt x="386" y="268"/>
                </a:lnTo>
                <a:lnTo>
                  <a:pt x="386" y="275"/>
                </a:lnTo>
                <a:close/>
                <a:moveTo>
                  <a:pt x="402" y="275"/>
                </a:moveTo>
                <a:lnTo>
                  <a:pt x="409" y="275"/>
                </a:lnTo>
                <a:lnTo>
                  <a:pt x="409" y="268"/>
                </a:lnTo>
                <a:lnTo>
                  <a:pt x="402" y="268"/>
                </a:lnTo>
                <a:lnTo>
                  <a:pt x="402" y="275"/>
                </a:lnTo>
                <a:close/>
                <a:moveTo>
                  <a:pt x="419" y="275"/>
                </a:moveTo>
                <a:lnTo>
                  <a:pt x="426" y="275"/>
                </a:lnTo>
                <a:lnTo>
                  <a:pt x="426" y="268"/>
                </a:lnTo>
                <a:lnTo>
                  <a:pt x="419" y="268"/>
                </a:lnTo>
                <a:lnTo>
                  <a:pt x="419" y="275"/>
                </a:lnTo>
                <a:close/>
                <a:moveTo>
                  <a:pt x="435" y="275"/>
                </a:moveTo>
                <a:lnTo>
                  <a:pt x="442" y="275"/>
                </a:lnTo>
                <a:lnTo>
                  <a:pt x="442" y="268"/>
                </a:lnTo>
                <a:lnTo>
                  <a:pt x="435" y="268"/>
                </a:lnTo>
                <a:lnTo>
                  <a:pt x="435" y="275"/>
                </a:lnTo>
                <a:close/>
                <a:moveTo>
                  <a:pt x="452" y="275"/>
                </a:moveTo>
                <a:lnTo>
                  <a:pt x="459" y="275"/>
                </a:lnTo>
                <a:lnTo>
                  <a:pt x="459" y="268"/>
                </a:lnTo>
                <a:lnTo>
                  <a:pt x="452" y="268"/>
                </a:lnTo>
                <a:lnTo>
                  <a:pt x="452" y="275"/>
                </a:lnTo>
                <a:close/>
                <a:moveTo>
                  <a:pt x="469" y="275"/>
                </a:moveTo>
                <a:lnTo>
                  <a:pt x="476" y="275"/>
                </a:lnTo>
                <a:lnTo>
                  <a:pt x="476" y="268"/>
                </a:lnTo>
                <a:lnTo>
                  <a:pt x="469" y="268"/>
                </a:lnTo>
                <a:lnTo>
                  <a:pt x="469" y="275"/>
                </a:lnTo>
                <a:close/>
                <a:moveTo>
                  <a:pt x="485" y="275"/>
                </a:moveTo>
                <a:lnTo>
                  <a:pt x="492" y="275"/>
                </a:lnTo>
                <a:lnTo>
                  <a:pt x="492" y="268"/>
                </a:lnTo>
                <a:lnTo>
                  <a:pt x="485" y="268"/>
                </a:lnTo>
                <a:lnTo>
                  <a:pt x="485" y="275"/>
                </a:lnTo>
                <a:close/>
                <a:moveTo>
                  <a:pt x="502" y="275"/>
                </a:moveTo>
                <a:lnTo>
                  <a:pt x="509" y="275"/>
                </a:lnTo>
                <a:lnTo>
                  <a:pt x="509" y="268"/>
                </a:lnTo>
                <a:lnTo>
                  <a:pt x="502" y="268"/>
                </a:lnTo>
                <a:lnTo>
                  <a:pt x="502" y="275"/>
                </a:lnTo>
                <a:close/>
                <a:moveTo>
                  <a:pt x="518" y="275"/>
                </a:moveTo>
                <a:lnTo>
                  <a:pt x="525" y="275"/>
                </a:lnTo>
                <a:lnTo>
                  <a:pt x="525" y="268"/>
                </a:lnTo>
                <a:lnTo>
                  <a:pt x="518" y="268"/>
                </a:lnTo>
                <a:lnTo>
                  <a:pt x="518" y="275"/>
                </a:lnTo>
                <a:close/>
                <a:moveTo>
                  <a:pt x="535" y="275"/>
                </a:moveTo>
                <a:lnTo>
                  <a:pt x="542" y="275"/>
                </a:lnTo>
                <a:lnTo>
                  <a:pt x="542" y="268"/>
                </a:lnTo>
                <a:lnTo>
                  <a:pt x="535" y="268"/>
                </a:lnTo>
                <a:lnTo>
                  <a:pt x="535" y="275"/>
                </a:lnTo>
                <a:close/>
                <a:moveTo>
                  <a:pt x="551" y="275"/>
                </a:moveTo>
                <a:lnTo>
                  <a:pt x="559" y="275"/>
                </a:lnTo>
                <a:lnTo>
                  <a:pt x="559" y="268"/>
                </a:lnTo>
                <a:lnTo>
                  <a:pt x="551" y="268"/>
                </a:lnTo>
                <a:lnTo>
                  <a:pt x="551" y="275"/>
                </a:lnTo>
                <a:close/>
                <a:moveTo>
                  <a:pt x="568" y="275"/>
                </a:moveTo>
                <a:lnTo>
                  <a:pt x="575" y="275"/>
                </a:lnTo>
                <a:lnTo>
                  <a:pt x="575" y="268"/>
                </a:lnTo>
                <a:lnTo>
                  <a:pt x="568" y="268"/>
                </a:lnTo>
                <a:lnTo>
                  <a:pt x="568" y="275"/>
                </a:lnTo>
                <a:close/>
                <a:moveTo>
                  <a:pt x="585" y="275"/>
                </a:moveTo>
                <a:lnTo>
                  <a:pt x="592" y="275"/>
                </a:lnTo>
                <a:lnTo>
                  <a:pt x="592" y="268"/>
                </a:lnTo>
                <a:lnTo>
                  <a:pt x="585" y="268"/>
                </a:lnTo>
                <a:lnTo>
                  <a:pt x="585" y="275"/>
                </a:lnTo>
                <a:close/>
                <a:moveTo>
                  <a:pt x="601" y="275"/>
                </a:moveTo>
                <a:lnTo>
                  <a:pt x="608" y="275"/>
                </a:lnTo>
                <a:lnTo>
                  <a:pt x="608" y="268"/>
                </a:lnTo>
                <a:lnTo>
                  <a:pt x="601" y="268"/>
                </a:lnTo>
                <a:lnTo>
                  <a:pt x="601" y="275"/>
                </a:lnTo>
                <a:close/>
                <a:moveTo>
                  <a:pt x="620" y="275"/>
                </a:moveTo>
                <a:lnTo>
                  <a:pt x="625" y="275"/>
                </a:lnTo>
                <a:lnTo>
                  <a:pt x="625" y="268"/>
                </a:lnTo>
                <a:lnTo>
                  <a:pt x="620" y="268"/>
                </a:lnTo>
                <a:lnTo>
                  <a:pt x="620" y="275"/>
                </a:lnTo>
                <a:close/>
                <a:moveTo>
                  <a:pt x="637" y="275"/>
                </a:moveTo>
                <a:lnTo>
                  <a:pt x="644" y="275"/>
                </a:lnTo>
                <a:lnTo>
                  <a:pt x="644" y="268"/>
                </a:lnTo>
                <a:lnTo>
                  <a:pt x="637" y="268"/>
                </a:lnTo>
                <a:lnTo>
                  <a:pt x="637" y="275"/>
                </a:lnTo>
                <a:close/>
                <a:moveTo>
                  <a:pt x="653" y="275"/>
                </a:moveTo>
                <a:lnTo>
                  <a:pt x="660" y="275"/>
                </a:lnTo>
                <a:lnTo>
                  <a:pt x="660" y="268"/>
                </a:lnTo>
                <a:lnTo>
                  <a:pt x="653" y="268"/>
                </a:lnTo>
                <a:lnTo>
                  <a:pt x="653" y="275"/>
                </a:lnTo>
                <a:close/>
                <a:moveTo>
                  <a:pt x="670" y="275"/>
                </a:moveTo>
                <a:lnTo>
                  <a:pt x="677" y="275"/>
                </a:lnTo>
                <a:lnTo>
                  <a:pt x="677" y="268"/>
                </a:lnTo>
                <a:lnTo>
                  <a:pt x="670" y="268"/>
                </a:lnTo>
                <a:lnTo>
                  <a:pt x="670" y="275"/>
                </a:lnTo>
                <a:close/>
                <a:moveTo>
                  <a:pt x="686" y="275"/>
                </a:moveTo>
                <a:lnTo>
                  <a:pt x="693" y="275"/>
                </a:lnTo>
                <a:lnTo>
                  <a:pt x="693" y="268"/>
                </a:lnTo>
                <a:lnTo>
                  <a:pt x="686" y="268"/>
                </a:lnTo>
                <a:lnTo>
                  <a:pt x="686" y="275"/>
                </a:lnTo>
                <a:close/>
                <a:moveTo>
                  <a:pt x="703" y="275"/>
                </a:moveTo>
                <a:lnTo>
                  <a:pt x="710" y="275"/>
                </a:lnTo>
                <a:lnTo>
                  <a:pt x="710" y="268"/>
                </a:lnTo>
                <a:lnTo>
                  <a:pt x="703" y="268"/>
                </a:lnTo>
                <a:lnTo>
                  <a:pt x="703" y="275"/>
                </a:lnTo>
                <a:close/>
                <a:moveTo>
                  <a:pt x="720" y="275"/>
                </a:moveTo>
                <a:lnTo>
                  <a:pt x="727" y="275"/>
                </a:lnTo>
                <a:lnTo>
                  <a:pt x="727" y="268"/>
                </a:lnTo>
                <a:lnTo>
                  <a:pt x="720" y="268"/>
                </a:lnTo>
                <a:lnTo>
                  <a:pt x="720" y="275"/>
                </a:lnTo>
                <a:close/>
                <a:moveTo>
                  <a:pt x="736" y="275"/>
                </a:moveTo>
                <a:lnTo>
                  <a:pt x="743" y="275"/>
                </a:lnTo>
                <a:lnTo>
                  <a:pt x="743" y="268"/>
                </a:lnTo>
                <a:lnTo>
                  <a:pt x="736" y="268"/>
                </a:lnTo>
                <a:lnTo>
                  <a:pt x="736" y="275"/>
                </a:lnTo>
                <a:close/>
                <a:moveTo>
                  <a:pt x="753" y="275"/>
                </a:moveTo>
                <a:lnTo>
                  <a:pt x="760" y="275"/>
                </a:lnTo>
                <a:lnTo>
                  <a:pt x="760" y="268"/>
                </a:lnTo>
                <a:lnTo>
                  <a:pt x="753" y="268"/>
                </a:lnTo>
                <a:lnTo>
                  <a:pt x="753" y="275"/>
                </a:lnTo>
                <a:close/>
                <a:moveTo>
                  <a:pt x="769" y="275"/>
                </a:moveTo>
                <a:lnTo>
                  <a:pt x="776" y="275"/>
                </a:lnTo>
                <a:lnTo>
                  <a:pt x="776" y="268"/>
                </a:lnTo>
                <a:lnTo>
                  <a:pt x="769" y="268"/>
                </a:lnTo>
                <a:lnTo>
                  <a:pt x="769" y="275"/>
                </a:lnTo>
                <a:close/>
                <a:moveTo>
                  <a:pt x="786" y="275"/>
                </a:moveTo>
                <a:lnTo>
                  <a:pt x="793" y="275"/>
                </a:lnTo>
                <a:lnTo>
                  <a:pt x="793" y="268"/>
                </a:lnTo>
                <a:lnTo>
                  <a:pt x="786" y="268"/>
                </a:lnTo>
                <a:lnTo>
                  <a:pt x="786" y="275"/>
                </a:lnTo>
                <a:close/>
                <a:moveTo>
                  <a:pt x="802" y="275"/>
                </a:moveTo>
                <a:lnTo>
                  <a:pt x="810" y="275"/>
                </a:lnTo>
                <a:lnTo>
                  <a:pt x="810" y="268"/>
                </a:lnTo>
                <a:lnTo>
                  <a:pt x="802" y="268"/>
                </a:lnTo>
                <a:lnTo>
                  <a:pt x="802" y="275"/>
                </a:lnTo>
                <a:close/>
                <a:moveTo>
                  <a:pt x="819" y="275"/>
                </a:moveTo>
                <a:lnTo>
                  <a:pt x="826" y="275"/>
                </a:lnTo>
                <a:lnTo>
                  <a:pt x="826" y="268"/>
                </a:lnTo>
                <a:lnTo>
                  <a:pt x="819" y="268"/>
                </a:lnTo>
                <a:lnTo>
                  <a:pt x="819" y="275"/>
                </a:lnTo>
                <a:close/>
                <a:moveTo>
                  <a:pt x="836" y="275"/>
                </a:moveTo>
                <a:lnTo>
                  <a:pt x="843" y="275"/>
                </a:lnTo>
                <a:lnTo>
                  <a:pt x="843" y="268"/>
                </a:lnTo>
                <a:lnTo>
                  <a:pt x="836" y="268"/>
                </a:lnTo>
                <a:lnTo>
                  <a:pt x="836" y="275"/>
                </a:lnTo>
                <a:close/>
                <a:moveTo>
                  <a:pt x="852" y="275"/>
                </a:moveTo>
                <a:lnTo>
                  <a:pt x="859" y="275"/>
                </a:lnTo>
                <a:lnTo>
                  <a:pt x="859" y="268"/>
                </a:lnTo>
                <a:lnTo>
                  <a:pt x="852" y="268"/>
                </a:lnTo>
                <a:lnTo>
                  <a:pt x="852" y="275"/>
                </a:lnTo>
                <a:close/>
                <a:moveTo>
                  <a:pt x="871" y="275"/>
                </a:moveTo>
                <a:lnTo>
                  <a:pt x="876" y="275"/>
                </a:lnTo>
                <a:lnTo>
                  <a:pt x="876" y="268"/>
                </a:lnTo>
                <a:lnTo>
                  <a:pt x="871" y="268"/>
                </a:lnTo>
                <a:lnTo>
                  <a:pt x="871" y="275"/>
                </a:lnTo>
                <a:close/>
                <a:moveTo>
                  <a:pt x="888" y="275"/>
                </a:moveTo>
                <a:lnTo>
                  <a:pt x="895" y="275"/>
                </a:lnTo>
                <a:lnTo>
                  <a:pt x="895" y="268"/>
                </a:lnTo>
                <a:lnTo>
                  <a:pt x="888" y="268"/>
                </a:lnTo>
                <a:lnTo>
                  <a:pt x="888" y="275"/>
                </a:lnTo>
                <a:close/>
                <a:moveTo>
                  <a:pt x="1004" y="275"/>
                </a:moveTo>
                <a:lnTo>
                  <a:pt x="1011" y="275"/>
                </a:lnTo>
                <a:lnTo>
                  <a:pt x="1011" y="268"/>
                </a:lnTo>
                <a:lnTo>
                  <a:pt x="1004" y="268"/>
                </a:lnTo>
                <a:lnTo>
                  <a:pt x="1004" y="275"/>
                </a:lnTo>
                <a:close/>
                <a:moveTo>
                  <a:pt x="1020" y="275"/>
                </a:moveTo>
                <a:lnTo>
                  <a:pt x="1027" y="275"/>
                </a:lnTo>
                <a:lnTo>
                  <a:pt x="1027" y="268"/>
                </a:lnTo>
                <a:lnTo>
                  <a:pt x="1020" y="268"/>
                </a:lnTo>
                <a:lnTo>
                  <a:pt x="1020" y="275"/>
                </a:lnTo>
                <a:close/>
                <a:moveTo>
                  <a:pt x="1037" y="275"/>
                </a:moveTo>
                <a:lnTo>
                  <a:pt x="1044" y="275"/>
                </a:lnTo>
                <a:lnTo>
                  <a:pt x="1044" y="268"/>
                </a:lnTo>
                <a:lnTo>
                  <a:pt x="1037" y="268"/>
                </a:lnTo>
                <a:lnTo>
                  <a:pt x="1037" y="275"/>
                </a:lnTo>
                <a:close/>
                <a:moveTo>
                  <a:pt x="1053" y="275"/>
                </a:moveTo>
                <a:lnTo>
                  <a:pt x="1061" y="275"/>
                </a:lnTo>
                <a:lnTo>
                  <a:pt x="1061" y="268"/>
                </a:lnTo>
                <a:lnTo>
                  <a:pt x="1053" y="268"/>
                </a:lnTo>
                <a:lnTo>
                  <a:pt x="1053" y="275"/>
                </a:lnTo>
                <a:close/>
                <a:moveTo>
                  <a:pt x="1070" y="275"/>
                </a:moveTo>
                <a:lnTo>
                  <a:pt x="1077" y="275"/>
                </a:lnTo>
                <a:lnTo>
                  <a:pt x="1077" y="268"/>
                </a:lnTo>
                <a:lnTo>
                  <a:pt x="1070" y="268"/>
                </a:lnTo>
                <a:lnTo>
                  <a:pt x="1070" y="275"/>
                </a:lnTo>
                <a:close/>
                <a:moveTo>
                  <a:pt x="1087" y="275"/>
                </a:moveTo>
                <a:lnTo>
                  <a:pt x="1094" y="275"/>
                </a:lnTo>
                <a:lnTo>
                  <a:pt x="1094" y="268"/>
                </a:lnTo>
                <a:lnTo>
                  <a:pt x="1087" y="268"/>
                </a:lnTo>
                <a:lnTo>
                  <a:pt x="1087" y="275"/>
                </a:lnTo>
                <a:close/>
                <a:moveTo>
                  <a:pt x="1103" y="275"/>
                </a:moveTo>
                <a:lnTo>
                  <a:pt x="1110" y="275"/>
                </a:lnTo>
                <a:lnTo>
                  <a:pt x="1110" y="268"/>
                </a:lnTo>
                <a:lnTo>
                  <a:pt x="1103" y="268"/>
                </a:lnTo>
                <a:lnTo>
                  <a:pt x="1103" y="275"/>
                </a:lnTo>
                <a:close/>
                <a:moveTo>
                  <a:pt x="1120" y="275"/>
                </a:moveTo>
                <a:lnTo>
                  <a:pt x="1127" y="275"/>
                </a:lnTo>
                <a:lnTo>
                  <a:pt x="1127" y="268"/>
                </a:lnTo>
                <a:lnTo>
                  <a:pt x="1120" y="268"/>
                </a:lnTo>
                <a:lnTo>
                  <a:pt x="1120" y="275"/>
                </a:lnTo>
                <a:close/>
                <a:moveTo>
                  <a:pt x="1139" y="275"/>
                </a:moveTo>
                <a:lnTo>
                  <a:pt x="1146" y="275"/>
                </a:lnTo>
                <a:lnTo>
                  <a:pt x="1146" y="268"/>
                </a:lnTo>
                <a:lnTo>
                  <a:pt x="1139" y="268"/>
                </a:lnTo>
                <a:lnTo>
                  <a:pt x="1139" y="275"/>
                </a:lnTo>
                <a:close/>
                <a:moveTo>
                  <a:pt x="1155" y="275"/>
                </a:moveTo>
                <a:lnTo>
                  <a:pt x="1162" y="275"/>
                </a:lnTo>
                <a:lnTo>
                  <a:pt x="1162" y="268"/>
                </a:lnTo>
                <a:lnTo>
                  <a:pt x="1155" y="268"/>
                </a:lnTo>
                <a:lnTo>
                  <a:pt x="1155" y="275"/>
                </a:lnTo>
                <a:close/>
                <a:moveTo>
                  <a:pt x="1172" y="275"/>
                </a:moveTo>
                <a:lnTo>
                  <a:pt x="1179" y="275"/>
                </a:lnTo>
                <a:lnTo>
                  <a:pt x="1179" y="268"/>
                </a:lnTo>
                <a:lnTo>
                  <a:pt x="1172" y="268"/>
                </a:lnTo>
                <a:lnTo>
                  <a:pt x="1172" y="275"/>
                </a:lnTo>
                <a:close/>
                <a:moveTo>
                  <a:pt x="1188" y="275"/>
                </a:moveTo>
                <a:lnTo>
                  <a:pt x="1196" y="275"/>
                </a:lnTo>
                <a:lnTo>
                  <a:pt x="1196" y="268"/>
                </a:lnTo>
                <a:lnTo>
                  <a:pt x="1188" y="268"/>
                </a:lnTo>
                <a:lnTo>
                  <a:pt x="1188" y="275"/>
                </a:lnTo>
                <a:close/>
                <a:moveTo>
                  <a:pt x="1205" y="275"/>
                </a:moveTo>
                <a:lnTo>
                  <a:pt x="1212" y="275"/>
                </a:lnTo>
                <a:lnTo>
                  <a:pt x="1212" y="268"/>
                </a:lnTo>
                <a:lnTo>
                  <a:pt x="1205" y="268"/>
                </a:lnTo>
                <a:lnTo>
                  <a:pt x="1205" y="275"/>
                </a:lnTo>
                <a:close/>
                <a:moveTo>
                  <a:pt x="1222" y="275"/>
                </a:moveTo>
                <a:lnTo>
                  <a:pt x="1229" y="275"/>
                </a:lnTo>
                <a:lnTo>
                  <a:pt x="1229" y="268"/>
                </a:lnTo>
                <a:lnTo>
                  <a:pt x="1222" y="268"/>
                </a:lnTo>
                <a:lnTo>
                  <a:pt x="1222" y="275"/>
                </a:lnTo>
                <a:close/>
                <a:moveTo>
                  <a:pt x="1238" y="275"/>
                </a:moveTo>
                <a:lnTo>
                  <a:pt x="1245" y="275"/>
                </a:lnTo>
                <a:lnTo>
                  <a:pt x="1245" y="268"/>
                </a:lnTo>
                <a:lnTo>
                  <a:pt x="1238" y="268"/>
                </a:lnTo>
                <a:lnTo>
                  <a:pt x="1238" y="275"/>
                </a:lnTo>
                <a:close/>
                <a:moveTo>
                  <a:pt x="1255" y="275"/>
                </a:moveTo>
                <a:lnTo>
                  <a:pt x="1262" y="275"/>
                </a:lnTo>
                <a:lnTo>
                  <a:pt x="1262" y="268"/>
                </a:lnTo>
                <a:lnTo>
                  <a:pt x="1255" y="268"/>
                </a:lnTo>
                <a:lnTo>
                  <a:pt x="1255" y="275"/>
                </a:lnTo>
                <a:close/>
                <a:moveTo>
                  <a:pt x="1572" y="275"/>
                </a:moveTo>
                <a:lnTo>
                  <a:pt x="1579" y="275"/>
                </a:lnTo>
                <a:lnTo>
                  <a:pt x="1579" y="268"/>
                </a:lnTo>
                <a:lnTo>
                  <a:pt x="1572" y="268"/>
                </a:lnTo>
                <a:lnTo>
                  <a:pt x="1572" y="275"/>
                </a:lnTo>
                <a:close/>
                <a:moveTo>
                  <a:pt x="1589" y="275"/>
                </a:moveTo>
                <a:lnTo>
                  <a:pt x="1596" y="275"/>
                </a:lnTo>
                <a:lnTo>
                  <a:pt x="1596" y="268"/>
                </a:lnTo>
                <a:lnTo>
                  <a:pt x="1589" y="268"/>
                </a:lnTo>
                <a:lnTo>
                  <a:pt x="1589" y="275"/>
                </a:lnTo>
                <a:close/>
                <a:moveTo>
                  <a:pt x="1605" y="275"/>
                </a:moveTo>
                <a:lnTo>
                  <a:pt x="1612" y="275"/>
                </a:lnTo>
                <a:lnTo>
                  <a:pt x="1612" y="268"/>
                </a:lnTo>
                <a:lnTo>
                  <a:pt x="1605" y="268"/>
                </a:lnTo>
                <a:lnTo>
                  <a:pt x="1605" y="275"/>
                </a:lnTo>
                <a:close/>
                <a:moveTo>
                  <a:pt x="1622" y="275"/>
                </a:moveTo>
                <a:lnTo>
                  <a:pt x="1629" y="275"/>
                </a:lnTo>
                <a:lnTo>
                  <a:pt x="1629" y="268"/>
                </a:lnTo>
                <a:lnTo>
                  <a:pt x="1622" y="268"/>
                </a:lnTo>
                <a:lnTo>
                  <a:pt x="1622" y="275"/>
                </a:lnTo>
                <a:close/>
                <a:moveTo>
                  <a:pt x="1638" y="275"/>
                </a:moveTo>
                <a:lnTo>
                  <a:pt x="1645" y="275"/>
                </a:lnTo>
                <a:lnTo>
                  <a:pt x="1645" y="268"/>
                </a:lnTo>
                <a:lnTo>
                  <a:pt x="1638" y="268"/>
                </a:lnTo>
                <a:lnTo>
                  <a:pt x="1638" y="275"/>
                </a:lnTo>
                <a:close/>
                <a:moveTo>
                  <a:pt x="1657" y="275"/>
                </a:moveTo>
                <a:lnTo>
                  <a:pt x="1664" y="275"/>
                </a:lnTo>
                <a:lnTo>
                  <a:pt x="1664" y="268"/>
                </a:lnTo>
                <a:lnTo>
                  <a:pt x="1657" y="268"/>
                </a:lnTo>
                <a:lnTo>
                  <a:pt x="1657" y="275"/>
                </a:lnTo>
                <a:close/>
                <a:moveTo>
                  <a:pt x="1674" y="275"/>
                </a:moveTo>
                <a:lnTo>
                  <a:pt x="1681" y="275"/>
                </a:lnTo>
                <a:lnTo>
                  <a:pt x="1681" y="268"/>
                </a:lnTo>
                <a:lnTo>
                  <a:pt x="1674" y="268"/>
                </a:lnTo>
                <a:lnTo>
                  <a:pt x="1674" y="275"/>
                </a:lnTo>
                <a:close/>
                <a:moveTo>
                  <a:pt x="1690" y="275"/>
                </a:moveTo>
                <a:lnTo>
                  <a:pt x="1698" y="275"/>
                </a:lnTo>
                <a:lnTo>
                  <a:pt x="1698" y="268"/>
                </a:lnTo>
                <a:lnTo>
                  <a:pt x="1690" y="268"/>
                </a:lnTo>
                <a:lnTo>
                  <a:pt x="1690" y="275"/>
                </a:lnTo>
                <a:close/>
                <a:moveTo>
                  <a:pt x="1707" y="275"/>
                </a:moveTo>
                <a:lnTo>
                  <a:pt x="1714" y="275"/>
                </a:lnTo>
                <a:lnTo>
                  <a:pt x="1714" y="268"/>
                </a:lnTo>
                <a:lnTo>
                  <a:pt x="1707" y="268"/>
                </a:lnTo>
                <a:lnTo>
                  <a:pt x="1707" y="275"/>
                </a:lnTo>
                <a:close/>
                <a:moveTo>
                  <a:pt x="1724" y="275"/>
                </a:moveTo>
                <a:lnTo>
                  <a:pt x="1731" y="275"/>
                </a:lnTo>
                <a:lnTo>
                  <a:pt x="1731" y="268"/>
                </a:lnTo>
                <a:lnTo>
                  <a:pt x="1724" y="268"/>
                </a:lnTo>
                <a:lnTo>
                  <a:pt x="1724" y="275"/>
                </a:lnTo>
                <a:close/>
                <a:moveTo>
                  <a:pt x="1740" y="275"/>
                </a:moveTo>
                <a:lnTo>
                  <a:pt x="1747" y="275"/>
                </a:lnTo>
                <a:lnTo>
                  <a:pt x="1747" y="268"/>
                </a:lnTo>
                <a:lnTo>
                  <a:pt x="1740" y="268"/>
                </a:lnTo>
                <a:lnTo>
                  <a:pt x="1740" y="275"/>
                </a:lnTo>
                <a:close/>
                <a:moveTo>
                  <a:pt x="1757" y="275"/>
                </a:moveTo>
                <a:lnTo>
                  <a:pt x="1764" y="275"/>
                </a:lnTo>
                <a:lnTo>
                  <a:pt x="1764" y="268"/>
                </a:lnTo>
                <a:lnTo>
                  <a:pt x="1757" y="268"/>
                </a:lnTo>
                <a:lnTo>
                  <a:pt x="1757" y="275"/>
                </a:lnTo>
                <a:close/>
                <a:moveTo>
                  <a:pt x="1773" y="275"/>
                </a:moveTo>
                <a:lnTo>
                  <a:pt x="1780" y="275"/>
                </a:lnTo>
                <a:lnTo>
                  <a:pt x="1780" y="268"/>
                </a:lnTo>
                <a:lnTo>
                  <a:pt x="1773" y="268"/>
                </a:lnTo>
                <a:lnTo>
                  <a:pt x="1773" y="275"/>
                </a:lnTo>
                <a:close/>
                <a:moveTo>
                  <a:pt x="1823" y="275"/>
                </a:moveTo>
                <a:lnTo>
                  <a:pt x="1830" y="275"/>
                </a:lnTo>
                <a:lnTo>
                  <a:pt x="1830" y="268"/>
                </a:lnTo>
                <a:lnTo>
                  <a:pt x="1823" y="268"/>
                </a:lnTo>
                <a:lnTo>
                  <a:pt x="1823" y="275"/>
                </a:lnTo>
                <a:close/>
                <a:moveTo>
                  <a:pt x="1840" y="275"/>
                </a:moveTo>
                <a:lnTo>
                  <a:pt x="1847" y="275"/>
                </a:lnTo>
                <a:lnTo>
                  <a:pt x="1847" y="268"/>
                </a:lnTo>
                <a:lnTo>
                  <a:pt x="1840" y="268"/>
                </a:lnTo>
                <a:lnTo>
                  <a:pt x="1840" y="275"/>
                </a:lnTo>
                <a:close/>
                <a:moveTo>
                  <a:pt x="1856" y="275"/>
                </a:moveTo>
                <a:lnTo>
                  <a:pt x="1863" y="275"/>
                </a:lnTo>
                <a:lnTo>
                  <a:pt x="1863" y="268"/>
                </a:lnTo>
                <a:lnTo>
                  <a:pt x="1856" y="268"/>
                </a:lnTo>
                <a:lnTo>
                  <a:pt x="1856" y="275"/>
                </a:lnTo>
                <a:close/>
                <a:moveTo>
                  <a:pt x="1873" y="275"/>
                </a:moveTo>
                <a:lnTo>
                  <a:pt x="1880" y="275"/>
                </a:lnTo>
                <a:lnTo>
                  <a:pt x="1880" y="268"/>
                </a:lnTo>
                <a:lnTo>
                  <a:pt x="1873" y="268"/>
                </a:lnTo>
                <a:lnTo>
                  <a:pt x="1873" y="275"/>
                </a:lnTo>
                <a:close/>
                <a:moveTo>
                  <a:pt x="1889" y="275"/>
                </a:moveTo>
                <a:lnTo>
                  <a:pt x="1896" y="275"/>
                </a:lnTo>
                <a:lnTo>
                  <a:pt x="1896" y="268"/>
                </a:lnTo>
                <a:lnTo>
                  <a:pt x="1889" y="268"/>
                </a:lnTo>
                <a:lnTo>
                  <a:pt x="1889" y="275"/>
                </a:lnTo>
                <a:close/>
                <a:moveTo>
                  <a:pt x="1908" y="275"/>
                </a:moveTo>
                <a:lnTo>
                  <a:pt x="1915" y="275"/>
                </a:lnTo>
                <a:lnTo>
                  <a:pt x="1915" y="268"/>
                </a:lnTo>
                <a:lnTo>
                  <a:pt x="1908" y="268"/>
                </a:lnTo>
                <a:lnTo>
                  <a:pt x="1908" y="275"/>
                </a:lnTo>
                <a:close/>
                <a:moveTo>
                  <a:pt x="1925" y="275"/>
                </a:moveTo>
                <a:lnTo>
                  <a:pt x="1932" y="275"/>
                </a:lnTo>
                <a:lnTo>
                  <a:pt x="1932" y="268"/>
                </a:lnTo>
                <a:lnTo>
                  <a:pt x="1925" y="268"/>
                </a:lnTo>
                <a:lnTo>
                  <a:pt x="1925" y="275"/>
                </a:lnTo>
                <a:close/>
                <a:moveTo>
                  <a:pt x="1941" y="275"/>
                </a:moveTo>
                <a:lnTo>
                  <a:pt x="1949" y="275"/>
                </a:lnTo>
                <a:lnTo>
                  <a:pt x="1949" y="268"/>
                </a:lnTo>
                <a:lnTo>
                  <a:pt x="1941" y="268"/>
                </a:lnTo>
                <a:lnTo>
                  <a:pt x="1941" y="275"/>
                </a:lnTo>
                <a:close/>
                <a:moveTo>
                  <a:pt x="1958" y="275"/>
                </a:moveTo>
                <a:lnTo>
                  <a:pt x="1965" y="275"/>
                </a:lnTo>
                <a:lnTo>
                  <a:pt x="1965" y="268"/>
                </a:lnTo>
                <a:lnTo>
                  <a:pt x="1958" y="268"/>
                </a:lnTo>
                <a:lnTo>
                  <a:pt x="1958" y="275"/>
                </a:lnTo>
                <a:close/>
                <a:moveTo>
                  <a:pt x="1975" y="275"/>
                </a:moveTo>
                <a:lnTo>
                  <a:pt x="1982" y="275"/>
                </a:lnTo>
                <a:lnTo>
                  <a:pt x="1982" y="268"/>
                </a:lnTo>
                <a:lnTo>
                  <a:pt x="1975" y="268"/>
                </a:lnTo>
                <a:lnTo>
                  <a:pt x="1975" y="275"/>
                </a:lnTo>
                <a:close/>
                <a:moveTo>
                  <a:pt x="1991" y="275"/>
                </a:moveTo>
                <a:lnTo>
                  <a:pt x="1998" y="275"/>
                </a:lnTo>
                <a:lnTo>
                  <a:pt x="1998" y="268"/>
                </a:lnTo>
                <a:lnTo>
                  <a:pt x="1991" y="268"/>
                </a:lnTo>
                <a:lnTo>
                  <a:pt x="1991" y="275"/>
                </a:lnTo>
                <a:close/>
                <a:moveTo>
                  <a:pt x="2008" y="275"/>
                </a:moveTo>
                <a:lnTo>
                  <a:pt x="2015" y="275"/>
                </a:lnTo>
                <a:lnTo>
                  <a:pt x="2015" y="268"/>
                </a:lnTo>
                <a:lnTo>
                  <a:pt x="2008" y="268"/>
                </a:lnTo>
                <a:lnTo>
                  <a:pt x="2008" y="275"/>
                </a:lnTo>
                <a:close/>
                <a:moveTo>
                  <a:pt x="2024" y="275"/>
                </a:moveTo>
                <a:lnTo>
                  <a:pt x="2031" y="275"/>
                </a:lnTo>
                <a:lnTo>
                  <a:pt x="2031" y="268"/>
                </a:lnTo>
                <a:lnTo>
                  <a:pt x="2024" y="268"/>
                </a:lnTo>
                <a:lnTo>
                  <a:pt x="2024" y="275"/>
                </a:lnTo>
                <a:close/>
                <a:moveTo>
                  <a:pt x="2041" y="275"/>
                </a:moveTo>
                <a:lnTo>
                  <a:pt x="2048" y="275"/>
                </a:lnTo>
                <a:lnTo>
                  <a:pt x="2048" y="268"/>
                </a:lnTo>
                <a:lnTo>
                  <a:pt x="2041" y="268"/>
                </a:lnTo>
                <a:lnTo>
                  <a:pt x="2041" y="275"/>
                </a:lnTo>
                <a:close/>
                <a:moveTo>
                  <a:pt x="2057" y="275"/>
                </a:moveTo>
                <a:lnTo>
                  <a:pt x="2065" y="275"/>
                </a:lnTo>
                <a:lnTo>
                  <a:pt x="2065" y="268"/>
                </a:lnTo>
                <a:lnTo>
                  <a:pt x="2057" y="268"/>
                </a:lnTo>
                <a:lnTo>
                  <a:pt x="2057" y="275"/>
                </a:lnTo>
                <a:close/>
                <a:moveTo>
                  <a:pt x="2074" y="275"/>
                </a:moveTo>
                <a:lnTo>
                  <a:pt x="2081" y="275"/>
                </a:lnTo>
                <a:lnTo>
                  <a:pt x="2081" y="268"/>
                </a:lnTo>
                <a:lnTo>
                  <a:pt x="2074" y="268"/>
                </a:lnTo>
                <a:lnTo>
                  <a:pt x="2074" y="275"/>
                </a:lnTo>
                <a:close/>
                <a:moveTo>
                  <a:pt x="2091" y="275"/>
                </a:moveTo>
                <a:lnTo>
                  <a:pt x="2098" y="275"/>
                </a:lnTo>
                <a:lnTo>
                  <a:pt x="2098" y="268"/>
                </a:lnTo>
                <a:lnTo>
                  <a:pt x="2091" y="268"/>
                </a:lnTo>
                <a:lnTo>
                  <a:pt x="2091" y="275"/>
                </a:lnTo>
                <a:close/>
                <a:moveTo>
                  <a:pt x="2107" y="275"/>
                </a:moveTo>
                <a:lnTo>
                  <a:pt x="2114" y="275"/>
                </a:lnTo>
                <a:lnTo>
                  <a:pt x="2114" y="268"/>
                </a:lnTo>
                <a:lnTo>
                  <a:pt x="2107" y="268"/>
                </a:lnTo>
                <a:lnTo>
                  <a:pt x="2107" y="275"/>
                </a:lnTo>
                <a:close/>
                <a:moveTo>
                  <a:pt x="2124" y="275"/>
                </a:moveTo>
                <a:lnTo>
                  <a:pt x="2131" y="275"/>
                </a:lnTo>
                <a:lnTo>
                  <a:pt x="2131" y="268"/>
                </a:lnTo>
                <a:lnTo>
                  <a:pt x="2124" y="268"/>
                </a:lnTo>
                <a:lnTo>
                  <a:pt x="2124" y="275"/>
                </a:lnTo>
                <a:close/>
                <a:moveTo>
                  <a:pt x="2140" y="275"/>
                </a:moveTo>
                <a:lnTo>
                  <a:pt x="2147" y="275"/>
                </a:lnTo>
                <a:lnTo>
                  <a:pt x="2147" y="268"/>
                </a:lnTo>
                <a:lnTo>
                  <a:pt x="2140" y="268"/>
                </a:lnTo>
                <a:lnTo>
                  <a:pt x="2140" y="275"/>
                </a:lnTo>
                <a:close/>
                <a:moveTo>
                  <a:pt x="2159" y="275"/>
                </a:moveTo>
                <a:lnTo>
                  <a:pt x="2164" y="275"/>
                </a:lnTo>
                <a:lnTo>
                  <a:pt x="2164" y="268"/>
                </a:lnTo>
                <a:lnTo>
                  <a:pt x="2159" y="268"/>
                </a:lnTo>
                <a:lnTo>
                  <a:pt x="2159" y="275"/>
                </a:lnTo>
                <a:close/>
                <a:moveTo>
                  <a:pt x="2176" y="275"/>
                </a:moveTo>
                <a:lnTo>
                  <a:pt x="2183" y="275"/>
                </a:lnTo>
                <a:lnTo>
                  <a:pt x="2183" y="268"/>
                </a:lnTo>
                <a:lnTo>
                  <a:pt x="2176" y="268"/>
                </a:lnTo>
                <a:lnTo>
                  <a:pt x="2176" y="275"/>
                </a:lnTo>
                <a:close/>
                <a:moveTo>
                  <a:pt x="2192" y="275"/>
                </a:moveTo>
                <a:lnTo>
                  <a:pt x="2200" y="275"/>
                </a:lnTo>
                <a:lnTo>
                  <a:pt x="2200" y="268"/>
                </a:lnTo>
                <a:lnTo>
                  <a:pt x="2192" y="268"/>
                </a:lnTo>
                <a:lnTo>
                  <a:pt x="2192" y="275"/>
                </a:lnTo>
                <a:close/>
                <a:moveTo>
                  <a:pt x="2209" y="275"/>
                </a:moveTo>
                <a:lnTo>
                  <a:pt x="2216" y="275"/>
                </a:lnTo>
                <a:lnTo>
                  <a:pt x="2216" y="268"/>
                </a:lnTo>
                <a:lnTo>
                  <a:pt x="2209" y="268"/>
                </a:lnTo>
                <a:lnTo>
                  <a:pt x="2209" y="275"/>
                </a:lnTo>
                <a:close/>
                <a:moveTo>
                  <a:pt x="2226" y="275"/>
                </a:moveTo>
                <a:lnTo>
                  <a:pt x="2233" y="275"/>
                </a:lnTo>
                <a:lnTo>
                  <a:pt x="2233" y="268"/>
                </a:lnTo>
                <a:lnTo>
                  <a:pt x="2226" y="268"/>
                </a:lnTo>
                <a:lnTo>
                  <a:pt x="2226" y="275"/>
                </a:lnTo>
                <a:close/>
                <a:moveTo>
                  <a:pt x="2242" y="275"/>
                </a:moveTo>
                <a:lnTo>
                  <a:pt x="2249" y="275"/>
                </a:lnTo>
                <a:lnTo>
                  <a:pt x="2249" y="268"/>
                </a:lnTo>
                <a:lnTo>
                  <a:pt x="2242" y="268"/>
                </a:lnTo>
                <a:lnTo>
                  <a:pt x="2242" y="275"/>
                </a:lnTo>
                <a:close/>
                <a:moveTo>
                  <a:pt x="2259" y="275"/>
                </a:moveTo>
                <a:lnTo>
                  <a:pt x="2266" y="275"/>
                </a:lnTo>
                <a:lnTo>
                  <a:pt x="2266" y="268"/>
                </a:lnTo>
                <a:lnTo>
                  <a:pt x="2259" y="268"/>
                </a:lnTo>
                <a:lnTo>
                  <a:pt x="2259" y="275"/>
                </a:lnTo>
                <a:close/>
                <a:moveTo>
                  <a:pt x="2275" y="275"/>
                </a:moveTo>
                <a:lnTo>
                  <a:pt x="2282" y="275"/>
                </a:lnTo>
                <a:lnTo>
                  <a:pt x="2282" y="268"/>
                </a:lnTo>
                <a:lnTo>
                  <a:pt x="2275" y="268"/>
                </a:lnTo>
                <a:lnTo>
                  <a:pt x="2275" y="275"/>
                </a:lnTo>
                <a:close/>
                <a:moveTo>
                  <a:pt x="2292" y="275"/>
                </a:moveTo>
                <a:lnTo>
                  <a:pt x="2299" y="275"/>
                </a:lnTo>
                <a:lnTo>
                  <a:pt x="2299" y="268"/>
                </a:lnTo>
                <a:lnTo>
                  <a:pt x="2292" y="268"/>
                </a:lnTo>
                <a:lnTo>
                  <a:pt x="2292" y="275"/>
                </a:lnTo>
                <a:close/>
                <a:moveTo>
                  <a:pt x="2308" y="275"/>
                </a:moveTo>
                <a:lnTo>
                  <a:pt x="2316" y="275"/>
                </a:lnTo>
                <a:lnTo>
                  <a:pt x="2316" y="268"/>
                </a:lnTo>
                <a:lnTo>
                  <a:pt x="2308" y="268"/>
                </a:lnTo>
                <a:lnTo>
                  <a:pt x="2308" y="275"/>
                </a:lnTo>
                <a:close/>
                <a:moveTo>
                  <a:pt x="2325" y="275"/>
                </a:moveTo>
                <a:lnTo>
                  <a:pt x="2332" y="275"/>
                </a:lnTo>
                <a:lnTo>
                  <a:pt x="2332" y="268"/>
                </a:lnTo>
                <a:lnTo>
                  <a:pt x="2325" y="268"/>
                </a:lnTo>
                <a:lnTo>
                  <a:pt x="2325" y="275"/>
                </a:lnTo>
                <a:close/>
                <a:moveTo>
                  <a:pt x="2342" y="275"/>
                </a:moveTo>
                <a:lnTo>
                  <a:pt x="2349" y="275"/>
                </a:lnTo>
                <a:lnTo>
                  <a:pt x="2349" y="268"/>
                </a:lnTo>
                <a:lnTo>
                  <a:pt x="2342" y="268"/>
                </a:lnTo>
                <a:lnTo>
                  <a:pt x="2342" y="275"/>
                </a:lnTo>
                <a:close/>
                <a:moveTo>
                  <a:pt x="2358" y="275"/>
                </a:moveTo>
                <a:lnTo>
                  <a:pt x="2365" y="275"/>
                </a:lnTo>
                <a:lnTo>
                  <a:pt x="2365" y="268"/>
                </a:lnTo>
                <a:lnTo>
                  <a:pt x="2358" y="268"/>
                </a:lnTo>
                <a:lnTo>
                  <a:pt x="2358" y="275"/>
                </a:lnTo>
                <a:close/>
                <a:moveTo>
                  <a:pt x="2375" y="275"/>
                </a:moveTo>
                <a:lnTo>
                  <a:pt x="2382" y="275"/>
                </a:lnTo>
                <a:lnTo>
                  <a:pt x="2382" y="268"/>
                </a:lnTo>
                <a:lnTo>
                  <a:pt x="2375" y="268"/>
                </a:lnTo>
                <a:lnTo>
                  <a:pt x="2375" y="275"/>
                </a:lnTo>
                <a:close/>
                <a:moveTo>
                  <a:pt x="2391" y="275"/>
                </a:moveTo>
                <a:lnTo>
                  <a:pt x="2398" y="275"/>
                </a:lnTo>
                <a:lnTo>
                  <a:pt x="2398" y="268"/>
                </a:lnTo>
                <a:lnTo>
                  <a:pt x="2391" y="268"/>
                </a:lnTo>
                <a:lnTo>
                  <a:pt x="2391" y="275"/>
                </a:lnTo>
                <a:close/>
                <a:moveTo>
                  <a:pt x="2408" y="275"/>
                </a:moveTo>
                <a:lnTo>
                  <a:pt x="2415" y="275"/>
                </a:lnTo>
                <a:lnTo>
                  <a:pt x="2415" y="268"/>
                </a:lnTo>
                <a:lnTo>
                  <a:pt x="2408" y="268"/>
                </a:lnTo>
                <a:lnTo>
                  <a:pt x="2408" y="275"/>
                </a:lnTo>
                <a:close/>
                <a:moveTo>
                  <a:pt x="2427" y="275"/>
                </a:moveTo>
                <a:lnTo>
                  <a:pt x="2434" y="275"/>
                </a:lnTo>
                <a:lnTo>
                  <a:pt x="2434" y="268"/>
                </a:lnTo>
                <a:lnTo>
                  <a:pt x="2427" y="268"/>
                </a:lnTo>
                <a:lnTo>
                  <a:pt x="2427" y="275"/>
                </a:lnTo>
                <a:close/>
                <a:moveTo>
                  <a:pt x="2443" y="275"/>
                </a:moveTo>
                <a:lnTo>
                  <a:pt x="2451" y="275"/>
                </a:lnTo>
                <a:lnTo>
                  <a:pt x="2451" y="268"/>
                </a:lnTo>
                <a:lnTo>
                  <a:pt x="2443" y="268"/>
                </a:lnTo>
                <a:lnTo>
                  <a:pt x="2443" y="275"/>
                </a:lnTo>
                <a:close/>
                <a:moveTo>
                  <a:pt x="2460" y="275"/>
                </a:moveTo>
                <a:lnTo>
                  <a:pt x="2467" y="275"/>
                </a:lnTo>
                <a:lnTo>
                  <a:pt x="2467" y="268"/>
                </a:lnTo>
                <a:lnTo>
                  <a:pt x="2460" y="268"/>
                </a:lnTo>
                <a:lnTo>
                  <a:pt x="2460" y="275"/>
                </a:lnTo>
                <a:close/>
                <a:moveTo>
                  <a:pt x="2477" y="275"/>
                </a:moveTo>
                <a:lnTo>
                  <a:pt x="2484" y="275"/>
                </a:lnTo>
                <a:lnTo>
                  <a:pt x="2484" y="268"/>
                </a:lnTo>
                <a:lnTo>
                  <a:pt x="2477" y="268"/>
                </a:lnTo>
                <a:lnTo>
                  <a:pt x="2477" y="275"/>
                </a:lnTo>
                <a:close/>
                <a:moveTo>
                  <a:pt x="2493" y="275"/>
                </a:moveTo>
                <a:lnTo>
                  <a:pt x="2500" y="275"/>
                </a:lnTo>
                <a:lnTo>
                  <a:pt x="2500" y="268"/>
                </a:lnTo>
                <a:lnTo>
                  <a:pt x="2493" y="268"/>
                </a:lnTo>
                <a:lnTo>
                  <a:pt x="2493" y="275"/>
                </a:lnTo>
                <a:close/>
                <a:moveTo>
                  <a:pt x="2510" y="275"/>
                </a:moveTo>
                <a:lnTo>
                  <a:pt x="2517" y="275"/>
                </a:lnTo>
                <a:lnTo>
                  <a:pt x="2517" y="268"/>
                </a:lnTo>
                <a:lnTo>
                  <a:pt x="2510" y="268"/>
                </a:lnTo>
                <a:lnTo>
                  <a:pt x="2510" y="275"/>
                </a:lnTo>
                <a:close/>
                <a:moveTo>
                  <a:pt x="2526" y="275"/>
                </a:moveTo>
                <a:lnTo>
                  <a:pt x="2533" y="275"/>
                </a:lnTo>
                <a:lnTo>
                  <a:pt x="2533" y="268"/>
                </a:lnTo>
                <a:lnTo>
                  <a:pt x="2526" y="268"/>
                </a:lnTo>
                <a:lnTo>
                  <a:pt x="2526" y="275"/>
                </a:lnTo>
                <a:close/>
                <a:moveTo>
                  <a:pt x="2543" y="275"/>
                </a:moveTo>
                <a:lnTo>
                  <a:pt x="2550" y="275"/>
                </a:lnTo>
                <a:lnTo>
                  <a:pt x="2550" y="268"/>
                </a:lnTo>
                <a:lnTo>
                  <a:pt x="2543" y="268"/>
                </a:lnTo>
                <a:lnTo>
                  <a:pt x="2543" y="275"/>
                </a:lnTo>
                <a:close/>
                <a:moveTo>
                  <a:pt x="2560" y="275"/>
                </a:moveTo>
                <a:lnTo>
                  <a:pt x="2567" y="275"/>
                </a:lnTo>
                <a:lnTo>
                  <a:pt x="2567" y="268"/>
                </a:lnTo>
                <a:lnTo>
                  <a:pt x="2560" y="268"/>
                </a:lnTo>
                <a:lnTo>
                  <a:pt x="2560" y="275"/>
                </a:lnTo>
                <a:close/>
                <a:moveTo>
                  <a:pt x="2576" y="275"/>
                </a:moveTo>
                <a:lnTo>
                  <a:pt x="2583" y="275"/>
                </a:lnTo>
                <a:lnTo>
                  <a:pt x="2583" y="268"/>
                </a:lnTo>
                <a:lnTo>
                  <a:pt x="2576" y="268"/>
                </a:lnTo>
                <a:lnTo>
                  <a:pt x="2576" y="275"/>
                </a:lnTo>
                <a:close/>
                <a:moveTo>
                  <a:pt x="2593" y="275"/>
                </a:moveTo>
                <a:lnTo>
                  <a:pt x="2600" y="275"/>
                </a:lnTo>
                <a:lnTo>
                  <a:pt x="2600" y="268"/>
                </a:lnTo>
                <a:lnTo>
                  <a:pt x="2593" y="268"/>
                </a:lnTo>
                <a:lnTo>
                  <a:pt x="2593" y="275"/>
                </a:lnTo>
                <a:close/>
                <a:moveTo>
                  <a:pt x="2609" y="275"/>
                </a:moveTo>
                <a:lnTo>
                  <a:pt x="2616" y="275"/>
                </a:lnTo>
                <a:lnTo>
                  <a:pt x="2616" y="268"/>
                </a:lnTo>
                <a:lnTo>
                  <a:pt x="2609" y="268"/>
                </a:lnTo>
                <a:lnTo>
                  <a:pt x="2609" y="275"/>
                </a:lnTo>
                <a:close/>
                <a:moveTo>
                  <a:pt x="2626" y="275"/>
                </a:moveTo>
                <a:lnTo>
                  <a:pt x="2633" y="275"/>
                </a:lnTo>
                <a:lnTo>
                  <a:pt x="2633" y="268"/>
                </a:lnTo>
                <a:lnTo>
                  <a:pt x="2626" y="268"/>
                </a:lnTo>
                <a:lnTo>
                  <a:pt x="2626" y="275"/>
                </a:lnTo>
                <a:close/>
                <a:moveTo>
                  <a:pt x="2642" y="275"/>
                </a:moveTo>
                <a:lnTo>
                  <a:pt x="2649" y="275"/>
                </a:lnTo>
                <a:lnTo>
                  <a:pt x="2649" y="268"/>
                </a:lnTo>
                <a:lnTo>
                  <a:pt x="2642" y="268"/>
                </a:lnTo>
                <a:lnTo>
                  <a:pt x="2642" y="275"/>
                </a:lnTo>
                <a:close/>
                <a:moveTo>
                  <a:pt x="2659" y="275"/>
                </a:moveTo>
                <a:lnTo>
                  <a:pt x="2666" y="275"/>
                </a:lnTo>
                <a:lnTo>
                  <a:pt x="2666" y="268"/>
                </a:lnTo>
                <a:lnTo>
                  <a:pt x="2659" y="268"/>
                </a:lnTo>
                <a:lnTo>
                  <a:pt x="2659" y="275"/>
                </a:lnTo>
                <a:close/>
                <a:moveTo>
                  <a:pt x="2678" y="275"/>
                </a:moveTo>
                <a:lnTo>
                  <a:pt x="2683" y="275"/>
                </a:lnTo>
                <a:lnTo>
                  <a:pt x="2683" y="268"/>
                </a:lnTo>
                <a:lnTo>
                  <a:pt x="2678" y="268"/>
                </a:lnTo>
                <a:lnTo>
                  <a:pt x="2678" y="275"/>
                </a:lnTo>
                <a:close/>
                <a:moveTo>
                  <a:pt x="2694" y="275"/>
                </a:moveTo>
                <a:lnTo>
                  <a:pt x="2702" y="275"/>
                </a:lnTo>
                <a:lnTo>
                  <a:pt x="2702" y="268"/>
                </a:lnTo>
                <a:lnTo>
                  <a:pt x="2694" y="268"/>
                </a:lnTo>
                <a:lnTo>
                  <a:pt x="2694" y="275"/>
                </a:lnTo>
                <a:close/>
                <a:moveTo>
                  <a:pt x="2711" y="275"/>
                </a:moveTo>
                <a:lnTo>
                  <a:pt x="2718" y="275"/>
                </a:lnTo>
                <a:lnTo>
                  <a:pt x="2718" y="268"/>
                </a:lnTo>
                <a:lnTo>
                  <a:pt x="2711" y="268"/>
                </a:lnTo>
                <a:lnTo>
                  <a:pt x="2711" y="275"/>
                </a:lnTo>
                <a:close/>
                <a:moveTo>
                  <a:pt x="2728" y="275"/>
                </a:moveTo>
                <a:lnTo>
                  <a:pt x="2735" y="275"/>
                </a:lnTo>
                <a:lnTo>
                  <a:pt x="2735" y="268"/>
                </a:lnTo>
                <a:lnTo>
                  <a:pt x="2728" y="268"/>
                </a:lnTo>
                <a:lnTo>
                  <a:pt x="2728" y="275"/>
                </a:lnTo>
                <a:close/>
                <a:moveTo>
                  <a:pt x="2744" y="275"/>
                </a:moveTo>
                <a:lnTo>
                  <a:pt x="2751" y="275"/>
                </a:lnTo>
                <a:lnTo>
                  <a:pt x="2751" y="268"/>
                </a:lnTo>
                <a:lnTo>
                  <a:pt x="2744" y="268"/>
                </a:lnTo>
                <a:lnTo>
                  <a:pt x="2744" y="275"/>
                </a:lnTo>
                <a:close/>
                <a:moveTo>
                  <a:pt x="2761" y="275"/>
                </a:moveTo>
                <a:lnTo>
                  <a:pt x="2768" y="275"/>
                </a:lnTo>
                <a:lnTo>
                  <a:pt x="2768" y="268"/>
                </a:lnTo>
                <a:lnTo>
                  <a:pt x="2761" y="268"/>
                </a:lnTo>
                <a:lnTo>
                  <a:pt x="2761" y="275"/>
                </a:lnTo>
                <a:close/>
                <a:moveTo>
                  <a:pt x="2777" y="275"/>
                </a:moveTo>
                <a:lnTo>
                  <a:pt x="2784" y="275"/>
                </a:lnTo>
                <a:lnTo>
                  <a:pt x="2784" y="268"/>
                </a:lnTo>
                <a:lnTo>
                  <a:pt x="2777" y="268"/>
                </a:lnTo>
                <a:lnTo>
                  <a:pt x="2777" y="275"/>
                </a:lnTo>
                <a:close/>
                <a:moveTo>
                  <a:pt x="2794" y="275"/>
                </a:moveTo>
                <a:lnTo>
                  <a:pt x="2801" y="275"/>
                </a:lnTo>
                <a:lnTo>
                  <a:pt x="2801" y="268"/>
                </a:lnTo>
                <a:lnTo>
                  <a:pt x="2794" y="268"/>
                </a:lnTo>
                <a:lnTo>
                  <a:pt x="2794" y="275"/>
                </a:lnTo>
                <a:close/>
                <a:moveTo>
                  <a:pt x="2811" y="275"/>
                </a:moveTo>
                <a:lnTo>
                  <a:pt x="2818" y="275"/>
                </a:lnTo>
                <a:lnTo>
                  <a:pt x="2818" y="268"/>
                </a:lnTo>
                <a:lnTo>
                  <a:pt x="2811" y="268"/>
                </a:lnTo>
                <a:lnTo>
                  <a:pt x="2811" y="275"/>
                </a:lnTo>
                <a:close/>
                <a:moveTo>
                  <a:pt x="2827" y="275"/>
                </a:moveTo>
                <a:lnTo>
                  <a:pt x="2834" y="275"/>
                </a:lnTo>
                <a:lnTo>
                  <a:pt x="2834" y="268"/>
                </a:lnTo>
                <a:lnTo>
                  <a:pt x="2827" y="268"/>
                </a:lnTo>
                <a:lnTo>
                  <a:pt x="2827" y="275"/>
                </a:lnTo>
                <a:close/>
                <a:moveTo>
                  <a:pt x="2844" y="275"/>
                </a:moveTo>
                <a:lnTo>
                  <a:pt x="2851" y="275"/>
                </a:lnTo>
                <a:lnTo>
                  <a:pt x="2851" y="268"/>
                </a:lnTo>
                <a:lnTo>
                  <a:pt x="2844" y="268"/>
                </a:lnTo>
                <a:lnTo>
                  <a:pt x="2844" y="275"/>
                </a:lnTo>
                <a:close/>
                <a:moveTo>
                  <a:pt x="2860" y="275"/>
                </a:moveTo>
                <a:lnTo>
                  <a:pt x="2867" y="275"/>
                </a:lnTo>
                <a:lnTo>
                  <a:pt x="2867" y="268"/>
                </a:lnTo>
                <a:lnTo>
                  <a:pt x="2860" y="268"/>
                </a:lnTo>
                <a:lnTo>
                  <a:pt x="2860" y="275"/>
                </a:lnTo>
                <a:close/>
                <a:moveTo>
                  <a:pt x="2877" y="275"/>
                </a:moveTo>
                <a:lnTo>
                  <a:pt x="2884" y="275"/>
                </a:lnTo>
                <a:lnTo>
                  <a:pt x="2884" y="268"/>
                </a:lnTo>
                <a:lnTo>
                  <a:pt x="2877" y="268"/>
                </a:lnTo>
                <a:lnTo>
                  <a:pt x="2877" y="275"/>
                </a:lnTo>
                <a:close/>
                <a:moveTo>
                  <a:pt x="2893" y="275"/>
                </a:moveTo>
                <a:lnTo>
                  <a:pt x="2901" y="275"/>
                </a:lnTo>
                <a:lnTo>
                  <a:pt x="2901" y="268"/>
                </a:lnTo>
                <a:lnTo>
                  <a:pt x="2893" y="268"/>
                </a:lnTo>
                <a:lnTo>
                  <a:pt x="2893" y="275"/>
                </a:lnTo>
                <a:close/>
                <a:moveTo>
                  <a:pt x="2910" y="275"/>
                </a:moveTo>
                <a:lnTo>
                  <a:pt x="2917" y="275"/>
                </a:lnTo>
                <a:lnTo>
                  <a:pt x="2917" y="268"/>
                </a:lnTo>
                <a:lnTo>
                  <a:pt x="2910" y="268"/>
                </a:lnTo>
                <a:lnTo>
                  <a:pt x="2910" y="275"/>
                </a:lnTo>
                <a:close/>
                <a:moveTo>
                  <a:pt x="2927" y="275"/>
                </a:moveTo>
                <a:lnTo>
                  <a:pt x="2934" y="275"/>
                </a:lnTo>
                <a:lnTo>
                  <a:pt x="2934" y="268"/>
                </a:lnTo>
                <a:lnTo>
                  <a:pt x="2927" y="268"/>
                </a:lnTo>
                <a:lnTo>
                  <a:pt x="2927" y="275"/>
                </a:lnTo>
                <a:close/>
                <a:moveTo>
                  <a:pt x="2946" y="275"/>
                </a:moveTo>
                <a:lnTo>
                  <a:pt x="2953" y="275"/>
                </a:lnTo>
                <a:lnTo>
                  <a:pt x="2953" y="268"/>
                </a:lnTo>
                <a:lnTo>
                  <a:pt x="2946" y="268"/>
                </a:lnTo>
                <a:lnTo>
                  <a:pt x="2946" y="275"/>
                </a:lnTo>
                <a:close/>
                <a:moveTo>
                  <a:pt x="2962" y="275"/>
                </a:moveTo>
                <a:lnTo>
                  <a:pt x="2969" y="275"/>
                </a:lnTo>
                <a:lnTo>
                  <a:pt x="2969" y="268"/>
                </a:lnTo>
                <a:lnTo>
                  <a:pt x="2962" y="268"/>
                </a:lnTo>
                <a:lnTo>
                  <a:pt x="2962" y="275"/>
                </a:lnTo>
                <a:close/>
                <a:moveTo>
                  <a:pt x="2979" y="275"/>
                </a:moveTo>
                <a:lnTo>
                  <a:pt x="2986" y="275"/>
                </a:lnTo>
                <a:lnTo>
                  <a:pt x="2986" y="268"/>
                </a:lnTo>
                <a:lnTo>
                  <a:pt x="2979" y="268"/>
                </a:lnTo>
                <a:lnTo>
                  <a:pt x="2979" y="275"/>
                </a:lnTo>
                <a:close/>
                <a:moveTo>
                  <a:pt x="2995" y="275"/>
                </a:moveTo>
                <a:lnTo>
                  <a:pt x="3002" y="275"/>
                </a:lnTo>
                <a:lnTo>
                  <a:pt x="3002" y="268"/>
                </a:lnTo>
                <a:lnTo>
                  <a:pt x="2995" y="268"/>
                </a:lnTo>
                <a:lnTo>
                  <a:pt x="2995" y="275"/>
                </a:lnTo>
                <a:close/>
                <a:moveTo>
                  <a:pt x="49" y="292"/>
                </a:moveTo>
                <a:lnTo>
                  <a:pt x="56" y="292"/>
                </a:lnTo>
                <a:lnTo>
                  <a:pt x="56" y="285"/>
                </a:lnTo>
                <a:lnTo>
                  <a:pt x="49" y="285"/>
                </a:lnTo>
                <a:lnTo>
                  <a:pt x="49" y="292"/>
                </a:lnTo>
                <a:close/>
                <a:moveTo>
                  <a:pt x="66" y="292"/>
                </a:moveTo>
                <a:lnTo>
                  <a:pt x="73" y="292"/>
                </a:lnTo>
                <a:lnTo>
                  <a:pt x="73" y="285"/>
                </a:lnTo>
                <a:lnTo>
                  <a:pt x="66" y="285"/>
                </a:lnTo>
                <a:lnTo>
                  <a:pt x="66" y="292"/>
                </a:lnTo>
                <a:close/>
                <a:moveTo>
                  <a:pt x="83" y="292"/>
                </a:moveTo>
                <a:lnTo>
                  <a:pt x="90" y="292"/>
                </a:lnTo>
                <a:lnTo>
                  <a:pt x="90" y="285"/>
                </a:lnTo>
                <a:lnTo>
                  <a:pt x="83" y="285"/>
                </a:lnTo>
                <a:lnTo>
                  <a:pt x="83" y="292"/>
                </a:lnTo>
                <a:close/>
                <a:moveTo>
                  <a:pt x="101" y="292"/>
                </a:moveTo>
                <a:lnTo>
                  <a:pt x="106" y="292"/>
                </a:lnTo>
                <a:lnTo>
                  <a:pt x="106" y="285"/>
                </a:lnTo>
                <a:lnTo>
                  <a:pt x="101" y="285"/>
                </a:lnTo>
                <a:lnTo>
                  <a:pt x="101" y="292"/>
                </a:lnTo>
                <a:close/>
                <a:moveTo>
                  <a:pt x="118" y="292"/>
                </a:moveTo>
                <a:lnTo>
                  <a:pt x="125" y="292"/>
                </a:lnTo>
                <a:lnTo>
                  <a:pt x="125" y="285"/>
                </a:lnTo>
                <a:lnTo>
                  <a:pt x="118" y="285"/>
                </a:lnTo>
                <a:lnTo>
                  <a:pt x="118" y="292"/>
                </a:lnTo>
                <a:close/>
                <a:moveTo>
                  <a:pt x="135" y="292"/>
                </a:moveTo>
                <a:lnTo>
                  <a:pt x="142" y="292"/>
                </a:lnTo>
                <a:lnTo>
                  <a:pt x="142" y="285"/>
                </a:lnTo>
                <a:lnTo>
                  <a:pt x="135" y="285"/>
                </a:lnTo>
                <a:lnTo>
                  <a:pt x="135" y="292"/>
                </a:lnTo>
                <a:close/>
                <a:moveTo>
                  <a:pt x="151" y="292"/>
                </a:moveTo>
                <a:lnTo>
                  <a:pt x="158" y="292"/>
                </a:lnTo>
                <a:lnTo>
                  <a:pt x="158" y="285"/>
                </a:lnTo>
                <a:lnTo>
                  <a:pt x="151" y="285"/>
                </a:lnTo>
                <a:lnTo>
                  <a:pt x="151" y="292"/>
                </a:lnTo>
                <a:close/>
                <a:moveTo>
                  <a:pt x="168" y="292"/>
                </a:moveTo>
                <a:lnTo>
                  <a:pt x="175" y="292"/>
                </a:lnTo>
                <a:lnTo>
                  <a:pt x="175" y="285"/>
                </a:lnTo>
                <a:lnTo>
                  <a:pt x="168" y="285"/>
                </a:lnTo>
                <a:lnTo>
                  <a:pt x="168" y="292"/>
                </a:lnTo>
                <a:close/>
                <a:moveTo>
                  <a:pt x="184" y="292"/>
                </a:moveTo>
                <a:lnTo>
                  <a:pt x="191" y="292"/>
                </a:lnTo>
                <a:lnTo>
                  <a:pt x="191" y="285"/>
                </a:lnTo>
                <a:lnTo>
                  <a:pt x="184" y="285"/>
                </a:lnTo>
                <a:lnTo>
                  <a:pt x="184" y="292"/>
                </a:lnTo>
                <a:close/>
                <a:moveTo>
                  <a:pt x="201" y="292"/>
                </a:moveTo>
                <a:lnTo>
                  <a:pt x="208" y="292"/>
                </a:lnTo>
                <a:lnTo>
                  <a:pt x="208" y="285"/>
                </a:lnTo>
                <a:lnTo>
                  <a:pt x="201" y="285"/>
                </a:lnTo>
                <a:lnTo>
                  <a:pt x="201" y="292"/>
                </a:lnTo>
                <a:close/>
                <a:moveTo>
                  <a:pt x="218" y="292"/>
                </a:moveTo>
                <a:lnTo>
                  <a:pt x="225" y="292"/>
                </a:lnTo>
                <a:lnTo>
                  <a:pt x="225" y="285"/>
                </a:lnTo>
                <a:lnTo>
                  <a:pt x="218" y="285"/>
                </a:lnTo>
                <a:lnTo>
                  <a:pt x="218" y="292"/>
                </a:lnTo>
                <a:close/>
                <a:moveTo>
                  <a:pt x="234" y="292"/>
                </a:moveTo>
                <a:lnTo>
                  <a:pt x="241" y="292"/>
                </a:lnTo>
                <a:lnTo>
                  <a:pt x="241" y="285"/>
                </a:lnTo>
                <a:lnTo>
                  <a:pt x="234" y="285"/>
                </a:lnTo>
                <a:lnTo>
                  <a:pt x="234" y="292"/>
                </a:lnTo>
                <a:close/>
                <a:moveTo>
                  <a:pt x="251" y="292"/>
                </a:moveTo>
                <a:lnTo>
                  <a:pt x="258" y="292"/>
                </a:lnTo>
                <a:lnTo>
                  <a:pt x="258" y="285"/>
                </a:lnTo>
                <a:lnTo>
                  <a:pt x="251" y="285"/>
                </a:lnTo>
                <a:lnTo>
                  <a:pt x="251" y="292"/>
                </a:lnTo>
                <a:close/>
                <a:moveTo>
                  <a:pt x="267" y="292"/>
                </a:moveTo>
                <a:lnTo>
                  <a:pt x="274" y="292"/>
                </a:lnTo>
                <a:lnTo>
                  <a:pt x="274" y="285"/>
                </a:lnTo>
                <a:lnTo>
                  <a:pt x="267" y="285"/>
                </a:lnTo>
                <a:lnTo>
                  <a:pt x="267" y="292"/>
                </a:lnTo>
                <a:close/>
                <a:moveTo>
                  <a:pt x="284" y="292"/>
                </a:moveTo>
                <a:lnTo>
                  <a:pt x="291" y="292"/>
                </a:lnTo>
                <a:lnTo>
                  <a:pt x="291" y="285"/>
                </a:lnTo>
                <a:lnTo>
                  <a:pt x="284" y="285"/>
                </a:lnTo>
                <a:lnTo>
                  <a:pt x="284" y="292"/>
                </a:lnTo>
                <a:close/>
                <a:moveTo>
                  <a:pt x="300" y="292"/>
                </a:moveTo>
                <a:lnTo>
                  <a:pt x="307" y="292"/>
                </a:lnTo>
                <a:lnTo>
                  <a:pt x="307" y="285"/>
                </a:lnTo>
                <a:lnTo>
                  <a:pt x="300" y="285"/>
                </a:lnTo>
                <a:lnTo>
                  <a:pt x="300" y="292"/>
                </a:lnTo>
                <a:close/>
                <a:moveTo>
                  <a:pt x="317" y="292"/>
                </a:moveTo>
                <a:lnTo>
                  <a:pt x="324" y="292"/>
                </a:lnTo>
                <a:lnTo>
                  <a:pt x="324" y="285"/>
                </a:lnTo>
                <a:lnTo>
                  <a:pt x="317" y="285"/>
                </a:lnTo>
                <a:lnTo>
                  <a:pt x="317" y="292"/>
                </a:lnTo>
                <a:close/>
                <a:moveTo>
                  <a:pt x="334" y="292"/>
                </a:moveTo>
                <a:lnTo>
                  <a:pt x="341" y="292"/>
                </a:lnTo>
                <a:lnTo>
                  <a:pt x="341" y="285"/>
                </a:lnTo>
                <a:lnTo>
                  <a:pt x="334" y="285"/>
                </a:lnTo>
                <a:lnTo>
                  <a:pt x="334" y="292"/>
                </a:lnTo>
                <a:close/>
                <a:moveTo>
                  <a:pt x="350" y="292"/>
                </a:moveTo>
                <a:lnTo>
                  <a:pt x="357" y="292"/>
                </a:lnTo>
                <a:lnTo>
                  <a:pt x="357" y="285"/>
                </a:lnTo>
                <a:lnTo>
                  <a:pt x="350" y="285"/>
                </a:lnTo>
                <a:lnTo>
                  <a:pt x="350" y="292"/>
                </a:lnTo>
                <a:close/>
                <a:moveTo>
                  <a:pt x="369" y="292"/>
                </a:moveTo>
                <a:lnTo>
                  <a:pt x="376" y="292"/>
                </a:lnTo>
                <a:lnTo>
                  <a:pt x="376" y="285"/>
                </a:lnTo>
                <a:lnTo>
                  <a:pt x="369" y="285"/>
                </a:lnTo>
                <a:lnTo>
                  <a:pt x="369" y="292"/>
                </a:lnTo>
                <a:close/>
                <a:moveTo>
                  <a:pt x="386" y="292"/>
                </a:moveTo>
                <a:lnTo>
                  <a:pt x="393" y="292"/>
                </a:lnTo>
                <a:lnTo>
                  <a:pt x="393" y="285"/>
                </a:lnTo>
                <a:lnTo>
                  <a:pt x="386" y="285"/>
                </a:lnTo>
                <a:lnTo>
                  <a:pt x="386" y="292"/>
                </a:lnTo>
                <a:close/>
                <a:moveTo>
                  <a:pt x="402" y="292"/>
                </a:moveTo>
                <a:lnTo>
                  <a:pt x="409" y="292"/>
                </a:lnTo>
                <a:lnTo>
                  <a:pt x="409" y="285"/>
                </a:lnTo>
                <a:lnTo>
                  <a:pt x="402" y="285"/>
                </a:lnTo>
                <a:lnTo>
                  <a:pt x="402" y="292"/>
                </a:lnTo>
                <a:close/>
                <a:moveTo>
                  <a:pt x="419" y="292"/>
                </a:moveTo>
                <a:lnTo>
                  <a:pt x="426" y="292"/>
                </a:lnTo>
                <a:lnTo>
                  <a:pt x="426" y="285"/>
                </a:lnTo>
                <a:lnTo>
                  <a:pt x="419" y="285"/>
                </a:lnTo>
                <a:lnTo>
                  <a:pt x="419" y="292"/>
                </a:lnTo>
                <a:close/>
                <a:moveTo>
                  <a:pt x="435" y="292"/>
                </a:moveTo>
                <a:lnTo>
                  <a:pt x="442" y="292"/>
                </a:lnTo>
                <a:lnTo>
                  <a:pt x="442" y="285"/>
                </a:lnTo>
                <a:lnTo>
                  <a:pt x="435" y="285"/>
                </a:lnTo>
                <a:lnTo>
                  <a:pt x="435" y="292"/>
                </a:lnTo>
                <a:close/>
                <a:moveTo>
                  <a:pt x="452" y="292"/>
                </a:moveTo>
                <a:lnTo>
                  <a:pt x="459" y="292"/>
                </a:lnTo>
                <a:lnTo>
                  <a:pt x="459" y="285"/>
                </a:lnTo>
                <a:lnTo>
                  <a:pt x="452" y="285"/>
                </a:lnTo>
                <a:lnTo>
                  <a:pt x="452" y="292"/>
                </a:lnTo>
                <a:close/>
                <a:moveTo>
                  <a:pt x="469" y="292"/>
                </a:moveTo>
                <a:lnTo>
                  <a:pt x="476" y="292"/>
                </a:lnTo>
                <a:lnTo>
                  <a:pt x="476" y="285"/>
                </a:lnTo>
                <a:lnTo>
                  <a:pt x="469" y="285"/>
                </a:lnTo>
                <a:lnTo>
                  <a:pt x="469" y="292"/>
                </a:lnTo>
                <a:close/>
                <a:moveTo>
                  <a:pt x="485" y="292"/>
                </a:moveTo>
                <a:lnTo>
                  <a:pt x="492" y="292"/>
                </a:lnTo>
                <a:lnTo>
                  <a:pt x="492" y="285"/>
                </a:lnTo>
                <a:lnTo>
                  <a:pt x="485" y="285"/>
                </a:lnTo>
                <a:lnTo>
                  <a:pt x="485" y="292"/>
                </a:lnTo>
                <a:close/>
                <a:moveTo>
                  <a:pt x="502" y="292"/>
                </a:moveTo>
                <a:lnTo>
                  <a:pt x="509" y="292"/>
                </a:lnTo>
                <a:lnTo>
                  <a:pt x="509" y="285"/>
                </a:lnTo>
                <a:lnTo>
                  <a:pt x="502" y="285"/>
                </a:lnTo>
                <a:lnTo>
                  <a:pt x="502" y="292"/>
                </a:lnTo>
                <a:close/>
                <a:moveTo>
                  <a:pt x="518" y="292"/>
                </a:moveTo>
                <a:lnTo>
                  <a:pt x="525" y="292"/>
                </a:lnTo>
                <a:lnTo>
                  <a:pt x="525" y="285"/>
                </a:lnTo>
                <a:lnTo>
                  <a:pt x="518" y="285"/>
                </a:lnTo>
                <a:lnTo>
                  <a:pt x="518" y="292"/>
                </a:lnTo>
                <a:close/>
                <a:moveTo>
                  <a:pt x="535" y="292"/>
                </a:moveTo>
                <a:lnTo>
                  <a:pt x="542" y="292"/>
                </a:lnTo>
                <a:lnTo>
                  <a:pt x="542" y="285"/>
                </a:lnTo>
                <a:lnTo>
                  <a:pt x="535" y="285"/>
                </a:lnTo>
                <a:lnTo>
                  <a:pt x="535" y="292"/>
                </a:lnTo>
                <a:close/>
                <a:moveTo>
                  <a:pt x="551" y="292"/>
                </a:moveTo>
                <a:lnTo>
                  <a:pt x="559" y="292"/>
                </a:lnTo>
                <a:lnTo>
                  <a:pt x="559" y="285"/>
                </a:lnTo>
                <a:lnTo>
                  <a:pt x="551" y="285"/>
                </a:lnTo>
                <a:lnTo>
                  <a:pt x="551" y="292"/>
                </a:lnTo>
                <a:close/>
                <a:moveTo>
                  <a:pt x="568" y="292"/>
                </a:moveTo>
                <a:lnTo>
                  <a:pt x="575" y="292"/>
                </a:lnTo>
                <a:lnTo>
                  <a:pt x="575" y="285"/>
                </a:lnTo>
                <a:lnTo>
                  <a:pt x="568" y="285"/>
                </a:lnTo>
                <a:lnTo>
                  <a:pt x="568" y="292"/>
                </a:lnTo>
                <a:close/>
                <a:moveTo>
                  <a:pt x="585" y="292"/>
                </a:moveTo>
                <a:lnTo>
                  <a:pt x="592" y="292"/>
                </a:lnTo>
                <a:lnTo>
                  <a:pt x="592" y="285"/>
                </a:lnTo>
                <a:lnTo>
                  <a:pt x="585" y="285"/>
                </a:lnTo>
                <a:lnTo>
                  <a:pt x="585" y="292"/>
                </a:lnTo>
                <a:close/>
                <a:moveTo>
                  <a:pt x="601" y="292"/>
                </a:moveTo>
                <a:lnTo>
                  <a:pt x="608" y="292"/>
                </a:lnTo>
                <a:lnTo>
                  <a:pt x="608" y="285"/>
                </a:lnTo>
                <a:lnTo>
                  <a:pt x="601" y="285"/>
                </a:lnTo>
                <a:lnTo>
                  <a:pt x="601" y="292"/>
                </a:lnTo>
                <a:close/>
                <a:moveTo>
                  <a:pt x="620" y="292"/>
                </a:moveTo>
                <a:lnTo>
                  <a:pt x="625" y="292"/>
                </a:lnTo>
                <a:lnTo>
                  <a:pt x="625" y="285"/>
                </a:lnTo>
                <a:lnTo>
                  <a:pt x="620" y="285"/>
                </a:lnTo>
                <a:lnTo>
                  <a:pt x="620" y="292"/>
                </a:lnTo>
                <a:close/>
                <a:moveTo>
                  <a:pt x="637" y="292"/>
                </a:moveTo>
                <a:lnTo>
                  <a:pt x="644" y="292"/>
                </a:lnTo>
                <a:lnTo>
                  <a:pt x="644" y="285"/>
                </a:lnTo>
                <a:lnTo>
                  <a:pt x="637" y="285"/>
                </a:lnTo>
                <a:lnTo>
                  <a:pt x="637" y="292"/>
                </a:lnTo>
                <a:close/>
                <a:moveTo>
                  <a:pt x="653" y="292"/>
                </a:moveTo>
                <a:lnTo>
                  <a:pt x="660" y="292"/>
                </a:lnTo>
                <a:lnTo>
                  <a:pt x="660" y="285"/>
                </a:lnTo>
                <a:lnTo>
                  <a:pt x="653" y="285"/>
                </a:lnTo>
                <a:lnTo>
                  <a:pt x="653" y="292"/>
                </a:lnTo>
                <a:close/>
                <a:moveTo>
                  <a:pt x="670" y="292"/>
                </a:moveTo>
                <a:lnTo>
                  <a:pt x="677" y="292"/>
                </a:lnTo>
                <a:lnTo>
                  <a:pt x="677" y="285"/>
                </a:lnTo>
                <a:lnTo>
                  <a:pt x="670" y="285"/>
                </a:lnTo>
                <a:lnTo>
                  <a:pt x="670" y="292"/>
                </a:lnTo>
                <a:close/>
                <a:moveTo>
                  <a:pt x="686" y="292"/>
                </a:moveTo>
                <a:lnTo>
                  <a:pt x="693" y="292"/>
                </a:lnTo>
                <a:lnTo>
                  <a:pt x="693" y="285"/>
                </a:lnTo>
                <a:lnTo>
                  <a:pt x="686" y="285"/>
                </a:lnTo>
                <a:lnTo>
                  <a:pt x="686" y="292"/>
                </a:lnTo>
                <a:close/>
                <a:moveTo>
                  <a:pt x="703" y="292"/>
                </a:moveTo>
                <a:lnTo>
                  <a:pt x="710" y="292"/>
                </a:lnTo>
                <a:lnTo>
                  <a:pt x="710" y="285"/>
                </a:lnTo>
                <a:lnTo>
                  <a:pt x="703" y="285"/>
                </a:lnTo>
                <a:lnTo>
                  <a:pt x="703" y="292"/>
                </a:lnTo>
                <a:close/>
                <a:moveTo>
                  <a:pt x="720" y="292"/>
                </a:moveTo>
                <a:lnTo>
                  <a:pt x="727" y="292"/>
                </a:lnTo>
                <a:lnTo>
                  <a:pt x="727" y="285"/>
                </a:lnTo>
                <a:lnTo>
                  <a:pt x="720" y="285"/>
                </a:lnTo>
                <a:lnTo>
                  <a:pt x="720" y="292"/>
                </a:lnTo>
                <a:close/>
                <a:moveTo>
                  <a:pt x="736" y="292"/>
                </a:moveTo>
                <a:lnTo>
                  <a:pt x="743" y="292"/>
                </a:lnTo>
                <a:lnTo>
                  <a:pt x="743" y="285"/>
                </a:lnTo>
                <a:lnTo>
                  <a:pt x="736" y="285"/>
                </a:lnTo>
                <a:lnTo>
                  <a:pt x="736" y="292"/>
                </a:lnTo>
                <a:close/>
                <a:moveTo>
                  <a:pt x="753" y="292"/>
                </a:moveTo>
                <a:lnTo>
                  <a:pt x="760" y="292"/>
                </a:lnTo>
                <a:lnTo>
                  <a:pt x="760" y="285"/>
                </a:lnTo>
                <a:lnTo>
                  <a:pt x="753" y="285"/>
                </a:lnTo>
                <a:lnTo>
                  <a:pt x="753" y="292"/>
                </a:lnTo>
                <a:close/>
                <a:moveTo>
                  <a:pt x="769" y="292"/>
                </a:moveTo>
                <a:lnTo>
                  <a:pt x="776" y="292"/>
                </a:lnTo>
                <a:lnTo>
                  <a:pt x="776" y="285"/>
                </a:lnTo>
                <a:lnTo>
                  <a:pt x="769" y="285"/>
                </a:lnTo>
                <a:lnTo>
                  <a:pt x="769" y="292"/>
                </a:lnTo>
                <a:close/>
                <a:moveTo>
                  <a:pt x="786" y="292"/>
                </a:moveTo>
                <a:lnTo>
                  <a:pt x="793" y="292"/>
                </a:lnTo>
                <a:lnTo>
                  <a:pt x="793" y="285"/>
                </a:lnTo>
                <a:lnTo>
                  <a:pt x="786" y="285"/>
                </a:lnTo>
                <a:lnTo>
                  <a:pt x="786" y="292"/>
                </a:lnTo>
                <a:close/>
                <a:moveTo>
                  <a:pt x="802" y="292"/>
                </a:moveTo>
                <a:lnTo>
                  <a:pt x="810" y="292"/>
                </a:lnTo>
                <a:lnTo>
                  <a:pt x="810" y="285"/>
                </a:lnTo>
                <a:lnTo>
                  <a:pt x="802" y="285"/>
                </a:lnTo>
                <a:lnTo>
                  <a:pt x="802" y="292"/>
                </a:lnTo>
                <a:close/>
                <a:moveTo>
                  <a:pt x="819" y="292"/>
                </a:moveTo>
                <a:lnTo>
                  <a:pt x="826" y="292"/>
                </a:lnTo>
                <a:lnTo>
                  <a:pt x="826" y="285"/>
                </a:lnTo>
                <a:lnTo>
                  <a:pt x="819" y="285"/>
                </a:lnTo>
                <a:lnTo>
                  <a:pt x="819" y="292"/>
                </a:lnTo>
                <a:close/>
                <a:moveTo>
                  <a:pt x="836" y="292"/>
                </a:moveTo>
                <a:lnTo>
                  <a:pt x="843" y="292"/>
                </a:lnTo>
                <a:lnTo>
                  <a:pt x="843" y="285"/>
                </a:lnTo>
                <a:lnTo>
                  <a:pt x="836" y="285"/>
                </a:lnTo>
                <a:lnTo>
                  <a:pt x="836" y="292"/>
                </a:lnTo>
                <a:close/>
                <a:moveTo>
                  <a:pt x="852" y="292"/>
                </a:moveTo>
                <a:lnTo>
                  <a:pt x="859" y="292"/>
                </a:lnTo>
                <a:lnTo>
                  <a:pt x="859" y="285"/>
                </a:lnTo>
                <a:lnTo>
                  <a:pt x="852" y="285"/>
                </a:lnTo>
                <a:lnTo>
                  <a:pt x="852" y="292"/>
                </a:lnTo>
                <a:close/>
                <a:moveTo>
                  <a:pt x="871" y="292"/>
                </a:moveTo>
                <a:lnTo>
                  <a:pt x="876" y="292"/>
                </a:lnTo>
                <a:lnTo>
                  <a:pt x="876" y="285"/>
                </a:lnTo>
                <a:lnTo>
                  <a:pt x="871" y="285"/>
                </a:lnTo>
                <a:lnTo>
                  <a:pt x="871" y="292"/>
                </a:lnTo>
                <a:close/>
                <a:moveTo>
                  <a:pt x="888" y="292"/>
                </a:moveTo>
                <a:lnTo>
                  <a:pt x="895" y="292"/>
                </a:lnTo>
                <a:lnTo>
                  <a:pt x="895" y="285"/>
                </a:lnTo>
                <a:lnTo>
                  <a:pt x="888" y="285"/>
                </a:lnTo>
                <a:lnTo>
                  <a:pt x="888" y="292"/>
                </a:lnTo>
                <a:close/>
                <a:moveTo>
                  <a:pt x="904" y="292"/>
                </a:moveTo>
                <a:lnTo>
                  <a:pt x="911" y="292"/>
                </a:lnTo>
                <a:lnTo>
                  <a:pt x="911" y="285"/>
                </a:lnTo>
                <a:lnTo>
                  <a:pt x="904" y="285"/>
                </a:lnTo>
                <a:lnTo>
                  <a:pt x="904" y="292"/>
                </a:lnTo>
                <a:close/>
                <a:moveTo>
                  <a:pt x="921" y="292"/>
                </a:moveTo>
                <a:lnTo>
                  <a:pt x="928" y="292"/>
                </a:lnTo>
                <a:lnTo>
                  <a:pt x="928" y="285"/>
                </a:lnTo>
                <a:lnTo>
                  <a:pt x="921" y="285"/>
                </a:lnTo>
                <a:lnTo>
                  <a:pt x="921" y="292"/>
                </a:lnTo>
                <a:close/>
                <a:moveTo>
                  <a:pt x="1004" y="292"/>
                </a:moveTo>
                <a:lnTo>
                  <a:pt x="1011" y="292"/>
                </a:lnTo>
                <a:lnTo>
                  <a:pt x="1011" y="285"/>
                </a:lnTo>
                <a:lnTo>
                  <a:pt x="1004" y="285"/>
                </a:lnTo>
                <a:lnTo>
                  <a:pt x="1004" y="292"/>
                </a:lnTo>
                <a:close/>
                <a:moveTo>
                  <a:pt x="1020" y="292"/>
                </a:moveTo>
                <a:lnTo>
                  <a:pt x="1027" y="292"/>
                </a:lnTo>
                <a:lnTo>
                  <a:pt x="1027" y="285"/>
                </a:lnTo>
                <a:lnTo>
                  <a:pt x="1020" y="285"/>
                </a:lnTo>
                <a:lnTo>
                  <a:pt x="1020" y="292"/>
                </a:lnTo>
                <a:close/>
                <a:moveTo>
                  <a:pt x="1037" y="292"/>
                </a:moveTo>
                <a:lnTo>
                  <a:pt x="1044" y="292"/>
                </a:lnTo>
                <a:lnTo>
                  <a:pt x="1044" y="285"/>
                </a:lnTo>
                <a:lnTo>
                  <a:pt x="1037" y="285"/>
                </a:lnTo>
                <a:lnTo>
                  <a:pt x="1037" y="292"/>
                </a:lnTo>
                <a:close/>
                <a:moveTo>
                  <a:pt x="1053" y="292"/>
                </a:moveTo>
                <a:lnTo>
                  <a:pt x="1061" y="292"/>
                </a:lnTo>
                <a:lnTo>
                  <a:pt x="1061" y="285"/>
                </a:lnTo>
                <a:lnTo>
                  <a:pt x="1053" y="285"/>
                </a:lnTo>
                <a:lnTo>
                  <a:pt x="1053" y="292"/>
                </a:lnTo>
                <a:close/>
                <a:moveTo>
                  <a:pt x="1070" y="292"/>
                </a:moveTo>
                <a:lnTo>
                  <a:pt x="1077" y="292"/>
                </a:lnTo>
                <a:lnTo>
                  <a:pt x="1077" y="285"/>
                </a:lnTo>
                <a:lnTo>
                  <a:pt x="1070" y="285"/>
                </a:lnTo>
                <a:lnTo>
                  <a:pt x="1070" y="292"/>
                </a:lnTo>
                <a:close/>
                <a:moveTo>
                  <a:pt x="1087" y="292"/>
                </a:moveTo>
                <a:lnTo>
                  <a:pt x="1094" y="292"/>
                </a:lnTo>
                <a:lnTo>
                  <a:pt x="1094" y="285"/>
                </a:lnTo>
                <a:lnTo>
                  <a:pt x="1087" y="285"/>
                </a:lnTo>
                <a:lnTo>
                  <a:pt x="1087" y="292"/>
                </a:lnTo>
                <a:close/>
                <a:moveTo>
                  <a:pt x="1103" y="292"/>
                </a:moveTo>
                <a:lnTo>
                  <a:pt x="1110" y="292"/>
                </a:lnTo>
                <a:lnTo>
                  <a:pt x="1110" y="285"/>
                </a:lnTo>
                <a:lnTo>
                  <a:pt x="1103" y="285"/>
                </a:lnTo>
                <a:lnTo>
                  <a:pt x="1103" y="292"/>
                </a:lnTo>
                <a:close/>
                <a:moveTo>
                  <a:pt x="1120" y="292"/>
                </a:moveTo>
                <a:lnTo>
                  <a:pt x="1127" y="292"/>
                </a:lnTo>
                <a:lnTo>
                  <a:pt x="1127" y="285"/>
                </a:lnTo>
                <a:lnTo>
                  <a:pt x="1120" y="285"/>
                </a:lnTo>
                <a:lnTo>
                  <a:pt x="1120" y="292"/>
                </a:lnTo>
                <a:close/>
                <a:moveTo>
                  <a:pt x="1139" y="292"/>
                </a:moveTo>
                <a:lnTo>
                  <a:pt x="1146" y="292"/>
                </a:lnTo>
                <a:lnTo>
                  <a:pt x="1146" y="285"/>
                </a:lnTo>
                <a:lnTo>
                  <a:pt x="1139" y="285"/>
                </a:lnTo>
                <a:lnTo>
                  <a:pt x="1139" y="292"/>
                </a:lnTo>
                <a:close/>
                <a:moveTo>
                  <a:pt x="1155" y="292"/>
                </a:moveTo>
                <a:lnTo>
                  <a:pt x="1162" y="292"/>
                </a:lnTo>
                <a:lnTo>
                  <a:pt x="1162" y="285"/>
                </a:lnTo>
                <a:lnTo>
                  <a:pt x="1155" y="285"/>
                </a:lnTo>
                <a:lnTo>
                  <a:pt x="1155" y="292"/>
                </a:lnTo>
                <a:close/>
                <a:moveTo>
                  <a:pt x="1172" y="292"/>
                </a:moveTo>
                <a:lnTo>
                  <a:pt x="1179" y="292"/>
                </a:lnTo>
                <a:lnTo>
                  <a:pt x="1179" y="285"/>
                </a:lnTo>
                <a:lnTo>
                  <a:pt x="1172" y="285"/>
                </a:lnTo>
                <a:lnTo>
                  <a:pt x="1172" y="292"/>
                </a:lnTo>
                <a:close/>
                <a:moveTo>
                  <a:pt x="1188" y="292"/>
                </a:moveTo>
                <a:lnTo>
                  <a:pt x="1196" y="292"/>
                </a:lnTo>
                <a:lnTo>
                  <a:pt x="1196" y="285"/>
                </a:lnTo>
                <a:lnTo>
                  <a:pt x="1188" y="285"/>
                </a:lnTo>
                <a:lnTo>
                  <a:pt x="1188" y="292"/>
                </a:lnTo>
                <a:close/>
                <a:moveTo>
                  <a:pt x="1205" y="292"/>
                </a:moveTo>
                <a:lnTo>
                  <a:pt x="1212" y="292"/>
                </a:lnTo>
                <a:lnTo>
                  <a:pt x="1212" y="285"/>
                </a:lnTo>
                <a:lnTo>
                  <a:pt x="1205" y="285"/>
                </a:lnTo>
                <a:lnTo>
                  <a:pt x="1205" y="292"/>
                </a:lnTo>
                <a:close/>
                <a:moveTo>
                  <a:pt x="1572" y="292"/>
                </a:moveTo>
                <a:lnTo>
                  <a:pt x="1579" y="292"/>
                </a:lnTo>
                <a:lnTo>
                  <a:pt x="1579" y="285"/>
                </a:lnTo>
                <a:lnTo>
                  <a:pt x="1572" y="285"/>
                </a:lnTo>
                <a:lnTo>
                  <a:pt x="1572" y="292"/>
                </a:lnTo>
                <a:close/>
                <a:moveTo>
                  <a:pt x="1589" y="292"/>
                </a:moveTo>
                <a:lnTo>
                  <a:pt x="1596" y="292"/>
                </a:lnTo>
                <a:lnTo>
                  <a:pt x="1596" y="285"/>
                </a:lnTo>
                <a:lnTo>
                  <a:pt x="1589" y="285"/>
                </a:lnTo>
                <a:lnTo>
                  <a:pt x="1589" y="292"/>
                </a:lnTo>
                <a:close/>
                <a:moveTo>
                  <a:pt x="1605" y="292"/>
                </a:moveTo>
                <a:lnTo>
                  <a:pt x="1612" y="292"/>
                </a:lnTo>
                <a:lnTo>
                  <a:pt x="1612" y="285"/>
                </a:lnTo>
                <a:lnTo>
                  <a:pt x="1605" y="285"/>
                </a:lnTo>
                <a:lnTo>
                  <a:pt x="1605" y="292"/>
                </a:lnTo>
                <a:close/>
                <a:moveTo>
                  <a:pt x="1622" y="292"/>
                </a:moveTo>
                <a:lnTo>
                  <a:pt x="1629" y="292"/>
                </a:lnTo>
                <a:lnTo>
                  <a:pt x="1629" y="285"/>
                </a:lnTo>
                <a:lnTo>
                  <a:pt x="1622" y="285"/>
                </a:lnTo>
                <a:lnTo>
                  <a:pt x="1622" y="292"/>
                </a:lnTo>
                <a:close/>
                <a:moveTo>
                  <a:pt x="1638" y="292"/>
                </a:moveTo>
                <a:lnTo>
                  <a:pt x="1645" y="292"/>
                </a:lnTo>
                <a:lnTo>
                  <a:pt x="1645" y="285"/>
                </a:lnTo>
                <a:lnTo>
                  <a:pt x="1638" y="285"/>
                </a:lnTo>
                <a:lnTo>
                  <a:pt x="1638" y="292"/>
                </a:lnTo>
                <a:close/>
                <a:moveTo>
                  <a:pt x="1657" y="292"/>
                </a:moveTo>
                <a:lnTo>
                  <a:pt x="1664" y="292"/>
                </a:lnTo>
                <a:lnTo>
                  <a:pt x="1664" y="285"/>
                </a:lnTo>
                <a:lnTo>
                  <a:pt x="1657" y="285"/>
                </a:lnTo>
                <a:lnTo>
                  <a:pt x="1657" y="292"/>
                </a:lnTo>
                <a:close/>
                <a:moveTo>
                  <a:pt x="1674" y="292"/>
                </a:moveTo>
                <a:lnTo>
                  <a:pt x="1681" y="292"/>
                </a:lnTo>
                <a:lnTo>
                  <a:pt x="1681" y="285"/>
                </a:lnTo>
                <a:lnTo>
                  <a:pt x="1674" y="285"/>
                </a:lnTo>
                <a:lnTo>
                  <a:pt x="1674" y="292"/>
                </a:lnTo>
                <a:close/>
                <a:moveTo>
                  <a:pt x="1690" y="292"/>
                </a:moveTo>
                <a:lnTo>
                  <a:pt x="1698" y="292"/>
                </a:lnTo>
                <a:lnTo>
                  <a:pt x="1698" y="285"/>
                </a:lnTo>
                <a:lnTo>
                  <a:pt x="1690" y="285"/>
                </a:lnTo>
                <a:lnTo>
                  <a:pt x="1690" y="292"/>
                </a:lnTo>
                <a:close/>
                <a:moveTo>
                  <a:pt x="1707" y="292"/>
                </a:moveTo>
                <a:lnTo>
                  <a:pt x="1714" y="292"/>
                </a:lnTo>
                <a:lnTo>
                  <a:pt x="1714" y="285"/>
                </a:lnTo>
                <a:lnTo>
                  <a:pt x="1707" y="285"/>
                </a:lnTo>
                <a:lnTo>
                  <a:pt x="1707" y="292"/>
                </a:lnTo>
                <a:close/>
                <a:moveTo>
                  <a:pt x="1724" y="292"/>
                </a:moveTo>
                <a:lnTo>
                  <a:pt x="1731" y="292"/>
                </a:lnTo>
                <a:lnTo>
                  <a:pt x="1731" y="285"/>
                </a:lnTo>
                <a:lnTo>
                  <a:pt x="1724" y="285"/>
                </a:lnTo>
                <a:lnTo>
                  <a:pt x="1724" y="292"/>
                </a:lnTo>
                <a:close/>
                <a:moveTo>
                  <a:pt x="1740" y="292"/>
                </a:moveTo>
                <a:lnTo>
                  <a:pt x="1747" y="292"/>
                </a:lnTo>
                <a:lnTo>
                  <a:pt x="1747" y="285"/>
                </a:lnTo>
                <a:lnTo>
                  <a:pt x="1740" y="285"/>
                </a:lnTo>
                <a:lnTo>
                  <a:pt x="1740" y="292"/>
                </a:lnTo>
                <a:close/>
                <a:moveTo>
                  <a:pt x="1757" y="292"/>
                </a:moveTo>
                <a:lnTo>
                  <a:pt x="1764" y="292"/>
                </a:lnTo>
                <a:lnTo>
                  <a:pt x="1764" y="285"/>
                </a:lnTo>
                <a:lnTo>
                  <a:pt x="1757" y="285"/>
                </a:lnTo>
                <a:lnTo>
                  <a:pt x="1757" y="292"/>
                </a:lnTo>
                <a:close/>
                <a:moveTo>
                  <a:pt x="1773" y="292"/>
                </a:moveTo>
                <a:lnTo>
                  <a:pt x="1780" y="292"/>
                </a:lnTo>
                <a:lnTo>
                  <a:pt x="1780" y="285"/>
                </a:lnTo>
                <a:lnTo>
                  <a:pt x="1773" y="285"/>
                </a:lnTo>
                <a:lnTo>
                  <a:pt x="1773" y="292"/>
                </a:lnTo>
                <a:close/>
                <a:moveTo>
                  <a:pt x="1790" y="292"/>
                </a:moveTo>
                <a:lnTo>
                  <a:pt x="1797" y="292"/>
                </a:lnTo>
                <a:lnTo>
                  <a:pt x="1797" y="285"/>
                </a:lnTo>
                <a:lnTo>
                  <a:pt x="1790" y="285"/>
                </a:lnTo>
                <a:lnTo>
                  <a:pt x="1790" y="292"/>
                </a:lnTo>
                <a:close/>
                <a:moveTo>
                  <a:pt x="1806" y="292"/>
                </a:moveTo>
                <a:lnTo>
                  <a:pt x="1814" y="292"/>
                </a:lnTo>
                <a:lnTo>
                  <a:pt x="1814" y="285"/>
                </a:lnTo>
                <a:lnTo>
                  <a:pt x="1806" y="285"/>
                </a:lnTo>
                <a:lnTo>
                  <a:pt x="1806" y="292"/>
                </a:lnTo>
                <a:close/>
                <a:moveTo>
                  <a:pt x="1823" y="292"/>
                </a:moveTo>
                <a:lnTo>
                  <a:pt x="1830" y="292"/>
                </a:lnTo>
                <a:lnTo>
                  <a:pt x="1830" y="285"/>
                </a:lnTo>
                <a:lnTo>
                  <a:pt x="1823" y="285"/>
                </a:lnTo>
                <a:lnTo>
                  <a:pt x="1823" y="292"/>
                </a:lnTo>
                <a:close/>
                <a:moveTo>
                  <a:pt x="1840" y="292"/>
                </a:moveTo>
                <a:lnTo>
                  <a:pt x="1847" y="292"/>
                </a:lnTo>
                <a:lnTo>
                  <a:pt x="1847" y="285"/>
                </a:lnTo>
                <a:lnTo>
                  <a:pt x="1840" y="285"/>
                </a:lnTo>
                <a:lnTo>
                  <a:pt x="1840" y="292"/>
                </a:lnTo>
                <a:close/>
                <a:moveTo>
                  <a:pt x="1856" y="292"/>
                </a:moveTo>
                <a:lnTo>
                  <a:pt x="1863" y="292"/>
                </a:lnTo>
                <a:lnTo>
                  <a:pt x="1863" y="285"/>
                </a:lnTo>
                <a:lnTo>
                  <a:pt x="1856" y="285"/>
                </a:lnTo>
                <a:lnTo>
                  <a:pt x="1856" y="292"/>
                </a:lnTo>
                <a:close/>
                <a:moveTo>
                  <a:pt x="1873" y="292"/>
                </a:moveTo>
                <a:lnTo>
                  <a:pt x="1880" y="292"/>
                </a:lnTo>
                <a:lnTo>
                  <a:pt x="1880" y="285"/>
                </a:lnTo>
                <a:lnTo>
                  <a:pt x="1873" y="285"/>
                </a:lnTo>
                <a:lnTo>
                  <a:pt x="1873" y="292"/>
                </a:lnTo>
                <a:close/>
                <a:moveTo>
                  <a:pt x="1889" y="292"/>
                </a:moveTo>
                <a:lnTo>
                  <a:pt x="1896" y="292"/>
                </a:lnTo>
                <a:lnTo>
                  <a:pt x="1896" y="285"/>
                </a:lnTo>
                <a:lnTo>
                  <a:pt x="1889" y="285"/>
                </a:lnTo>
                <a:lnTo>
                  <a:pt x="1889" y="292"/>
                </a:lnTo>
                <a:close/>
                <a:moveTo>
                  <a:pt x="1908" y="292"/>
                </a:moveTo>
                <a:lnTo>
                  <a:pt x="1915" y="292"/>
                </a:lnTo>
                <a:lnTo>
                  <a:pt x="1915" y="285"/>
                </a:lnTo>
                <a:lnTo>
                  <a:pt x="1908" y="285"/>
                </a:lnTo>
                <a:lnTo>
                  <a:pt x="1908" y="292"/>
                </a:lnTo>
                <a:close/>
                <a:moveTo>
                  <a:pt x="1925" y="292"/>
                </a:moveTo>
                <a:lnTo>
                  <a:pt x="1932" y="292"/>
                </a:lnTo>
                <a:lnTo>
                  <a:pt x="1932" y="285"/>
                </a:lnTo>
                <a:lnTo>
                  <a:pt x="1925" y="285"/>
                </a:lnTo>
                <a:lnTo>
                  <a:pt x="1925" y="292"/>
                </a:lnTo>
                <a:close/>
                <a:moveTo>
                  <a:pt x="1941" y="292"/>
                </a:moveTo>
                <a:lnTo>
                  <a:pt x="1949" y="292"/>
                </a:lnTo>
                <a:lnTo>
                  <a:pt x="1949" y="285"/>
                </a:lnTo>
                <a:lnTo>
                  <a:pt x="1941" y="285"/>
                </a:lnTo>
                <a:lnTo>
                  <a:pt x="1941" y="292"/>
                </a:lnTo>
                <a:close/>
                <a:moveTo>
                  <a:pt x="1958" y="292"/>
                </a:moveTo>
                <a:lnTo>
                  <a:pt x="1965" y="292"/>
                </a:lnTo>
                <a:lnTo>
                  <a:pt x="1965" y="285"/>
                </a:lnTo>
                <a:lnTo>
                  <a:pt x="1958" y="285"/>
                </a:lnTo>
                <a:lnTo>
                  <a:pt x="1958" y="292"/>
                </a:lnTo>
                <a:close/>
                <a:moveTo>
                  <a:pt x="1975" y="292"/>
                </a:moveTo>
                <a:lnTo>
                  <a:pt x="1982" y="292"/>
                </a:lnTo>
                <a:lnTo>
                  <a:pt x="1982" y="285"/>
                </a:lnTo>
                <a:lnTo>
                  <a:pt x="1975" y="285"/>
                </a:lnTo>
                <a:lnTo>
                  <a:pt x="1975" y="292"/>
                </a:lnTo>
                <a:close/>
                <a:moveTo>
                  <a:pt x="1991" y="292"/>
                </a:moveTo>
                <a:lnTo>
                  <a:pt x="1998" y="292"/>
                </a:lnTo>
                <a:lnTo>
                  <a:pt x="1998" y="285"/>
                </a:lnTo>
                <a:lnTo>
                  <a:pt x="1991" y="285"/>
                </a:lnTo>
                <a:lnTo>
                  <a:pt x="1991" y="292"/>
                </a:lnTo>
                <a:close/>
                <a:moveTo>
                  <a:pt x="2008" y="292"/>
                </a:moveTo>
                <a:lnTo>
                  <a:pt x="2015" y="292"/>
                </a:lnTo>
                <a:lnTo>
                  <a:pt x="2015" y="285"/>
                </a:lnTo>
                <a:lnTo>
                  <a:pt x="2008" y="285"/>
                </a:lnTo>
                <a:lnTo>
                  <a:pt x="2008" y="292"/>
                </a:lnTo>
                <a:close/>
                <a:moveTo>
                  <a:pt x="2024" y="292"/>
                </a:moveTo>
                <a:lnTo>
                  <a:pt x="2031" y="292"/>
                </a:lnTo>
                <a:lnTo>
                  <a:pt x="2031" y="285"/>
                </a:lnTo>
                <a:lnTo>
                  <a:pt x="2024" y="285"/>
                </a:lnTo>
                <a:lnTo>
                  <a:pt x="2024" y="292"/>
                </a:lnTo>
                <a:close/>
                <a:moveTo>
                  <a:pt x="2041" y="292"/>
                </a:moveTo>
                <a:lnTo>
                  <a:pt x="2048" y="292"/>
                </a:lnTo>
                <a:lnTo>
                  <a:pt x="2048" y="285"/>
                </a:lnTo>
                <a:lnTo>
                  <a:pt x="2041" y="285"/>
                </a:lnTo>
                <a:lnTo>
                  <a:pt x="2041" y="292"/>
                </a:lnTo>
                <a:close/>
                <a:moveTo>
                  <a:pt x="2057" y="292"/>
                </a:moveTo>
                <a:lnTo>
                  <a:pt x="2065" y="292"/>
                </a:lnTo>
                <a:lnTo>
                  <a:pt x="2065" y="285"/>
                </a:lnTo>
                <a:lnTo>
                  <a:pt x="2057" y="285"/>
                </a:lnTo>
                <a:lnTo>
                  <a:pt x="2057" y="292"/>
                </a:lnTo>
                <a:close/>
                <a:moveTo>
                  <a:pt x="2074" y="292"/>
                </a:moveTo>
                <a:lnTo>
                  <a:pt x="2081" y="292"/>
                </a:lnTo>
                <a:lnTo>
                  <a:pt x="2081" y="285"/>
                </a:lnTo>
                <a:lnTo>
                  <a:pt x="2074" y="285"/>
                </a:lnTo>
                <a:lnTo>
                  <a:pt x="2074" y="292"/>
                </a:lnTo>
                <a:close/>
                <a:moveTo>
                  <a:pt x="2091" y="292"/>
                </a:moveTo>
                <a:lnTo>
                  <a:pt x="2098" y="292"/>
                </a:lnTo>
                <a:lnTo>
                  <a:pt x="2098" y="285"/>
                </a:lnTo>
                <a:lnTo>
                  <a:pt x="2091" y="285"/>
                </a:lnTo>
                <a:lnTo>
                  <a:pt x="2091" y="292"/>
                </a:lnTo>
                <a:close/>
                <a:moveTo>
                  <a:pt x="2107" y="292"/>
                </a:moveTo>
                <a:lnTo>
                  <a:pt x="2114" y="292"/>
                </a:lnTo>
                <a:lnTo>
                  <a:pt x="2114" y="285"/>
                </a:lnTo>
                <a:lnTo>
                  <a:pt x="2107" y="285"/>
                </a:lnTo>
                <a:lnTo>
                  <a:pt x="2107" y="292"/>
                </a:lnTo>
                <a:close/>
                <a:moveTo>
                  <a:pt x="2124" y="292"/>
                </a:moveTo>
                <a:lnTo>
                  <a:pt x="2131" y="292"/>
                </a:lnTo>
                <a:lnTo>
                  <a:pt x="2131" y="285"/>
                </a:lnTo>
                <a:lnTo>
                  <a:pt x="2124" y="285"/>
                </a:lnTo>
                <a:lnTo>
                  <a:pt x="2124" y="292"/>
                </a:lnTo>
                <a:close/>
                <a:moveTo>
                  <a:pt x="2140" y="292"/>
                </a:moveTo>
                <a:lnTo>
                  <a:pt x="2147" y="292"/>
                </a:lnTo>
                <a:lnTo>
                  <a:pt x="2147" y="285"/>
                </a:lnTo>
                <a:lnTo>
                  <a:pt x="2140" y="285"/>
                </a:lnTo>
                <a:lnTo>
                  <a:pt x="2140" y="292"/>
                </a:lnTo>
                <a:close/>
                <a:moveTo>
                  <a:pt x="2159" y="292"/>
                </a:moveTo>
                <a:lnTo>
                  <a:pt x="2164" y="292"/>
                </a:lnTo>
                <a:lnTo>
                  <a:pt x="2164" y="285"/>
                </a:lnTo>
                <a:lnTo>
                  <a:pt x="2159" y="285"/>
                </a:lnTo>
                <a:lnTo>
                  <a:pt x="2159" y="292"/>
                </a:lnTo>
                <a:close/>
                <a:moveTo>
                  <a:pt x="2176" y="292"/>
                </a:moveTo>
                <a:lnTo>
                  <a:pt x="2183" y="292"/>
                </a:lnTo>
                <a:lnTo>
                  <a:pt x="2183" y="285"/>
                </a:lnTo>
                <a:lnTo>
                  <a:pt x="2176" y="285"/>
                </a:lnTo>
                <a:lnTo>
                  <a:pt x="2176" y="292"/>
                </a:lnTo>
                <a:close/>
                <a:moveTo>
                  <a:pt x="2192" y="292"/>
                </a:moveTo>
                <a:lnTo>
                  <a:pt x="2200" y="292"/>
                </a:lnTo>
                <a:lnTo>
                  <a:pt x="2200" y="285"/>
                </a:lnTo>
                <a:lnTo>
                  <a:pt x="2192" y="285"/>
                </a:lnTo>
                <a:lnTo>
                  <a:pt x="2192" y="292"/>
                </a:lnTo>
                <a:close/>
                <a:moveTo>
                  <a:pt x="2209" y="292"/>
                </a:moveTo>
                <a:lnTo>
                  <a:pt x="2216" y="292"/>
                </a:lnTo>
                <a:lnTo>
                  <a:pt x="2216" y="285"/>
                </a:lnTo>
                <a:lnTo>
                  <a:pt x="2209" y="285"/>
                </a:lnTo>
                <a:lnTo>
                  <a:pt x="2209" y="292"/>
                </a:lnTo>
                <a:close/>
                <a:moveTo>
                  <a:pt x="2226" y="292"/>
                </a:moveTo>
                <a:lnTo>
                  <a:pt x="2233" y="292"/>
                </a:lnTo>
                <a:lnTo>
                  <a:pt x="2233" y="285"/>
                </a:lnTo>
                <a:lnTo>
                  <a:pt x="2226" y="285"/>
                </a:lnTo>
                <a:lnTo>
                  <a:pt x="2226" y="292"/>
                </a:lnTo>
                <a:close/>
                <a:moveTo>
                  <a:pt x="2242" y="292"/>
                </a:moveTo>
                <a:lnTo>
                  <a:pt x="2249" y="292"/>
                </a:lnTo>
                <a:lnTo>
                  <a:pt x="2249" y="285"/>
                </a:lnTo>
                <a:lnTo>
                  <a:pt x="2242" y="285"/>
                </a:lnTo>
                <a:lnTo>
                  <a:pt x="2242" y="292"/>
                </a:lnTo>
                <a:close/>
                <a:moveTo>
                  <a:pt x="2259" y="292"/>
                </a:moveTo>
                <a:lnTo>
                  <a:pt x="2266" y="292"/>
                </a:lnTo>
                <a:lnTo>
                  <a:pt x="2266" y="285"/>
                </a:lnTo>
                <a:lnTo>
                  <a:pt x="2259" y="285"/>
                </a:lnTo>
                <a:lnTo>
                  <a:pt x="2259" y="292"/>
                </a:lnTo>
                <a:close/>
                <a:moveTo>
                  <a:pt x="2275" y="292"/>
                </a:moveTo>
                <a:lnTo>
                  <a:pt x="2282" y="292"/>
                </a:lnTo>
                <a:lnTo>
                  <a:pt x="2282" y="285"/>
                </a:lnTo>
                <a:lnTo>
                  <a:pt x="2275" y="285"/>
                </a:lnTo>
                <a:lnTo>
                  <a:pt x="2275" y="292"/>
                </a:lnTo>
                <a:close/>
                <a:moveTo>
                  <a:pt x="2292" y="292"/>
                </a:moveTo>
                <a:lnTo>
                  <a:pt x="2299" y="292"/>
                </a:lnTo>
                <a:lnTo>
                  <a:pt x="2299" y="285"/>
                </a:lnTo>
                <a:lnTo>
                  <a:pt x="2292" y="285"/>
                </a:lnTo>
                <a:lnTo>
                  <a:pt x="2292" y="292"/>
                </a:lnTo>
                <a:close/>
                <a:moveTo>
                  <a:pt x="2308" y="292"/>
                </a:moveTo>
                <a:lnTo>
                  <a:pt x="2316" y="292"/>
                </a:lnTo>
                <a:lnTo>
                  <a:pt x="2316" y="285"/>
                </a:lnTo>
                <a:lnTo>
                  <a:pt x="2308" y="285"/>
                </a:lnTo>
                <a:lnTo>
                  <a:pt x="2308" y="292"/>
                </a:lnTo>
                <a:close/>
                <a:moveTo>
                  <a:pt x="2325" y="292"/>
                </a:moveTo>
                <a:lnTo>
                  <a:pt x="2332" y="292"/>
                </a:lnTo>
                <a:lnTo>
                  <a:pt x="2332" y="285"/>
                </a:lnTo>
                <a:lnTo>
                  <a:pt x="2325" y="285"/>
                </a:lnTo>
                <a:lnTo>
                  <a:pt x="2325" y="292"/>
                </a:lnTo>
                <a:close/>
                <a:moveTo>
                  <a:pt x="2342" y="292"/>
                </a:moveTo>
                <a:lnTo>
                  <a:pt x="2349" y="292"/>
                </a:lnTo>
                <a:lnTo>
                  <a:pt x="2349" y="285"/>
                </a:lnTo>
                <a:lnTo>
                  <a:pt x="2342" y="285"/>
                </a:lnTo>
                <a:lnTo>
                  <a:pt x="2342" y="292"/>
                </a:lnTo>
                <a:close/>
                <a:moveTo>
                  <a:pt x="2358" y="292"/>
                </a:moveTo>
                <a:lnTo>
                  <a:pt x="2365" y="292"/>
                </a:lnTo>
                <a:lnTo>
                  <a:pt x="2365" y="285"/>
                </a:lnTo>
                <a:lnTo>
                  <a:pt x="2358" y="285"/>
                </a:lnTo>
                <a:lnTo>
                  <a:pt x="2358" y="292"/>
                </a:lnTo>
                <a:close/>
                <a:moveTo>
                  <a:pt x="2375" y="292"/>
                </a:moveTo>
                <a:lnTo>
                  <a:pt x="2382" y="292"/>
                </a:lnTo>
                <a:lnTo>
                  <a:pt x="2382" y="285"/>
                </a:lnTo>
                <a:lnTo>
                  <a:pt x="2375" y="285"/>
                </a:lnTo>
                <a:lnTo>
                  <a:pt x="2375" y="292"/>
                </a:lnTo>
                <a:close/>
                <a:moveTo>
                  <a:pt x="2391" y="292"/>
                </a:moveTo>
                <a:lnTo>
                  <a:pt x="2398" y="292"/>
                </a:lnTo>
                <a:lnTo>
                  <a:pt x="2398" y="285"/>
                </a:lnTo>
                <a:lnTo>
                  <a:pt x="2391" y="285"/>
                </a:lnTo>
                <a:lnTo>
                  <a:pt x="2391" y="292"/>
                </a:lnTo>
                <a:close/>
                <a:moveTo>
                  <a:pt x="2408" y="292"/>
                </a:moveTo>
                <a:lnTo>
                  <a:pt x="2415" y="292"/>
                </a:lnTo>
                <a:lnTo>
                  <a:pt x="2415" y="285"/>
                </a:lnTo>
                <a:lnTo>
                  <a:pt x="2408" y="285"/>
                </a:lnTo>
                <a:lnTo>
                  <a:pt x="2408" y="292"/>
                </a:lnTo>
                <a:close/>
                <a:moveTo>
                  <a:pt x="2427" y="292"/>
                </a:moveTo>
                <a:lnTo>
                  <a:pt x="2434" y="292"/>
                </a:lnTo>
                <a:lnTo>
                  <a:pt x="2434" y="285"/>
                </a:lnTo>
                <a:lnTo>
                  <a:pt x="2427" y="285"/>
                </a:lnTo>
                <a:lnTo>
                  <a:pt x="2427" y="292"/>
                </a:lnTo>
                <a:close/>
                <a:moveTo>
                  <a:pt x="2443" y="292"/>
                </a:moveTo>
                <a:lnTo>
                  <a:pt x="2451" y="292"/>
                </a:lnTo>
                <a:lnTo>
                  <a:pt x="2451" y="285"/>
                </a:lnTo>
                <a:lnTo>
                  <a:pt x="2443" y="285"/>
                </a:lnTo>
                <a:lnTo>
                  <a:pt x="2443" y="292"/>
                </a:lnTo>
                <a:close/>
                <a:moveTo>
                  <a:pt x="2460" y="292"/>
                </a:moveTo>
                <a:lnTo>
                  <a:pt x="2467" y="292"/>
                </a:lnTo>
                <a:lnTo>
                  <a:pt x="2467" y="285"/>
                </a:lnTo>
                <a:lnTo>
                  <a:pt x="2460" y="285"/>
                </a:lnTo>
                <a:lnTo>
                  <a:pt x="2460" y="292"/>
                </a:lnTo>
                <a:close/>
                <a:moveTo>
                  <a:pt x="2477" y="292"/>
                </a:moveTo>
                <a:lnTo>
                  <a:pt x="2484" y="292"/>
                </a:lnTo>
                <a:lnTo>
                  <a:pt x="2484" y="285"/>
                </a:lnTo>
                <a:lnTo>
                  <a:pt x="2477" y="285"/>
                </a:lnTo>
                <a:lnTo>
                  <a:pt x="2477" y="292"/>
                </a:lnTo>
                <a:close/>
                <a:moveTo>
                  <a:pt x="2493" y="292"/>
                </a:moveTo>
                <a:lnTo>
                  <a:pt x="2500" y="292"/>
                </a:lnTo>
                <a:lnTo>
                  <a:pt x="2500" y="285"/>
                </a:lnTo>
                <a:lnTo>
                  <a:pt x="2493" y="285"/>
                </a:lnTo>
                <a:lnTo>
                  <a:pt x="2493" y="292"/>
                </a:lnTo>
                <a:close/>
                <a:moveTo>
                  <a:pt x="2510" y="292"/>
                </a:moveTo>
                <a:lnTo>
                  <a:pt x="2517" y="292"/>
                </a:lnTo>
                <a:lnTo>
                  <a:pt x="2517" y="285"/>
                </a:lnTo>
                <a:lnTo>
                  <a:pt x="2510" y="285"/>
                </a:lnTo>
                <a:lnTo>
                  <a:pt x="2510" y="292"/>
                </a:lnTo>
                <a:close/>
                <a:moveTo>
                  <a:pt x="2526" y="292"/>
                </a:moveTo>
                <a:lnTo>
                  <a:pt x="2533" y="292"/>
                </a:lnTo>
                <a:lnTo>
                  <a:pt x="2533" y="285"/>
                </a:lnTo>
                <a:lnTo>
                  <a:pt x="2526" y="285"/>
                </a:lnTo>
                <a:lnTo>
                  <a:pt x="2526" y="292"/>
                </a:lnTo>
                <a:close/>
                <a:moveTo>
                  <a:pt x="2543" y="292"/>
                </a:moveTo>
                <a:lnTo>
                  <a:pt x="2550" y="292"/>
                </a:lnTo>
                <a:lnTo>
                  <a:pt x="2550" y="285"/>
                </a:lnTo>
                <a:lnTo>
                  <a:pt x="2543" y="285"/>
                </a:lnTo>
                <a:lnTo>
                  <a:pt x="2543" y="292"/>
                </a:lnTo>
                <a:close/>
                <a:moveTo>
                  <a:pt x="2560" y="292"/>
                </a:moveTo>
                <a:lnTo>
                  <a:pt x="2567" y="292"/>
                </a:lnTo>
                <a:lnTo>
                  <a:pt x="2567" y="285"/>
                </a:lnTo>
                <a:lnTo>
                  <a:pt x="2560" y="285"/>
                </a:lnTo>
                <a:lnTo>
                  <a:pt x="2560" y="292"/>
                </a:lnTo>
                <a:close/>
                <a:moveTo>
                  <a:pt x="2576" y="292"/>
                </a:moveTo>
                <a:lnTo>
                  <a:pt x="2583" y="292"/>
                </a:lnTo>
                <a:lnTo>
                  <a:pt x="2583" y="285"/>
                </a:lnTo>
                <a:lnTo>
                  <a:pt x="2576" y="285"/>
                </a:lnTo>
                <a:lnTo>
                  <a:pt x="2576" y="292"/>
                </a:lnTo>
                <a:close/>
                <a:moveTo>
                  <a:pt x="2593" y="292"/>
                </a:moveTo>
                <a:lnTo>
                  <a:pt x="2600" y="292"/>
                </a:lnTo>
                <a:lnTo>
                  <a:pt x="2600" y="285"/>
                </a:lnTo>
                <a:lnTo>
                  <a:pt x="2593" y="285"/>
                </a:lnTo>
                <a:lnTo>
                  <a:pt x="2593" y="292"/>
                </a:lnTo>
                <a:close/>
                <a:moveTo>
                  <a:pt x="2609" y="292"/>
                </a:moveTo>
                <a:lnTo>
                  <a:pt x="2616" y="292"/>
                </a:lnTo>
                <a:lnTo>
                  <a:pt x="2616" y="285"/>
                </a:lnTo>
                <a:lnTo>
                  <a:pt x="2609" y="285"/>
                </a:lnTo>
                <a:lnTo>
                  <a:pt x="2609" y="292"/>
                </a:lnTo>
                <a:close/>
                <a:moveTo>
                  <a:pt x="2626" y="292"/>
                </a:moveTo>
                <a:lnTo>
                  <a:pt x="2633" y="292"/>
                </a:lnTo>
                <a:lnTo>
                  <a:pt x="2633" y="285"/>
                </a:lnTo>
                <a:lnTo>
                  <a:pt x="2626" y="285"/>
                </a:lnTo>
                <a:lnTo>
                  <a:pt x="2626" y="292"/>
                </a:lnTo>
                <a:close/>
                <a:moveTo>
                  <a:pt x="2642" y="292"/>
                </a:moveTo>
                <a:lnTo>
                  <a:pt x="2649" y="292"/>
                </a:lnTo>
                <a:lnTo>
                  <a:pt x="2649" y="285"/>
                </a:lnTo>
                <a:lnTo>
                  <a:pt x="2642" y="285"/>
                </a:lnTo>
                <a:lnTo>
                  <a:pt x="2642" y="292"/>
                </a:lnTo>
                <a:close/>
                <a:moveTo>
                  <a:pt x="2659" y="292"/>
                </a:moveTo>
                <a:lnTo>
                  <a:pt x="2666" y="292"/>
                </a:lnTo>
                <a:lnTo>
                  <a:pt x="2666" y="285"/>
                </a:lnTo>
                <a:lnTo>
                  <a:pt x="2659" y="285"/>
                </a:lnTo>
                <a:lnTo>
                  <a:pt x="2659" y="292"/>
                </a:lnTo>
                <a:close/>
                <a:moveTo>
                  <a:pt x="2678" y="292"/>
                </a:moveTo>
                <a:lnTo>
                  <a:pt x="2683" y="292"/>
                </a:lnTo>
                <a:lnTo>
                  <a:pt x="2683" y="285"/>
                </a:lnTo>
                <a:lnTo>
                  <a:pt x="2678" y="285"/>
                </a:lnTo>
                <a:lnTo>
                  <a:pt x="2678" y="292"/>
                </a:lnTo>
                <a:close/>
                <a:moveTo>
                  <a:pt x="2694" y="292"/>
                </a:moveTo>
                <a:lnTo>
                  <a:pt x="2702" y="292"/>
                </a:lnTo>
                <a:lnTo>
                  <a:pt x="2702" y="285"/>
                </a:lnTo>
                <a:lnTo>
                  <a:pt x="2694" y="285"/>
                </a:lnTo>
                <a:lnTo>
                  <a:pt x="2694" y="292"/>
                </a:lnTo>
                <a:close/>
                <a:moveTo>
                  <a:pt x="2711" y="292"/>
                </a:moveTo>
                <a:lnTo>
                  <a:pt x="2718" y="292"/>
                </a:lnTo>
                <a:lnTo>
                  <a:pt x="2718" y="285"/>
                </a:lnTo>
                <a:lnTo>
                  <a:pt x="2711" y="285"/>
                </a:lnTo>
                <a:lnTo>
                  <a:pt x="2711" y="292"/>
                </a:lnTo>
                <a:close/>
                <a:moveTo>
                  <a:pt x="2728" y="292"/>
                </a:moveTo>
                <a:lnTo>
                  <a:pt x="2735" y="292"/>
                </a:lnTo>
                <a:lnTo>
                  <a:pt x="2735" y="285"/>
                </a:lnTo>
                <a:lnTo>
                  <a:pt x="2728" y="285"/>
                </a:lnTo>
                <a:lnTo>
                  <a:pt x="2728" y="292"/>
                </a:lnTo>
                <a:close/>
                <a:moveTo>
                  <a:pt x="2744" y="292"/>
                </a:moveTo>
                <a:lnTo>
                  <a:pt x="2751" y="292"/>
                </a:lnTo>
                <a:lnTo>
                  <a:pt x="2751" y="285"/>
                </a:lnTo>
                <a:lnTo>
                  <a:pt x="2744" y="285"/>
                </a:lnTo>
                <a:lnTo>
                  <a:pt x="2744" y="292"/>
                </a:lnTo>
                <a:close/>
                <a:moveTo>
                  <a:pt x="2761" y="292"/>
                </a:moveTo>
                <a:lnTo>
                  <a:pt x="2768" y="292"/>
                </a:lnTo>
                <a:lnTo>
                  <a:pt x="2768" y="285"/>
                </a:lnTo>
                <a:lnTo>
                  <a:pt x="2761" y="285"/>
                </a:lnTo>
                <a:lnTo>
                  <a:pt x="2761" y="292"/>
                </a:lnTo>
                <a:close/>
                <a:moveTo>
                  <a:pt x="2777" y="292"/>
                </a:moveTo>
                <a:lnTo>
                  <a:pt x="2784" y="292"/>
                </a:lnTo>
                <a:lnTo>
                  <a:pt x="2784" y="285"/>
                </a:lnTo>
                <a:lnTo>
                  <a:pt x="2777" y="285"/>
                </a:lnTo>
                <a:lnTo>
                  <a:pt x="2777" y="292"/>
                </a:lnTo>
                <a:close/>
                <a:moveTo>
                  <a:pt x="2794" y="292"/>
                </a:moveTo>
                <a:lnTo>
                  <a:pt x="2801" y="292"/>
                </a:lnTo>
                <a:lnTo>
                  <a:pt x="2801" y="285"/>
                </a:lnTo>
                <a:lnTo>
                  <a:pt x="2794" y="285"/>
                </a:lnTo>
                <a:lnTo>
                  <a:pt x="2794" y="292"/>
                </a:lnTo>
                <a:close/>
                <a:moveTo>
                  <a:pt x="2811" y="292"/>
                </a:moveTo>
                <a:lnTo>
                  <a:pt x="2818" y="292"/>
                </a:lnTo>
                <a:lnTo>
                  <a:pt x="2818" y="285"/>
                </a:lnTo>
                <a:lnTo>
                  <a:pt x="2811" y="285"/>
                </a:lnTo>
                <a:lnTo>
                  <a:pt x="2811" y="292"/>
                </a:lnTo>
                <a:close/>
                <a:moveTo>
                  <a:pt x="2827" y="292"/>
                </a:moveTo>
                <a:lnTo>
                  <a:pt x="2834" y="292"/>
                </a:lnTo>
                <a:lnTo>
                  <a:pt x="2834" y="285"/>
                </a:lnTo>
                <a:lnTo>
                  <a:pt x="2827" y="285"/>
                </a:lnTo>
                <a:lnTo>
                  <a:pt x="2827" y="292"/>
                </a:lnTo>
                <a:close/>
                <a:moveTo>
                  <a:pt x="2844" y="292"/>
                </a:moveTo>
                <a:lnTo>
                  <a:pt x="2851" y="292"/>
                </a:lnTo>
                <a:lnTo>
                  <a:pt x="2851" y="285"/>
                </a:lnTo>
                <a:lnTo>
                  <a:pt x="2844" y="285"/>
                </a:lnTo>
                <a:lnTo>
                  <a:pt x="2844" y="292"/>
                </a:lnTo>
                <a:close/>
                <a:moveTo>
                  <a:pt x="2860" y="292"/>
                </a:moveTo>
                <a:lnTo>
                  <a:pt x="2867" y="292"/>
                </a:lnTo>
                <a:lnTo>
                  <a:pt x="2867" y="285"/>
                </a:lnTo>
                <a:lnTo>
                  <a:pt x="2860" y="285"/>
                </a:lnTo>
                <a:lnTo>
                  <a:pt x="2860" y="292"/>
                </a:lnTo>
                <a:close/>
                <a:moveTo>
                  <a:pt x="2877" y="292"/>
                </a:moveTo>
                <a:lnTo>
                  <a:pt x="2884" y="292"/>
                </a:lnTo>
                <a:lnTo>
                  <a:pt x="2884" y="285"/>
                </a:lnTo>
                <a:lnTo>
                  <a:pt x="2877" y="285"/>
                </a:lnTo>
                <a:lnTo>
                  <a:pt x="2877" y="292"/>
                </a:lnTo>
                <a:close/>
                <a:moveTo>
                  <a:pt x="2893" y="292"/>
                </a:moveTo>
                <a:lnTo>
                  <a:pt x="2901" y="292"/>
                </a:lnTo>
                <a:lnTo>
                  <a:pt x="2901" y="285"/>
                </a:lnTo>
                <a:lnTo>
                  <a:pt x="2893" y="285"/>
                </a:lnTo>
                <a:lnTo>
                  <a:pt x="2893" y="292"/>
                </a:lnTo>
                <a:close/>
                <a:moveTo>
                  <a:pt x="2910" y="292"/>
                </a:moveTo>
                <a:lnTo>
                  <a:pt x="2917" y="292"/>
                </a:lnTo>
                <a:lnTo>
                  <a:pt x="2917" y="285"/>
                </a:lnTo>
                <a:lnTo>
                  <a:pt x="2910" y="285"/>
                </a:lnTo>
                <a:lnTo>
                  <a:pt x="2910" y="292"/>
                </a:lnTo>
                <a:close/>
                <a:moveTo>
                  <a:pt x="2927" y="292"/>
                </a:moveTo>
                <a:lnTo>
                  <a:pt x="2934" y="292"/>
                </a:lnTo>
                <a:lnTo>
                  <a:pt x="2934" y="285"/>
                </a:lnTo>
                <a:lnTo>
                  <a:pt x="2927" y="285"/>
                </a:lnTo>
                <a:lnTo>
                  <a:pt x="2927" y="292"/>
                </a:lnTo>
                <a:close/>
                <a:moveTo>
                  <a:pt x="2946" y="292"/>
                </a:moveTo>
                <a:lnTo>
                  <a:pt x="2953" y="292"/>
                </a:lnTo>
                <a:lnTo>
                  <a:pt x="2953" y="285"/>
                </a:lnTo>
                <a:lnTo>
                  <a:pt x="2946" y="285"/>
                </a:lnTo>
                <a:lnTo>
                  <a:pt x="2946" y="292"/>
                </a:lnTo>
                <a:close/>
                <a:moveTo>
                  <a:pt x="2962" y="292"/>
                </a:moveTo>
                <a:lnTo>
                  <a:pt x="2969" y="292"/>
                </a:lnTo>
                <a:lnTo>
                  <a:pt x="2969" y="285"/>
                </a:lnTo>
                <a:lnTo>
                  <a:pt x="2962" y="285"/>
                </a:lnTo>
                <a:lnTo>
                  <a:pt x="2962" y="292"/>
                </a:lnTo>
                <a:close/>
                <a:moveTo>
                  <a:pt x="2979" y="292"/>
                </a:moveTo>
                <a:lnTo>
                  <a:pt x="2986" y="292"/>
                </a:lnTo>
                <a:lnTo>
                  <a:pt x="2986" y="285"/>
                </a:lnTo>
                <a:lnTo>
                  <a:pt x="2979" y="285"/>
                </a:lnTo>
                <a:lnTo>
                  <a:pt x="2979" y="292"/>
                </a:lnTo>
                <a:close/>
                <a:moveTo>
                  <a:pt x="2995" y="292"/>
                </a:moveTo>
                <a:lnTo>
                  <a:pt x="3002" y="292"/>
                </a:lnTo>
                <a:lnTo>
                  <a:pt x="3002" y="285"/>
                </a:lnTo>
                <a:lnTo>
                  <a:pt x="2995" y="285"/>
                </a:lnTo>
                <a:lnTo>
                  <a:pt x="2995" y="292"/>
                </a:lnTo>
                <a:close/>
                <a:moveTo>
                  <a:pt x="3012" y="292"/>
                </a:moveTo>
                <a:lnTo>
                  <a:pt x="3019" y="292"/>
                </a:lnTo>
                <a:lnTo>
                  <a:pt x="3019" y="285"/>
                </a:lnTo>
                <a:lnTo>
                  <a:pt x="3012" y="285"/>
                </a:lnTo>
                <a:lnTo>
                  <a:pt x="3012" y="292"/>
                </a:lnTo>
                <a:close/>
                <a:moveTo>
                  <a:pt x="49" y="309"/>
                </a:moveTo>
                <a:lnTo>
                  <a:pt x="56" y="309"/>
                </a:lnTo>
                <a:lnTo>
                  <a:pt x="56" y="302"/>
                </a:lnTo>
                <a:lnTo>
                  <a:pt x="49" y="302"/>
                </a:lnTo>
                <a:lnTo>
                  <a:pt x="49" y="309"/>
                </a:lnTo>
                <a:close/>
                <a:moveTo>
                  <a:pt x="66" y="309"/>
                </a:moveTo>
                <a:lnTo>
                  <a:pt x="73" y="309"/>
                </a:lnTo>
                <a:lnTo>
                  <a:pt x="73" y="302"/>
                </a:lnTo>
                <a:lnTo>
                  <a:pt x="66" y="302"/>
                </a:lnTo>
                <a:lnTo>
                  <a:pt x="66" y="309"/>
                </a:lnTo>
                <a:close/>
                <a:moveTo>
                  <a:pt x="83" y="309"/>
                </a:moveTo>
                <a:lnTo>
                  <a:pt x="90" y="309"/>
                </a:lnTo>
                <a:lnTo>
                  <a:pt x="90" y="302"/>
                </a:lnTo>
                <a:lnTo>
                  <a:pt x="83" y="302"/>
                </a:lnTo>
                <a:lnTo>
                  <a:pt x="83" y="309"/>
                </a:lnTo>
                <a:close/>
                <a:moveTo>
                  <a:pt x="101" y="309"/>
                </a:moveTo>
                <a:lnTo>
                  <a:pt x="106" y="309"/>
                </a:lnTo>
                <a:lnTo>
                  <a:pt x="106" y="302"/>
                </a:lnTo>
                <a:lnTo>
                  <a:pt x="101" y="302"/>
                </a:lnTo>
                <a:lnTo>
                  <a:pt x="101" y="309"/>
                </a:lnTo>
                <a:close/>
                <a:moveTo>
                  <a:pt x="118" y="309"/>
                </a:moveTo>
                <a:lnTo>
                  <a:pt x="125" y="309"/>
                </a:lnTo>
                <a:lnTo>
                  <a:pt x="125" y="302"/>
                </a:lnTo>
                <a:lnTo>
                  <a:pt x="118" y="302"/>
                </a:lnTo>
                <a:lnTo>
                  <a:pt x="118" y="309"/>
                </a:lnTo>
                <a:close/>
                <a:moveTo>
                  <a:pt x="135" y="309"/>
                </a:moveTo>
                <a:lnTo>
                  <a:pt x="142" y="309"/>
                </a:lnTo>
                <a:lnTo>
                  <a:pt x="142" y="302"/>
                </a:lnTo>
                <a:lnTo>
                  <a:pt x="135" y="302"/>
                </a:lnTo>
                <a:lnTo>
                  <a:pt x="135" y="309"/>
                </a:lnTo>
                <a:close/>
                <a:moveTo>
                  <a:pt x="151" y="309"/>
                </a:moveTo>
                <a:lnTo>
                  <a:pt x="158" y="309"/>
                </a:lnTo>
                <a:lnTo>
                  <a:pt x="158" y="302"/>
                </a:lnTo>
                <a:lnTo>
                  <a:pt x="151" y="302"/>
                </a:lnTo>
                <a:lnTo>
                  <a:pt x="151" y="309"/>
                </a:lnTo>
                <a:close/>
                <a:moveTo>
                  <a:pt x="168" y="309"/>
                </a:moveTo>
                <a:lnTo>
                  <a:pt x="175" y="309"/>
                </a:lnTo>
                <a:lnTo>
                  <a:pt x="175" y="302"/>
                </a:lnTo>
                <a:lnTo>
                  <a:pt x="168" y="302"/>
                </a:lnTo>
                <a:lnTo>
                  <a:pt x="168" y="309"/>
                </a:lnTo>
                <a:close/>
                <a:moveTo>
                  <a:pt x="184" y="309"/>
                </a:moveTo>
                <a:lnTo>
                  <a:pt x="191" y="309"/>
                </a:lnTo>
                <a:lnTo>
                  <a:pt x="191" y="302"/>
                </a:lnTo>
                <a:lnTo>
                  <a:pt x="184" y="302"/>
                </a:lnTo>
                <a:lnTo>
                  <a:pt x="184" y="309"/>
                </a:lnTo>
                <a:close/>
                <a:moveTo>
                  <a:pt x="201" y="309"/>
                </a:moveTo>
                <a:lnTo>
                  <a:pt x="208" y="309"/>
                </a:lnTo>
                <a:lnTo>
                  <a:pt x="208" y="302"/>
                </a:lnTo>
                <a:lnTo>
                  <a:pt x="201" y="302"/>
                </a:lnTo>
                <a:lnTo>
                  <a:pt x="201" y="309"/>
                </a:lnTo>
                <a:close/>
                <a:moveTo>
                  <a:pt x="218" y="309"/>
                </a:moveTo>
                <a:lnTo>
                  <a:pt x="225" y="309"/>
                </a:lnTo>
                <a:lnTo>
                  <a:pt x="225" y="302"/>
                </a:lnTo>
                <a:lnTo>
                  <a:pt x="218" y="302"/>
                </a:lnTo>
                <a:lnTo>
                  <a:pt x="218" y="309"/>
                </a:lnTo>
                <a:close/>
                <a:moveTo>
                  <a:pt x="234" y="309"/>
                </a:moveTo>
                <a:lnTo>
                  <a:pt x="241" y="309"/>
                </a:lnTo>
                <a:lnTo>
                  <a:pt x="241" y="302"/>
                </a:lnTo>
                <a:lnTo>
                  <a:pt x="234" y="302"/>
                </a:lnTo>
                <a:lnTo>
                  <a:pt x="234" y="309"/>
                </a:lnTo>
                <a:close/>
                <a:moveTo>
                  <a:pt x="251" y="309"/>
                </a:moveTo>
                <a:lnTo>
                  <a:pt x="258" y="309"/>
                </a:lnTo>
                <a:lnTo>
                  <a:pt x="258" y="302"/>
                </a:lnTo>
                <a:lnTo>
                  <a:pt x="251" y="302"/>
                </a:lnTo>
                <a:lnTo>
                  <a:pt x="251" y="309"/>
                </a:lnTo>
                <a:close/>
                <a:moveTo>
                  <a:pt x="267" y="309"/>
                </a:moveTo>
                <a:lnTo>
                  <a:pt x="274" y="309"/>
                </a:lnTo>
                <a:lnTo>
                  <a:pt x="274" y="302"/>
                </a:lnTo>
                <a:lnTo>
                  <a:pt x="267" y="302"/>
                </a:lnTo>
                <a:lnTo>
                  <a:pt x="267" y="309"/>
                </a:lnTo>
                <a:close/>
                <a:moveTo>
                  <a:pt x="284" y="309"/>
                </a:moveTo>
                <a:lnTo>
                  <a:pt x="291" y="309"/>
                </a:lnTo>
                <a:lnTo>
                  <a:pt x="291" y="302"/>
                </a:lnTo>
                <a:lnTo>
                  <a:pt x="284" y="302"/>
                </a:lnTo>
                <a:lnTo>
                  <a:pt x="284" y="309"/>
                </a:lnTo>
                <a:close/>
                <a:moveTo>
                  <a:pt x="300" y="309"/>
                </a:moveTo>
                <a:lnTo>
                  <a:pt x="307" y="309"/>
                </a:lnTo>
                <a:lnTo>
                  <a:pt x="307" y="302"/>
                </a:lnTo>
                <a:lnTo>
                  <a:pt x="300" y="302"/>
                </a:lnTo>
                <a:lnTo>
                  <a:pt x="300" y="309"/>
                </a:lnTo>
                <a:close/>
                <a:moveTo>
                  <a:pt x="317" y="309"/>
                </a:moveTo>
                <a:lnTo>
                  <a:pt x="324" y="309"/>
                </a:lnTo>
                <a:lnTo>
                  <a:pt x="324" y="302"/>
                </a:lnTo>
                <a:lnTo>
                  <a:pt x="317" y="302"/>
                </a:lnTo>
                <a:lnTo>
                  <a:pt x="317" y="309"/>
                </a:lnTo>
                <a:close/>
                <a:moveTo>
                  <a:pt x="334" y="309"/>
                </a:moveTo>
                <a:lnTo>
                  <a:pt x="341" y="309"/>
                </a:lnTo>
                <a:lnTo>
                  <a:pt x="341" y="302"/>
                </a:lnTo>
                <a:lnTo>
                  <a:pt x="334" y="302"/>
                </a:lnTo>
                <a:lnTo>
                  <a:pt x="334" y="309"/>
                </a:lnTo>
                <a:close/>
                <a:moveTo>
                  <a:pt x="350" y="309"/>
                </a:moveTo>
                <a:lnTo>
                  <a:pt x="357" y="309"/>
                </a:lnTo>
                <a:lnTo>
                  <a:pt x="357" y="302"/>
                </a:lnTo>
                <a:lnTo>
                  <a:pt x="350" y="302"/>
                </a:lnTo>
                <a:lnTo>
                  <a:pt x="350" y="309"/>
                </a:lnTo>
                <a:close/>
                <a:moveTo>
                  <a:pt x="369" y="309"/>
                </a:moveTo>
                <a:lnTo>
                  <a:pt x="376" y="309"/>
                </a:lnTo>
                <a:lnTo>
                  <a:pt x="376" y="302"/>
                </a:lnTo>
                <a:lnTo>
                  <a:pt x="369" y="302"/>
                </a:lnTo>
                <a:lnTo>
                  <a:pt x="369" y="309"/>
                </a:lnTo>
                <a:close/>
                <a:moveTo>
                  <a:pt x="386" y="309"/>
                </a:moveTo>
                <a:lnTo>
                  <a:pt x="393" y="309"/>
                </a:lnTo>
                <a:lnTo>
                  <a:pt x="393" y="302"/>
                </a:lnTo>
                <a:lnTo>
                  <a:pt x="386" y="302"/>
                </a:lnTo>
                <a:lnTo>
                  <a:pt x="386" y="309"/>
                </a:lnTo>
                <a:close/>
                <a:moveTo>
                  <a:pt x="402" y="309"/>
                </a:moveTo>
                <a:lnTo>
                  <a:pt x="409" y="309"/>
                </a:lnTo>
                <a:lnTo>
                  <a:pt x="409" y="302"/>
                </a:lnTo>
                <a:lnTo>
                  <a:pt x="402" y="302"/>
                </a:lnTo>
                <a:lnTo>
                  <a:pt x="402" y="309"/>
                </a:lnTo>
                <a:close/>
                <a:moveTo>
                  <a:pt x="419" y="309"/>
                </a:moveTo>
                <a:lnTo>
                  <a:pt x="426" y="309"/>
                </a:lnTo>
                <a:lnTo>
                  <a:pt x="426" y="302"/>
                </a:lnTo>
                <a:lnTo>
                  <a:pt x="419" y="302"/>
                </a:lnTo>
                <a:lnTo>
                  <a:pt x="419" y="309"/>
                </a:lnTo>
                <a:close/>
                <a:moveTo>
                  <a:pt x="435" y="309"/>
                </a:moveTo>
                <a:lnTo>
                  <a:pt x="442" y="309"/>
                </a:lnTo>
                <a:lnTo>
                  <a:pt x="442" y="302"/>
                </a:lnTo>
                <a:lnTo>
                  <a:pt x="435" y="302"/>
                </a:lnTo>
                <a:lnTo>
                  <a:pt x="435" y="309"/>
                </a:lnTo>
                <a:close/>
                <a:moveTo>
                  <a:pt x="452" y="309"/>
                </a:moveTo>
                <a:lnTo>
                  <a:pt x="459" y="309"/>
                </a:lnTo>
                <a:lnTo>
                  <a:pt x="459" y="302"/>
                </a:lnTo>
                <a:lnTo>
                  <a:pt x="452" y="302"/>
                </a:lnTo>
                <a:lnTo>
                  <a:pt x="452" y="309"/>
                </a:lnTo>
                <a:close/>
                <a:moveTo>
                  <a:pt x="469" y="309"/>
                </a:moveTo>
                <a:lnTo>
                  <a:pt x="476" y="309"/>
                </a:lnTo>
                <a:lnTo>
                  <a:pt x="476" y="302"/>
                </a:lnTo>
                <a:lnTo>
                  <a:pt x="469" y="302"/>
                </a:lnTo>
                <a:lnTo>
                  <a:pt x="469" y="309"/>
                </a:lnTo>
                <a:close/>
                <a:moveTo>
                  <a:pt x="485" y="309"/>
                </a:moveTo>
                <a:lnTo>
                  <a:pt x="492" y="309"/>
                </a:lnTo>
                <a:lnTo>
                  <a:pt x="492" y="302"/>
                </a:lnTo>
                <a:lnTo>
                  <a:pt x="485" y="302"/>
                </a:lnTo>
                <a:lnTo>
                  <a:pt x="485" y="309"/>
                </a:lnTo>
                <a:close/>
                <a:moveTo>
                  <a:pt x="502" y="309"/>
                </a:moveTo>
                <a:lnTo>
                  <a:pt x="509" y="309"/>
                </a:lnTo>
                <a:lnTo>
                  <a:pt x="509" y="302"/>
                </a:lnTo>
                <a:lnTo>
                  <a:pt x="502" y="302"/>
                </a:lnTo>
                <a:lnTo>
                  <a:pt x="502" y="309"/>
                </a:lnTo>
                <a:close/>
                <a:moveTo>
                  <a:pt x="518" y="309"/>
                </a:moveTo>
                <a:lnTo>
                  <a:pt x="525" y="309"/>
                </a:lnTo>
                <a:lnTo>
                  <a:pt x="525" y="302"/>
                </a:lnTo>
                <a:lnTo>
                  <a:pt x="518" y="302"/>
                </a:lnTo>
                <a:lnTo>
                  <a:pt x="518" y="309"/>
                </a:lnTo>
                <a:close/>
                <a:moveTo>
                  <a:pt x="535" y="309"/>
                </a:moveTo>
                <a:lnTo>
                  <a:pt x="542" y="309"/>
                </a:lnTo>
                <a:lnTo>
                  <a:pt x="542" y="302"/>
                </a:lnTo>
                <a:lnTo>
                  <a:pt x="535" y="302"/>
                </a:lnTo>
                <a:lnTo>
                  <a:pt x="535" y="309"/>
                </a:lnTo>
                <a:close/>
                <a:moveTo>
                  <a:pt x="551" y="309"/>
                </a:moveTo>
                <a:lnTo>
                  <a:pt x="559" y="309"/>
                </a:lnTo>
                <a:lnTo>
                  <a:pt x="559" y="302"/>
                </a:lnTo>
                <a:lnTo>
                  <a:pt x="551" y="302"/>
                </a:lnTo>
                <a:lnTo>
                  <a:pt x="551" y="309"/>
                </a:lnTo>
                <a:close/>
                <a:moveTo>
                  <a:pt x="568" y="309"/>
                </a:moveTo>
                <a:lnTo>
                  <a:pt x="575" y="309"/>
                </a:lnTo>
                <a:lnTo>
                  <a:pt x="575" y="302"/>
                </a:lnTo>
                <a:lnTo>
                  <a:pt x="568" y="302"/>
                </a:lnTo>
                <a:lnTo>
                  <a:pt x="568" y="309"/>
                </a:lnTo>
                <a:close/>
                <a:moveTo>
                  <a:pt x="585" y="309"/>
                </a:moveTo>
                <a:lnTo>
                  <a:pt x="592" y="309"/>
                </a:lnTo>
                <a:lnTo>
                  <a:pt x="592" y="302"/>
                </a:lnTo>
                <a:lnTo>
                  <a:pt x="585" y="302"/>
                </a:lnTo>
                <a:lnTo>
                  <a:pt x="585" y="309"/>
                </a:lnTo>
                <a:close/>
                <a:moveTo>
                  <a:pt x="601" y="309"/>
                </a:moveTo>
                <a:lnTo>
                  <a:pt x="608" y="309"/>
                </a:lnTo>
                <a:lnTo>
                  <a:pt x="608" y="302"/>
                </a:lnTo>
                <a:lnTo>
                  <a:pt x="601" y="302"/>
                </a:lnTo>
                <a:lnTo>
                  <a:pt x="601" y="309"/>
                </a:lnTo>
                <a:close/>
                <a:moveTo>
                  <a:pt x="620" y="309"/>
                </a:moveTo>
                <a:lnTo>
                  <a:pt x="625" y="309"/>
                </a:lnTo>
                <a:lnTo>
                  <a:pt x="625" y="302"/>
                </a:lnTo>
                <a:lnTo>
                  <a:pt x="620" y="302"/>
                </a:lnTo>
                <a:lnTo>
                  <a:pt x="620" y="309"/>
                </a:lnTo>
                <a:close/>
                <a:moveTo>
                  <a:pt x="637" y="309"/>
                </a:moveTo>
                <a:lnTo>
                  <a:pt x="644" y="309"/>
                </a:lnTo>
                <a:lnTo>
                  <a:pt x="644" y="302"/>
                </a:lnTo>
                <a:lnTo>
                  <a:pt x="637" y="302"/>
                </a:lnTo>
                <a:lnTo>
                  <a:pt x="637" y="309"/>
                </a:lnTo>
                <a:close/>
                <a:moveTo>
                  <a:pt x="653" y="309"/>
                </a:moveTo>
                <a:lnTo>
                  <a:pt x="660" y="309"/>
                </a:lnTo>
                <a:lnTo>
                  <a:pt x="660" y="302"/>
                </a:lnTo>
                <a:lnTo>
                  <a:pt x="653" y="302"/>
                </a:lnTo>
                <a:lnTo>
                  <a:pt x="653" y="309"/>
                </a:lnTo>
                <a:close/>
                <a:moveTo>
                  <a:pt x="670" y="309"/>
                </a:moveTo>
                <a:lnTo>
                  <a:pt x="677" y="309"/>
                </a:lnTo>
                <a:lnTo>
                  <a:pt x="677" y="302"/>
                </a:lnTo>
                <a:lnTo>
                  <a:pt x="670" y="302"/>
                </a:lnTo>
                <a:lnTo>
                  <a:pt x="670" y="309"/>
                </a:lnTo>
                <a:close/>
                <a:moveTo>
                  <a:pt x="686" y="309"/>
                </a:moveTo>
                <a:lnTo>
                  <a:pt x="693" y="309"/>
                </a:lnTo>
                <a:lnTo>
                  <a:pt x="693" y="302"/>
                </a:lnTo>
                <a:lnTo>
                  <a:pt x="686" y="302"/>
                </a:lnTo>
                <a:lnTo>
                  <a:pt x="686" y="309"/>
                </a:lnTo>
                <a:close/>
                <a:moveTo>
                  <a:pt x="703" y="309"/>
                </a:moveTo>
                <a:lnTo>
                  <a:pt x="710" y="309"/>
                </a:lnTo>
                <a:lnTo>
                  <a:pt x="710" y="302"/>
                </a:lnTo>
                <a:lnTo>
                  <a:pt x="703" y="302"/>
                </a:lnTo>
                <a:lnTo>
                  <a:pt x="703" y="309"/>
                </a:lnTo>
                <a:close/>
                <a:moveTo>
                  <a:pt x="720" y="309"/>
                </a:moveTo>
                <a:lnTo>
                  <a:pt x="727" y="309"/>
                </a:lnTo>
                <a:lnTo>
                  <a:pt x="727" y="302"/>
                </a:lnTo>
                <a:lnTo>
                  <a:pt x="720" y="302"/>
                </a:lnTo>
                <a:lnTo>
                  <a:pt x="720" y="309"/>
                </a:lnTo>
                <a:close/>
                <a:moveTo>
                  <a:pt x="736" y="309"/>
                </a:moveTo>
                <a:lnTo>
                  <a:pt x="743" y="309"/>
                </a:lnTo>
                <a:lnTo>
                  <a:pt x="743" y="302"/>
                </a:lnTo>
                <a:lnTo>
                  <a:pt x="736" y="302"/>
                </a:lnTo>
                <a:lnTo>
                  <a:pt x="736" y="309"/>
                </a:lnTo>
                <a:close/>
                <a:moveTo>
                  <a:pt x="753" y="309"/>
                </a:moveTo>
                <a:lnTo>
                  <a:pt x="760" y="309"/>
                </a:lnTo>
                <a:lnTo>
                  <a:pt x="760" y="302"/>
                </a:lnTo>
                <a:lnTo>
                  <a:pt x="753" y="302"/>
                </a:lnTo>
                <a:lnTo>
                  <a:pt x="753" y="309"/>
                </a:lnTo>
                <a:close/>
                <a:moveTo>
                  <a:pt x="769" y="309"/>
                </a:moveTo>
                <a:lnTo>
                  <a:pt x="776" y="309"/>
                </a:lnTo>
                <a:lnTo>
                  <a:pt x="776" y="302"/>
                </a:lnTo>
                <a:lnTo>
                  <a:pt x="769" y="302"/>
                </a:lnTo>
                <a:lnTo>
                  <a:pt x="769" y="309"/>
                </a:lnTo>
                <a:close/>
                <a:moveTo>
                  <a:pt x="836" y="309"/>
                </a:moveTo>
                <a:lnTo>
                  <a:pt x="843" y="309"/>
                </a:lnTo>
                <a:lnTo>
                  <a:pt x="843" y="302"/>
                </a:lnTo>
                <a:lnTo>
                  <a:pt x="836" y="302"/>
                </a:lnTo>
                <a:lnTo>
                  <a:pt x="836" y="309"/>
                </a:lnTo>
                <a:close/>
                <a:moveTo>
                  <a:pt x="852" y="309"/>
                </a:moveTo>
                <a:lnTo>
                  <a:pt x="859" y="309"/>
                </a:lnTo>
                <a:lnTo>
                  <a:pt x="859" y="302"/>
                </a:lnTo>
                <a:lnTo>
                  <a:pt x="852" y="302"/>
                </a:lnTo>
                <a:lnTo>
                  <a:pt x="852" y="309"/>
                </a:lnTo>
                <a:close/>
                <a:moveTo>
                  <a:pt x="871" y="309"/>
                </a:moveTo>
                <a:lnTo>
                  <a:pt x="876" y="309"/>
                </a:lnTo>
                <a:lnTo>
                  <a:pt x="876" y="302"/>
                </a:lnTo>
                <a:lnTo>
                  <a:pt x="871" y="302"/>
                </a:lnTo>
                <a:lnTo>
                  <a:pt x="871" y="309"/>
                </a:lnTo>
                <a:close/>
                <a:moveTo>
                  <a:pt x="888" y="309"/>
                </a:moveTo>
                <a:lnTo>
                  <a:pt x="895" y="309"/>
                </a:lnTo>
                <a:lnTo>
                  <a:pt x="895" y="302"/>
                </a:lnTo>
                <a:lnTo>
                  <a:pt x="888" y="302"/>
                </a:lnTo>
                <a:lnTo>
                  <a:pt x="888" y="309"/>
                </a:lnTo>
                <a:close/>
                <a:moveTo>
                  <a:pt x="904" y="309"/>
                </a:moveTo>
                <a:lnTo>
                  <a:pt x="911" y="309"/>
                </a:lnTo>
                <a:lnTo>
                  <a:pt x="911" y="302"/>
                </a:lnTo>
                <a:lnTo>
                  <a:pt x="904" y="302"/>
                </a:lnTo>
                <a:lnTo>
                  <a:pt x="904" y="309"/>
                </a:lnTo>
                <a:close/>
                <a:moveTo>
                  <a:pt x="921" y="309"/>
                </a:moveTo>
                <a:lnTo>
                  <a:pt x="928" y="309"/>
                </a:lnTo>
                <a:lnTo>
                  <a:pt x="928" y="302"/>
                </a:lnTo>
                <a:lnTo>
                  <a:pt x="921" y="302"/>
                </a:lnTo>
                <a:lnTo>
                  <a:pt x="921" y="309"/>
                </a:lnTo>
                <a:close/>
                <a:moveTo>
                  <a:pt x="937" y="309"/>
                </a:moveTo>
                <a:lnTo>
                  <a:pt x="944" y="309"/>
                </a:lnTo>
                <a:lnTo>
                  <a:pt x="944" y="302"/>
                </a:lnTo>
                <a:lnTo>
                  <a:pt x="937" y="302"/>
                </a:lnTo>
                <a:lnTo>
                  <a:pt x="937" y="309"/>
                </a:lnTo>
                <a:close/>
                <a:moveTo>
                  <a:pt x="1004" y="309"/>
                </a:moveTo>
                <a:lnTo>
                  <a:pt x="1011" y="309"/>
                </a:lnTo>
                <a:lnTo>
                  <a:pt x="1011" y="302"/>
                </a:lnTo>
                <a:lnTo>
                  <a:pt x="1004" y="302"/>
                </a:lnTo>
                <a:lnTo>
                  <a:pt x="1004" y="309"/>
                </a:lnTo>
                <a:close/>
                <a:moveTo>
                  <a:pt x="1020" y="309"/>
                </a:moveTo>
                <a:lnTo>
                  <a:pt x="1027" y="309"/>
                </a:lnTo>
                <a:lnTo>
                  <a:pt x="1027" y="302"/>
                </a:lnTo>
                <a:lnTo>
                  <a:pt x="1020" y="302"/>
                </a:lnTo>
                <a:lnTo>
                  <a:pt x="1020" y="309"/>
                </a:lnTo>
                <a:close/>
                <a:moveTo>
                  <a:pt x="1037" y="309"/>
                </a:moveTo>
                <a:lnTo>
                  <a:pt x="1044" y="309"/>
                </a:lnTo>
                <a:lnTo>
                  <a:pt x="1044" y="302"/>
                </a:lnTo>
                <a:lnTo>
                  <a:pt x="1037" y="302"/>
                </a:lnTo>
                <a:lnTo>
                  <a:pt x="1037" y="309"/>
                </a:lnTo>
                <a:close/>
                <a:moveTo>
                  <a:pt x="1053" y="309"/>
                </a:moveTo>
                <a:lnTo>
                  <a:pt x="1061" y="309"/>
                </a:lnTo>
                <a:lnTo>
                  <a:pt x="1061" y="302"/>
                </a:lnTo>
                <a:lnTo>
                  <a:pt x="1053" y="302"/>
                </a:lnTo>
                <a:lnTo>
                  <a:pt x="1053" y="309"/>
                </a:lnTo>
                <a:close/>
                <a:moveTo>
                  <a:pt x="1070" y="309"/>
                </a:moveTo>
                <a:lnTo>
                  <a:pt x="1077" y="309"/>
                </a:lnTo>
                <a:lnTo>
                  <a:pt x="1077" y="302"/>
                </a:lnTo>
                <a:lnTo>
                  <a:pt x="1070" y="302"/>
                </a:lnTo>
                <a:lnTo>
                  <a:pt x="1070" y="309"/>
                </a:lnTo>
                <a:close/>
                <a:moveTo>
                  <a:pt x="1087" y="309"/>
                </a:moveTo>
                <a:lnTo>
                  <a:pt x="1094" y="309"/>
                </a:lnTo>
                <a:lnTo>
                  <a:pt x="1094" y="302"/>
                </a:lnTo>
                <a:lnTo>
                  <a:pt x="1087" y="302"/>
                </a:lnTo>
                <a:lnTo>
                  <a:pt x="1087" y="309"/>
                </a:lnTo>
                <a:close/>
                <a:moveTo>
                  <a:pt x="1103" y="309"/>
                </a:moveTo>
                <a:lnTo>
                  <a:pt x="1110" y="309"/>
                </a:lnTo>
                <a:lnTo>
                  <a:pt x="1110" y="302"/>
                </a:lnTo>
                <a:lnTo>
                  <a:pt x="1103" y="302"/>
                </a:lnTo>
                <a:lnTo>
                  <a:pt x="1103" y="309"/>
                </a:lnTo>
                <a:close/>
                <a:moveTo>
                  <a:pt x="1120" y="309"/>
                </a:moveTo>
                <a:lnTo>
                  <a:pt x="1127" y="309"/>
                </a:lnTo>
                <a:lnTo>
                  <a:pt x="1127" y="302"/>
                </a:lnTo>
                <a:lnTo>
                  <a:pt x="1120" y="302"/>
                </a:lnTo>
                <a:lnTo>
                  <a:pt x="1120" y="309"/>
                </a:lnTo>
                <a:close/>
                <a:moveTo>
                  <a:pt x="1139" y="309"/>
                </a:moveTo>
                <a:lnTo>
                  <a:pt x="1146" y="309"/>
                </a:lnTo>
                <a:lnTo>
                  <a:pt x="1146" y="302"/>
                </a:lnTo>
                <a:lnTo>
                  <a:pt x="1139" y="302"/>
                </a:lnTo>
                <a:lnTo>
                  <a:pt x="1139" y="309"/>
                </a:lnTo>
                <a:close/>
                <a:moveTo>
                  <a:pt x="1155" y="309"/>
                </a:moveTo>
                <a:lnTo>
                  <a:pt x="1162" y="309"/>
                </a:lnTo>
                <a:lnTo>
                  <a:pt x="1162" y="302"/>
                </a:lnTo>
                <a:lnTo>
                  <a:pt x="1155" y="302"/>
                </a:lnTo>
                <a:lnTo>
                  <a:pt x="1155" y="309"/>
                </a:lnTo>
                <a:close/>
                <a:moveTo>
                  <a:pt x="1172" y="309"/>
                </a:moveTo>
                <a:lnTo>
                  <a:pt x="1179" y="309"/>
                </a:lnTo>
                <a:lnTo>
                  <a:pt x="1179" y="302"/>
                </a:lnTo>
                <a:lnTo>
                  <a:pt x="1172" y="302"/>
                </a:lnTo>
                <a:lnTo>
                  <a:pt x="1172" y="309"/>
                </a:lnTo>
                <a:close/>
                <a:moveTo>
                  <a:pt x="1255" y="309"/>
                </a:moveTo>
                <a:lnTo>
                  <a:pt x="1262" y="309"/>
                </a:lnTo>
                <a:lnTo>
                  <a:pt x="1262" y="302"/>
                </a:lnTo>
                <a:lnTo>
                  <a:pt x="1255" y="302"/>
                </a:lnTo>
                <a:lnTo>
                  <a:pt x="1255" y="309"/>
                </a:lnTo>
                <a:close/>
                <a:moveTo>
                  <a:pt x="1271" y="309"/>
                </a:moveTo>
                <a:lnTo>
                  <a:pt x="1278" y="309"/>
                </a:lnTo>
                <a:lnTo>
                  <a:pt x="1278" y="302"/>
                </a:lnTo>
                <a:lnTo>
                  <a:pt x="1271" y="302"/>
                </a:lnTo>
                <a:lnTo>
                  <a:pt x="1271" y="309"/>
                </a:lnTo>
                <a:close/>
                <a:moveTo>
                  <a:pt x="1288" y="309"/>
                </a:moveTo>
                <a:lnTo>
                  <a:pt x="1295" y="309"/>
                </a:lnTo>
                <a:lnTo>
                  <a:pt x="1295" y="302"/>
                </a:lnTo>
                <a:lnTo>
                  <a:pt x="1288" y="302"/>
                </a:lnTo>
                <a:lnTo>
                  <a:pt x="1288" y="309"/>
                </a:lnTo>
                <a:close/>
                <a:moveTo>
                  <a:pt x="1304" y="309"/>
                </a:moveTo>
                <a:lnTo>
                  <a:pt x="1312" y="309"/>
                </a:lnTo>
                <a:lnTo>
                  <a:pt x="1312" y="302"/>
                </a:lnTo>
                <a:lnTo>
                  <a:pt x="1304" y="302"/>
                </a:lnTo>
                <a:lnTo>
                  <a:pt x="1304" y="309"/>
                </a:lnTo>
                <a:close/>
                <a:moveTo>
                  <a:pt x="1321" y="309"/>
                </a:moveTo>
                <a:lnTo>
                  <a:pt x="1328" y="309"/>
                </a:lnTo>
                <a:lnTo>
                  <a:pt x="1328" y="302"/>
                </a:lnTo>
                <a:lnTo>
                  <a:pt x="1321" y="302"/>
                </a:lnTo>
                <a:lnTo>
                  <a:pt x="1321" y="309"/>
                </a:lnTo>
                <a:close/>
                <a:moveTo>
                  <a:pt x="1555" y="309"/>
                </a:moveTo>
                <a:lnTo>
                  <a:pt x="1563" y="309"/>
                </a:lnTo>
                <a:lnTo>
                  <a:pt x="1563" y="302"/>
                </a:lnTo>
                <a:lnTo>
                  <a:pt x="1555" y="302"/>
                </a:lnTo>
                <a:lnTo>
                  <a:pt x="1555" y="309"/>
                </a:lnTo>
                <a:close/>
                <a:moveTo>
                  <a:pt x="1572" y="309"/>
                </a:moveTo>
                <a:lnTo>
                  <a:pt x="1579" y="309"/>
                </a:lnTo>
                <a:lnTo>
                  <a:pt x="1579" y="302"/>
                </a:lnTo>
                <a:lnTo>
                  <a:pt x="1572" y="302"/>
                </a:lnTo>
                <a:lnTo>
                  <a:pt x="1572" y="309"/>
                </a:lnTo>
                <a:close/>
                <a:moveTo>
                  <a:pt x="1589" y="309"/>
                </a:moveTo>
                <a:lnTo>
                  <a:pt x="1596" y="309"/>
                </a:lnTo>
                <a:lnTo>
                  <a:pt x="1596" y="302"/>
                </a:lnTo>
                <a:lnTo>
                  <a:pt x="1589" y="302"/>
                </a:lnTo>
                <a:lnTo>
                  <a:pt x="1589" y="309"/>
                </a:lnTo>
                <a:close/>
                <a:moveTo>
                  <a:pt x="1605" y="309"/>
                </a:moveTo>
                <a:lnTo>
                  <a:pt x="1612" y="309"/>
                </a:lnTo>
                <a:lnTo>
                  <a:pt x="1612" y="302"/>
                </a:lnTo>
                <a:lnTo>
                  <a:pt x="1605" y="302"/>
                </a:lnTo>
                <a:lnTo>
                  <a:pt x="1605" y="309"/>
                </a:lnTo>
                <a:close/>
                <a:moveTo>
                  <a:pt x="1622" y="309"/>
                </a:moveTo>
                <a:lnTo>
                  <a:pt x="1629" y="309"/>
                </a:lnTo>
                <a:lnTo>
                  <a:pt x="1629" y="302"/>
                </a:lnTo>
                <a:lnTo>
                  <a:pt x="1622" y="302"/>
                </a:lnTo>
                <a:lnTo>
                  <a:pt x="1622" y="309"/>
                </a:lnTo>
                <a:close/>
                <a:moveTo>
                  <a:pt x="1638" y="309"/>
                </a:moveTo>
                <a:lnTo>
                  <a:pt x="1645" y="309"/>
                </a:lnTo>
                <a:lnTo>
                  <a:pt x="1645" y="302"/>
                </a:lnTo>
                <a:lnTo>
                  <a:pt x="1638" y="302"/>
                </a:lnTo>
                <a:lnTo>
                  <a:pt x="1638" y="309"/>
                </a:lnTo>
                <a:close/>
                <a:moveTo>
                  <a:pt x="1657" y="309"/>
                </a:moveTo>
                <a:lnTo>
                  <a:pt x="1664" y="309"/>
                </a:lnTo>
                <a:lnTo>
                  <a:pt x="1664" y="302"/>
                </a:lnTo>
                <a:lnTo>
                  <a:pt x="1657" y="302"/>
                </a:lnTo>
                <a:lnTo>
                  <a:pt x="1657" y="309"/>
                </a:lnTo>
                <a:close/>
                <a:moveTo>
                  <a:pt x="1674" y="309"/>
                </a:moveTo>
                <a:lnTo>
                  <a:pt x="1681" y="309"/>
                </a:lnTo>
                <a:lnTo>
                  <a:pt x="1681" y="302"/>
                </a:lnTo>
                <a:lnTo>
                  <a:pt x="1674" y="302"/>
                </a:lnTo>
                <a:lnTo>
                  <a:pt x="1674" y="309"/>
                </a:lnTo>
                <a:close/>
                <a:moveTo>
                  <a:pt x="1690" y="309"/>
                </a:moveTo>
                <a:lnTo>
                  <a:pt x="1698" y="309"/>
                </a:lnTo>
                <a:lnTo>
                  <a:pt x="1698" y="302"/>
                </a:lnTo>
                <a:lnTo>
                  <a:pt x="1690" y="302"/>
                </a:lnTo>
                <a:lnTo>
                  <a:pt x="1690" y="309"/>
                </a:lnTo>
                <a:close/>
                <a:moveTo>
                  <a:pt x="1707" y="309"/>
                </a:moveTo>
                <a:lnTo>
                  <a:pt x="1714" y="309"/>
                </a:lnTo>
                <a:lnTo>
                  <a:pt x="1714" y="302"/>
                </a:lnTo>
                <a:lnTo>
                  <a:pt x="1707" y="302"/>
                </a:lnTo>
                <a:lnTo>
                  <a:pt x="1707" y="309"/>
                </a:lnTo>
                <a:close/>
                <a:moveTo>
                  <a:pt x="1724" y="309"/>
                </a:moveTo>
                <a:lnTo>
                  <a:pt x="1731" y="309"/>
                </a:lnTo>
                <a:lnTo>
                  <a:pt x="1731" y="302"/>
                </a:lnTo>
                <a:lnTo>
                  <a:pt x="1724" y="302"/>
                </a:lnTo>
                <a:lnTo>
                  <a:pt x="1724" y="309"/>
                </a:lnTo>
                <a:close/>
                <a:moveTo>
                  <a:pt x="1740" y="309"/>
                </a:moveTo>
                <a:lnTo>
                  <a:pt x="1747" y="309"/>
                </a:lnTo>
                <a:lnTo>
                  <a:pt x="1747" y="302"/>
                </a:lnTo>
                <a:lnTo>
                  <a:pt x="1740" y="302"/>
                </a:lnTo>
                <a:lnTo>
                  <a:pt x="1740" y="309"/>
                </a:lnTo>
                <a:close/>
                <a:moveTo>
                  <a:pt x="1757" y="309"/>
                </a:moveTo>
                <a:lnTo>
                  <a:pt x="1764" y="309"/>
                </a:lnTo>
                <a:lnTo>
                  <a:pt x="1764" y="302"/>
                </a:lnTo>
                <a:lnTo>
                  <a:pt x="1757" y="302"/>
                </a:lnTo>
                <a:lnTo>
                  <a:pt x="1757" y="309"/>
                </a:lnTo>
                <a:close/>
                <a:moveTo>
                  <a:pt x="1773" y="309"/>
                </a:moveTo>
                <a:lnTo>
                  <a:pt x="1780" y="309"/>
                </a:lnTo>
                <a:lnTo>
                  <a:pt x="1780" y="302"/>
                </a:lnTo>
                <a:lnTo>
                  <a:pt x="1773" y="302"/>
                </a:lnTo>
                <a:lnTo>
                  <a:pt x="1773" y="309"/>
                </a:lnTo>
                <a:close/>
                <a:moveTo>
                  <a:pt x="1790" y="309"/>
                </a:moveTo>
                <a:lnTo>
                  <a:pt x="1797" y="309"/>
                </a:lnTo>
                <a:lnTo>
                  <a:pt x="1797" y="302"/>
                </a:lnTo>
                <a:lnTo>
                  <a:pt x="1790" y="302"/>
                </a:lnTo>
                <a:lnTo>
                  <a:pt x="1790" y="309"/>
                </a:lnTo>
                <a:close/>
                <a:moveTo>
                  <a:pt x="1806" y="309"/>
                </a:moveTo>
                <a:lnTo>
                  <a:pt x="1814" y="309"/>
                </a:lnTo>
                <a:lnTo>
                  <a:pt x="1814" y="302"/>
                </a:lnTo>
                <a:lnTo>
                  <a:pt x="1806" y="302"/>
                </a:lnTo>
                <a:lnTo>
                  <a:pt x="1806" y="309"/>
                </a:lnTo>
                <a:close/>
                <a:moveTo>
                  <a:pt x="1823" y="309"/>
                </a:moveTo>
                <a:lnTo>
                  <a:pt x="1830" y="309"/>
                </a:lnTo>
                <a:lnTo>
                  <a:pt x="1830" y="302"/>
                </a:lnTo>
                <a:lnTo>
                  <a:pt x="1823" y="302"/>
                </a:lnTo>
                <a:lnTo>
                  <a:pt x="1823" y="309"/>
                </a:lnTo>
                <a:close/>
                <a:moveTo>
                  <a:pt x="1840" y="309"/>
                </a:moveTo>
                <a:lnTo>
                  <a:pt x="1847" y="309"/>
                </a:lnTo>
                <a:lnTo>
                  <a:pt x="1847" y="302"/>
                </a:lnTo>
                <a:lnTo>
                  <a:pt x="1840" y="302"/>
                </a:lnTo>
                <a:lnTo>
                  <a:pt x="1840" y="309"/>
                </a:lnTo>
                <a:close/>
                <a:moveTo>
                  <a:pt x="1856" y="309"/>
                </a:moveTo>
                <a:lnTo>
                  <a:pt x="1863" y="309"/>
                </a:lnTo>
                <a:lnTo>
                  <a:pt x="1863" y="302"/>
                </a:lnTo>
                <a:lnTo>
                  <a:pt x="1856" y="302"/>
                </a:lnTo>
                <a:lnTo>
                  <a:pt x="1856" y="309"/>
                </a:lnTo>
                <a:close/>
                <a:moveTo>
                  <a:pt x="1873" y="309"/>
                </a:moveTo>
                <a:lnTo>
                  <a:pt x="1880" y="309"/>
                </a:lnTo>
                <a:lnTo>
                  <a:pt x="1880" y="302"/>
                </a:lnTo>
                <a:lnTo>
                  <a:pt x="1873" y="302"/>
                </a:lnTo>
                <a:lnTo>
                  <a:pt x="1873" y="309"/>
                </a:lnTo>
                <a:close/>
                <a:moveTo>
                  <a:pt x="1889" y="309"/>
                </a:moveTo>
                <a:lnTo>
                  <a:pt x="1896" y="309"/>
                </a:lnTo>
                <a:lnTo>
                  <a:pt x="1896" y="302"/>
                </a:lnTo>
                <a:lnTo>
                  <a:pt x="1889" y="302"/>
                </a:lnTo>
                <a:lnTo>
                  <a:pt x="1889" y="309"/>
                </a:lnTo>
                <a:close/>
                <a:moveTo>
                  <a:pt x="1908" y="309"/>
                </a:moveTo>
                <a:lnTo>
                  <a:pt x="1915" y="309"/>
                </a:lnTo>
                <a:lnTo>
                  <a:pt x="1915" y="302"/>
                </a:lnTo>
                <a:lnTo>
                  <a:pt x="1908" y="302"/>
                </a:lnTo>
                <a:lnTo>
                  <a:pt x="1908" y="309"/>
                </a:lnTo>
                <a:close/>
                <a:moveTo>
                  <a:pt x="1925" y="309"/>
                </a:moveTo>
                <a:lnTo>
                  <a:pt x="1932" y="309"/>
                </a:lnTo>
                <a:lnTo>
                  <a:pt x="1932" y="302"/>
                </a:lnTo>
                <a:lnTo>
                  <a:pt x="1925" y="302"/>
                </a:lnTo>
                <a:lnTo>
                  <a:pt x="1925" y="309"/>
                </a:lnTo>
                <a:close/>
                <a:moveTo>
                  <a:pt x="1941" y="309"/>
                </a:moveTo>
                <a:lnTo>
                  <a:pt x="1949" y="309"/>
                </a:lnTo>
                <a:lnTo>
                  <a:pt x="1949" y="302"/>
                </a:lnTo>
                <a:lnTo>
                  <a:pt x="1941" y="302"/>
                </a:lnTo>
                <a:lnTo>
                  <a:pt x="1941" y="309"/>
                </a:lnTo>
                <a:close/>
                <a:moveTo>
                  <a:pt x="1958" y="309"/>
                </a:moveTo>
                <a:lnTo>
                  <a:pt x="1965" y="309"/>
                </a:lnTo>
                <a:lnTo>
                  <a:pt x="1965" y="302"/>
                </a:lnTo>
                <a:lnTo>
                  <a:pt x="1958" y="302"/>
                </a:lnTo>
                <a:lnTo>
                  <a:pt x="1958" y="309"/>
                </a:lnTo>
                <a:close/>
                <a:moveTo>
                  <a:pt x="1975" y="309"/>
                </a:moveTo>
                <a:lnTo>
                  <a:pt x="1982" y="309"/>
                </a:lnTo>
                <a:lnTo>
                  <a:pt x="1982" y="302"/>
                </a:lnTo>
                <a:lnTo>
                  <a:pt x="1975" y="302"/>
                </a:lnTo>
                <a:lnTo>
                  <a:pt x="1975" y="309"/>
                </a:lnTo>
                <a:close/>
                <a:moveTo>
                  <a:pt x="1991" y="309"/>
                </a:moveTo>
                <a:lnTo>
                  <a:pt x="1998" y="309"/>
                </a:lnTo>
                <a:lnTo>
                  <a:pt x="1998" y="302"/>
                </a:lnTo>
                <a:lnTo>
                  <a:pt x="1991" y="302"/>
                </a:lnTo>
                <a:lnTo>
                  <a:pt x="1991" y="309"/>
                </a:lnTo>
                <a:close/>
                <a:moveTo>
                  <a:pt x="2008" y="309"/>
                </a:moveTo>
                <a:lnTo>
                  <a:pt x="2015" y="309"/>
                </a:lnTo>
                <a:lnTo>
                  <a:pt x="2015" y="302"/>
                </a:lnTo>
                <a:lnTo>
                  <a:pt x="2008" y="302"/>
                </a:lnTo>
                <a:lnTo>
                  <a:pt x="2008" y="309"/>
                </a:lnTo>
                <a:close/>
                <a:moveTo>
                  <a:pt x="2024" y="309"/>
                </a:moveTo>
                <a:lnTo>
                  <a:pt x="2031" y="309"/>
                </a:lnTo>
                <a:lnTo>
                  <a:pt x="2031" y="302"/>
                </a:lnTo>
                <a:lnTo>
                  <a:pt x="2024" y="302"/>
                </a:lnTo>
                <a:lnTo>
                  <a:pt x="2024" y="309"/>
                </a:lnTo>
                <a:close/>
                <a:moveTo>
                  <a:pt x="2041" y="309"/>
                </a:moveTo>
                <a:lnTo>
                  <a:pt x="2048" y="309"/>
                </a:lnTo>
                <a:lnTo>
                  <a:pt x="2048" y="302"/>
                </a:lnTo>
                <a:lnTo>
                  <a:pt x="2041" y="302"/>
                </a:lnTo>
                <a:lnTo>
                  <a:pt x="2041" y="309"/>
                </a:lnTo>
                <a:close/>
                <a:moveTo>
                  <a:pt x="2057" y="309"/>
                </a:moveTo>
                <a:lnTo>
                  <a:pt x="2065" y="309"/>
                </a:lnTo>
                <a:lnTo>
                  <a:pt x="2065" y="302"/>
                </a:lnTo>
                <a:lnTo>
                  <a:pt x="2057" y="302"/>
                </a:lnTo>
                <a:lnTo>
                  <a:pt x="2057" y="309"/>
                </a:lnTo>
                <a:close/>
                <a:moveTo>
                  <a:pt x="2074" y="309"/>
                </a:moveTo>
                <a:lnTo>
                  <a:pt x="2081" y="309"/>
                </a:lnTo>
                <a:lnTo>
                  <a:pt x="2081" y="302"/>
                </a:lnTo>
                <a:lnTo>
                  <a:pt x="2074" y="302"/>
                </a:lnTo>
                <a:lnTo>
                  <a:pt x="2074" y="309"/>
                </a:lnTo>
                <a:close/>
                <a:moveTo>
                  <a:pt x="2091" y="309"/>
                </a:moveTo>
                <a:lnTo>
                  <a:pt x="2098" y="309"/>
                </a:lnTo>
                <a:lnTo>
                  <a:pt x="2098" y="302"/>
                </a:lnTo>
                <a:lnTo>
                  <a:pt x="2091" y="302"/>
                </a:lnTo>
                <a:lnTo>
                  <a:pt x="2091" y="309"/>
                </a:lnTo>
                <a:close/>
                <a:moveTo>
                  <a:pt x="2107" y="309"/>
                </a:moveTo>
                <a:lnTo>
                  <a:pt x="2114" y="309"/>
                </a:lnTo>
                <a:lnTo>
                  <a:pt x="2114" y="302"/>
                </a:lnTo>
                <a:lnTo>
                  <a:pt x="2107" y="302"/>
                </a:lnTo>
                <a:lnTo>
                  <a:pt x="2107" y="309"/>
                </a:lnTo>
                <a:close/>
                <a:moveTo>
                  <a:pt x="2124" y="309"/>
                </a:moveTo>
                <a:lnTo>
                  <a:pt x="2131" y="309"/>
                </a:lnTo>
                <a:lnTo>
                  <a:pt x="2131" y="302"/>
                </a:lnTo>
                <a:lnTo>
                  <a:pt x="2124" y="302"/>
                </a:lnTo>
                <a:lnTo>
                  <a:pt x="2124" y="309"/>
                </a:lnTo>
                <a:close/>
                <a:moveTo>
                  <a:pt x="2140" y="309"/>
                </a:moveTo>
                <a:lnTo>
                  <a:pt x="2147" y="309"/>
                </a:lnTo>
                <a:lnTo>
                  <a:pt x="2147" y="302"/>
                </a:lnTo>
                <a:lnTo>
                  <a:pt x="2140" y="302"/>
                </a:lnTo>
                <a:lnTo>
                  <a:pt x="2140" y="309"/>
                </a:lnTo>
                <a:close/>
                <a:moveTo>
                  <a:pt x="2159" y="309"/>
                </a:moveTo>
                <a:lnTo>
                  <a:pt x="2164" y="309"/>
                </a:lnTo>
                <a:lnTo>
                  <a:pt x="2164" y="302"/>
                </a:lnTo>
                <a:lnTo>
                  <a:pt x="2159" y="302"/>
                </a:lnTo>
                <a:lnTo>
                  <a:pt x="2159" y="309"/>
                </a:lnTo>
                <a:close/>
                <a:moveTo>
                  <a:pt x="2176" y="309"/>
                </a:moveTo>
                <a:lnTo>
                  <a:pt x="2183" y="309"/>
                </a:lnTo>
                <a:lnTo>
                  <a:pt x="2183" y="302"/>
                </a:lnTo>
                <a:lnTo>
                  <a:pt x="2176" y="302"/>
                </a:lnTo>
                <a:lnTo>
                  <a:pt x="2176" y="309"/>
                </a:lnTo>
                <a:close/>
                <a:moveTo>
                  <a:pt x="2192" y="309"/>
                </a:moveTo>
                <a:lnTo>
                  <a:pt x="2200" y="309"/>
                </a:lnTo>
                <a:lnTo>
                  <a:pt x="2200" y="302"/>
                </a:lnTo>
                <a:lnTo>
                  <a:pt x="2192" y="302"/>
                </a:lnTo>
                <a:lnTo>
                  <a:pt x="2192" y="309"/>
                </a:lnTo>
                <a:close/>
                <a:moveTo>
                  <a:pt x="2209" y="309"/>
                </a:moveTo>
                <a:lnTo>
                  <a:pt x="2216" y="309"/>
                </a:lnTo>
                <a:lnTo>
                  <a:pt x="2216" y="302"/>
                </a:lnTo>
                <a:lnTo>
                  <a:pt x="2209" y="302"/>
                </a:lnTo>
                <a:lnTo>
                  <a:pt x="2209" y="309"/>
                </a:lnTo>
                <a:close/>
                <a:moveTo>
                  <a:pt x="2226" y="309"/>
                </a:moveTo>
                <a:lnTo>
                  <a:pt x="2233" y="309"/>
                </a:lnTo>
                <a:lnTo>
                  <a:pt x="2233" y="302"/>
                </a:lnTo>
                <a:lnTo>
                  <a:pt x="2226" y="302"/>
                </a:lnTo>
                <a:lnTo>
                  <a:pt x="2226" y="309"/>
                </a:lnTo>
                <a:close/>
                <a:moveTo>
                  <a:pt x="2242" y="309"/>
                </a:moveTo>
                <a:lnTo>
                  <a:pt x="2249" y="309"/>
                </a:lnTo>
                <a:lnTo>
                  <a:pt x="2249" y="302"/>
                </a:lnTo>
                <a:lnTo>
                  <a:pt x="2242" y="302"/>
                </a:lnTo>
                <a:lnTo>
                  <a:pt x="2242" y="309"/>
                </a:lnTo>
                <a:close/>
                <a:moveTo>
                  <a:pt x="2259" y="309"/>
                </a:moveTo>
                <a:lnTo>
                  <a:pt x="2266" y="309"/>
                </a:lnTo>
                <a:lnTo>
                  <a:pt x="2266" y="302"/>
                </a:lnTo>
                <a:lnTo>
                  <a:pt x="2259" y="302"/>
                </a:lnTo>
                <a:lnTo>
                  <a:pt x="2259" y="309"/>
                </a:lnTo>
                <a:close/>
                <a:moveTo>
                  <a:pt x="2275" y="309"/>
                </a:moveTo>
                <a:lnTo>
                  <a:pt x="2282" y="309"/>
                </a:lnTo>
                <a:lnTo>
                  <a:pt x="2282" y="302"/>
                </a:lnTo>
                <a:lnTo>
                  <a:pt x="2275" y="302"/>
                </a:lnTo>
                <a:lnTo>
                  <a:pt x="2275" y="309"/>
                </a:lnTo>
                <a:close/>
                <a:moveTo>
                  <a:pt x="2292" y="309"/>
                </a:moveTo>
                <a:lnTo>
                  <a:pt x="2299" y="309"/>
                </a:lnTo>
                <a:lnTo>
                  <a:pt x="2299" y="302"/>
                </a:lnTo>
                <a:lnTo>
                  <a:pt x="2292" y="302"/>
                </a:lnTo>
                <a:lnTo>
                  <a:pt x="2292" y="309"/>
                </a:lnTo>
                <a:close/>
                <a:moveTo>
                  <a:pt x="2308" y="309"/>
                </a:moveTo>
                <a:lnTo>
                  <a:pt x="2316" y="309"/>
                </a:lnTo>
                <a:lnTo>
                  <a:pt x="2316" y="302"/>
                </a:lnTo>
                <a:lnTo>
                  <a:pt x="2308" y="302"/>
                </a:lnTo>
                <a:lnTo>
                  <a:pt x="2308" y="309"/>
                </a:lnTo>
                <a:close/>
                <a:moveTo>
                  <a:pt x="2325" y="309"/>
                </a:moveTo>
                <a:lnTo>
                  <a:pt x="2332" y="309"/>
                </a:lnTo>
                <a:lnTo>
                  <a:pt x="2332" y="302"/>
                </a:lnTo>
                <a:lnTo>
                  <a:pt x="2325" y="302"/>
                </a:lnTo>
                <a:lnTo>
                  <a:pt x="2325" y="309"/>
                </a:lnTo>
                <a:close/>
                <a:moveTo>
                  <a:pt x="2342" y="309"/>
                </a:moveTo>
                <a:lnTo>
                  <a:pt x="2349" y="309"/>
                </a:lnTo>
                <a:lnTo>
                  <a:pt x="2349" y="302"/>
                </a:lnTo>
                <a:lnTo>
                  <a:pt x="2342" y="302"/>
                </a:lnTo>
                <a:lnTo>
                  <a:pt x="2342" y="309"/>
                </a:lnTo>
                <a:close/>
                <a:moveTo>
                  <a:pt x="2358" y="309"/>
                </a:moveTo>
                <a:lnTo>
                  <a:pt x="2365" y="309"/>
                </a:lnTo>
                <a:lnTo>
                  <a:pt x="2365" y="302"/>
                </a:lnTo>
                <a:lnTo>
                  <a:pt x="2358" y="302"/>
                </a:lnTo>
                <a:lnTo>
                  <a:pt x="2358" y="309"/>
                </a:lnTo>
                <a:close/>
                <a:moveTo>
                  <a:pt x="2375" y="309"/>
                </a:moveTo>
                <a:lnTo>
                  <a:pt x="2382" y="309"/>
                </a:lnTo>
                <a:lnTo>
                  <a:pt x="2382" y="302"/>
                </a:lnTo>
                <a:lnTo>
                  <a:pt x="2375" y="302"/>
                </a:lnTo>
                <a:lnTo>
                  <a:pt x="2375" y="309"/>
                </a:lnTo>
                <a:close/>
                <a:moveTo>
                  <a:pt x="2391" y="309"/>
                </a:moveTo>
                <a:lnTo>
                  <a:pt x="2398" y="309"/>
                </a:lnTo>
                <a:lnTo>
                  <a:pt x="2398" y="302"/>
                </a:lnTo>
                <a:lnTo>
                  <a:pt x="2391" y="302"/>
                </a:lnTo>
                <a:lnTo>
                  <a:pt x="2391" y="309"/>
                </a:lnTo>
                <a:close/>
                <a:moveTo>
                  <a:pt x="2408" y="309"/>
                </a:moveTo>
                <a:lnTo>
                  <a:pt x="2415" y="309"/>
                </a:lnTo>
                <a:lnTo>
                  <a:pt x="2415" y="302"/>
                </a:lnTo>
                <a:lnTo>
                  <a:pt x="2408" y="302"/>
                </a:lnTo>
                <a:lnTo>
                  <a:pt x="2408" y="309"/>
                </a:lnTo>
                <a:close/>
                <a:moveTo>
                  <a:pt x="2427" y="309"/>
                </a:moveTo>
                <a:lnTo>
                  <a:pt x="2434" y="309"/>
                </a:lnTo>
                <a:lnTo>
                  <a:pt x="2434" y="302"/>
                </a:lnTo>
                <a:lnTo>
                  <a:pt x="2427" y="302"/>
                </a:lnTo>
                <a:lnTo>
                  <a:pt x="2427" y="309"/>
                </a:lnTo>
                <a:close/>
                <a:moveTo>
                  <a:pt x="2443" y="309"/>
                </a:moveTo>
                <a:lnTo>
                  <a:pt x="2451" y="309"/>
                </a:lnTo>
                <a:lnTo>
                  <a:pt x="2451" y="302"/>
                </a:lnTo>
                <a:lnTo>
                  <a:pt x="2443" y="302"/>
                </a:lnTo>
                <a:lnTo>
                  <a:pt x="2443" y="309"/>
                </a:lnTo>
                <a:close/>
                <a:moveTo>
                  <a:pt x="2460" y="309"/>
                </a:moveTo>
                <a:lnTo>
                  <a:pt x="2467" y="309"/>
                </a:lnTo>
                <a:lnTo>
                  <a:pt x="2467" y="302"/>
                </a:lnTo>
                <a:lnTo>
                  <a:pt x="2460" y="302"/>
                </a:lnTo>
                <a:lnTo>
                  <a:pt x="2460" y="309"/>
                </a:lnTo>
                <a:close/>
                <a:moveTo>
                  <a:pt x="2477" y="309"/>
                </a:moveTo>
                <a:lnTo>
                  <a:pt x="2484" y="309"/>
                </a:lnTo>
                <a:lnTo>
                  <a:pt x="2484" y="302"/>
                </a:lnTo>
                <a:lnTo>
                  <a:pt x="2477" y="302"/>
                </a:lnTo>
                <a:lnTo>
                  <a:pt x="2477" y="309"/>
                </a:lnTo>
                <a:close/>
                <a:moveTo>
                  <a:pt x="2493" y="309"/>
                </a:moveTo>
                <a:lnTo>
                  <a:pt x="2500" y="309"/>
                </a:lnTo>
                <a:lnTo>
                  <a:pt x="2500" y="302"/>
                </a:lnTo>
                <a:lnTo>
                  <a:pt x="2493" y="302"/>
                </a:lnTo>
                <a:lnTo>
                  <a:pt x="2493" y="309"/>
                </a:lnTo>
                <a:close/>
                <a:moveTo>
                  <a:pt x="2510" y="309"/>
                </a:moveTo>
                <a:lnTo>
                  <a:pt x="2517" y="309"/>
                </a:lnTo>
                <a:lnTo>
                  <a:pt x="2517" y="302"/>
                </a:lnTo>
                <a:lnTo>
                  <a:pt x="2510" y="302"/>
                </a:lnTo>
                <a:lnTo>
                  <a:pt x="2510" y="309"/>
                </a:lnTo>
                <a:close/>
                <a:moveTo>
                  <a:pt x="2526" y="309"/>
                </a:moveTo>
                <a:lnTo>
                  <a:pt x="2533" y="309"/>
                </a:lnTo>
                <a:lnTo>
                  <a:pt x="2533" y="302"/>
                </a:lnTo>
                <a:lnTo>
                  <a:pt x="2526" y="302"/>
                </a:lnTo>
                <a:lnTo>
                  <a:pt x="2526" y="309"/>
                </a:lnTo>
                <a:close/>
                <a:moveTo>
                  <a:pt x="2543" y="309"/>
                </a:moveTo>
                <a:lnTo>
                  <a:pt x="2550" y="309"/>
                </a:lnTo>
                <a:lnTo>
                  <a:pt x="2550" y="302"/>
                </a:lnTo>
                <a:lnTo>
                  <a:pt x="2543" y="302"/>
                </a:lnTo>
                <a:lnTo>
                  <a:pt x="2543" y="309"/>
                </a:lnTo>
                <a:close/>
                <a:moveTo>
                  <a:pt x="2560" y="309"/>
                </a:moveTo>
                <a:lnTo>
                  <a:pt x="2567" y="309"/>
                </a:lnTo>
                <a:lnTo>
                  <a:pt x="2567" y="302"/>
                </a:lnTo>
                <a:lnTo>
                  <a:pt x="2560" y="302"/>
                </a:lnTo>
                <a:lnTo>
                  <a:pt x="2560" y="309"/>
                </a:lnTo>
                <a:close/>
                <a:moveTo>
                  <a:pt x="2576" y="309"/>
                </a:moveTo>
                <a:lnTo>
                  <a:pt x="2583" y="309"/>
                </a:lnTo>
                <a:lnTo>
                  <a:pt x="2583" y="302"/>
                </a:lnTo>
                <a:lnTo>
                  <a:pt x="2576" y="302"/>
                </a:lnTo>
                <a:lnTo>
                  <a:pt x="2576" y="309"/>
                </a:lnTo>
                <a:close/>
                <a:moveTo>
                  <a:pt x="2593" y="309"/>
                </a:moveTo>
                <a:lnTo>
                  <a:pt x="2600" y="309"/>
                </a:lnTo>
                <a:lnTo>
                  <a:pt x="2600" y="302"/>
                </a:lnTo>
                <a:lnTo>
                  <a:pt x="2593" y="302"/>
                </a:lnTo>
                <a:lnTo>
                  <a:pt x="2593" y="309"/>
                </a:lnTo>
                <a:close/>
                <a:moveTo>
                  <a:pt x="2609" y="309"/>
                </a:moveTo>
                <a:lnTo>
                  <a:pt x="2616" y="309"/>
                </a:lnTo>
                <a:lnTo>
                  <a:pt x="2616" y="302"/>
                </a:lnTo>
                <a:lnTo>
                  <a:pt x="2609" y="302"/>
                </a:lnTo>
                <a:lnTo>
                  <a:pt x="2609" y="309"/>
                </a:lnTo>
                <a:close/>
                <a:moveTo>
                  <a:pt x="2626" y="309"/>
                </a:moveTo>
                <a:lnTo>
                  <a:pt x="2633" y="309"/>
                </a:lnTo>
                <a:lnTo>
                  <a:pt x="2633" y="302"/>
                </a:lnTo>
                <a:lnTo>
                  <a:pt x="2626" y="302"/>
                </a:lnTo>
                <a:lnTo>
                  <a:pt x="2626" y="309"/>
                </a:lnTo>
                <a:close/>
                <a:moveTo>
                  <a:pt x="2642" y="309"/>
                </a:moveTo>
                <a:lnTo>
                  <a:pt x="2649" y="309"/>
                </a:lnTo>
                <a:lnTo>
                  <a:pt x="2649" y="302"/>
                </a:lnTo>
                <a:lnTo>
                  <a:pt x="2642" y="302"/>
                </a:lnTo>
                <a:lnTo>
                  <a:pt x="2642" y="309"/>
                </a:lnTo>
                <a:close/>
                <a:moveTo>
                  <a:pt x="2659" y="309"/>
                </a:moveTo>
                <a:lnTo>
                  <a:pt x="2666" y="309"/>
                </a:lnTo>
                <a:lnTo>
                  <a:pt x="2666" y="302"/>
                </a:lnTo>
                <a:lnTo>
                  <a:pt x="2659" y="302"/>
                </a:lnTo>
                <a:lnTo>
                  <a:pt x="2659" y="309"/>
                </a:lnTo>
                <a:close/>
                <a:moveTo>
                  <a:pt x="2678" y="309"/>
                </a:moveTo>
                <a:lnTo>
                  <a:pt x="2683" y="309"/>
                </a:lnTo>
                <a:lnTo>
                  <a:pt x="2683" y="302"/>
                </a:lnTo>
                <a:lnTo>
                  <a:pt x="2678" y="302"/>
                </a:lnTo>
                <a:lnTo>
                  <a:pt x="2678" y="309"/>
                </a:lnTo>
                <a:close/>
                <a:moveTo>
                  <a:pt x="2694" y="309"/>
                </a:moveTo>
                <a:lnTo>
                  <a:pt x="2702" y="309"/>
                </a:lnTo>
                <a:lnTo>
                  <a:pt x="2702" y="302"/>
                </a:lnTo>
                <a:lnTo>
                  <a:pt x="2694" y="302"/>
                </a:lnTo>
                <a:lnTo>
                  <a:pt x="2694" y="309"/>
                </a:lnTo>
                <a:close/>
                <a:moveTo>
                  <a:pt x="2711" y="309"/>
                </a:moveTo>
                <a:lnTo>
                  <a:pt x="2718" y="309"/>
                </a:lnTo>
                <a:lnTo>
                  <a:pt x="2718" y="302"/>
                </a:lnTo>
                <a:lnTo>
                  <a:pt x="2711" y="302"/>
                </a:lnTo>
                <a:lnTo>
                  <a:pt x="2711" y="309"/>
                </a:lnTo>
                <a:close/>
                <a:moveTo>
                  <a:pt x="2728" y="309"/>
                </a:moveTo>
                <a:lnTo>
                  <a:pt x="2735" y="309"/>
                </a:lnTo>
                <a:lnTo>
                  <a:pt x="2735" y="302"/>
                </a:lnTo>
                <a:lnTo>
                  <a:pt x="2728" y="302"/>
                </a:lnTo>
                <a:lnTo>
                  <a:pt x="2728" y="309"/>
                </a:lnTo>
                <a:close/>
                <a:moveTo>
                  <a:pt x="2744" y="309"/>
                </a:moveTo>
                <a:lnTo>
                  <a:pt x="2751" y="309"/>
                </a:lnTo>
                <a:lnTo>
                  <a:pt x="2751" y="302"/>
                </a:lnTo>
                <a:lnTo>
                  <a:pt x="2744" y="302"/>
                </a:lnTo>
                <a:lnTo>
                  <a:pt x="2744" y="309"/>
                </a:lnTo>
                <a:close/>
                <a:moveTo>
                  <a:pt x="2761" y="309"/>
                </a:moveTo>
                <a:lnTo>
                  <a:pt x="2768" y="309"/>
                </a:lnTo>
                <a:lnTo>
                  <a:pt x="2768" y="302"/>
                </a:lnTo>
                <a:lnTo>
                  <a:pt x="2761" y="302"/>
                </a:lnTo>
                <a:lnTo>
                  <a:pt x="2761" y="309"/>
                </a:lnTo>
                <a:close/>
                <a:moveTo>
                  <a:pt x="2777" y="309"/>
                </a:moveTo>
                <a:lnTo>
                  <a:pt x="2784" y="309"/>
                </a:lnTo>
                <a:lnTo>
                  <a:pt x="2784" y="302"/>
                </a:lnTo>
                <a:lnTo>
                  <a:pt x="2777" y="302"/>
                </a:lnTo>
                <a:lnTo>
                  <a:pt x="2777" y="309"/>
                </a:lnTo>
                <a:close/>
                <a:moveTo>
                  <a:pt x="2794" y="309"/>
                </a:moveTo>
                <a:lnTo>
                  <a:pt x="2801" y="309"/>
                </a:lnTo>
                <a:lnTo>
                  <a:pt x="2801" y="302"/>
                </a:lnTo>
                <a:lnTo>
                  <a:pt x="2794" y="302"/>
                </a:lnTo>
                <a:lnTo>
                  <a:pt x="2794" y="309"/>
                </a:lnTo>
                <a:close/>
                <a:moveTo>
                  <a:pt x="2811" y="309"/>
                </a:moveTo>
                <a:lnTo>
                  <a:pt x="2818" y="309"/>
                </a:lnTo>
                <a:lnTo>
                  <a:pt x="2818" y="302"/>
                </a:lnTo>
                <a:lnTo>
                  <a:pt x="2811" y="302"/>
                </a:lnTo>
                <a:lnTo>
                  <a:pt x="2811" y="309"/>
                </a:lnTo>
                <a:close/>
                <a:moveTo>
                  <a:pt x="2827" y="309"/>
                </a:moveTo>
                <a:lnTo>
                  <a:pt x="2834" y="309"/>
                </a:lnTo>
                <a:lnTo>
                  <a:pt x="2834" y="302"/>
                </a:lnTo>
                <a:lnTo>
                  <a:pt x="2827" y="302"/>
                </a:lnTo>
                <a:lnTo>
                  <a:pt x="2827" y="309"/>
                </a:lnTo>
                <a:close/>
                <a:moveTo>
                  <a:pt x="2844" y="309"/>
                </a:moveTo>
                <a:lnTo>
                  <a:pt x="2851" y="309"/>
                </a:lnTo>
                <a:lnTo>
                  <a:pt x="2851" y="302"/>
                </a:lnTo>
                <a:lnTo>
                  <a:pt x="2844" y="302"/>
                </a:lnTo>
                <a:lnTo>
                  <a:pt x="2844" y="309"/>
                </a:lnTo>
                <a:close/>
                <a:moveTo>
                  <a:pt x="2860" y="309"/>
                </a:moveTo>
                <a:lnTo>
                  <a:pt x="2867" y="309"/>
                </a:lnTo>
                <a:lnTo>
                  <a:pt x="2867" y="302"/>
                </a:lnTo>
                <a:lnTo>
                  <a:pt x="2860" y="302"/>
                </a:lnTo>
                <a:lnTo>
                  <a:pt x="2860" y="309"/>
                </a:lnTo>
                <a:close/>
                <a:moveTo>
                  <a:pt x="2877" y="309"/>
                </a:moveTo>
                <a:lnTo>
                  <a:pt x="2884" y="309"/>
                </a:lnTo>
                <a:lnTo>
                  <a:pt x="2884" y="302"/>
                </a:lnTo>
                <a:lnTo>
                  <a:pt x="2877" y="302"/>
                </a:lnTo>
                <a:lnTo>
                  <a:pt x="2877" y="309"/>
                </a:lnTo>
                <a:close/>
                <a:moveTo>
                  <a:pt x="2893" y="309"/>
                </a:moveTo>
                <a:lnTo>
                  <a:pt x="2901" y="309"/>
                </a:lnTo>
                <a:lnTo>
                  <a:pt x="2901" y="302"/>
                </a:lnTo>
                <a:lnTo>
                  <a:pt x="2893" y="302"/>
                </a:lnTo>
                <a:lnTo>
                  <a:pt x="2893" y="309"/>
                </a:lnTo>
                <a:close/>
                <a:moveTo>
                  <a:pt x="2910" y="309"/>
                </a:moveTo>
                <a:lnTo>
                  <a:pt x="2917" y="309"/>
                </a:lnTo>
                <a:lnTo>
                  <a:pt x="2917" y="302"/>
                </a:lnTo>
                <a:lnTo>
                  <a:pt x="2910" y="302"/>
                </a:lnTo>
                <a:lnTo>
                  <a:pt x="2910" y="309"/>
                </a:lnTo>
                <a:close/>
                <a:moveTo>
                  <a:pt x="2927" y="309"/>
                </a:moveTo>
                <a:lnTo>
                  <a:pt x="2934" y="309"/>
                </a:lnTo>
                <a:lnTo>
                  <a:pt x="2934" y="302"/>
                </a:lnTo>
                <a:lnTo>
                  <a:pt x="2927" y="302"/>
                </a:lnTo>
                <a:lnTo>
                  <a:pt x="2927" y="309"/>
                </a:lnTo>
                <a:close/>
                <a:moveTo>
                  <a:pt x="2946" y="309"/>
                </a:moveTo>
                <a:lnTo>
                  <a:pt x="2953" y="309"/>
                </a:lnTo>
                <a:lnTo>
                  <a:pt x="2953" y="302"/>
                </a:lnTo>
                <a:lnTo>
                  <a:pt x="2946" y="302"/>
                </a:lnTo>
                <a:lnTo>
                  <a:pt x="2946" y="309"/>
                </a:lnTo>
                <a:close/>
                <a:moveTo>
                  <a:pt x="2962" y="309"/>
                </a:moveTo>
                <a:lnTo>
                  <a:pt x="2969" y="309"/>
                </a:lnTo>
                <a:lnTo>
                  <a:pt x="2969" y="302"/>
                </a:lnTo>
                <a:lnTo>
                  <a:pt x="2962" y="302"/>
                </a:lnTo>
                <a:lnTo>
                  <a:pt x="2962" y="309"/>
                </a:lnTo>
                <a:close/>
                <a:moveTo>
                  <a:pt x="2979" y="309"/>
                </a:moveTo>
                <a:lnTo>
                  <a:pt x="2986" y="309"/>
                </a:lnTo>
                <a:lnTo>
                  <a:pt x="2986" y="302"/>
                </a:lnTo>
                <a:lnTo>
                  <a:pt x="2979" y="302"/>
                </a:lnTo>
                <a:lnTo>
                  <a:pt x="2979" y="309"/>
                </a:lnTo>
                <a:close/>
                <a:moveTo>
                  <a:pt x="2995" y="309"/>
                </a:moveTo>
                <a:lnTo>
                  <a:pt x="3002" y="309"/>
                </a:lnTo>
                <a:lnTo>
                  <a:pt x="3002" y="302"/>
                </a:lnTo>
                <a:lnTo>
                  <a:pt x="2995" y="302"/>
                </a:lnTo>
                <a:lnTo>
                  <a:pt x="2995" y="309"/>
                </a:lnTo>
                <a:close/>
                <a:moveTo>
                  <a:pt x="3012" y="309"/>
                </a:moveTo>
                <a:lnTo>
                  <a:pt x="3019" y="309"/>
                </a:lnTo>
                <a:lnTo>
                  <a:pt x="3019" y="302"/>
                </a:lnTo>
                <a:lnTo>
                  <a:pt x="3012" y="302"/>
                </a:lnTo>
                <a:lnTo>
                  <a:pt x="3012" y="309"/>
                </a:lnTo>
                <a:close/>
                <a:moveTo>
                  <a:pt x="3028" y="309"/>
                </a:moveTo>
                <a:lnTo>
                  <a:pt x="3035" y="309"/>
                </a:lnTo>
                <a:lnTo>
                  <a:pt x="3035" y="302"/>
                </a:lnTo>
                <a:lnTo>
                  <a:pt x="3028" y="302"/>
                </a:lnTo>
                <a:lnTo>
                  <a:pt x="3028" y="309"/>
                </a:lnTo>
                <a:close/>
                <a:moveTo>
                  <a:pt x="3045" y="309"/>
                </a:moveTo>
                <a:lnTo>
                  <a:pt x="3052" y="309"/>
                </a:lnTo>
                <a:lnTo>
                  <a:pt x="3052" y="302"/>
                </a:lnTo>
                <a:lnTo>
                  <a:pt x="3045" y="302"/>
                </a:lnTo>
                <a:lnTo>
                  <a:pt x="3045" y="309"/>
                </a:lnTo>
                <a:close/>
                <a:moveTo>
                  <a:pt x="3062" y="309"/>
                </a:moveTo>
                <a:lnTo>
                  <a:pt x="3069" y="309"/>
                </a:lnTo>
                <a:lnTo>
                  <a:pt x="3069" y="302"/>
                </a:lnTo>
                <a:lnTo>
                  <a:pt x="3062" y="302"/>
                </a:lnTo>
                <a:lnTo>
                  <a:pt x="3062" y="309"/>
                </a:lnTo>
                <a:close/>
                <a:moveTo>
                  <a:pt x="33" y="325"/>
                </a:moveTo>
                <a:lnTo>
                  <a:pt x="40" y="325"/>
                </a:lnTo>
                <a:lnTo>
                  <a:pt x="40" y="318"/>
                </a:lnTo>
                <a:lnTo>
                  <a:pt x="33" y="318"/>
                </a:lnTo>
                <a:lnTo>
                  <a:pt x="33" y="325"/>
                </a:lnTo>
                <a:close/>
                <a:moveTo>
                  <a:pt x="49" y="325"/>
                </a:moveTo>
                <a:lnTo>
                  <a:pt x="56" y="325"/>
                </a:lnTo>
                <a:lnTo>
                  <a:pt x="56" y="318"/>
                </a:lnTo>
                <a:lnTo>
                  <a:pt x="49" y="318"/>
                </a:lnTo>
                <a:lnTo>
                  <a:pt x="49" y="325"/>
                </a:lnTo>
                <a:close/>
                <a:moveTo>
                  <a:pt x="66" y="325"/>
                </a:moveTo>
                <a:lnTo>
                  <a:pt x="73" y="325"/>
                </a:lnTo>
                <a:lnTo>
                  <a:pt x="73" y="318"/>
                </a:lnTo>
                <a:lnTo>
                  <a:pt x="66" y="318"/>
                </a:lnTo>
                <a:lnTo>
                  <a:pt x="66" y="325"/>
                </a:lnTo>
                <a:close/>
                <a:moveTo>
                  <a:pt x="83" y="325"/>
                </a:moveTo>
                <a:lnTo>
                  <a:pt x="90" y="325"/>
                </a:lnTo>
                <a:lnTo>
                  <a:pt x="90" y="318"/>
                </a:lnTo>
                <a:lnTo>
                  <a:pt x="83" y="318"/>
                </a:lnTo>
                <a:lnTo>
                  <a:pt x="83" y="325"/>
                </a:lnTo>
                <a:close/>
                <a:moveTo>
                  <a:pt x="101" y="325"/>
                </a:moveTo>
                <a:lnTo>
                  <a:pt x="106" y="325"/>
                </a:lnTo>
                <a:lnTo>
                  <a:pt x="106" y="318"/>
                </a:lnTo>
                <a:lnTo>
                  <a:pt x="101" y="318"/>
                </a:lnTo>
                <a:lnTo>
                  <a:pt x="101" y="325"/>
                </a:lnTo>
                <a:close/>
                <a:moveTo>
                  <a:pt x="118" y="325"/>
                </a:moveTo>
                <a:lnTo>
                  <a:pt x="125" y="325"/>
                </a:lnTo>
                <a:lnTo>
                  <a:pt x="125" y="318"/>
                </a:lnTo>
                <a:lnTo>
                  <a:pt x="118" y="318"/>
                </a:lnTo>
                <a:lnTo>
                  <a:pt x="118" y="325"/>
                </a:lnTo>
                <a:close/>
                <a:moveTo>
                  <a:pt x="135" y="325"/>
                </a:moveTo>
                <a:lnTo>
                  <a:pt x="142" y="325"/>
                </a:lnTo>
                <a:lnTo>
                  <a:pt x="142" y="318"/>
                </a:lnTo>
                <a:lnTo>
                  <a:pt x="135" y="318"/>
                </a:lnTo>
                <a:lnTo>
                  <a:pt x="135" y="325"/>
                </a:lnTo>
                <a:close/>
                <a:moveTo>
                  <a:pt x="151" y="325"/>
                </a:moveTo>
                <a:lnTo>
                  <a:pt x="158" y="325"/>
                </a:lnTo>
                <a:lnTo>
                  <a:pt x="158" y="318"/>
                </a:lnTo>
                <a:lnTo>
                  <a:pt x="151" y="318"/>
                </a:lnTo>
                <a:lnTo>
                  <a:pt x="151" y="325"/>
                </a:lnTo>
                <a:close/>
                <a:moveTo>
                  <a:pt x="168" y="325"/>
                </a:moveTo>
                <a:lnTo>
                  <a:pt x="175" y="325"/>
                </a:lnTo>
                <a:lnTo>
                  <a:pt x="175" y="318"/>
                </a:lnTo>
                <a:lnTo>
                  <a:pt x="168" y="318"/>
                </a:lnTo>
                <a:lnTo>
                  <a:pt x="168" y="325"/>
                </a:lnTo>
                <a:close/>
                <a:moveTo>
                  <a:pt x="184" y="325"/>
                </a:moveTo>
                <a:lnTo>
                  <a:pt x="191" y="325"/>
                </a:lnTo>
                <a:lnTo>
                  <a:pt x="191" y="318"/>
                </a:lnTo>
                <a:lnTo>
                  <a:pt x="184" y="318"/>
                </a:lnTo>
                <a:lnTo>
                  <a:pt x="184" y="325"/>
                </a:lnTo>
                <a:close/>
                <a:moveTo>
                  <a:pt x="201" y="325"/>
                </a:moveTo>
                <a:lnTo>
                  <a:pt x="208" y="325"/>
                </a:lnTo>
                <a:lnTo>
                  <a:pt x="208" y="318"/>
                </a:lnTo>
                <a:lnTo>
                  <a:pt x="201" y="318"/>
                </a:lnTo>
                <a:lnTo>
                  <a:pt x="201" y="325"/>
                </a:lnTo>
                <a:close/>
                <a:moveTo>
                  <a:pt x="218" y="325"/>
                </a:moveTo>
                <a:lnTo>
                  <a:pt x="225" y="325"/>
                </a:lnTo>
                <a:lnTo>
                  <a:pt x="225" y="318"/>
                </a:lnTo>
                <a:lnTo>
                  <a:pt x="218" y="318"/>
                </a:lnTo>
                <a:lnTo>
                  <a:pt x="218" y="325"/>
                </a:lnTo>
                <a:close/>
                <a:moveTo>
                  <a:pt x="234" y="325"/>
                </a:moveTo>
                <a:lnTo>
                  <a:pt x="241" y="325"/>
                </a:lnTo>
                <a:lnTo>
                  <a:pt x="241" y="318"/>
                </a:lnTo>
                <a:lnTo>
                  <a:pt x="234" y="318"/>
                </a:lnTo>
                <a:lnTo>
                  <a:pt x="234" y="325"/>
                </a:lnTo>
                <a:close/>
                <a:moveTo>
                  <a:pt x="251" y="325"/>
                </a:moveTo>
                <a:lnTo>
                  <a:pt x="258" y="325"/>
                </a:lnTo>
                <a:lnTo>
                  <a:pt x="258" y="318"/>
                </a:lnTo>
                <a:lnTo>
                  <a:pt x="251" y="318"/>
                </a:lnTo>
                <a:lnTo>
                  <a:pt x="251" y="325"/>
                </a:lnTo>
                <a:close/>
                <a:moveTo>
                  <a:pt x="267" y="325"/>
                </a:moveTo>
                <a:lnTo>
                  <a:pt x="274" y="325"/>
                </a:lnTo>
                <a:lnTo>
                  <a:pt x="274" y="318"/>
                </a:lnTo>
                <a:lnTo>
                  <a:pt x="267" y="318"/>
                </a:lnTo>
                <a:lnTo>
                  <a:pt x="267" y="325"/>
                </a:lnTo>
                <a:close/>
                <a:moveTo>
                  <a:pt x="284" y="325"/>
                </a:moveTo>
                <a:lnTo>
                  <a:pt x="291" y="325"/>
                </a:lnTo>
                <a:lnTo>
                  <a:pt x="291" y="318"/>
                </a:lnTo>
                <a:lnTo>
                  <a:pt x="284" y="318"/>
                </a:lnTo>
                <a:lnTo>
                  <a:pt x="284" y="325"/>
                </a:lnTo>
                <a:close/>
                <a:moveTo>
                  <a:pt x="300" y="325"/>
                </a:moveTo>
                <a:lnTo>
                  <a:pt x="307" y="325"/>
                </a:lnTo>
                <a:lnTo>
                  <a:pt x="307" y="318"/>
                </a:lnTo>
                <a:lnTo>
                  <a:pt x="300" y="318"/>
                </a:lnTo>
                <a:lnTo>
                  <a:pt x="300" y="325"/>
                </a:lnTo>
                <a:close/>
                <a:moveTo>
                  <a:pt x="317" y="325"/>
                </a:moveTo>
                <a:lnTo>
                  <a:pt x="324" y="325"/>
                </a:lnTo>
                <a:lnTo>
                  <a:pt x="324" y="318"/>
                </a:lnTo>
                <a:lnTo>
                  <a:pt x="317" y="318"/>
                </a:lnTo>
                <a:lnTo>
                  <a:pt x="317" y="325"/>
                </a:lnTo>
                <a:close/>
                <a:moveTo>
                  <a:pt x="334" y="325"/>
                </a:moveTo>
                <a:lnTo>
                  <a:pt x="341" y="325"/>
                </a:lnTo>
                <a:lnTo>
                  <a:pt x="341" y="318"/>
                </a:lnTo>
                <a:lnTo>
                  <a:pt x="334" y="318"/>
                </a:lnTo>
                <a:lnTo>
                  <a:pt x="334" y="325"/>
                </a:lnTo>
                <a:close/>
                <a:moveTo>
                  <a:pt x="350" y="325"/>
                </a:moveTo>
                <a:lnTo>
                  <a:pt x="357" y="325"/>
                </a:lnTo>
                <a:lnTo>
                  <a:pt x="357" y="318"/>
                </a:lnTo>
                <a:lnTo>
                  <a:pt x="350" y="318"/>
                </a:lnTo>
                <a:lnTo>
                  <a:pt x="350" y="325"/>
                </a:lnTo>
                <a:close/>
                <a:moveTo>
                  <a:pt x="369" y="325"/>
                </a:moveTo>
                <a:lnTo>
                  <a:pt x="376" y="325"/>
                </a:lnTo>
                <a:lnTo>
                  <a:pt x="376" y="318"/>
                </a:lnTo>
                <a:lnTo>
                  <a:pt x="369" y="318"/>
                </a:lnTo>
                <a:lnTo>
                  <a:pt x="369" y="325"/>
                </a:lnTo>
                <a:close/>
                <a:moveTo>
                  <a:pt x="386" y="325"/>
                </a:moveTo>
                <a:lnTo>
                  <a:pt x="393" y="325"/>
                </a:lnTo>
                <a:lnTo>
                  <a:pt x="393" y="318"/>
                </a:lnTo>
                <a:lnTo>
                  <a:pt x="386" y="318"/>
                </a:lnTo>
                <a:lnTo>
                  <a:pt x="386" y="325"/>
                </a:lnTo>
                <a:close/>
                <a:moveTo>
                  <a:pt x="402" y="325"/>
                </a:moveTo>
                <a:lnTo>
                  <a:pt x="409" y="325"/>
                </a:lnTo>
                <a:lnTo>
                  <a:pt x="409" y="318"/>
                </a:lnTo>
                <a:lnTo>
                  <a:pt x="402" y="318"/>
                </a:lnTo>
                <a:lnTo>
                  <a:pt x="402" y="325"/>
                </a:lnTo>
                <a:close/>
                <a:moveTo>
                  <a:pt x="419" y="325"/>
                </a:moveTo>
                <a:lnTo>
                  <a:pt x="426" y="325"/>
                </a:lnTo>
                <a:lnTo>
                  <a:pt x="426" y="318"/>
                </a:lnTo>
                <a:lnTo>
                  <a:pt x="419" y="318"/>
                </a:lnTo>
                <a:lnTo>
                  <a:pt x="419" y="325"/>
                </a:lnTo>
                <a:close/>
                <a:moveTo>
                  <a:pt x="435" y="325"/>
                </a:moveTo>
                <a:lnTo>
                  <a:pt x="442" y="325"/>
                </a:lnTo>
                <a:lnTo>
                  <a:pt x="442" y="318"/>
                </a:lnTo>
                <a:lnTo>
                  <a:pt x="435" y="318"/>
                </a:lnTo>
                <a:lnTo>
                  <a:pt x="435" y="325"/>
                </a:lnTo>
                <a:close/>
                <a:moveTo>
                  <a:pt x="452" y="325"/>
                </a:moveTo>
                <a:lnTo>
                  <a:pt x="459" y="325"/>
                </a:lnTo>
                <a:lnTo>
                  <a:pt x="459" y="318"/>
                </a:lnTo>
                <a:lnTo>
                  <a:pt x="452" y="318"/>
                </a:lnTo>
                <a:lnTo>
                  <a:pt x="452" y="325"/>
                </a:lnTo>
                <a:close/>
                <a:moveTo>
                  <a:pt x="469" y="325"/>
                </a:moveTo>
                <a:lnTo>
                  <a:pt x="476" y="325"/>
                </a:lnTo>
                <a:lnTo>
                  <a:pt x="476" y="318"/>
                </a:lnTo>
                <a:lnTo>
                  <a:pt x="469" y="318"/>
                </a:lnTo>
                <a:lnTo>
                  <a:pt x="469" y="325"/>
                </a:lnTo>
                <a:close/>
                <a:moveTo>
                  <a:pt x="485" y="325"/>
                </a:moveTo>
                <a:lnTo>
                  <a:pt x="492" y="325"/>
                </a:lnTo>
                <a:lnTo>
                  <a:pt x="492" y="318"/>
                </a:lnTo>
                <a:lnTo>
                  <a:pt x="485" y="318"/>
                </a:lnTo>
                <a:lnTo>
                  <a:pt x="485" y="325"/>
                </a:lnTo>
                <a:close/>
                <a:moveTo>
                  <a:pt x="502" y="325"/>
                </a:moveTo>
                <a:lnTo>
                  <a:pt x="509" y="325"/>
                </a:lnTo>
                <a:lnTo>
                  <a:pt x="509" y="318"/>
                </a:lnTo>
                <a:lnTo>
                  <a:pt x="502" y="318"/>
                </a:lnTo>
                <a:lnTo>
                  <a:pt x="502" y="325"/>
                </a:lnTo>
                <a:close/>
                <a:moveTo>
                  <a:pt x="518" y="325"/>
                </a:moveTo>
                <a:lnTo>
                  <a:pt x="525" y="325"/>
                </a:lnTo>
                <a:lnTo>
                  <a:pt x="525" y="318"/>
                </a:lnTo>
                <a:lnTo>
                  <a:pt x="518" y="318"/>
                </a:lnTo>
                <a:lnTo>
                  <a:pt x="518" y="325"/>
                </a:lnTo>
                <a:close/>
                <a:moveTo>
                  <a:pt x="535" y="325"/>
                </a:moveTo>
                <a:lnTo>
                  <a:pt x="542" y="325"/>
                </a:lnTo>
                <a:lnTo>
                  <a:pt x="542" y="318"/>
                </a:lnTo>
                <a:lnTo>
                  <a:pt x="535" y="318"/>
                </a:lnTo>
                <a:lnTo>
                  <a:pt x="535" y="325"/>
                </a:lnTo>
                <a:close/>
                <a:moveTo>
                  <a:pt x="551" y="325"/>
                </a:moveTo>
                <a:lnTo>
                  <a:pt x="559" y="325"/>
                </a:lnTo>
                <a:lnTo>
                  <a:pt x="559" y="318"/>
                </a:lnTo>
                <a:lnTo>
                  <a:pt x="551" y="318"/>
                </a:lnTo>
                <a:lnTo>
                  <a:pt x="551" y="325"/>
                </a:lnTo>
                <a:close/>
                <a:moveTo>
                  <a:pt x="568" y="325"/>
                </a:moveTo>
                <a:lnTo>
                  <a:pt x="575" y="325"/>
                </a:lnTo>
                <a:lnTo>
                  <a:pt x="575" y="318"/>
                </a:lnTo>
                <a:lnTo>
                  <a:pt x="568" y="318"/>
                </a:lnTo>
                <a:lnTo>
                  <a:pt x="568" y="325"/>
                </a:lnTo>
                <a:close/>
                <a:moveTo>
                  <a:pt x="585" y="325"/>
                </a:moveTo>
                <a:lnTo>
                  <a:pt x="592" y="325"/>
                </a:lnTo>
                <a:lnTo>
                  <a:pt x="592" y="318"/>
                </a:lnTo>
                <a:lnTo>
                  <a:pt x="585" y="318"/>
                </a:lnTo>
                <a:lnTo>
                  <a:pt x="585" y="325"/>
                </a:lnTo>
                <a:close/>
                <a:moveTo>
                  <a:pt x="601" y="325"/>
                </a:moveTo>
                <a:lnTo>
                  <a:pt x="608" y="325"/>
                </a:lnTo>
                <a:lnTo>
                  <a:pt x="608" y="318"/>
                </a:lnTo>
                <a:lnTo>
                  <a:pt x="601" y="318"/>
                </a:lnTo>
                <a:lnTo>
                  <a:pt x="601" y="325"/>
                </a:lnTo>
                <a:close/>
                <a:moveTo>
                  <a:pt x="620" y="325"/>
                </a:moveTo>
                <a:lnTo>
                  <a:pt x="625" y="325"/>
                </a:lnTo>
                <a:lnTo>
                  <a:pt x="625" y="318"/>
                </a:lnTo>
                <a:lnTo>
                  <a:pt x="620" y="318"/>
                </a:lnTo>
                <a:lnTo>
                  <a:pt x="620" y="325"/>
                </a:lnTo>
                <a:close/>
                <a:moveTo>
                  <a:pt x="637" y="325"/>
                </a:moveTo>
                <a:lnTo>
                  <a:pt x="644" y="325"/>
                </a:lnTo>
                <a:lnTo>
                  <a:pt x="644" y="318"/>
                </a:lnTo>
                <a:lnTo>
                  <a:pt x="637" y="318"/>
                </a:lnTo>
                <a:lnTo>
                  <a:pt x="637" y="325"/>
                </a:lnTo>
                <a:close/>
                <a:moveTo>
                  <a:pt x="653" y="325"/>
                </a:moveTo>
                <a:lnTo>
                  <a:pt x="660" y="325"/>
                </a:lnTo>
                <a:lnTo>
                  <a:pt x="660" y="318"/>
                </a:lnTo>
                <a:lnTo>
                  <a:pt x="653" y="318"/>
                </a:lnTo>
                <a:lnTo>
                  <a:pt x="653" y="325"/>
                </a:lnTo>
                <a:close/>
                <a:moveTo>
                  <a:pt x="670" y="325"/>
                </a:moveTo>
                <a:lnTo>
                  <a:pt x="677" y="325"/>
                </a:lnTo>
                <a:lnTo>
                  <a:pt x="677" y="318"/>
                </a:lnTo>
                <a:lnTo>
                  <a:pt x="670" y="318"/>
                </a:lnTo>
                <a:lnTo>
                  <a:pt x="670" y="325"/>
                </a:lnTo>
                <a:close/>
                <a:moveTo>
                  <a:pt x="686" y="325"/>
                </a:moveTo>
                <a:lnTo>
                  <a:pt x="693" y="325"/>
                </a:lnTo>
                <a:lnTo>
                  <a:pt x="693" y="318"/>
                </a:lnTo>
                <a:lnTo>
                  <a:pt x="686" y="318"/>
                </a:lnTo>
                <a:lnTo>
                  <a:pt x="686" y="325"/>
                </a:lnTo>
                <a:close/>
                <a:moveTo>
                  <a:pt x="703" y="325"/>
                </a:moveTo>
                <a:lnTo>
                  <a:pt x="710" y="325"/>
                </a:lnTo>
                <a:lnTo>
                  <a:pt x="710" y="318"/>
                </a:lnTo>
                <a:lnTo>
                  <a:pt x="703" y="318"/>
                </a:lnTo>
                <a:lnTo>
                  <a:pt x="703" y="325"/>
                </a:lnTo>
                <a:close/>
                <a:moveTo>
                  <a:pt x="720" y="325"/>
                </a:moveTo>
                <a:lnTo>
                  <a:pt x="727" y="325"/>
                </a:lnTo>
                <a:lnTo>
                  <a:pt x="727" y="318"/>
                </a:lnTo>
                <a:lnTo>
                  <a:pt x="720" y="318"/>
                </a:lnTo>
                <a:lnTo>
                  <a:pt x="720" y="325"/>
                </a:lnTo>
                <a:close/>
                <a:moveTo>
                  <a:pt x="736" y="325"/>
                </a:moveTo>
                <a:lnTo>
                  <a:pt x="743" y="325"/>
                </a:lnTo>
                <a:lnTo>
                  <a:pt x="743" y="318"/>
                </a:lnTo>
                <a:lnTo>
                  <a:pt x="736" y="318"/>
                </a:lnTo>
                <a:lnTo>
                  <a:pt x="736" y="325"/>
                </a:lnTo>
                <a:close/>
                <a:moveTo>
                  <a:pt x="753" y="325"/>
                </a:moveTo>
                <a:lnTo>
                  <a:pt x="760" y="325"/>
                </a:lnTo>
                <a:lnTo>
                  <a:pt x="760" y="318"/>
                </a:lnTo>
                <a:lnTo>
                  <a:pt x="753" y="318"/>
                </a:lnTo>
                <a:lnTo>
                  <a:pt x="753" y="325"/>
                </a:lnTo>
                <a:close/>
                <a:moveTo>
                  <a:pt x="802" y="325"/>
                </a:moveTo>
                <a:lnTo>
                  <a:pt x="810" y="325"/>
                </a:lnTo>
                <a:lnTo>
                  <a:pt x="810" y="318"/>
                </a:lnTo>
                <a:lnTo>
                  <a:pt x="802" y="318"/>
                </a:lnTo>
                <a:lnTo>
                  <a:pt x="802" y="325"/>
                </a:lnTo>
                <a:close/>
                <a:moveTo>
                  <a:pt x="819" y="325"/>
                </a:moveTo>
                <a:lnTo>
                  <a:pt x="826" y="325"/>
                </a:lnTo>
                <a:lnTo>
                  <a:pt x="826" y="318"/>
                </a:lnTo>
                <a:lnTo>
                  <a:pt x="819" y="318"/>
                </a:lnTo>
                <a:lnTo>
                  <a:pt x="819" y="325"/>
                </a:lnTo>
                <a:close/>
                <a:moveTo>
                  <a:pt x="836" y="325"/>
                </a:moveTo>
                <a:lnTo>
                  <a:pt x="843" y="325"/>
                </a:lnTo>
                <a:lnTo>
                  <a:pt x="843" y="318"/>
                </a:lnTo>
                <a:lnTo>
                  <a:pt x="836" y="318"/>
                </a:lnTo>
                <a:lnTo>
                  <a:pt x="836" y="325"/>
                </a:lnTo>
                <a:close/>
                <a:moveTo>
                  <a:pt x="852" y="325"/>
                </a:moveTo>
                <a:lnTo>
                  <a:pt x="859" y="325"/>
                </a:lnTo>
                <a:lnTo>
                  <a:pt x="859" y="318"/>
                </a:lnTo>
                <a:lnTo>
                  <a:pt x="852" y="318"/>
                </a:lnTo>
                <a:lnTo>
                  <a:pt x="852" y="325"/>
                </a:lnTo>
                <a:close/>
                <a:moveTo>
                  <a:pt x="871" y="325"/>
                </a:moveTo>
                <a:lnTo>
                  <a:pt x="876" y="325"/>
                </a:lnTo>
                <a:lnTo>
                  <a:pt x="876" y="318"/>
                </a:lnTo>
                <a:lnTo>
                  <a:pt x="871" y="318"/>
                </a:lnTo>
                <a:lnTo>
                  <a:pt x="871" y="325"/>
                </a:lnTo>
                <a:close/>
                <a:moveTo>
                  <a:pt x="888" y="325"/>
                </a:moveTo>
                <a:lnTo>
                  <a:pt x="895" y="325"/>
                </a:lnTo>
                <a:lnTo>
                  <a:pt x="895" y="318"/>
                </a:lnTo>
                <a:lnTo>
                  <a:pt x="888" y="318"/>
                </a:lnTo>
                <a:lnTo>
                  <a:pt x="888" y="325"/>
                </a:lnTo>
                <a:close/>
                <a:moveTo>
                  <a:pt x="904" y="325"/>
                </a:moveTo>
                <a:lnTo>
                  <a:pt x="911" y="325"/>
                </a:lnTo>
                <a:lnTo>
                  <a:pt x="911" y="318"/>
                </a:lnTo>
                <a:lnTo>
                  <a:pt x="904" y="318"/>
                </a:lnTo>
                <a:lnTo>
                  <a:pt x="904" y="325"/>
                </a:lnTo>
                <a:close/>
                <a:moveTo>
                  <a:pt x="921" y="325"/>
                </a:moveTo>
                <a:lnTo>
                  <a:pt x="928" y="325"/>
                </a:lnTo>
                <a:lnTo>
                  <a:pt x="928" y="318"/>
                </a:lnTo>
                <a:lnTo>
                  <a:pt x="921" y="318"/>
                </a:lnTo>
                <a:lnTo>
                  <a:pt x="921" y="325"/>
                </a:lnTo>
                <a:close/>
                <a:moveTo>
                  <a:pt x="1004" y="325"/>
                </a:moveTo>
                <a:lnTo>
                  <a:pt x="1011" y="325"/>
                </a:lnTo>
                <a:lnTo>
                  <a:pt x="1011" y="318"/>
                </a:lnTo>
                <a:lnTo>
                  <a:pt x="1004" y="318"/>
                </a:lnTo>
                <a:lnTo>
                  <a:pt x="1004" y="325"/>
                </a:lnTo>
                <a:close/>
                <a:moveTo>
                  <a:pt x="1020" y="325"/>
                </a:moveTo>
                <a:lnTo>
                  <a:pt x="1027" y="325"/>
                </a:lnTo>
                <a:lnTo>
                  <a:pt x="1027" y="318"/>
                </a:lnTo>
                <a:lnTo>
                  <a:pt x="1020" y="318"/>
                </a:lnTo>
                <a:lnTo>
                  <a:pt x="1020" y="325"/>
                </a:lnTo>
                <a:close/>
                <a:moveTo>
                  <a:pt x="1037" y="325"/>
                </a:moveTo>
                <a:lnTo>
                  <a:pt x="1044" y="325"/>
                </a:lnTo>
                <a:lnTo>
                  <a:pt x="1044" y="318"/>
                </a:lnTo>
                <a:lnTo>
                  <a:pt x="1037" y="318"/>
                </a:lnTo>
                <a:lnTo>
                  <a:pt x="1037" y="325"/>
                </a:lnTo>
                <a:close/>
                <a:moveTo>
                  <a:pt x="1053" y="325"/>
                </a:moveTo>
                <a:lnTo>
                  <a:pt x="1061" y="325"/>
                </a:lnTo>
                <a:lnTo>
                  <a:pt x="1061" y="318"/>
                </a:lnTo>
                <a:lnTo>
                  <a:pt x="1053" y="318"/>
                </a:lnTo>
                <a:lnTo>
                  <a:pt x="1053" y="325"/>
                </a:lnTo>
                <a:close/>
                <a:moveTo>
                  <a:pt x="1070" y="325"/>
                </a:moveTo>
                <a:lnTo>
                  <a:pt x="1077" y="325"/>
                </a:lnTo>
                <a:lnTo>
                  <a:pt x="1077" y="318"/>
                </a:lnTo>
                <a:lnTo>
                  <a:pt x="1070" y="318"/>
                </a:lnTo>
                <a:lnTo>
                  <a:pt x="1070" y="325"/>
                </a:lnTo>
                <a:close/>
                <a:moveTo>
                  <a:pt x="1087" y="325"/>
                </a:moveTo>
                <a:lnTo>
                  <a:pt x="1094" y="325"/>
                </a:lnTo>
                <a:lnTo>
                  <a:pt x="1094" y="318"/>
                </a:lnTo>
                <a:lnTo>
                  <a:pt x="1087" y="318"/>
                </a:lnTo>
                <a:lnTo>
                  <a:pt x="1087" y="325"/>
                </a:lnTo>
                <a:close/>
                <a:moveTo>
                  <a:pt x="1103" y="325"/>
                </a:moveTo>
                <a:lnTo>
                  <a:pt x="1110" y="325"/>
                </a:lnTo>
                <a:lnTo>
                  <a:pt x="1110" y="318"/>
                </a:lnTo>
                <a:lnTo>
                  <a:pt x="1103" y="318"/>
                </a:lnTo>
                <a:lnTo>
                  <a:pt x="1103" y="325"/>
                </a:lnTo>
                <a:close/>
                <a:moveTo>
                  <a:pt x="1120" y="325"/>
                </a:moveTo>
                <a:lnTo>
                  <a:pt x="1127" y="325"/>
                </a:lnTo>
                <a:lnTo>
                  <a:pt x="1127" y="318"/>
                </a:lnTo>
                <a:lnTo>
                  <a:pt x="1120" y="318"/>
                </a:lnTo>
                <a:lnTo>
                  <a:pt x="1120" y="325"/>
                </a:lnTo>
                <a:close/>
                <a:moveTo>
                  <a:pt x="1139" y="325"/>
                </a:moveTo>
                <a:lnTo>
                  <a:pt x="1146" y="325"/>
                </a:lnTo>
                <a:lnTo>
                  <a:pt x="1146" y="318"/>
                </a:lnTo>
                <a:lnTo>
                  <a:pt x="1139" y="318"/>
                </a:lnTo>
                <a:lnTo>
                  <a:pt x="1139" y="325"/>
                </a:lnTo>
                <a:close/>
                <a:moveTo>
                  <a:pt x="1155" y="325"/>
                </a:moveTo>
                <a:lnTo>
                  <a:pt x="1162" y="325"/>
                </a:lnTo>
                <a:lnTo>
                  <a:pt x="1162" y="318"/>
                </a:lnTo>
                <a:lnTo>
                  <a:pt x="1155" y="318"/>
                </a:lnTo>
                <a:lnTo>
                  <a:pt x="1155" y="325"/>
                </a:lnTo>
                <a:close/>
                <a:moveTo>
                  <a:pt x="1255" y="325"/>
                </a:moveTo>
                <a:lnTo>
                  <a:pt x="1262" y="325"/>
                </a:lnTo>
                <a:lnTo>
                  <a:pt x="1262" y="318"/>
                </a:lnTo>
                <a:lnTo>
                  <a:pt x="1255" y="318"/>
                </a:lnTo>
                <a:lnTo>
                  <a:pt x="1255" y="325"/>
                </a:lnTo>
                <a:close/>
                <a:moveTo>
                  <a:pt x="1271" y="325"/>
                </a:moveTo>
                <a:lnTo>
                  <a:pt x="1278" y="325"/>
                </a:lnTo>
                <a:lnTo>
                  <a:pt x="1278" y="318"/>
                </a:lnTo>
                <a:lnTo>
                  <a:pt x="1271" y="318"/>
                </a:lnTo>
                <a:lnTo>
                  <a:pt x="1271" y="325"/>
                </a:lnTo>
                <a:close/>
                <a:moveTo>
                  <a:pt x="1288" y="325"/>
                </a:moveTo>
                <a:lnTo>
                  <a:pt x="1295" y="325"/>
                </a:lnTo>
                <a:lnTo>
                  <a:pt x="1295" y="318"/>
                </a:lnTo>
                <a:lnTo>
                  <a:pt x="1288" y="318"/>
                </a:lnTo>
                <a:lnTo>
                  <a:pt x="1288" y="325"/>
                </a:lnTo>
                <a:close/>
                <a:moveTo>
                  <a:pt x="1304" y="325"/>
                </a:moveTo>
                <a:lnTo>
                  <a:pt x="1312" y="325"/>
                </a:lnTo>
                <a:lnTo>
                  <a:pt x="1312" y="318"/>
                </a:lnTo>
                <a:lnTo>
                  <a:pt x="1304" y="318"/>
                </a:lnTo>
                <a:lnTo>
                  <a:pt x="1304" y="325"/>
                </a:lnTo>
                <a:close/>
                <a:moveTo>
                  <a:pt x="1321" y="325"/>
                </a:moveTo>
                <a:lnTo>
                  <a:pt x="1328" y="325"/>
                </a:lnTo>
                <a:lnTo>
                  <a:pt x="1328" y="318"/>
                </a:lnTo>
                <a:lnTo>
                  <a:pt x="1321" y="318"/>
                </a:lnTo>
                <a:lnTo>
                  <a:pt x="1321" y="325"/>
                </a:lnTo>
                <a:close/>
                <a:moveTo>
                  <a:pt x="1338" y="325"/>
                </a:moveTo>
                <a:lnTo>
                  <a:pt x="1345" y="325"/>
                </a:lnTo>
                <a:lnTo>
                  <a:pt x="1345" y="318"/>
                </a:lnTo>
                <a:lnTo>
                  <a:pt x="1338" y="318"/>
                </a:lnTo>
                <a:lnTo>
                  <a:pt x="1338" y="325"/>
                </a:lnTo>
                <a:close/>
                <a:moveTo>
                  <a:pt x="1555" y="325"/>
                </a:moveTo>
                <a:lnTo>
                  <a:pt x="1563" y="325"/>
                </a:lnTo>
                <a:lnTo>
                  <a:pt x="1563" y="318"/>
                </a:lnTo>
                <a:lnTo>
                  <a:pt x="1555" y="318"/>
                </a:lnTo>
                <a:lnTo>
                  <a:pt x="1555" y="325"/>
                </a:lnTo>
                <a:close/>
                <a:moveTo>
                  <a:pt x="1572" y="325"/>
                </a:moveTo>
                <a:lnTo>
                  <a:pt x="1579" y="325"/>
                </a:lnTo>
                <a:lnTo>
                  <a:pt x="1579" y="318"/>
                </a:lnTo>
                <a:lnTo>
                  <a:pt x="1572" y="318"/>
                </a:lnTo>
                <a:lnTo>
                  <a:pt x="1572" y="325"/>
                </a:lnTo>
                <a:close/>
                <a:moveTo>
                  <a:pt x="1589" y="325"/>
                </a:moveTo>
                <a:lnTo>
                  <a:pt x="1596" y="325"/>
                </a:lnTo>
                <a:lnTo>
                  <a:pt x="1596" y="318"/>
                </a:lnTo>
                <a:lnTo>
                  <a:pt x="1589" y="318"/>
                </a:lnTo>
                <a:lnTo>
                  <a:pt x="1589" y="325"/>
                </a:lnTo>
                <a:close/>
                <a:moveTo>
                  <a:pt x="1605" y="325"/>
                </a:moveTo>
                <a:lnTo>
                  <a:pt x="1612" y="325"/>
                </a:lnTo>
                <a:lnTo>
                  <a:pt x="1612" y="318"/>
                </a:lnTo>
                <a:lnTo>
                  <a:pt x="1605" y="318"/>
                </a:lnTo>
                <a:lnTo>
                  <a:pt x="1605" y="325"/>
                </a:lnTo>
                <a:close/>
                <a:moveTo>
                  <a:pt x="1622" y="325"/>
                </a:moveTo>
                <a:lnTo>
                  <a:pt x="1629" y="325"/>
                </a:lnTo>
                <a:lnTo>
                  <a:pt x="1629" y="318"/>
                </a:lnTo>
                <a:lnTo>
                  <a:pt x="1622" y="318"/>
                </a:lnTo>
                <a:lnTo>
                  <a:pt x="1622" y="325"/>
                </a:lnTo>
                <a:close/>
                <a:moveTo>
                  <a:pt x="1638" y="325"/>
                </a:moveTo>
                <a:lnTo>
                  <a:pt x="1645" y="325"/>
                </a:lnTo>
                <a:lnTo>
                  <a:pt x="1645" y="318"/>
                </a:lnTo>
                <a:lnTo>
                  <a:pt x="1638" y="318"/>
                </a:lnTo>
                <a:lnTo>
                  <a:pt x="1638" y="325"/>
                </a:lnTo>
                <a:close/>
                <a:moveTo>
                  <a:pt x="1657" y="325"/>
                </a:moveTo>
                <a:lnTo>
                  <a:pt x="1664" y="325"/>
                </a:lnTo>
                <a:lnTo>
                  <a:pt x="1664" y="318"/>
                </a:lnTo>
                <a:lnTo>
                  <a:pt x="1657" y="318"/>
                </a:lnTo>
                <a:lnTo>
                  <a:pt x="1657" y="325"/>
                </a:lnTo>
                <a:close/>
                <a:moveTo>
                  <a:pt x="1674" y="325"/>
                </a:moveTo>
                <a:lnTo>
                  <a:pt x="1681" y="325"/>
                </a:lnTo>
                <a:lnTo>
                  <a:pt x="1681" y="318"/>
                </a:lnTo>
                <a:lnTo>
                  <a:pt x="1674" y="318"/>
                </a:lnTo>
                <a:lnTo>
                  <a:pt x="1674" y="325"/>
                </a:lnTo>
                <a:close/>
                <a:moveTo>
                  <a:pt x="1690" y="325"/>
                </a:moveTo>
                <a:lnTo>
                  <a:pt x="1698" y="325"/>
                </a:lnTo>
                <a:lnTo>
                  <a:pt x="1698" y="318"/>
                </a:lnTo>
                <a:lnTo>
                  <a:pt x="1690" y="318"/>
                </a:lnTo>
                <a:lnTo>
                  <a:pt x="1690" y="325"/>
                </a:lnTo>
                <a:close/>
                <a:moveTo>
                  <a:pt x="1707" y="325"/>
                </a:moveTo>
                <a:lnTo>
                  <a:pt x="1714" y="325"/>
                </a:lnTo>
                <a:lnTo>
                  <a:pt x="1714" y="318"/>
                </a:lnTo>
                <a:lnTo>
                  <a:pt x="1707" y="318"/>
                </a:lnTo>
                <a:lnTo>
                  <a:pt x="1707" y="325"/>
                </a:lnTo>
                <a:close/>
                <a:moveTo>
                  <a:pt x="1724" y="325"/>
                </a:moveTo>
                <a:lnTo>
                  <a:pt x="1731" y="325"/>
                </a:lnTo>
                <a:lnTo>
                  <a:pt x="1731" y="318"/>
                </a:lnTo>
                <a:lnTo>
                  <a:pt x="1724" y="318"/>
                </a:lnTo>
                <a:lnTo>
                  <a:pt x="1724" y="325"/>
                </a:lnTo>
                <a:close/>
                <a:moveTo>
                  <a:pt x="1740" y="325"/>
                </a:moveTo>
                <a:lnTo>
                  <a:pt x="1747" y="325"/>
                </a:lnTo>
                <a:lnTo>
                  <a:pt x="1747" y="318"/>
                </a:lnTo>
                <a:lnTo>
                  <a:pt x="1740" y="318"/>
                </a:lnTo>
                <a:lnTo>
                  <a:pt x="1740" y="325"/>
                </a:lnTo>
                <a:close/>
                <a:moveTo>
                  <a:pt x="1757" y="325"/>
                </a:moveTo>
                <a:lnTo>
                  <a:pt x="1764" y="325"/>
                </a:lnTo>
                <a:lnTo>
                  <a:pt x="1764" y="318"/>
                </a:lnTo>
                <a:lnTo>
                  <a:pt x="1757" y="318"/>
                </a:lnTo>
                <a:lnTo>
                  <a:pt x="1757" y="325"/>
                </a:lnTo>
                <a:close/>
                <a:moveTo>
                  <a:pt x="1773" y="325"/>
                </a:moveTo>
                <a:lnTo>
                  <a:pt x="1780" y="325"/>
                </a:lnTo>
                <a:lnTo>
                  <a:pt x="1780" y="318"/>
                </a:lnTo>
                <a:lnTo>
                  <a:pt x="1773" y="318"/>
                </a:lnTo>
                <a:lnTo>
                  <a:pt x="1773" y="325"/>
                </a:lnTo>
                <a:close/>
                <a:moveTo>
                  <a:pt x="1790" y="325"/>
                </a:moveTo>
                <a:lnTo>
                  <a:pt x="1797" y="325"/>
                </a:lnTo>
                <a:lnTo>
                  <a:pt x="1797" y="318"/>
                </a:lnTo>
                <a:lnTo>
                  <a:pt x="1790" y="318"/>
                </a:lnTo>
                <a:lnTo>
                  <a:pt x="1790" y="325"/>
                </a:lnTo>
                <a:close/>
                <a:moveTo>
                  <a:pt x="1806" y="325"/>
                </a:moveTo>
                <a:lnTo>
                  <a:pt x="1814" y="325"/>
                </a:lnTo>
                <a:lnTo>
                  <a:pt x="1814" y="318"/>
                </a:lnTo>
                <a:lnTo>
                  <a:pt x="1806" y="318"/>
                </a:lnTo>
                <a:lnTo>
                  <a:pt x="1806" y="325"/>
                </a:lnTo>
                <a:close/>
                <a:moveTo>
                  <a:pt x="1823" y="325"/>
                </a:moveTo>
                <a:lnTo>
                  <a:pt x="1830" y="325"/>
                </a:lnTo>
                <a:lnTo>
                  <a:pt x="1830" y="318"/>
                </a:lnTo>
                <a:lnTo>
                  <a:pt x="1823" y="318"/>
                </a:lnTo>
                <a:lnTo>
                  <a:pt x="1823" y="325"/>
                </a:lnTo>
                <a:close/>
                <a:moveTo>
                  <a:pt x="1840" y="325"/>
                </a:moveTo>
                <a:lnTo>
                  <a:pt x="1847" y="325"/>
                </a:lnTo>
                <a:lnTo>
                  <a:pt x="1847" y="318"/>
                </a:lnTo>
                <a:lnTo>
                  <a:pt x="1840" y="318"/>
                </a:lnTo>
                <a:lnTo>
                  <a:pt x="1840" y="325"/>
                </a:lnTo>
                <a:close/>
                <a:moveTo>
                  <a:pt x="1856" y="325"/>
                </a:moveTo>
                <a:lnTo>
                  <a:pt x="1863" y="325"/>
                </a:lnTo>
                <a:lnTo>
                  <a:pt x="1863" y="318"/>
                </a:lnTo>
                <a:lnTo>
                  <a:pt x="1856" y="318"/>
                </a:lnTo>
                <a:lnTo>
                  <a:pt x="1856" y="325"/>
                </a:lnTo>
                <a:close/>
                <a:moveTo>
                  <a:pt x="1873" y="325"/>
                </a:moveTo>
                <a:lnTo>
                  <a:pt x="1880" y="325"/>
                </a:lnTo>
                <a:lnTo>
                  <a:pt x="1880" y="318"/>
                </a:lnTo>
                <a:lnTo>
                  <a:pt x="1873" y="318"/>
                </a:lnTo>
                <a:lnTo>
                  <a:pt x="1873" y="325"/>
                </a:lnTo>
                <a:close/>
                <a:moveTo>
                  <a:pt x="1889" y="325"/>
                </a:moveTo>
                <a:lnTo>
                  <a:pt x="1896" y="325"/>
                </a:lnTo>
                <a:lnTo>
                  <a:pt x="1896" y="318"/>
                </a:lnTo>
                <a:lnTo>
                  <a:pt x="1889" y="318"/>
                </a:lnTo>
                <a:lnTo>
                  <a:pt x="1889" y="325"/>
                </a:lnTo>
                <a:close/>
                <a:moveTo>
                  <a:pt x="1908" y="325"/>
                </a:moveTo>
                <a:lnTo>
                  <a:pt x="1915" y="325"/>
                </a:lnTo>
                <a:lnTo>
                  <a:pt x="1915" y="318"/>
                </a:lnTo>
                <a:lnTo>
                  <a:pt x="1908" y="318"/>
                </a:lnTo>
                <a:lnTo>
                  <a:pt x="1908" y="325"/>
                </a:lnTo>
                <a:close/>
                <a:moveTo>
                  <a:pt x="1925" y="325"/>
                </a:moveTo>
                <a:lnTo>
                  <a:pt x="1932" y="325"/>
                </a:lnTo>
                <a:lnTo>
                  <a:pt x="1932" y="318"/>
                </a:lnTo>
                <a:lnTo>
                  <a:pt x="1925" y="318"/>
                </a:lnTo>
                <a:lnTo>
                  <a:pt x="1925" y="325"/>
                </a:lnTo>
                <a:close/>
                <a:moveTo>
                  <a:pt x="1941" y="325"/>
                </a:moveTo>
                <a:lnTo>
                  <a:pt x="1949" y="325"/>
                </a:lnTo>
                <a:lnTo>
                  <a:pt x="1949" y="318"/>
                </a:lnTo>
                <a:lnTo>
                  <a:pt x="1941" y="318"/>
                </a:lnTo>
                <a:lnTo>
                  <a:pt x="1941" y="325"/>
                </a:lnTo>
                <a:close/>
                <a:moveTo>
                  <a:pt x="1958" y="325"/>
                </a:moveTo>
                <a:lnTo>
                  <a:pt x="1965" y="325"/>
                </a:lnTo>
                <a:lnTo>
                  <a:pt x="1965" y="318"/>
                </a:lnTo>
                <a:lnTo>
                  <a:pt x="1958" y="318"/>
                </a:lnTo>
                <a:lnTo>
                  <a:pt x="1958" y="325"/>
                </a:lnTo>
                <a:close/>
                <a:moveTo>
                  <a:pt x="1975" y="325"/>
                </a:moveTo>
                <a:lnTo>
                  <a:pt x="1982" y="325"/>
                </a:lnTo>
                <a:lnTo>
                  <a:pt x="1982" y="318"/>
                </a:lnTo>
                <a:lnTo>
                  <a:pt x="1975" y="318"/>
                </a:lnTo>
                <a:lnTo>
                  <a:pt x="1975" y="325"/>
                </a:lnTo>
                <a:close/>
                <a:moveTo>
                  <a:pt x="1991" y="325"/>
                </a:moveTo>
                <a:lnTo>
                  <a:pt x="1998" y="325"/>
                </a:lnTo>
                <a:lnTo>
                  <a:pt x="1998" y="318"/>
                </a:lnTo>
                <a:lnTo>
                  <a:pt x="1991" y="318"/>
                </a:lnTo>
                <a:lnTo>
                  <a:pt x="1991" y="325"/>
                </a:lnTo>
                <a:close/>
                <a:moveTo>
                  <a:pt x="2008" y="325"/>
                </a:moveTo>
                <a:lnTo>
                  <a:pt x="2015" y="325"/>
                </a:lnTo>
                <a:lnTo>
                  <a:pt x="2015" y="318"/>
                </a:lnTo>
                <a:lnTo>
                  <a:pt x="2008" y="318"/>
                </a:lnTo>
                <a:lnTo>
                  <a:pt x="2008" y="325"/>
                </a:lnTo>
                <a:close/>
                <a:moveTo>
                  <a:pt x="2024" y="325"/>
                </a:moveTo>
                <a:lnTo>
                  <a:pt x="2031" y="325"/>
                </a:lnTo>
                <a:lnTo>
                  <a:pt x="2031" y="318"/>
                </a:lnTo>
                <a:lnTo>
                  <a:pt x="2024" y="318"/>
                </a:lnTo>
                <a:lnTo>
                  <a:pt x="2024" y="325"/>
                </a:lnTo>
                <a:close/>
                <a:moveTo>
                  <a:pt x="2041" y="325"/>
                </a:moveTo>
                <a:lnTo>
                  <a:pt x="2048" y="325"/>
                </a:lnTo>
                <a:lnTo>
                  <a:pt x="2048" y="318"/>
                </a:lnTo>
                <a:lnTo>
                  <a:pt x="2041" y="318"/>
                </a:lnTo>
                <a:lnTo>
                  <a:pt x="2041" y="325"/>
                </a:lnTo>
                <a:close/>
                <a:moveTo>
                  <a:pt x="2057" y="325"/>
                </a:moveTo>
                <a:lnTo>
                  <a:pt x="2065" y="325"/>
                </a:lnTo>
                <a:lnTo>
                  <a:pt x="2065" y="318"/>
                </a:lnTo>
                <a:lnTo>
                  <a:pt x="2057" y="318"/>
                </a:lnTo>
                <a:lnTo>
                  <a:pt x="2057" y="325"/>
                </a:lnTo>
                <a:close/>
                <a:moveTo>
                  <a:pt x="2074" y="325"/>
                </a:moveTo>
                <a:lnTo>
                  <a:pt x="2081" y="325"/>
                </a:lnTo>
                <a:lnTo>
                  <a:pt x="2081" y="318"/>
                </a:lnTo>
                <a:lnTo>
                  <a:pt x="2074" y="318"/>
                </a:lnTo>
                <a:lnTo>
                  <a:pt x="2074" y="325"/>
                </a:lnTo>
                <a:close/>
                <a:moveTo>
                  <a:pt x="2091" y="325"/>
                </a:moveTo>
                <a:lnTo>
                  <a:pt x="2098" y="325"/>
                </a:lnTo>
                <a:lnTo>
                  <a:pt x="2098" y="318"/>
                </a:lnTo>
                <a:lnTo>
                  <a:pt x="2091" y="318"/>
                </a:lnTo>
                <a:lnTo>
                  <a:pt x="2091" y="325"/>
                </a:lnTo>
                <a:close/>
                <a:moveTo>
                  <a:pt x="2107" y="325"/>
                </a:moveTo>
                <a:lnTo>
                  <a:pt x="2114" y="325"/>
                </a:lnTo>
                <a:lnTo>
                  <a:pt x="2114" y="318"/>
                </a:lnTo>
                <a:lnTo>
                  <a:pt x="2107" y="318"/>
                </a:lnTo>
                <a:lnTo>
                  <a:pt x="2107" y="325"/>
                </a:lnTo>
                <a:close/>
                <a:moveTo>
                  <a:pt x="2124" y="325"/>
                </a:moveTo>
                <a:lnTo>
                  <a:pt x="2131" y="325"/>
                </a:lnTo>
                <a:lnTo>
                  <a:pt x="2131" y="318"/>
                </a:lnTo>
                <a:lnTo>
                  <a:pt x="2124" y="318"/>
                </a:lnTo>
                <a:lnTo>
                  <a:pt x="2124" y="325"/>
                </a:lnTo>
                <a:close/>
                <a:moveTo>
                  <a:pt x="2140" y="325"/>
                </a:moveTo>
                <a:lnTo>
                  <a:pt x="2147" y="325"/>
                </a:lnTo>
                <a:lnTo>
                  <a:pt x="2147" y="318"/>
                </a:lnTo>
                <a:lnTo>
                  <a:pt x="2140" y="318"/>
                </a:lnTo>
                <a:lnTo>
                  <a:pt x="2140" y="325"/>
                </a:lnTo>
                <a:close/>
                <a:moveTo>
                  <a:pt x="2159" y="325"/>
                </a:moveTo>
                <a:lnTo>
                  <a:pt x="2164" y="325"/>
                </a:lnTo>
                <a:lnTo>
                  <a:pt x="2164" y="318"/>
                </a:lnTo>
                <a:lnTo>
                  <a:pt x="2159" y="318"/>
                </a:lnTo>
                <a:lnTo>
                  <a:pt x="2159" y="325"/>
                </a:lnTo>
                <a:close/>
                <a:moveTo>
                  <a:pt x="2176" y="325"/>
                </a:moveTo>
                <a:lnTo>
                  <a:pt x="2183" y="325"/>
                </a:lnTo>
                <a:lnTo>
                  <a:pt x="2183" y="318"/>
                </a:lnTo>
                <a:lnTo>
                  <a:pt x="2176" y="318"/>
                </a:lnTo>
                <a:lnTo>
                  <a:pt x="2176" y="325"/>
                </a:lnTo>
                <a:close/>
                <a:moveTo>
                  <a:pt x="2192" y="325"/>
                </a:moveTo>
                <a:lnTo>
                  <a:pt x="2200" y="325"/>
                </a:lnTo>
                <a:lnTo>
                  <a:pt x="2200" y="318"/>
                </a:lnTo>
                <a:lnTo>
                  <a:pt x="2192" y="318"/>
                </a:lnTo>
                <a:lnTo>
                  <a:pt x="2192" y="325"/>
                </a:lnTo>
                <a:close/>
                <a:moveTo>
                  <a:pt x="2209" y="325"/>
                </a:moveTo>
                <a:lnTo>
                  <a:pt x="2216" y="325"/>
                </a:lnTo>
                <a:lnTo>
                  <a:pt x="2216" y="318"/>
                </a:lnTo>
                <a:lnTo>
                  <a:pt x="2209" y="318"/>
                </a:lnTo>
                <a:lnTo>
                  <a:pt x="2209" y="325"/>
                </a:lnTo>
                <a:close/>
                <a:moveTo>
                  <a:pt x="2226" y="325"/>
                </a:moveTo>
                <a:lnTo>
                  <a:pt x="2233" y="325"/>
                </a:lnTo>
                <a:lnTo>
                  <a:pt x="2233" y="318"/>
                </a:lnTo>
                <a:lnTo>
                  <a:pt x="2226" y="318"/>
                </a:lnTo>
                <a:lnTo>
                  <a:pt x="2226" y="325"/>
                </a:lnTo>
                <a:close/>
                <a:moveTo>
                  <a:pt x="2242" y="325"/>
                </a:moveTo>
                <a:lnTo>
                  <a:pt x="2249" y="325"/>
                </a:lnTo>
                <a:lnTo>
                  <a:pt x="2249" y="318"/>
                </a:lnTo>
                <a:lnTo>
                  <a:pt x="2242" y="318"/>
                </a:lnTo>
                <a:lnTo>
                  <a:pt x="2242" y="325"/>
                </a:lnTo>
                <a:close/>
                <a:moveTo>
                  <a:pt x="2259" y="325"/>
                </a:moveTo>
                <a:lnTo>
                  <a:pt x="2266" y="325"/>
                </a:lnTo>
                <a:lnTo>
                  <a:pt x="2266" y="318"/>
                </a:lnTo>
                <a:lnTo>
                  <a:pt x="2259" y="318"/>
                </a:lnTo>
                <a:lnTo>
                  <a:pt x="2259" y="325"/>
                </a:lnTo>
                <a:close/>
                <a:moveTo>
                  <a:pt x="2275" y="325"/>
                </a:moveTo>
                <a:lnTo>
                  <a:pt x="2282" y="325"/>
                </a:lnTo>
                <a:lnTo>
                  <a:pt x="2282" y="318"/>
                </a:lnTo>
                <a:lnTo>
                  <a:pt x="2275" y="318"/>
                </a:lnTo>
                <a:lnTo>
                  <a:pt x="2275" y="325"/>
                </a:lnTo>
                <a:close/>
                <a:moveTo>
                  <a:pt x="2292" y="325"/>
                </a:moveTo>
                <a:lnTo>
                  <a:pt x="2299" y="325"/>
                </a:lnTo>
                <a:lnTo>
                  <a:pt x="2299" y="318"/>
                </a:lnTo>
                <a:lnTo>
                  <a:pt x="2292" y="318"/>
                </a:lnTo>
                <a:lnTo>
                  <a:pt x="2292" y="325"/>
                </a:lnTo>
                <a:close/>
                <a:moveTo>
                  <a:pt x="2308" y="325"/>
                </a:moveTo>
                <a:lnTo>
                  <a:pt x="2316" y="325"/>
                </a:lnTo>
                <a:lnTo>
                  <a:pt x="2316" y="318"/>
                </a:lnTo>
                <a:lnTo>
                  <a:pt x="2308" y="318"/>
                </a:lnTo>
                <a:lnTo>
                  <a:pt x="2308" y="325"/>
                </a:lnTo>
                <a:close/>
                <a:moveTo>
                  <a:pt x="2325" y="325"/>
                </a:moveTo>
                <a:lnTo>
                  <a:pt x="2332" y="325"/>
                </a:lnTo>
                <a:lnTo>
                  <a:pt x="2332" y="318"/>
                </a:lnTo>
                <a:lnTo>
                  <a:pt x="2325" y="318"/>
                </a:lnTo>
                <a:lnTo>
                  <a:pt x="2325" y="325"/>
                </a:lnTo>
                <a:close/>
                <a:moveTo>
                  <a:pt x="2342" y="325"/>
                </a:moveTo>
                <a:lnTo>
                  <a:pt x="2349" y="325"/>
                </a:lnTo>
                <a:lnTo>
                  <a:pt x="2349" y="318"/>
                </a:lnTo>
                <a:lnTo>
                  <a:pt x="2342" y="318"/>
                </a:lnTo>
                <a:lnTo>
                  <a:pt x="2342" y="325"/>
                </a:lnTo>
                <a:close/>
                <a:moveTo>
                  <a:pt x="2358" y="325"/>
                </a:moveTo>
                <a:lnTo>
                  <a:pt x="2365" y="325"/>
                </a:lnTo>
                <a:lnTo>
                  <a:pt x="2365" y="318"/>
                </a:lnTo>
                <a:lnTo>
                  <a:pt x="2358" y="318"/>
                </a:lnTo>
                <a:lnTo>
                  <a:pt x="2358" y="325"/>
                </a:lnTo>
                <a:close/>
                <a:moveTo>
                  <a:pt x="2375" y="325"/>
                </a:moveTo>
                <a:lnTo>
                  <a:pt x="2382" y="325"/>
                </a:lnTo>
                <a:lnTo>
                  <a:pt x="2382" y="318"/>
                </a:lnTo>
                <a:lnTo>
                  <a:pt x="2375" y="318"/>
                </a:lnTo>
                <a:lnTo>
                  <a:pt x="2375" y="325"/>
                </a:lnTo>
                <a:close/>
                <a:moveTo>
                  <a:pt x="2391" y="325"/>
                </a:moveTo>
                <a:lnTo>
                  <a:pt x="2398" y="325"/>
                </a:lnTo>
                <a:lnTo>
                  <a:pt x="2398" y="318"/>
                </a:lnTo>
                <a:lnTo>
                  <a:pt x="2391" y="318"/>
                </a:lnTo>
                <a:lnTo>
                  <a:pt x="2391" y="325"/>
                </a:lnTo>
                <a:close/>
                <a:moveTo>
                  <a:pt x="2408" y="325"/>
                </a:moveTo>
                <a:lnTo>
                  <a:pt x="2415" y="325"/>
                </a:lnTo>
                <a:lnTo>
                  <a:pt x="2415" y="318"/>
                </a:lnTo>
                <a:lnTo>
                  <a:pt x="2408" y="318"/>
                </a:lnTo>
                <a:lnTo>
                  <a:pt x="2408" y="325"/>
                </a:lnTo>
                <a:close/>
                <a:moveTo>
                  <a:pt x="2427" y="325"/>
                </a:moveTo>
                <a:lnTo>
                  <a:pt x="2434" y="325"/>
                </a:lnTo>
                <a:lnTo>
                  <a:pt x="2434" y="318"/>
                </a:lnTo>
                <a:lnTo>
                  <a:pt x="2427" y="318"/>
                </a:lnTo>
                <a:lnTo>
                  <a:pt x="2427" y="325"/>
                </a:lnTo>
                <a:close/>
                <a:moveTo>
                  <a:pt x="2443" y="325"/>
                </a:moveTo>
                <a:lnTo>
                  <a:pt x="2451" y="325"/>
                </a:lnTo>
                <a:lnTo>
                  <a:pt x="2451" y="318"/>
                </a:lnTo>
                <a:lnTo>
                  <a:pt x="2443" y="318"/>
                </a:lnTo>
                <a:lnTo>
                  <a:pt x="2443" y="325"/>
                </a:lnTo>
                <a:close/>
                <a:moveTo>
                  <a:pt x="2460" y="325"/>
                </a:moveTo>
                <a:lnTo>
                  <a:pt x="2467" y="325"/>
                </a:lnTo>
                <a:lnTo>
                  <a:pt x="2467" y="318"/>
                </a:lnTo>
                <a:lnTo>
                  <a:pt x="2460" y="318"/>
                </a:lnTo>
                <a:lnTo>
                  <a:pt x="2460" y="325"/>
                </a:lnTo>
                <a:close/>
                <a:moveTo>
                  <a:pt x="2477" y="325"/>
                </a:moveTo>
                <a:lnTo>
                  <a:pt x="2484" y="325"/>
                </a:lnTo>
                <a:lnTo>
                  <a:pt x="2484" y="318"/>
                </a:lnTo>
                <a:lnTo>
                  <a:pt x="2477" y="318"/>
                </a:lnTo>
                <a:lnTo>
                  <a:pt x="2477" y="325"/>
                </a:lnTo>
                <a:close/>
                <a:moveTo>
                  <a:pt x="2493" y="325"/>
                </a:moveTo>
                <a:lnTo>
                  <a:pt x="2500" y="325"/>
                </a:lnTo>
                <a:lnTo>
                  <a:pt x="2500" y="318"/>
                </a:lnTo>
                <a:lnTo>
                  <a:pt x="2493" y="318"/>
                </a:lnTo>
                <a:lnTo>
                  <a:pt x="2493" y="325"/>
                </a:lnTo>
                <a:close/>
                <a:moveTo>
                  <a:pt x="2510" y="325"/>
                </a:moveTo>
                <a:lnTo>
                  <a:pt x="2517" y="325"/>
                </a:lnTo>
                <a:lnTo>
                  <a:pt x="2517" y="318"/>
                </a:lnTo>
                <a:lnTo>
                  <a:pt x="2510" y="318"/>
                </a:lnTo>
                <a:lnTo>
                  <a:pt x="2510" y="325"/>
                </a:lnTo>
                <a:close/>
                <a:moveTo>
                  <a:pt x="2526" y="325"/>
                </a:moveTo>
                <a:lnTo>
                  <a:pt x="2533" y="325"/>
                </a:lnTo>
                <a:lnTo>
                  <a:pt x="2533" y="318"/>
                </a:lnTo>
                <a:lnTo>
                  <a:pt x="2526" y="318"/>
                </a:lnTo>
                <a:lnTo>
                  <a:pt x="2526" y="325"/>
                </a:lnTo>
                <a:close/>
                <a:moveTo>
                  <a:pt x="2543" y="325"/>
                </a:moveTo>
                <a:lnTo>
                  <a:pt x="2550" y="325"/>
                </a:lnTo>
                <a:lnTo>
                  <a:pt x="2550" y="318"/>
                </a:lnTo>
                <a:lnTo>
                  <a:pt x="2543" y="318"/>
                </a:lnTo>
                <a:lnTo>
                  <a:pt x="2543" y="325"/>
                </a:lnTo>
                <a:close/>
                <a:moveTo>
                  <a:pt x="2560" y="325"/>
                </a:moveTo>
                <a:lnTo>
                  <a:pt x="2567" y="325"/>
                </a:lnTo>
                <a:lnTo>
                  <a:pt x="2567" y="318"/>
                </a:lnTo>
                <a:lnTo>
                  <a:pt x="2560" y="318"/>
                </a:lnTo>
                <a:lnTo>
                  <a:pt x="2560" y="325"/>
                </a:lnTo>
                <a:close/>
                <a:moveTo>
                  <a:pt x="2576" y="325"/>
                </a:moveTo>
                <a:lnTo>
                  <a:pt x="2583" y="325"/>
                </a:lnTo>
                <a:lnTo>
                  <a:pt x="2583" y="318"/>
                </a:lnTo>
                <a:lnTo>
                  <a:pt x="2576" y="318"/>
                </a:lnTo>
                <a:lnTo>
                  <a:pt x="2576" y="325"/>
                </a:lnTo>
                <a:close/>
                <a:moveTo>
                  <a:pt x="2593" y="325"/>
                </a:moveTo>
                <a:lnTo>
                  <a:pt x="2600" y="325"/>
                </a:lnTo>
                <a:lnTo>
                  <a:pt x="2600" y="318"/>
                </a:lnTo>
                <a:lnTo>
                  <a:pt x="2593" y="318"/>
                </a:lnTo>
                <a:lnTo>
                  <a:pt x="2593" y="325"/>
                </a:lnTo>
                <a:close/>
                <a:moveTo>
                  <a:pt x="2609" y="325"/>
                </a:moveTo>
                <a:lnTo>
                  <a:pt x="2616" y="325"/>
                </a:lnTo>
                <a:lnTo>
                  <a:pt x="2616" y="318"/>
                </a:lnTo>
                <a:lnTo>
                  <a:pt x="2609" y="318"/>
                </a:lnTo>
                <a:lnTo>
                  <a:pt x="2609" y="325"/>
                </a:lnTo>
                <a:close/>
                <a:moveTo>
                  <a:pt x="2626" y="325"/>
                </a:moveTo>
                <a:lnTo>
                  <a:pt x="2633" y="325"/>
                </a:lnTo>
                <a:lnTo>
                  <a:pt x="2633" y="318"/>
                </a:lnTo>
                <a:lnTo>
                  <a:pt x="2626" y="318"/>
                </a:lnTo>
                <a:lnTo>
                  <a:pt x="2626" y="325"/>
                </a:lnTo>
                <a:close/>
                <a:moveTo>
                  <a:pt x="2642" y="325"/>
                </a:moveTo>
                <a:lnTo>
                  <a:pt x="2649" y="325"/>
                </a:lnTo>
                <a:lnTo>
                  <a:pt x="2649" y="318"/>
                </a:lnTo>
                <a:lnTo>
                  <a:pt x="2642" y="318"/>
                </a:lnTo>
                <a:lnTo>
                  <a:pt x="2642" y="325"/>
                </a:lnTo>
                <a:close/>
                <a:moveTo>
                  <a:pt x="2659" y="325"/>
                </a:moveTo>
                <a:lnTo>
                  <a:pt x="2666" y="325"/>
                </a:lnTo>
                <a:lnTo>
                  <a:pt x="2666" y="318"/>
                </a:lnTo>
                <a:lnTo>
                  <a:pt x="2659" y="318"/>
                </a:lnTo>
                <a:lnTo>
                  <a:pt x="2659" y="325"/>
                </a:lnTo>
                <a:close/>
                <a:moveTo>
                  <a:pt x="2678" y="325"/>
                </a:moveTo>
                <a:lnTo>
                  <a:pt x="2683" y="325"/>
                </a:lnTo>
                <a:lnTo>
                  <a:pt x="2683" y="318"/>
                </a:lnTo>
                <a:lnTo>
                  <a:pt x="2678" y="318"/>
                </a:lnTo>
                <a:lnTo>
                  <a:pt x="2678" y="325"/>
                </a:lnTo>
                <a:close/>
                <a:moveTo>
                  <a:pt x="2694" y="325"/>
                </a:moveTo>
                <a:lnTo>
                  <a:pt x="2702" y="325"/>
                </a:lnTo>
                <a:lnTo>
                  <a:pt x="2702" y="318"/>
                </a:lnTo>
                <a:lnTo>
                  <a:pt x="2694" y="318"/>
                </a:lnTo>
                <a:lnTo>
                  <a:pt x="2694" y="325"/>
                </a:lnTo>
                <a:close/>
                <a:moveTo>
                  <a:pt x="2711" y="325"/>
                </a:moveTo>
                <a:lnTo>
                  <a:pt x="2718" y="325"/>
                </a:lnTo>
                <a:lnTo>
                  <a:pt x="2718" y="318"/>
                </a:lnTo>
                <a:lnTo>
                  <a:pt x="2711" y="318"/>
                </a:lnTo>
                <a:lnTo>
                  <a:pt x="2711" y="325"/>
                </a:lnTo>
                <a:close/>
                <a:moveTo>
                  <a:pt x="2728" y="325"/>
                </a:moveTo>
                <a:lnTo>
                  <a:pt x="2735" y="325"/>
                </a:lnTo>
                <a:lnTo>
                  <a:pt x="2735" y="318"/>
                </a:lnTo>
                <a:lnTo>
                  <a:pt x="2728" y="318"/>
                </a:lnTo>
                <a:lnTo>
                  <a:pt x="2728" y="325"/>
                </a:lnTo>
                <a:close/>
                <a:moveTo>
                  <a:pt x="2744" y="325"/>
                </a:moveTo>
                <a:lnTo>
                  <a:pt x="2751" y="325"/>
                </a:lnTo>
                <a:lnTo>
                  <a:pt x="2751" y="318"/>
                </a:lnTo>
                <a:lnTo>
                  <a:pt x="2744" y="318"/>
                </a:lnTo>
                <a:lnTo>
                  <a:pt x="2744" y="325"/>
                </a:lnTo>
                <a:close/>
                <a:moveTo>
                  <a:pt x="2761" y="325"/>
                </a:moveTo>
                <a:lnTo>
                  <a:pt x="2768" y="325"/>
                </a:lnTo>
                <a:lnTo>
                  <a:pt x="2768" y="318"/>
                </a:lnTo>
                <a:lnTo>
                  <a:pt x="2761" y="318"/>
                </a:lnTo>
                <a:lnTo>
                  <a:pt x="2761" y="325"/>
                </a:lnTo>
                <a:close/>
                <a:moveTo>
                  <a:pt x="2777" y="325"/>
                </a:moveTo>
                <a:lnTo>
                  <a:pt x="2784" y="325"/>
                </a:lnTo>
                <a:lnTo>
                  <a:pt x="2784" y="318"/>
                </a:lnTo>
                <a:lnTo>
                  <a:pt x="2777" y="318"/>
                </a:lnTo>
                <a:lnTo>
                  <a:pt x="2777" y="325"/>
                </a:lnTo>
                <a:close/>
                <a:moveTo>
                  <a:pt x="2794" y="325"/>
                </a:moveTo>
                <a:lnTo>
                  <a:pt x="2801" y="325"/>
                </a:lnTo>
                <a:lnTo>
                  <a:pt x="2801" y="318"/>
                </a:lnTo>
                <a:lnTo>
                  <a:pt x="2794" y="318"/>
                </a:lnTo>
                <a:lnTo>
                  <a:pt x="2794" y="325"/>
                </a:lnTo>
                <a:close/>
                <a:moveTo>
                  <a:pt x="2811" y="325"/>
                </a:moveTo>
                <a:lnTo>
                  <a:pt x="2818" y="325"/>
                </a:lnTo>
                <a:lnTo>
                  <a:pt x="2818" y="318"/>
                </a:lnTo>
                <a:lnTo>
                  <a:pt x="2811" y="318"/>
                </a:lnTo>
                <a:lnTo>
                  <a:pt x="2811" y="325"/>
                </a:lnTo>
                <a:close/>
                <a:moveTo>
                  <a:pt x="2827" y="325"/>
                </a:moveTo>
                <a:lnTo>
                  <a:pt x="2834" y="325"/>
                </a:lnTo>
                <a:lnTo>
                  <a:pt x="2834" y="318"/>
                </a:lnTo>
                <a:lnTo>
                  <a:pt x="2827" y="318"/>
                </a:lnTo>
                <a:lnTo>
                  <a:pt x="2827" y="325"/>
                </a:lnTo>
                <a:close/>
                <a:moveTo>
                  <a:pt x="2844" y="325"/>
                </a:moveTo>
                <a:lnTo>
                  <a:pt x="2851" y="325"/>
                </a:lnTo>
                <a:lnTo>
                  <a:pt x="2851" y="318"/>
                </a:lnTo>
                <a:lnTo>
                  <a:pt x="2844" y="318"/>
                </a:lnTo>
                <a:lnTo>
                  <a:pt x="2844" y="325"/>
                </a:lnTo>
                <a:close/>
                <a:moveTo>
                  <a:pt x="2860" y="325"/>
                </a:moveTo>
                <a:lnTo>
                  <a:pt x="2867" y="325"/>
                </a:lnTo>
                <a:lnTo>
                  <a:pt x="2867" y="318"/>
                </a:lnTo>
                <a:lnTo>
                  <a:pt x="2860" y="318"/>
                </a:lnTo>
                <a:lnTo>
                  <a:pt x="2860" y="325"/>
                </a:lnTo>
                <a:close/>
                <a:moveTo>
                  <a:pt x="2877" y="325"/>
                </a:moveTo>
                <a:lnTo>
                  <a:pt x="2884" y="325"/>
                </a:lnTo>
                <a:lnTo>
                  <a:pt x="2884" y="318"/>
                </a:lnTo>
                <a:lnTo>
                  <a:pt x="2877" y="318"/>
                </a:lnTo>
                <a:lnTo>
                  <a:pt x="2877" y="325"/>
                </a:lnTo>
                <a:close/>
                <a:moveTo>
                  <a:pt x="2893" y="325"/>
                </a:moveTo>
                <a:lnTo>
                  <a:pt x="2901" y="325"/>
                </a:lnTo>
                <a:lnTo>
                  <a:pt x="2901" y="318"/>
                </a:lnTo>
                <a:lnTo>
                  <a:pt x="2893" y="318"/>
                </a:lnTo>
                <a:lnTo>
                  <a:pt x="2893" y="325"/>
                </a:lnTo>
                <a:close/>
                <a:moveTo>
                  <a:pt x="2910" y="325"/>
                </a:moveTo>
                <a:lnTo>
                  <a:pt x="2917" y="325"/>
                </a:lnTo>
                <a:lnTo>
                  <a:pt x="2917" y="318"/>
                </a:lnTo>
                <a:lnTo>
                  <a:pt x="2910" y="318"/>
                </a:lnTo>
                <a:lnTo>
                  <a:pt x="2910" y="325"/>
                </a:lnTo>
                <a:close/>
                <a:moveTo>
                  <a:pt x="2927" y="325"/>
                </a:moveTo>
                <a:lnTo>
                  <a:pt x="2934" y="325"/>
                </a:lnTo>
                <a:lnTo>
                  <a:pt x="2934" y="318"/>
                </a:lnTo>
                <a:lnTo>
                  <a:pt x="2927" y="318"/>
                </a:lnTo>
                <a:lnTo>
                  <a:pt x="2927" y="325"/>
                </a:lnTo>
                <a:close/>
                <a:moveTo>
                  <a:pt x="2946" y="325"/>
                </a:moveTo>
                <a:lnTo>
                  <a:pt x="2953" y="325"/>
                </a:lnTo>
                <a:lnTo>
                  <a:pt x="2953" y="318"/>
                </a:lnTo>
                <a:lnTo>
                  <a:pt x="2946" y="318"/>
                </a:lnTo>
                <a:lnTo>
                  <a:pt x="2946" y="325"/>
                </a:lnTo>
                <a:close/>
                <a:moveTo>
                  <a:pt x="2962" y="325"/>
                </a:moveTo>
                <a:lnTo>
                  <a:pt x="2969" y="325"/>
                </a:lnTo>
                <a:lnTo>
                  <a:pt x="2969" y="318"/>
                </a:lnTo>
                <a:lnTo>
                  <a:pt x="2962" y="318"/>
                </a:lnTo>
                <a:lnTo>
                  <a:pt x="2962" y="325"/>
                </a:lnTo>
                <a:close/>
                <a:moveTo>
                  <a:pt x="2979" y="325"/>
                </a:moveTo>
                <a:lnTo>
                  <a:pt x="2986" y="325"/>
                </a:lnTo>
                <a:lnTo>
                  <a:pt x="2986" y="318"/>
                </a:lnTo>
                <a:lnTo>
                  <a:pt x="2979" y="318"/>
                </a:lnTo>
                <a:lnTo>
                  <a:pt x="2979" y="325"/>
                </a:lnTo>
                <a:close/>
                <a:moveTo>
                  <a:pt x="2995" y="325"/>
                </a:moveTo>
                <a:lnTo>
                  <a:pt x="3002" y="325"/>
                </a:lnTo>
                <a:lnTo>
                  <a:pt x="3002" y="318"/>
                </a:lnTo>
                <a:lnTo>
                  <a:pt x="2995" y="318"/>
                </a:lnTo>
                <a:lnTo>
                  <a:pt x="2995" y="325"/>
                </a:lnTo>
                <a:close/>
                <a:moveTo>
                  <a:pt x="3012" y="325"/>
                </a:moveTo>
                <a:lnTo>
                  <a:pt x="3019" y="325"/>
                </a:lnTo>
                <a:lnTo>
                  <a:pt x="3019" y="318"/>
                </a:lnTo>
                <a:lnTo>
                  <a:pt x="3012" y="318"/>
                </a:lnTo>
                <a:lnTo>
                  <a:pt x="3012" y="325"/>
                </a:lnTo>
                <a:close/>
                <a:moveTo>
                  <a:pt x="3028" y="325"/>
                </a:moveTo>
                <a:lnTo>
                  <a:pt x="3035" y="325"/>
                </a:lnTo>
                <a:lnTo>
                  <a:pt x="3035" y="318"/>
                </a:lnTo>
                <a:lnTo>
                  <a:pt x="3028" y="318"/>
                </a:lnTo>
                <a:lnTo>
                  <a:pt x="3028" y="325"/>
                </a:lnTo>
                <a:close/>
                <a:moveTo>
                  <a:pt x="3045" y="325"/>
                </a:moveTo>
                <a:lnTo>
                  <a:pt x="3052" y="325"/>
                </a:lnTo>
                <a:lnTo>
                  <a:pt x="3052" y="318"/>
                </a:lnTo>
                <a:lnTo>
                  <a:pt x="3045" y="318"/>
                </a:lnTo>
                <a:lnTo>
                  <a:pt x="3045" y="325"/>
                </a:lnTo>
                <a:close/>
                <a:moveTo>
                  <a:pt x="3062" y="325"/>
                </a:moveTo>
                <a:lnTo>
                  <a:pt x="3069" y="325"/>
                </a:lnTo>
                <a:lnTo>
                  <a:pt x="3069" y="318"/>
                </a:lnTo>
                <a:lnTo>
                  <a:pt x="3062" y="318"/>
                </a:lnTo>
                <a:lnTo>
                  <a:pt x="3062" y="325"/>
                </a:lnTo>
                <a:close/>
                <a:moveTo>
                  <a:pt x="0" y="342"/>
                </a:moveTo>
                <a:lnTo>
                  <a:pt x="7" y="342"/>
                </a:lnTo>
                <a:lnTo>
                  <a:pt x="7" y="335"/>
                </a:lnTo>
                <a:lnTo>
                  <a:pt x="0" y="335"/>
                </a:lnTo>
                <a:lnTo>
                  <a:pt x="0" y="342"/>
                </a:lnTo>
                <a:close/>
                <a:moveTo>
                  <a:pt x="16" y="342"/>
                </a:moveTo>
                <a:lnTo>
                  <a:pt x="23" y="342"/>
                </a:lnTo>
                <a:lnTo>
                  <a:pt x="23" y="335"/>
                </a:lnTo>
                <a:lnTo>
                  <a:pt x="16" y="335"/>
                </a:lnTo>
                <a:lnTo>
                  <a:pt x="16" y="342"/>
                </a:lnTo>
                <a:close/>
                <a:moveTo>
                  <a:pt x="33" y="342"/>
                </a:moveTo>
                <a:lnTo>
                  <a:pt x="40" y="342"/>
                </a:lnTo>
                <a:lnTo>
                  <a:pt x="40" y="335"/>
                </a:lnTo>
                <a:lnTo>
                  <a:pt x="33" y="335"/>
                </a:lnTo>
                <a:lnTo>
                  <a:pt x="33" y="342"/>
                </a:lnTo>
                <a:close/>
                <a:moveTo>
                  <a:pt x="49" y="342"/>
                </a:moveTo>
                <a:lnTo>
                  <a:pt x="56" y="342"/>
                </a:lnTo>
                <a:lnTo>
                  <a:pt x="56" y="335"/>
                </a:lnTo>
                <a:lnTo>
                  <a:pt x="49" y="335"/>
                </a:lnTo>
                <a:lnTo>
                  <a:pt x="49" y="342"/>
                </a:lnTo>
                <a:close/>
                <a:moveTo>
                  <a:pt x="66" y="342"/>
                </a:moveTo>
                <a:lnTo>
                  <a:pt x="73" y="342"/>
                </a:lnTo>
                <a:lnTo>
                  <a:pt x="73" y="335"/>
                </a:lnTo>
                <a:lnTo>
                  <a:pt x="66" y="335"/>
                </a:lnTo>
                <a:lnTo>
                  <a:pt x="66" y="342"/>
                </a:lnTo>
                <a:close/>
                <a:moveTo>
                  <a:pt x="83" y="342"/>
                </a:moveTo>
                <a:lnTo>
                  <a:pt x="90" y="342"/>
                </a:lnTo>
                <a:lnTo>
                  <a:pt x="90" y="335"/>
                </a:lnTo>
                <a:lnTo>
                  <a:pt x="83" y="335"/>
                </a:lnTo>
                <a:lnTo>
                  <a:pt x="83" y="342"/>
                </a:lnTo>
                <a:close/>
                <a:moveTo>
                  <a:pt x="101" y="342"/>
                </a:moveTo>
                <a:lnTo>
                  <a:pt x="106" y="342"/>
                </a:lnTo>
                <a:lnTo>
                  <a:pt x="106" y="335"/>
                </a:lnTo>
                <a:lnTo>
                  <a:pt x="101" y="335"/>
                </a:lnTo>
                <a:lnTo>
                  <a:pt x="101" y="342"/>
                </a:lnTo>
                <a:close/>
                <a:moveTo>
                  <a:pt x="118" y="342"/>
                </a:moveTo>
                <a:lnTo>
                  <a:pt x="125" y="342"/>
                </a:lnTo>
                <a:lnTo>
                  <a:pt x="125" y="335"/>
                </a:lnTo>
                <a:lnTo>
                  <a:pt x="118" y="335"/>
                </a:lnTo>
                <a:lnTo>
                  <a:pt x="118" y="342"/>
                </a:lnTo>
                <a:close/>
                <a:moveTo>
                  <a:pt x="135" y="342"/>
                </a:moveTo>
                <a:lnTo>
                  <a:pt x="142" y="342"/>
                </a:lnTo>
                <a:lnTo>
                  <a:pt x="142" y="335"/>
                </a:lnTo>
                <a:lnTo>
                  <a:pt x="135" y="335"/>
                </a:lnTo>
                <a:lnTo>
                  <a:pt x="135" y="342"/>
                </a:lnTo>
                <a:close/>
                <a:moveTo>
                  <a:pt x="151" y="342"/>
                </a:moveTo>
                <a:lnTo>
                  <a:pt x="158" y="342"/>
                </a:lnTo>
                <a:lnTo>
                  <a:pt x="158" y="335"/>
                </a:lnTo>
                <a:lnTo>
                  <a:pt x="151" y="335"/>
                </a:lnTo>
                <a:lnTo>
                  <a:pt x="151" y="342"/>
                </a:lnTo>
                <a:close/>
                <a:moveTo>
                  <a:pt x="168" y="342"/>
                </a:moveTo>
                <a:lnTo>
                  <a:pt x="175" y="342"/>
                </a:lnTo>
                <a:lnTo>
                  <a:pt x="175" y="335"/>
                </a:lnTo>
                <a:lnTo>
                  <a:pt x="168" y="335"/>
                </a:lnTo>
                <a:lnTo>
                  <a:pt x="168" y="342"/>
                </a:lnTo>
                <a:close/>
                <a:moveTo>
                  <a:pt x="184" y="342"/>
                </a:moveTo>
                <a:lnTo>
                  <a:pt x="191" y="342"/>
                </a:lnTo>
                <a:lnTo>
                  <a:pt x="191" y="335"/>
                </a:lnTo>
                <a:lnTo>
                  <a:pt x="184" y="335"/>
                </a:lnTo>
                <a:lnTo>
                  <a:pt x="184" y="342"/>
                </a:lnTo>
                <a:close/>
                <a:moveTo>
                  <a:pt x="201" y="342"/>
                </a:moveTo>
                <a:lnTo>
                  <a:pt x="208" y="342"/>
                </a:lnTo>
                <a:lnTo>
                  <a:pt x="208" y="335"/>
                </a:lnTo>
                <a:lnTo>
                  <a:pt x="201" y="335"/>
                </a:lnTo>
                <a:lnTo>
                  <a:pt x="201" y="342"/>
                </a:lnTo>
                <a:close/>
                <a:moveTo>
                  <a:pt x="218" y="342"/>
                </a:moveTo>
                <a:lnTo>
                  <a:pt x="225" y="342"/>
                </a:lnTo>
                <a:lnTo>
                  <a:pt x="225" y="335"/>
                </a:lnTo>
                <a:lnTo>
                  <a:pt x="218" y="335"/>
                </a:lnTo>
                <a:lnTo>
                  <a:pt x="218" y="342"/>
                </a:lnTo>
                <a:close/>
                <a:moveTo>
                  <a:pt x="234" y="342"/>
                </a:moveTo>
                <a:lnTo>
                  <a:pt x="241" y="342"/>
                </a:lnTo>
                <a:lnTo>
                  <a:pt x="241" y="335"/>
                </a:lnTo>
                <a:lnTo>
                  <a:pt x="234" y="335"/>
                </a:lnTo>
                <a:lnTo>
                  <a:pt x="234" y="342"/>
                </a:lnTo>
                <a:close/>
                <a:moveTo>
                  <a:pt x="251" y="342"/>
                </a:moveTo>
                <a:lnTo>
                  <a:pt x="258" y="342"/>
                </a:lnTo>
                <a:lnTo>
                  <a:pt x="258" y="335"/>
                </a:lnTo>
                <a:lnTo>
                  <a:pt x="251" y="335"/>
                </a:lnTo>
                <a:lnTo>
                  <a:pt x="251" y="342"/>
                </a:lnTo>
                <a:close/>
                <a:moveTo>
                  <a:pt x="267" y="342"/>
                </a:moveTo>
                <a:lnTo>
                  <a:pt x="274" y="342"/>
                </a:lnTo>
                <a:lnTo>
                  <a:pt x="274" y="335"/>
                </a:lnTo>
                <a:lnTo>
                  <a:pt x="267" y="335"/>
                </a:lnTo>
                <a:lnTo>
                  <a:pt x="267" y="342"/>
                </a:lnTo>
                <a:close/>
                <a:moveTo>
                  <a:pt x="284" y="342"/>
                </a:moveTo>
                <a:lnTo>
                  <a:pt x="291" y="342"/>
                </a:lnTo>
                <a:lnTo>
                  <a:pt x="291" y="335"/>
                </a:lnTo>
                <a:lnTo>
                  <a:pt x="284" y="335"/>
                </a:lnTo>
                <a:lnTo>
                  <a:pt x="284" y="342"/>
                </a:lnTo>
                <a:close/>
                <a:moveTo>
                  <a:pt x="300" y="342"/>
                </a:moveTo>
                <a:lnTo>
                  <a:pt x="307" y="342"/>
                </a:lnTo>
                <a:lnTo>
                  <a:pt x="307" y="335"/>
                </a:lnTo>
                <a:lnTo>
                  <a:pt x="300" y="335"/>
                </a:lnTo>
                <a:lnTo>
                  <a:pt x="300" y="342"/>
                </a:lnTo>
                <a:close/>
                <a:moveTo>
                  <a:pt x="317" y="342"/>
                </a:moveTo>
                <a:lnTo>
                  <a:pt x="324" y="342"/>
                </a:lnTo>
                <a:lnTo>
                  <a:pt x="324" y="335"/>
                </a:lnTo>
                <a:lnTo>
                  <a:pt x="317" y="335"/>
                </a:lnTo>
                <a:lnTo>
                  <a:pt x="317" y="342"/>
                </a:lnTo>
                <a:close/>
                <a:moveTo>
                  <a:pt x="334" y="342"/>
                </a:moveTo>
                <a:lnTo>
                  <a:pt x="341" y="342"/>
                </a:lnTo>
                <a:lnTo>
                  <a:pt x="341" y="335"/>
                </a:lnTo>
                <a:lnTo>
                  <a:pt x="334" y="335"/>
                </a:lnTo>
                <a:lnTo>
                  <a:pt x="334" y="342"/>
                </a:lnTo>
                <a:close/>
                <a:moveTo>
                  <a:pt x="350" y="342"/>
                </a:moveTo>
                <a:lnTo>
                  <a:pt x="357" y="342"/>
                </a:lnTo>
                <a:lnTo>
                  <a:pt x="357" y="335"/>
                </a:lnTo>
                <a:lnTo>
                  <a:pt x="350" y="335"/>
                </a:lnTo>
                <a:lnTo>
                  <a:pt x="350" y="342"/>
                </a:lnTo>
                <a:close/>
                <a:moveTo>
                  <a:pt x="369" y="342"/>
                </a:moveTo>
                <a:lnTo>
                  <a:pt x="376" y="342"/>
                </a:lnTo>
                <a:lnTo>
                  <a:pt x="376" y="335"/>
                </a:lnTo>
                <a:lnTo>
                  <a:pt x="369" y="335"/>
                </a:lnTo>
                <a:lnTo>
                  <a:pt x="369" y="342"/>
                </a:lnTo>
                <a:close/>
                <a:moveTo>
                  <a:pt x="386" y="342"/>
                </a:moveTo>
                <a:lnTo>
                  <a:pt x="393" y="342"/>
                </a:lnTo>
                <a:lnTo>
                  <a:pt x="393" y="335"/>
                </a:lnTo>
                <a:lnTo>
                  <a:pt x="386" y="335"/>
                </a:lnTo>
                <a:lnTo>
                  <a:pt x="386" y="342"/>
                </a:lnTo>
                <a:close/>
                <a:moveTo>
                  <a:pt x="402" y="342"/>
                </a:moveTo>
                <a:lnTo>
                  <a:pt x="409" y="342"/>
                </a:lnTo>
                <a:lnTo>
                  <a:pt x="409" y="335"/>
                </a:lnTo>
                <a:lnTo>
                  <a:pt x="402" y="335"/>
                </a:lnTo>
                <a:lnTo>
                  <a:pt x="402" y="342"/>
                </a:lnTo>
                <a:close/>
                <a:moveTo>
                  <a:pt x="419" y="342"/>
                </a:moveTo>
                <a:lnTo>
                  <a:pt x="426" y="342"/>
                </a:lnTo>
                <a:lnTo>
                  <a:pt x="426" y="335"/>
                </a:lnTo>
                <a:lnTo>
                  <a:pt x="419" y="335"/>
                </a:lnTo>
                <a:lnTo>
                  <a:pt x="419" y="342"/>
                </a:lnTo>
                <a:close/>
                <a:moveTo>
                  <a:pt x="435" y="342"/>
                </a:moveTo>
                <a:lnTo>
                  <a:pt x="442" y="342"/>
                </a:lnTo>
                <a:lnTo>
                  <a:pt x="442" y="335"/>
                </a:lnTo>
                <a:lnTo>
                  <a:pt x="435" y="335"/>
                </a:lnTo>
                <a:lnTo>
                  <a:pt x="435" y="342"/>
                </a:lnTo>
                <a:close/>
                <a:moveTo>
                  <a:pt x="452" y="342"/>
                </a:moveTo>
                <a:lnTo>
                  <a:pt x="459" y="342"/>
                </a:lnTo>
                <a:lnTo>
                  <a:pt x="459" y="335"/>
                </a:lnTo>
                <a:lnTo>
                  <a:pt x="452" y="335"/>
                </a:lnTo>
                <a:lnTo>
                  <a:pt x="452" y="342"/>
                </a:lnTo>
                <a:close/>
                <a:moveTo>
                  <a:pt x="469" y="342"/>
                </a:moveTo>
                <a:lnTo>
                  <a:pt x="476" y="342"/>
                </a:lnTo>
                <a:lnTo>
                  <a:pt x="476" y="335"/>
                </a:lnTo>
                <a:lnTo>
                  <a:pt x="469" y="335"/>
                </a:lnTo>
                <a:lnTo>
                  <a:pt x="469" y="342"/>
                </a:lnTo>
                <a:close/>
                <a:moveTo>
                  <a:pt x="485" y="342"/>
                </a:moveTo>
                <a:lnTo>
                  <a:pt x="492" y="342"/>
                </a:lnTo>
                <a:lnTo>
                  <a:pt x="492" y="335"/>
                </a:lnTo>
                <a:lnTo>
                  <a:pt x="485" y="335"/>
                </a:lnTo>
                <a:lnTo>
                  <a:pt x="485" y="342"/>
                </a:lnTo>
                <a:close/>
                <a:moveTo>
                  <a:pt x="502" y="342"/>
                </a:moveTo>
                <a:lnTo>
                  <a:pt x="509" y="342"/>
                </a:lnTo>
                <a:lnTo>
                  <a:pt x="509" y="335"/>
                </a:lnTo>
                <a:lnTo>
                  <a:pt x="502" y="335"/>
                </a:lnTo>
                <a:lnTo>
                  <a:pt x="502" y="342"/>
                </a:lnTo>
                <a:close/>
                <a:moveTo>
                  <a:pt x="518" y="342"/>
                </a:moveTo>
                <a:lnTo>
                  <a:pt x="525" y="342"/>
                </a:lnTo>
                <a:lnTo>
                  <a:pt x="525" y="335"/>
                </a:lnTo>
                <a:lnTo>
                  <a:pt x="518" y="335"/>
                </a:lnTo>
                <a:lnTo>
                  <a:pt x="518" y="342"/>
                </a:lnTo>
                <a:close/>
                <a:moveTo>
                  <a:pt x="535" y="342"/>
                </a:moveTo>
                <a:lnTo>
                  <a:pt x="542" y="342"/>
                </a:lnTo>
                <a:lnTo>
                  <a:pt x="542" y="335"/>
                </a:lnTo>
                <a:lnTo>
                  <a:pt x="535" y="335"/>
                </a:lnTo>
                <a:lnTo>
                  <a:pt x="535" y="342"/>
                </a:lnTo>
                <a:close/>
                <a:moveTo>
                  <a:pt x="551" y="342"/>
                </a:moveTo>
                <a:lnTo>
                  <a:pt x="559" y="342"/>
                </a:lnTo>
                <a:lnTo>
                  <a:pt x="559" y="335"/>
                </a:lnTo>
                <a:lnTo>
                  <a:pt x="551" y="335"/>
                </a:lnTo>
                <a:lnTo>
                  <a:pt x="551" y="342"/>
                </a:lnTo>
                <a:close/>
                <a:moveTo>
                  <a:pt x="568" y="342"/>
                </a:moveTo>
                <a:lnTo>
                  <a:pt x="575" y="342"/>
                </a:lnTo>
                <a:lnTo>
                  <a:pt x="575" y="335"/>
                </a:lnTo>
                <a:lnTo>
                  <a:pt x="568" y="335"/>
                </a:lnTo>
                <a:lnTo>
                  <a:pt x="568" y="342"/>
                </a:lnTo>
                <a:close/>
                <a:moveTo>
                  <a:pt x="585" y="342"/>
                </a:moveTo>
                <a:lnTo>
                  <a:pt x="592" y="342"/>
                </a:lnTo>
                <a:lnTo>
                  <a:pt x="592" y="335"/>
                </a:lnTo>
                <a:lnTo>
                  <a:pt x="585" y="335"/>
                </a:lnTo>
                <a:lnTo>
                  <a:pt x="585" y="342"/>
                </a:lnTo>
                <a:close/>
                <a:moveTo>
                  <a:pt x="601" y="342"/>
                </a:moveTo>
                <a:lnTo>
                  <a:pt x="608" y="342"/>
                </a:lnTo>
                <a:lnTo>
                  <a:pt x="608" y="335"/>
                </a:lnTo>
                <a:lnTo>
                  <a:pt x="601" y="335"/>
                </a:lnTo>
                <a:lnTo>
                  <a:pt x="601" y="342"/>
                </a:lnTo>
                <a:close/>
                <a:moveTo>
                  <a:pt x="620" y="342"/>
                </a:moveTo>
                <a:lnTo>
                  <a:pt x="625" y="342"/>
                </a:lnTo>
                <a:lnTo>
                  <a:pt x="625" y="335"/>
                </a:lnTo>
                <a:lnTo>
                  <a:pt x="620" y="335"/>
                </a:lnTo>
                <a:lnTo>
                  <a:pt x="620" y="342"/>
                </a:lnTo>
                <a:close/>
                <a:moveTo>
                  <a:pt x="637" y="342"/>
                </a:moveTo>
                <a:lnTo>
                  <a:pt x="644" y="342"/>
                </a:lnTo>
                <a:lnTo>
                  <a:pt x="644" y="335"/>
                </a:lnTo>
                <a:lnTo>
                  <a:pt x="637" y="335"/>
                </a:lnTo>
                <a:lnTo>
                  <a:pt x="637" y="342"/>
                </a:lnTo>
                <a:close/>
                <a:moveTo>
                  <a:pt x="653" y="342"/>
                </a:moveTo>
                <a:lnTo>
                  <a:pt x="660" y="342"/>
                </a:lnTo>
                <a:lnTo>
                  <a:pt x="660" y="335"/>
                </a:lnTo>
                <a:lnTo>
                  <a:pt x="653" y="335"/>
                </a:lnTo>
                <a:lnTo>
                  <a:pt x="653" y="342"/>
                </a:lnTo>
                <a:close/>
                <a:moveTo>
                  <a:pt x="670" y="342"/>
                </a:moveTo>
                <a:lnTo>
                  <a:pt x="677" y="342"/>
                </a:lnTo>
                <a:lnTo>
                  <a:pt x="677" y="335"/>
                </a:lnTo>
                <a:lnTo>
                  <a:pt x="670" y="335"/>
                </a:lnTo>
                <a:lnTo>
                  <a:pt x="670" y="342"/>
                </a:lnTo>
                <a:close/>
                <a:moveTo>
                  <a:pt x="686" y="342"/>
                </a:moveTo>
                <a:lnTo>
                  <a:pt x="693" y="342"/>
                </a:lnTo>
                <a:lnTo>
                  <a:pt x="693" y="335"/>
                </a:lnTo>
                <a:lnTo>
                  <a:pt x="686" y="335"/>
                </a:lnTo>
                <a:lnTo>
                  <a:pt x="686" y="342"/>
                </a:lnTo>
                <a:close/>
                <a:moveTo>
                  <a:pt x="703" y="342"/>
                </a:moveTo>
                <a:lnTo>
                  <a:pt x="710" y="342"/>
                </a:lnTo>
                <a:lnTo>
                  <a:pt x="710" y="335"/>
                </a:lnTo>
                <a:lnTo>
                  <a:pt x="703" y="335"/>
                </a:lnTo>
                <a:lnTo>
                  <a:pt x="703" y="342"/>
                </a:lnTo>
                <a:close/>
                <a:moveTo>
                  <a:pt x="720" y="342"/>
                </a:moveTo>
                <a:lnTo>
                  <a:pt x="727" y="342"/>
                </a:lnTo>
                <a:lnTo>
                  <a:pt x="727" y="335"/>
                </a:lnTo>
                <a:lnTo>
                  <a:pt x="720" y="335"/>
                </a:lnTo>
                <a:lnTo>
                  <a:pt x="720" y="342"/>
                </a:lnTo>
                <a:close/>
                <a:moveTo>
                  <a:pt x="736" y="342"/>
                </a:moveTo>
                <a:lnTo>
                  <a:pt x="743" y="342"/>
                </a:lnTo>
                <a:lnTo>
                  <a:pt x="743" y="335"/>
                </a:lnTo>
                <a:lnTo>
                  <a:pt x="736" y="335"/>
                </a:lnTo>
                <a:lnTo>
                  <a:pt x="736" y="342"/>
                </a:lnTo>
                <a:close/>
                <a:moveTo>
                  <a:pt x="753" y="342"/>
                </a:moveTo>
                <a:lnTo>
                  <a:pt x="760" y="342"/>
                </a:lnTo>
                <a:lnTo>
                  <a:pt x="760" y="335"/>
                </a:lnTo>
                <a:lnTo>
                  <a:pt x="753" y="335"/>
                </a:lnTo>
                <a:lnTo>
                  <a:pt x="753" y="342"/>
                </a:lnTo>
                <a:close/>
                <a:moveTo>
                  <a:pt x="769" y="342"/>
                </a:moveTo>
                <a:lnTo>
                  <a:pt x="776" y="342"/>
                </a:lnTo>
                <a:lnTo>
                  <a:pt x="776" y="335"/>
                </a:lnTo>
                <a:lnTo>
                  <a:pt x="769" y="335"/>
                </a:lnTo>
                <a:lnTo>
                  <a:pt x="769" y="342"/>
                </a:lnTo>
                <a:close/>
                <a:moveTo>
                  <a:pt x="802" y="342"/>
                </a:moveTo>
                <a:lnTo>
                  <a:pt x="810" y="342"/>
                </a:lnTo>
                <a:lnTo>
                  <a:pt x="810" y="335"/>
                </a:lnTo>
                <a:lnTo>
                  <a:pt x="802" y="335"/>
                </a:lnTo>
                <a:lnTo>
                  <a:pt x="802" y="342"/>
                </a:lnTo>
                <a:close/>
                <a:moveTo>
                  <a:pt x="819" y="342"/>
                </a:moveTo>
                <a:lnTo>
                  <a:pt x="826" y="342"/>
                </a:lnTo>
                <a:lnTo>
                  <a:pt x="826" y="335"/>
                </a:lnTo>
                <a:lnTo>
                  <a:pt x="819" y="335"/>
                </a:lnTo>
                <a:lnTo>
                  <a:pt x="819" y="342"/>
                </a:lnTo>
                <a:close/>
                <a:moveTo>
                  <a:pt x="836" y="342"/>
                </a:moveTo>
                <a:lnTo>
                  <a:pt x="843" y="342"/>
                </a:lnTo>
                <a:lnTo>
                  <a:pt x="843" y="335"/>
                </a:lnTo>
                <a:lnTo>
                  <a:pt x="836" y="335"/>
                </a:lnTo>
                <a:lnTo>
                  <a:pt x="836" y="342"/>
                </a:lnTo>
                <a:close/>
                <a:moveTo>
                  <a:pt x="852" y="342"/>
                </a:moveTo>
                <a:lnTo>
                  <a:pt x="859" y="342"/>
                </a:lnTo>
                <a:lnTo>
                  <a:pt x="859" y="335"/>
                </a:lnTo>
                <a:lnTo>
                  <a:pt x="852" y="335"/>
                </a:lnTo>
                <a:lnTo>
                  <a:pt x="852" y="342"/>
                </a:lnTo>
                <a:close/>
                <a:moveTo>
                  <a:pt x="871" y="342"/>
                </a:moveTo>
                <a:lnTo>
                  <a:pt x="876" y="342"/>
                </a:lnTo>
                <a:lnTo>
                  <a:pt x="876" y="335"/>
                </a:lnTo>
                <a:lnTo>
                  <a:pt x="871" y="335"/>
                </a:lnTo>
                <a:lnTo>
                  <a:pt x="871" y="342"/>
                </a:lnTo>
                <a:close/>
                <a:moveTo>
                  <a:pt x="888" y="342"/>
                </a:moveTo>
                <a:lnTo>
                  <a:pt x="895" y="342"/>
                </a:lnTo>
                <a:lnTo>
                  <a:pt x="895" y="335"/>
                </a:lnTo>
                <a:lnTo>
                  <a:pt x="888" y="335"/>
                </a:lnTo>
                <a:lnTo>
                  <a:pt x="888" y="342"/>
                </a:lnTo>
                <a:close/>
                <a:moveTo>
                  <a:pt x="904" y="342"/>
                </a:moveTo>
                <a:lnTo>
                  <a:pt x="911" y="342"/>
                </a:lnTo>
                <a:lnTo>
                  <a:pt x="911" y="335"/>
                </a:lnTo>
                <a:lnTo>
                  <a:pt x="904" y="335"/>
                </a:lnTo>
                <a:lnTo>
                  <a:pt x="904" y="342"/>
                </a:lnTo>
                <a:close/>
                <a:moveTo>
                  <a:pt x="1020" y="342"/>
                </a:moveTo>
                <a:lnTo>
                  <a:pt x="1027" y="342"/>
                </a:lnTo>
                <a:lnTo>
                  <a:pt x="1027" y="335"/>
                </a:lnTo>
                <a:lnTo>
                  <a:pt x="1020" y="335"/>
                </a:lnTo>
                <a:lnTo>
                  <a:pt x="1020" y="342"/>
                </a:lnTo>
                <a:close/>
                <a:moveTo>
                  <a:pt x="1037" y="342"/>
                </a:moveTo>
                <a:lnTo>
                  <a:pt x="1044" y="342"/>
                </a:lnTo>
                <a:lnTo>
                  <a:pt x="1044" y="335"/>
                </a:lnTo>
                <a:lnTo>
                  <a:pt x="1037" y="335"/>
                </a:lnTo>
                <a:lnTo>
                  <a:pt x="1037" y="342"/>
                </a:lnTo>
                <a:close/>
                <a:moveTo>
                  <a:pt x="1053" y="342"/>
                </a:moveTo>
                <a:lnTo>
                  <a:pt x="1061" y="342"/>
                </a:lnTo>
                <a:lnTo>
                  <a:pt x="1061" y="335"/>
                </a:lnTo>
                <a:lnTo>
                  <a:pt x="1053" y="335"/>
                </a:lnTo>
                <a:lnTo>
                  <a:pt x="1053" y="342"/>
                </a:lnTo>
                <a:close/>
                <a:moveTo>
                  <a:pt x="1070" y="342"/>
                </a:moveTo>
                <a:lnTo>
                  <a:pt x="1077" y="342"/>
                </a:lnTo>
                <a:lnTo>
                  <a:pt x="1077" y="335"/>
                </a:lnTo>
                <a:lnTo>
                  <a:pt x="1070" y="335"/>
                </a:lnTo>
                <a:lnTo>
                  <a:pt x="1070" y="342"/>
                </a:lnTo>
                <a:close/>
                <a:moveTo>
                  <a:pt x="1087" y="342"/>
                </a:moveTo>
                <a:lnTo>
                  <a:pt x="1094" y="342"/>
                </a:lnTo>
                <a:lnTo>
                  <a:pt x="1094" y="335"/>
                </a:lnTo>
                <a:lnTo>
                  <a:pt x="1087" y="335"/>
                </a:lnTo>
                <a:lnTo>
                  <a:pt x="1087" y="342"/>
                </a:lnTo>
                <a:close/>
                <a:moveTo>
                  <a:pt x="1103" y="342"/>
                </a:moveTo>
                <a:lnTo>
                  <a:pt x="1110" y="342"/>
                </a:lnTo>
                <a:lnTo>
                  <a:pt x="1110" y="335"/>
                </a:lnTo>
                <a:lnTo>
                  <a:pt x="1103" y="335"/>
                </a:lnTo>
                <a:lnTo>
                  <a:pt x="1103" y="342"/>
                </a:lnTo>
                <a:close/>
                <a:moveTo>
                  <a:pt x="1120" y="342"/>
                </a:moveTo>
                <a:lnTo>
                  <a:pt x="1127" y="342"/>
                </a:lnTo>
                <a:lnTo>
                  <a:pt x="1127" y="335"/>
                </a:lnTo>
                <a:lnTo>
                  <a:pt x="1120" y="335"/>
                </a:lnTo>
                <a:lnTo>
                  <a:pt x="1120" y="342"/>
                </a:lnTo>
                <a:close/>
                <a:moveTo>
                  <a:pt x="1271" y="342"/>
                </a:moveTo>
                <a:lnTo>
                  <a:pt x="1278" y="342"/>
                </a:lnTo>
                <a:lnTo>
                  <a:pt x="1278" y="335"/>
                </a:lnTo>
                <a:lnTo>
                  <a:pt x="1271" y="335"/>
                </a:lnTo>
                <a:lnTo>
                  <a:pt x="1271" y="342"/>
                </a:lnTo>
                <a:close/>
                <a:moveTo>
                  <a:pt x="1288" y="342"/>
                </a:moveTo>
                <a:lnTo>
                  <a:pt x="1295" y="342"/>
                </a:lnTo>
                <a:lnTo>
                  <a:pt x="1295" y="335"/>
                </a:lnTo>
                <a:lnTo>
                  <a:pt x="1288" y="335"/>
                </a:lnTo>
                <a:lnTo>
                  <a:pt x="1288" y="342"/>
                </a:lnTo>
                <a:close/>
                <a:moveTo>
                  <a:pt x="1304" y="342"/>
                </a:moveTo>
                <a:lnTo>
                  <a:pt x="1312" y="342"/>
                </a:lnTo>
                <a:lnTo>
                  <a:pt x="1312" y="335"/>
                </a:lnTo>
                <a:lnTo>
                  <a:pt x="1304" y="335"/>
                </a:lnTo>
                <a:lnTo>
                  <a:pt x="1304" y="342"/>
                </a:lnTo>
                <a:close/>
                <a:moveTo>
                  <a:pt x="1321" y="342"/>
                </a:moveTo>
                <a:lnTo>
                  <a:pt x="1328" y="342"/>
                </a:lnTo>
                <a:lnTo>
                  <a:pt x="1328" y="335"/>
                </a:lnTo>
                <a:lnTo>
                  <a:pt x="1321" y="335"/>
                </a:lnTo>
                <a:lnTo>
                  <a:pt x="1321" y="342"/>
                </a:lnTo>
                <a:close/>
                <a:moveTo>
                  <a:pt x="1338" y="342"/>
                </a:moveTo>
                <a:lnTo>
                  <a:pt x="1345" y="342"/>
                </a:lnTo>
                <a:lnTo>
                  <a:pt x="1345" y="335"/>
                </a:lnTo>
                <a:lnTo>
                  <a:pt x="1338" y="335"/>
                </a:lnTo>
                <a:lnTo>
                  <a:pt x="1338" y="342"/>
                </a:lnTo>
                <a:close/>
                <a:moveTo>
                  <a:pt x="1522" y="342"/>
                </a:moveTo>
                <a:lnTo>
                  <a:pt x="1529" y="342"/>
                </a:lnTo>
                <a:lnTo>
                  <a:pt x="1529" y="335"/>
                </a:lnTo>
                <a:lnTo>
                  <a:pt x="1522" y="335"/>
                </a:lnTo>
                <a:lnTo>
                  <a:pt x="1522" y="342"/>
                </a:lnTo>
                <a:close/>
                <a:moveTo>
                  <a:pt x="1539" y="342"/>
                </a:moveTo>
                <a:lnTo>
                  <a:pt x="1546" y="342"/>
                </a:lnTo>
                <a:lnTo>
                  <a:pt x="1546" y="335"/>
                </a:lnTo>
                <a:lnTo>
                  <a:pt x="1539" y="335"/>
                </a:lnTo>
                <a:lnTo>
                  <a:pt x="1539" y="342"/>
                </a:lnTo>
                <a:close/>
                <a:moveTo>
                  <a:pt x="1555" y="342"/>
                </a:moveTo>
                <a:lnTo>
                  <a:pt x="1563" y="342"/>
                </a:lnTo>
                <a:lnTo>
                  <a:pt x="1563" y="335"/>
                </a:lnTo>
                <a:lnTo>
                  <a:pt x="1555" y="335"/>
                </a:lnTo>
                <a:lnTo>
                  <a:pt x="1555" y="342"/>
                </a:lnTo>
                <a:close/>
                <a:moveTo>
                  <a:pt x="1572" y="342"/>
                </a:moveTo>
                <a:lnTo>
                  <a:pt x="1579" y="342"/>
                </a:lnTo>
                <a:lnTo>
                  <a:pt x="1579" y="335"/>
                </a:lnTo>
                <a:lnTo>
                  <a:pt x="1572" y="335"/>
                </a:lnTo>
                <a:lnTo>
                  <a:pt x="1572" y="342"/>
                </a:lnTo>
                <a:close/>
                <a:moveTo>
                  <a:pt x="1589" y="342"/>
                </a:moveTo>
                <a:lnTo>
                  <a:pt x="1596" y="342"/>
                </a:lnTo>
                <a:lnTo>
                  <a:pt x="1596" y="335"/>
                </a:lnTo>
                <a:lnTo>
                  <a:pt x="1589" y="335"/>
                </a:lnTo>
                <a:lnTo>
                  <a:pt x="1589" y="342"/>
                </a:lnTo>
                <a:close/>
                <a:moveTo>
                  <a:pt x="1605" y="342"/>
                </a:moveTo>
                <a:lnTo>
                  <a:pt x="1612" y="342"/>
                </a:lnTo>
                <a:lnTo>
                  <a:pt x="1612" y="335"/>
                </a:lnTo>
                <a:lnTo>
                  <a:pt x="1605" y="335"/>
                </a:lnTo>
                <a:lnTo>
                  <a:pt x="1605" y="342"/>
                </a:lnTo>
                <a:close/>
                <a:moveTo>
                  <a:pt x="1622" y="342"/>
                </a:moveTo>
                <a:lnTo>
                  <a:pt x="1629" y="342"/>
                </a:lnTo>
                <a:lnTo>
                  <a:pt x="1629" y="335"/>
                </a:lnTo>
                <a:lnTo>
                  <a:pt x="1622" y="335"/>
                </a:lnTo>
                <a:lnTo>
                  <a:pt x="1622" y="342"/>
                </a:lnTo>
                <a:close/>
                <a:moveTo>
                  <a:pt x="1638" y="342"/>
                </a:moveTo>
                <a:lnTo>
                  <a:pt x="1645" y="342"/>
                </a:lnTo>
                <a:lnTo>
                  <a:pt x="1645" y="335"/>
                </a:lnTo>
                <a:lnTo>
                  <a:pt x="1638" y="335"/>
                </a:lnTo>
                <a:lnTo>
                  <a:pt x="1638" y="342"/>
                </a:lnTo>
                <a:close/>
                <a:moveTo>
                  <a:pt x="1657" y="342"/>
                </a:moveTo>
                <a:lnTo>
                  <a:pt x="1664" y="342"/>
                </a:lnTo>
                <a:lnTo>
                  <a:pt x="1664" y="335"/>
                </a:lnTo>
                <a:lnTo>
                  <a:pt x="1657" y="335"/>
                </a:lnTo>
                <a:lnTo>
                  <a:pt x="1657" y="342"/>
                </a:lnTo>
                <a:close/>
                <a:moveTo>
                  <a:pt x="1674" y="342"/>
                </a:moveTo>
                <a:lnTo>
                  <a:pt x="1681" y="342"/>
                </a:lnTo>
                <a:lnTo>
                  <a:pt x="1681" y="335"/>
                </a:lnTo>
                <a:lnTo>
                  <a:pt x="1674" y="335"/>
                </a:lnTo>
                <a:lnTo>
                  <a:pt x="1674" y="342"/>
                </a:lnTo>
                <a:close/>
                <a:moveTo>
                  <a:pt x="1690" y="342"/>
                </a:moveTo>
                <a:lnTo>
                  <a:pt x="1698" y="342"/>
                </a:lnTo>
                <a:lnTo>
                  <a:pt x="1698" y="335"/>
                </a:lnTo>
                <a:lnTo>
                  <a:pt x="1690" y="335"/>
                </a:lnTo>
                <a:lnTo>
                  <a:pt x="1690" y="342"/>
                </a:lnTo>
                <a:close/>
                <a:moveTo>
                  <a:pt x="1707" y="342"/>
                </a:moveTo>
                <a:lnTo>
                  <a:pt x="1714" y="342"/>
                </a:lnTo>
                <a:lnTo>
                  <a:pt x="1714" y="335"/>
                </a:lnTo>
                <a:lnTo>
                  <a:pt x="1707" y="335"/>
                </a:lnTo>
                <a:lnTo>
                  <a:pt x="1707" y="342"/>
                </a:lnTo>
                <a:close/>
                <a:moveTo>
                  <a:pt x="1724" y="342"/>
                </a:moveTo>
                <a:lnTo>
                  <a:pt x="1731" y="342"/>
                </a:lnTo>
                <a:lnTo>
                  <a:pt x="1731" y="335"/>
                </a:lnTo>
                <a:lnTo>
                  <a:pt x="1724" y="335"/>
                </a:lnTo>
                <a:lnTo>
                  <a:pt x="1724" y="342"/>
                </a:lnTo>
                <a:close/>
                <a:moveTo>
                  <a:pt x="1740" y="342"/>
                </a:moveTo>
                <a:lnTo>
                  <a:pt x="1747" y="342"/>
                </a:lnTo>
                <a:lnTo>
                  <a:pt x="1747" y="335"/>
                </a:lnTo>
                <a:lnTo>
                  <a:pt x="1740" y="335"/>
                </a:lnTo>
                <a:lnTo>
                  <a:pt x="1740" y="342"/>
                </a:lnTo>
                <a:close/>
                <a:moveTo>
                  <a:pt x="1757" y="342"/>
                </a:moveTo>
                <a:lnTo>
                  <a:pt x="1764" y="342"/>
                </a:lnTo>
                <a:lnTo>
                  <a:pt x="1764" y="335"/>
                </a:lnTo>
                <a:lnTo>
                  <a:pt x="1757" y="335"/>
                </a:lnTo>
                <a:lnTo>
                  <a:pt x="1757" y="342"/>
                </a:lnTo>
                <a:close/>
                <a:moveTo>
                  <a:pt x="1773" y="342"/>
                </a:moveTo>
                <a:lnTo>
                  <a:pt x="1780" y="342"/>
                </a:lnTo>
                <a:lnTo>
                  <a:pt x="1780" y="335"/>
                </a:lnTo>
                <a:lnTo>
                  <a:pt x="1773" y="335"/>
                </a:lnTo>
                <a:lnTo>
                  <a:pt x="1773" y="342"/>
                </a:lnTo>
                <a:close/>
                <a:moveTo>
                  <a:pt x="1790" y="342"/>
                </a:moveTo>
                <a:lnTo>
                  <a:pt x="1797" y="342"/>
                </a:lnTo>
                <a:lnTo>
                  <a:pt x="1797" y="335"/>
                </a:lnTo>
                <a:lnTo>
                  <a:pt x="1790" y="335"/>
                </a:lnTo>
                <a:lnTo>
                  <a:pt x="1790" y="342"/>
                </a:lnTo>
                <a:close/>
                <a:moveTo>
                  <a:pt x="1806" y="342"/>
                </a:moveTo>
                <a:lnTo>
                  <a:pt x="1814" y="342"/>
                </a:lnTo>
                <a:lnTo>
                  <a:pt x="1814" y="335"/>
                </a:lnTo>
                <a:lnTo>
                  <a:pt x="1806" y="335"/>
                </a:lnTo>
                <a:lnTo>
                  <a:pt x="1806" y="342"/>
                </a:lnTo>
                <a:close/>
                <a:moveTo>
                  <a:pt x="1823" y="342"/>
                </a:moveTo>
                <a:lnTo>
                  <a:pt x="1830" y="342"/>
                </a:lnTo>
                <a:lnTo>
                  <a:pt x="1830" y="335"/>
                </a:lnTo>
                <a:lnTo>
                  <a:pt x="1823" y="335"/>
                </a:lnTo>
                <a:lnTo>
                  <a:pt x="1823" y="342"/>
                </a:lnTo>
                <a:close/>
                <a:moveTo>
                  <a:pt x="1840" y="342"/>
                </a:moveTo>
                <a:lnTo>
                  <a:pt x="1847" y="342"/>
                </a:lnTo>
                <a:lnTo>
                  <a:pt x="1847" y="335"/>
                </a:lnTo>
                <a:lnTo>
                  <a:pt x="1840" y="335"/>
                </a:lnTo>
                <a:lnTo>
                  <a:pt x="1840" y="342"/>
                </a:lnTo>
                <a:close/>
                <a:moveTo>
                  <a:pt x="1856" y="342"/>
                </a:moveTo>
                <a:lnTo>
                  <a:pt x="1863" y="342"/>
                </a:lnTo>
                <a:lnTo>
                  <a:pt x="1863" y="335"/>
                </a:lnTo>
                <a:lnTo>
                  <a:pt x="1856" y="335"/>
                </a:lnTo>
                <a:lnTo>
                  <a:pt x="1856" y="342"/>
                </a:lnTo>
                <a:close/>
                <a:moveTo>
                  <a:pt x="1873" y="342"/>
                </a:moveTo>
                <a:lnTo>
                  <a:pt x="1880" y="342"/>
                </a:lnTo>
                <a:lnTo>
                  <a:pt x="1880" y="335"/>
                </a:lnTo>
                <a:lnTo>
                  <a:pt x="1873" y="335"/>
                </a:lnTo>
                <a:lnTo>
                  <a:pt x="1873" y="342"/>
                </a:lnTo>
                <a:close/>
                <a:moveTo>
                  <a:pt x="1889" y="342"/>
                </a:moveTo>
                <a:lnTo>
                  <a:pt x="1896" y="342"/>
                </a:lnTo>
                <a:lnTo>
                  <a:pt x="1896" y="335"/>
                </a:lnTo>
                <a:lnTo>
                  <a:pt x="1889" y="335"/>
                </a:lnTo>
                <a:lnTo>
                  <a:pt x="1889" y="342"/>
                </a:lnTo>
                <a:close/>
                <a:moveTo>
                  <a:pt x="1908" y="342"/>
                </a:moveTo>
                <a:lnTo>
                  <a:pt x="1915" y="342"/>
                </a:lnTo>
                <a:lnTo>
                  <a:pt x="1915" y="335"/>
                </a:lnTo>
                <a:lnTo>
                  <a:pt x="1908" y="335"/>
                </a:lnTo>
                <a:lnTo>
                  <a:pt x="1908" y="342"/>
                </a:lnTo>
                <a:close/>
                <a:moveTo>
                  <a:pt x="1925" y="342"/>
                </a:moveTo>
                <a:lnTo>
                  <a:pt x="1932" y="342"/>
                </a:lnTo>
                <a:lnTo>
                  <a:pt x="1932" y="335"/>
                </a:lnTo>
                <a:lnTo>
                  <a:pt x="1925" y="335"/>
                </a:lnTo>
                <a:lnTo>
                  <a:pt x="1925" y="342"/>
                </a:lnTo>
                <a:close/>
                <a:moveTo>
                  <a:pt x="1941" y="342"/>
                </a:moveTo>
                <a:lnTo>
                  <a:pt x="1949" y="342"/>
                </a:lnTo>
                <a:lnTo>
                  <a:pt x="1949" y="335"/>
                </a:lnTo>
                <a:lnTo>
                  <a:pt x="1941" y="335"/>
                </a:lnTo>
                <a:lnTo>
                  <a:pt x="1941" y="342"/>
                </a:lnTo>
                <a:close/>
                <a:moveTo>
                  <a:pt x="1958" y="342"/>
                </a:moveTo>
                <a:lnTo>
                  <a:pt x="1965" y="342"/>
                </a:lnTo>
                <a:lnTo>
                  <a:pt x="1965" y="335"/>
                </a:lnTo>
                <a:lnTo>
                  <a:pt x="1958" y="335"/>
                </a:lnTo>
                <a:lnTo>
                  <a:pt x="1958" y="342"/>
                </a:lnTo>
                <a:close/>
                <a:moveTo>
                  <a:pt x="1975" y="342"/>
                </a:moveTo>
                <a:lnTo>
                  <a:pt x="1982" y="342"/>
                </a:lnTo>
                <a:lnTo>
                  <a:pt x="1982" y="335"/>
                </a:lnTo>
                <a:lnTo>
                  <a:pt x="1975" y="335"/>
                </a:lnTo>
                <a:lnTo>
                  <a:pt x="1975" y="342"/>
                </a:lnTo>
                <a:close/>
                <a:moveTo>
                  <a:pt x="1991" y="342"/>
                </a:moveTo>
                <a:lnTo>
                  <a:pt x="1998" y="342"/>
                </a:lnTo>
                <a:lnTo>
                  <a:pt x="1998" y="335"/>
                </a:lnTo>
                <a:lnTo>
                  <a:pt x="1991" y="335"/>
                </a:lnTo>
                <a:lnTo>
                  <a:pt x="1991" y="342"/>
                </a:lnTo>
                <a:close/>
                <a:moveTo>
                  <a:pt x="2008" y="342"/>
                </a:moveTo>
                <a:lnTo>
                  <a:pt x="2015" y="342"/>
                </a:lnTo>
                <a:lnTo>
                  <a:pt x="2015" y="335"/>
                </a:lnTo>
                <a:lnTo>
                  <a:pt x="2008" y="335"/>
                </a:lnTo>
                <a:lnTo>
                  <a:pt x="2008" y="342"/>
                </a:lnTo>
                <a:close/>
                <a:moveTo>
                  <a:pt x="2024" y="342"/>
                </a:moveTo>
                <a:lnTo>
                  <a:pt x="2031" y="342"/>
                </a:lnTo>
                <a:lnTo>
                  <a:pt x="2031" y="335"/>
                </a:lnTo>
                <a:lnTo>
                  <a:pt x="2024" y="335"/>
                </a:lnTo>
                <a:lnTo>
                  <a:pt x="2024" y="342"/>
                </a:lnTo>
                <a:close/>
                <a:moveTo>
                  <a:pt x="2041" y="342"/>
                </a:moveTo>
                <a:lnTo>
                  <a:pt x="2048" y="342"/>
                </a:lnTo>
                <a:lnTo>
                  <a:pt x="2048" y="335"/>
                </a:lnTo>
                <a:lnTo>
                  <a:pt x="2041" y="335"/>
                </a:lnTo>
                <a:lnTo>
                  <a:pt x="2041" y="342"/>
                </a:lnTo>
                <a:close/>
                <a:moveTo>
                  <a:pt x="2057" y="342"/>
                </a:moveTo>
                <a:lnTo>
                  <a:pt x="2065" y="342"/>
                </a:lnTo>
                <a:lnTo>
                  <a:pt x="2065" y="335"/>
                </a:lnTo>
                <a:lnTo>
                  <a:pt x="2057" y="335"/>
                </a:lnTo>
                <a:lnTo>
                  <a:pt x="2057" y="342"/>
                </a:lnTo>
                <a:close/>
                <a:moveTo>
                  <a:pt x="2074" y="342"/>
                </a:moveTo>
                <a:lnTo>
                  <a:pt x="2081" y="342"/>
                </a:lnTo>
                <a:lnTo>
                  <a:pt x="2081" y="335"/>
                </a:lnTo>
                <a:lnTo>
                  <a:pt x="2074" y="335"/>
                </a:lnTo>
                <a:lnTo>
                  <a:pt x="2074" y="342"/>
                </a:lnTo>
                <a:close/>
                <a:moveTo>
                  <a:pt x="2091" y="342"/>
                </a:moveTo>
                <a:lnTo>
                  <a:pt x="2098" y="342"/>
                </a:lnTo>
                <a:lnTo>
                  <a:pt x="2098" y="335"/>
                </a:lnTo>
                <a:lnTo>
                  <a:pt x="2091" y="335"/>
                </a:lnTo>
                <a:lnTo>
                  <a:pt x="2091" y="342"/>
                </a:lnTo>
                <a:close/>
                <a:moveTo>
                  <a:pt x="2107" y="342"/>
                </a:moveTo>
                <a:lnTo>
                  <a:pt x="2114" y="342"/>
                </a:lnTo>
                <a:lnTo>
                  <a:pt x="2114" y="335"/>
                </a:lnTo>
                <a:lnTo>
                  <a:pt x="2107" y="335"/>
                </a:lnTo>
                <a:lnTo>
                  <a:pt x="2107" y="342"/>
                </a:lnTo>
                <a:close/>
                <a:moveTo>
                  <a:pt x="2124" y="342"/>
                </a:moveTo>
                <a:lnTo>
                  <a:pt x="2131" y="342"/>
                </a:lnTo>
                <a:lnTo>
                  <a:pt x="2131" y="335"/>
                </a:lnTo>
                <a:lnTo>
                  <a:pt x="2124" y="335"/>
                </a:lnTo>
                <a:lnTo>
                  <a:pt x="2124" y="342"/>
                </a:lnTo>
                <a:close/>
                <a:moveTo>
                  <a:pt x="2140" y="342"/>
                </a:moveTo>
                <a:lnTo>
                  <a:pt x="2147" y="342"/>
                </a:lnTo>
                <a:lnTo>
                  <a:pt x="2147" y="335"/>
                </a:lnTo>
                <a:lnTo>
                  <a:pt x="2140" y="335"/>
                </a:lnTo>
                <a:lnTo>
                  <a:pt x="2140" y="342"/>
                </a:lnTo>
                <a:close/>
                <a:moveTo>
                  <a:pt x="2159" y="342"/>
                </a:moveTo>
                <a:lnTo>
                  <a:pt x="2164" y="342"/>
                </a:lnTo>
                <a:lnTo>
                  <a:pt x="2164" y="335"/>
                </a:lnTo>
                <a:lnTo>
                  <a:pt x="2159" y="335"/>
                </a:lnTo>
                <a:lnTo>
                  <a:pt x="2159" y="342"/>
                </a:lnTo>
                <a:close/>
                <a:moveTo>
                  <a:pt x="2176" y="342"/>
                </a:moveTo>
                <a:lnTo>
                  <a:pt x="2183" y="342"/>
                </a:lnTo>
                <a:lnTo>
                  <a:pt x="2183" y="335"/>
                </a:lnTo>
                <a:lnTo>
                  <a:pt x="2176" y="335"/>
                </a:lnTo>
                <a:lnTo>
                  <a:pt x="2176" y="342"/>
                </a:lnTo>
                <a:close/>
                <a:moveTo>
                  <a:pt x="2192" y="342"/>
                </a:moveTo>
                <a:lnTo>
                  <a:pt x="2200" y="342"/>
                </a:lnTo>
                <a:lnTo>
                  <a:pt x="2200" y="335"/>
                </a:lnTo>
                <a:lnTo>
                  <a:pt x="2192" y="335"/>
                </a:lnTo>
                <a:lnTo>
                  <a:pt x="2192" y="342"/>
                </a:lnTo>
                <a:close/>
                <a:moveTo>
                  <a:pt x="2209" y="342"/>
                </a:moveTo>
                <a:lnTo>
                  <a:pt x="2216" y="342"/>
                </a:lnTo>
                <a:lnTo>
                  <a:pt x="2216" y="335"/>
                </a:lnTo>
                <a:lnTo>
                  <a:pt x="2209" y="335"/>
                </a:lnTo>
                <a:lnTo>
                  <a:pt x="2209" y="342"/>
                </a:lnTo>
                <a:close/>
                <a:moveTo>
                  <a:pt x="2226" y="342"/>
                </a:moveTo>
                <a:lnTo>
                  <a:pt x="2233" y="342"/>
                </a:lnTo>
                <a:lnTo>
                  <a:pt x="2233" y="335"/>
                </a:lnTo>
                <a:lnTo>
                  <a:pt x="2226" y="335"/>
                </a:lnTo>
                <a:lnTo>
                  <a:pt x="2226" y="342"/>
                </a:lnTo>
                <a:close/>
                <a:moveTo>
                  <a:pt x="2242" y="342"/>
                </a:moveTo>
                <a:lnTo>
                  <a:pt x="2249" y="342"/>
                </a:lnTo>
                <a:lnTo>
                  <a:pt x="2249" y="335"/>
                </a:lnTo>
                <a:lnTo>
                  <a:pt x="2242" y="335"/>
                </a:lnTo>
                <a:lnTo>
                  <a:pt x="2242" y="342"/>
                </a:lnTo>
                <a:close/>
                <a:moveTo>
                  <a:pt x="2259" y="342"/>
                </a:moveTo>
                <a:lnTo>
                  <a:pt x="2266" y="342"/>
                </a:lnTo>
                <a:lnTo>
                  <a:pt x="2266" y="335"/>
                </a:lnTo>
                <a:lnTo>
                  <a:pt x="2259" y="335"/>
                </a:lnTo>
                <a:lnTo>
                  <a:pt x="2259" y="342"/>
                </a:lnTo>
                <a:close/>
                <a:moveTo>
                  <a:pt x="2275" y="342"/>
                </a:moveTo>
                <a:lnTo>
                  <a:pt x="2282" y="342"/>
                </a:lnTo>
                <a:lnTo>
                  <a:pt x="2282" y="335"/>
                </a:lnTo>
                <a:lnTo>
                  <a:pt x="2275" y="335"/>
                </a:lnTo>
                <a:lnTo>
                  <a:pt x="2275" y="342"/>
                </a:lnTo>
                <a:close/>
                <a:moveTo>
                  <a:pt x="2292" y="342"/>
                </a:moveTo>
                <a:lnTo>
                  <a:pt x="2299" y="342"/>
                </a:lnTo>
                <a:lnTo>
                  <a:pt x="2299" y="335"/>
                </a:lnTo>
                <a:lnTo>
                  <a:pt x="2292" y="335"/>
                </a:lnTo>
                <a:lnTo>
                  <a:pt x="2292" y="342"/>
                </a:lnTo>
                <a:close/>
                <a:moveTo>
                  <a:pt x="2308" y="342"/>
                </a:moveTo>
                <a:lnTo>
                  <a:pt x="2316" y="342"/>
                </a:lnTo>
                <a:lnTo>
                  <a:pt x="2316" y="335"/>
                </a:lnTo>
                <a:lnTo>
                  <a:pt x="2308" y="335"/>
                </a:lnTo>
                <a:lnTo>
                  <a:pt x="2308" y="342"/>
                </a:lnTo>
                <a:close/>
                <a:moveTo>
                  <a:pt x="2325" y="342"/>
                </a:moveTo>
                <a:lnTo>
                  <a:pt x="2332" y="342"/>
                </a:lnTo>
                <a:lnTo>
                  <a:pt x="2332" y="335"/>
                </a:lnTo>
                <a:lnTo>
                  <a:pt x="2325" y="335"/>
                </a:lnTo>
                <a:lnTo>
                  <a:pt x="2325" y="342"/>
                </a:lnTo>
                <a:close/>
                <a:moveTo>
                  <a:pt x="2342" y="342"/>
                </a:moveTo>
                <a:lnTo>
                  <a:pt x="2349" y="342"/>
                </a:lnTo>
                <a:lnTo>
                  <a:pt x="2349" y="335"/>
                </a:lnTo>
                <a:lnTo>
                  <a:pt x="2342" y="335"/>
                </a:lnTo>
                <a:lnTo>
                  <a:pt x="2342" y="342"/>
                </a:lnTo>
                <a:close/>
                <a:moveTo>
                  <a:pt x="2358" y="342"/>
                </a:moveTo>
                <a:lnTo>
                  <a:pt x="2365" y="342"/>
                </a:lnTo>
                <a:lnTo>
                  <a:pt x="2365" y="335"/>
                </a:lnTo>
                <a:lnTo>
                  <a:pt x="2358" y="335"/>
                </a:lnTo>
                <a:lnTo>
                  <a:pt x="2358" y="342"/>
                </a:lnTo>
                <a:close/>
                <a:moveTo>
                  <a:pt x="2375" y="342"/>
                </a:moveTo>
                <a:lnTo>
                  <a:pt x="2382" y="342"/>
                </a:lnTo>
                <a:lnTo>
                  <a:pt x="2382" y="335"/>
                </a:lnTo>
                <a:lnTo>
                  <a:pt x="2375" y="335"/>
                </a:lnTo>
                <a:lnTo>
                  <a:pt x="2375" y="342"/>
                </a:lnTo>
                <a:close/>
                <a:moveTo>
                  <a:pt x="2391" y="342"/>
                </a:moveTo>
                <a:lnTo>
                  <a:pt x="2398" y="342"/>
                </a:lnTo>
                <a:lnTo>
                  <a:pt x="2398" y="335"/>
                </a:lnTo>
                <a:lnTo>
                  <a:pt x="2391" y="335"/>
                </a:lnTo>
                <a:lnTo>
                  <a:pt x="2391" y="342"/>
                </a:lnTo>
                <a:close/>
                <a:moveTo>
                  <a:pt x="2408" y="342"/>
                </a:moveTo>
                <a:lnTo>
                  <a:pt x="2415" y="342"/>
                </a:lnTo>
                <a:lnTo>
                  <a:pt x="2415" y="335"/>
                </a:lnTo>
                <a:lnTo>
                  <a:pt x="2408" y="335"/>
                </a:lnTo>
                <a:lnTo>
                  <a:pt x="2408" y="342"/>
                </a:lnTo>
                <a:close/>
                <a:moveTo>
                  <a:pt x="2427" y="342"/>
                </a:moveTo>
                <a:lnTo>
                  <a:pt x="2434" y="342"/>
                </a:lnTo>
                <a:lnTo>
                  <a:pt x="2434" y="335"/>
                </a:lnTo>
                <a:lnTo>
                  <a:pt x="2427" y="335"/>
                </a:lnTo>
                <a:lnTo>
                  <a:pt x="2427" y="342"/>
                </a:lnTo>
                <a:close/>
                <a:moveTo>
                  <a:pt x="2443" y="342"/>
                </a:moveTo>
                <a:lnTo>
                  <a:pt x="2451" y="342"/>
                </a:lnTo>
                <a:lnTo>
                  <a:pt x="2451" y="335"/>
                </a:lnTo>
                <a:lnTo>
                  <a:pt x="2443" y="335"/>
                </a:lnTo>
                <a:lnTo>
                  <a:pt x="2443" y="342"/>
                </a:lnTo>
                <a:close/>
                <a:moveTo>
                  <a:pt x="2460" y="342"/>
                </a:moveTo>
                <a:lnTo>
                  <a:pt x="2467" y="342"/>
                </a:lnTo>
                <a:lnTo>
                  <a:pt x="2467" y="335"/>
                </a:lnTo>
                <a:lnTo>
                  <a:pt x="2460" y="335"/>
                </a:lnTo>
                <a:lnTo>
                  <a:pt x="2460" y="342"/>
                </a:lnTo>
                <a:close/>
                <a:moveTo>
                  <a:pt x="2477" y="342"/>
                </a:moveTo>
                <a:lnTo>
                  <a:pt x="2484" y="342"/>
                </a:lnTo>
                <a:lnTo>
                  <a:pt x="2484" y="335"/>
                </a:lnTo>
                <a:lnTo>
                  <a:pt x="2477" y="335"/>
                </a:lnTo>
                <a:lnTo>
                  <a:pt x="2477" y="342"/>
                </a:lnTo>
                <a:close/>
                <a:moveTo>
                  <a:pt x="2493" y="342"/>
                </a:moveTo>
                <a:lnTo>
                  <a:pt x="2500" y="342"/>
                </a:lnTo>
                <a:lnTo>
                  <a:pt x="2500" y="335"/>
                </a:lnTo>
                <a:lnTo>
                  <a:pt x="2493" y="335"/>
                </a:lnTo>
                <a:lnTo>
                  <a:pt x="2493" y="342"/>
                </a:lnTo>
                <a:close/>
                <a:moveTo>
                  <a:pt x="2510" y="342"/>
                </a:moveTo>
                <a:lnTo>
                  <a:pt x="2517" y="342"/>
                </a:lnTo>
                <a:lnTo>
                  <a:pt x="2517" y="335"/>
                </a:lnTo>
                <a:lnTo>
                  <a:pt x="2510" y="335"/>
                </a:lnTo>
                <a:lnTo>
                  <a:pt x="2510" y="342"/>
                </a:lnTo>
                <a:close/>
                <a:moveTo>
                  <a:pt x="2526" y="342"/>
                </a:moveTo>
                <a:lnTo>
                  <a:pt x="2533" y="342"/>
                </a:lnTo>
                <a:lnTo>
                  <a:pt x="2533" y="335"/>
                </a:lnTo>
                <a:lnTo>
                  <a:pt x="2526" y="335"/>
                </a:lnTo>
                <a:lnTo>
                  <a:pt x="2526" y="342"/>
                </a:lnTo>
                <a:close/>
                <a:moveTo>
                  <a:pt x="2543" y="342"/>
                </a:moveTo>
                <a:lnTo>
                  <a:pt x="2550" y="342"/>
                </a:lnTo>
                <a:lnTo>
                  <a:pt x="2550" y="335"/>
                </a:lnTo>
                <a:lnTo>
                  <a:pt x="2543" y="335"/>
                </a:lnTo>
                <a:lnTo>
                  <a:pt x="2543" y="342"/>
                </a:lnTo>
                <a:close/>
                <a:moveTo>
                  <a:pt x="2560" y="342"/>
                </a:moveTo>
                <a:lnTo>
                  <a:pt x="2567" y="342"/>
                </a:lnTo>
                <a:lnTo>
                  <a:pt x="2567" y="335"/>
                </a:lnTo>
                <a:lnTo>
                  <a:pt x="2560" y="335"/>
                </a:lnTo>
                <a:lnTo>
                  <a:pt x="2560" y="342"/>
                </a:lnTo>
                <a:close/>
                <a:moveTo>
                  <a:pt x="2576" y="342"/>
                </a:moveTo>
                <a:lnTo>
                  <a:pt x="2583" y="342"/>
                </a:lnTo>
                <a:lnTo>
                  <a:pt x="2583" y="335"/>
                </a:lnTo>
                <a:lnTo>
                  <a:pt x="2576" y="335"/>
                </a:lnTo>
                <a:lnTo>
                  <a:pt x="2576" y="342"/>
                </a:lnTo>
                <a:close/>
                <a:moveTo>
                  <a:pt x="2593" y="342"/>
                </a:moveTo>
                <a:lnTo>
                  <a:pt x="2600" y="342"/>
                </a:lnTo>
                <a:lnTo>
                  <a:pt x="2600" y="335"/>
                </a:lnTo>
                <a:lnTo>
                  <a:pt x="2593" y="335"/>
                </a:lnTo>
                <a:lnTo>
                  <a:pt x="2593" y="342"/>
                </a:lnTo>
                <a:close/>
                <a:moveTo>
                  <a:pt x="2609" y="342"/>
                </a:moveTo>
                <a:lnTo>
                  <a:pt x="2616" y="342"/>
                </a:lnTo>
                <a:lnTo>
                  <a:pt x="2616" y="335"/>
                </a:lnTo>
                <a:lnTo>
                  <a:pt x="2609" y="335"/>
                </a:lnTo>
                <a:lnTo>
                  <a:pt x="2609" y="342"/>
                </a:lnTo>
                <a:close/>
                <a:moveTo>
                  <a:pt x="2626" y="342"/>
                </a:moveTo>
                <a:lnTo>
                  <a:pt x="2633" y="342"/>
                </a:lnTo>
                <a:lnTo>
                  <a:pt x="2633" y="335"/>
                </a:lnTo>
                <a:lnTo>
                  <a:pt x="2626" y="335"/>
                </a:lnTo>
                <a:lnTo>
                  <a:pt x="2626" y="342"/>
                </a:lnTo>
                <a:close/>
                <a:moveTo>
                  <a:pt x="2642" y="342"/>
                </a:moveTo>
                <a:lnTo>
                  <a:pt x="2649" y="342"/>
                </a:lnTo>
                <a:lnTo>
                  <a:pt x="2649" y="335"/>
                </a:lnTo>
                <a:lnTo>
                  <a:pt x="2642" y="335"/>
                </a:lnTo>
                <a:lnTo>
                  <a:pt x="2642" y="342"/>
                </a:lnTo>
                <a:close/>
                <a:moveTo>
                  <a:pt x="2659" y="342"/>
                </a:moveTo>
                <a:lnTo>
                  <a:pt x="2666" y="342"/>
                </a:lnTo>
                <a:lnTo>
                  <a:pt x="2666" y="335"/>
                </a:lnTo>
                <a:lnTo>
                  <a:pt x="2659" y="335"/>
                </a:lnTo>
                <a:lnTo>
                  <a:pt x="2659" y="342"/>
                </a:lnTo>
                <a:close/>
                <a:moveTo>
                  <a:pt x="2678" y="342"/>
                </a:moveTo>
                <a:lnTo>
                  <a:pt x="2683" y="342"/>
                </a:lnTo>
                <a:lnTo>
                  <a:pt x="2683" y="335"/>
                </a:lnTo>
                <a:lnTo>
                  <a:pt x="2678" y="335"/>
                </a:lnTo>
                <a:lnTo>
                  <a:pt x="2678" y="342"/>
                </a:lnTo>
                <a:close/>
                <a:moveTo>
                  <a:pt x="2694" y="342"/>
                </a:moveTo>
                <a:lnTo>
                  <a:pt x="2702" y="342"/>
                </a:lnTo>
                <a:lnTo>
                  <a:pt x="2702" y="335"/>
                </a:lnTo>
                <a:lnTo>
                  <a:pt x="2694" y="335"/>
                </a:lnTo>
                <a:lnTo>
                  <a:pt x="2694" y="342"/>
                </a:lnTo>
                <a:close/>
                <a:moveTo>
                  <a:pt x="2711" y="342"/>
                </a:moveTo>
                <a:lnTo>
                  <a:pt x="2718" y="342"/>
                </a:lnTo>
                <a:lnTo>
                  <a:pt x="2718" y="335"/>
                </a:lnTo>
                <a:lnTo>
                  <a:pt x="2711" y="335"/>
                </a:lnTo>
                <a:lnTo>
                  <a:pt x="2711" y="342"/>
                </a:lnTo>
                <a:close/>
                <a:moveTo>
                  <a:pt x="2728" y="342"/>
                </a:moveTo>
                <a:lnTo>
                  <a:pt x="2735" y="342"/>
                </a:lnTo>
                <a:lnTo>
                  <a:pt x="2735" y="335"/>
                </a:lnTo>
                <a:lnTo>
                  <a:pt x="2728" y="335"/>
                </a:lnTo>
                <a:lnTo>
                  <a:pt x="2728" y="342"/>
                </a:lnTo>
                <a:close/>
                <a:moveTo>
                  <a:pt x="2744" y="342"/>
                </a:moveTo>
                <a:lnTo>
                  <a:pt x="2751" y="342"/>
                </a:lnTo>
                <a:lnTo>
                  <a:pt x="2751" y="335"/>
                </a:lnTo>
                <a:lnTo>
                  <a:pt x="2744" y="335"/>
                </a:lnTo>
                <a:lnTo>
                  <a:pt x="2744" y="342"/>
                </a:lnTo>
                <a:close/>
                <a:moveTo>
                  <a:pt x="2761" y="342"/>
                </a:moveTo>
                <a:lnTo>
                  <a:pt x="2768" y="342"/>
                </a:lnTo>
                <a:lnTo>
                  <a:pt x="2768" y="335"/>
                </a:lnTo>
                <a:lnTo>
                  <a:pt x="2761" y="335"/>
                </a:lnTo>
                <a:lnTo>
                  <a:pt x="2761" y="342"/>
                </a:lnTo>
                <a:close/>
                <a:moveTo>
                  <a:pt x="2777" y="342"/>
                </a:moveTo>
                <a:lnTo>
                  <a:pt x="2784" y="342"/>
                </a:lnTo>
                <a:lnTo>
                  <a:pt x="2784" y="335"/>
                </a:lnTo>
                <a:lnTo>
                  <a:pt x="2777" y="335"/>
                </a:lnTo>
                <a:lnTo>
                  <a:pt x="2777" y="342"/>
                </a:lnTo>
                <a:close/>
                <a:moveTo>
                  <a:pt x="2794" y="342"/>
                </a:moveTo>
                <a:lnTo>
                  <a:pt x="2801" y="342"/>
                </a:lnTo>
                <a:lnTo>
                  <a:pt x="2801" y="335"/>
                </a:lnTo>
                <a:lnTo>
                  <a:pt x="2794" y="335"/>
                </a:lnTo>
                <a:lnTo>
                  <a:pt x="2794" y="342"/>
                </a:lnTo>
                <a:close/>
                <a:moveTo>
                  <a:pt x="2811" y="342"/>
                </a:moveTo>
                <a:lnTo>
                  <a:pt x="2818" y="342"/>
                </a:lnTo>
                <a:lnTo>
                  <a:pt x="2818" y="335"/>
                </a:lnTo>
                <a:lnTo>
                  <a:pt x="2811" y="335"/>
                </a:lnTo>
                <a:lnTo>
                  <a:pt x="2811" y="342"/>
                </a:lnTo>
                <a:close/>
                <a:moveTo>
                  <a:pt x="2827" y="342"/>
                </a:moveTo>
                <a:lnTo>
                  <a:pt x="2834" y="342"/>
                </a:lnTo>
                <a:lnTo>
                  <a:pt x="2834" y="335"/>
                </a:lnTo>
                <a:lnTo>
                  <a:pt x="2827" y="335"/>
                </a:lnTo>
                <a:lnTo>
                  <a:pt x="2827" y="342"/>
                </a:lnTo>
                <a:close/>
                <a:moveTo>
                  <a:pt x="2844" y="342"/>
                </a:moveTo>
                <a:lnTo>
                  <a:pt x="2851" y="342"/>
                </a:lnTo>
                <a:lnTo>
                  <a:pt x="2851" y="335"/>
                </a:lnTo>
                <a:lnTo>
                  <a:pt x="2844" y="335"/>
                </a:lnTo>
                <a:lnTo>
                  <a:pt x="2844" y="342"/>
                </a:lnTo>
                <a:close/>
                <a:moveTo>
                  <a:pt x="2860" y="342"/>
                </a:moveTo>
                <a:lnTo>
                  <a:pt x="2867" y="342"/>
                </a:lnTo>
                <a:lnTo>
                  <a:pt x="2867" y="335"/>
                </a:lnTo>
                <a:lnTo>
                  <a:pt x="2860" y="335"/>
                </a:lnTo>
                <a:lnTo>
                  <a:pt x="2860" y="342"/>
                </a:lnTo>
                <a:close/>
                <a:moveTo>
                  <a:pt x="2877" y="342"/>
                </a:moveTo>
                <a:lnTo>
                  <a:pt x="2884" y="342"/>
                </a:lnTo>
                <a:lnTo>
                  <a:pt x="2884" y="335"/>
                </a:lnTo>
                <a:lnTo>
                  <a:pt x="2877" y="335"/>
                </a:lnTo>
                <a:lnTo>
                  <a:pt x="2877" y="342"/>
                </a:lnTo>
                <a:close/>
                <a:moveTo>
                  <a:pt x="2893" y="342"/>
                </a:moveTo>
                <a:lnTo>
                  <a:pt x="2901" y="342"/>
                </a:lnTo>
                <a:lnTo>
                  <a:pt x="2901" y="335"/>
                </a:lnTo>
                <a:lnTo>
                  <a:pt x="2893" y="335"/>
                </a:lnTo>
                <a:lnTo>
                  <a:pt x="2893" y="342"/>
                </a:lnTo>
                <a:close/>
                <a:moveTo>
                  <a:pt x="2910" y="342"/>
                </a:moveTo>
                <a:lnTo>
                  <a:pt x="2917" y="342"/>
                </a:lnTo>
                <a:lnTo>
                  <a:pt x="2917" y="335"/>
                </a:lnTo>
                <a:lnTo>
                  <a:pt x="2910" y="335"/>
                </a:lnTo>
                <a:lnTo>
                  <a:pt x="2910" y="342"/>
                </a:lnTo>
                <a:close/>
                <a:moveTo>
                  <a:pt x="2927" y="342"/>
                </a:moveTo>
                <a:lnTo>
                  <a:pt x="2934" y="342"/>
                </a:lnTo>
                <a:lnTo>
                  <a:pt x="2934" y="335"/>
                </a:lnTo>
                <a:lnTo>
                  <a:pt x="2927" y="335"/>
                </a:lnTo>
                <a:lnTo>
                  <a:pt x="2927" y="342"/>
                </a:lnTo>
                <a:close/>
                <a:moveTo>
                  <a:pt x="2946" y="342"/>
                </a:moveTo>
                <a:lnTo>
                  <a:pt x="2953" y="342"/>
                </a:lnTo>
                <a:lnTo>
                  <a:pt x="2953" y="335"/>
                </a:lnTo>
                <a:lnTo>
                  <a:pt x="2946" y="335"/>
                </a:lnTo>
                <a:lnTo>
                  <a:pt x="2946" y="342"/>
                </a:lnTo>
                <a:close/>
                <a:moveTo>
                  <a:pt x="2962" y="342"/>
                </a:moveTo>
                <a:lnTo>
                  <a:pt x="2969" y="342"/>
                </a:lnTo>
                <a:lnTo>
                  <a:pt x="2969" y="335"/>
                </a:lnTo>
                <a:lnTo>
                  <a:pt x="2962" y="335"/>
                </a:lnTo>
                <a:lnTo>
                  <a:pt x="2962" y="342"/>
                </a:lnTo>
                <a:close/>
                <a:moveTo>
                  <a:pt x="3012" y="342"/>
                </a:moveTo>
                <a:lnTo>
                  <a:pt x="3019" y="342"/>
                </a:lnTo>
                <a:lnTo>
                  <a:pt x="3019" y="335"/>
                </a:lnTo>
                <a:lnTo>
                  <a:pt x="3012" y="335"/>
                </a:lnTo>
                <a:lnTo>
                  <a:pt x="3012" y="342"/>
                </a:lnTo>
                <a:close/>
                <a:moveTo>
                  <a:pt x="3028" y="342"/>
                </a:moveTo>
                <a:lnTo>
                  <a:pt x="3035" y="342"/>
                </a:lnTo>
                <a:lnTo>
                  <a:pt x="3035" y="335"/>
                </a:lnTo>
                <a:lnTo>
                  <a:pt x="3028" y="335"/>
                </a:lnTo>
                <a:lnTo>
                  <a:pt x="3028" y="342"/>
                </a:lnTo>
                <a:close/>
                <a:moveTo>
                  <a:pt x="3045" y="342"/>
                </a:moveTo>
                <a:lnTo>
                  <a:pt x="3052" y="342"/>
                </a:lnTo>
                <a:lnTo>
                  <a:pt x="3052" y="335"/>
                </a:lnTo>
                <a:lnTo>
                  <a:pt x="3045" y="335"/>
                </a:lnTo>
                <a:lnTo>
                  <a:pt x="3045" y="342"/>
                </a:lnTo>
                <a:close/>
                <a:moveTo>
                  <a:pt x="3062" y="342"/>
                </a:moveTo>
                <a:lnTo>
                  <a:pt x="3069" y="342"/>
                </a:lnTo>
                <a:lnTo>
                  <a:pt x="3069" y="335"/>
                </a:lnTo>
                <a:lnTo>
                  <a:pt x="3062" y="335"/>
                </a:lnTo>
                <a:lnTo>
                  <a:pt x="3062" y="342"/>
                </a:lnTo>
                <a:close/>
                <a:moveTo>
                  <a:pt x="0" y="361"/>
                </a:moveTo>
                <a:lnTo>
                  <a:pt x="7" y="361"/>
                </a:lnTo>
                <a:lnTo>
                  <a:pt x="7" y="354"/>
                </a:lnTo>
                <a:lnTo>
                  <a:pt x="0" y="354"/>
                </a:lnTo>
                <a:lnTo>
                  <a:pt x="0" y="361"/>
                </a:lnTo>
                <a:close/>
                <a:moveTo>
                  <a:pt x="16" y="361"/>
                </a:moveTo>
                <a:lnTo>
                  <a:pt x="23" y="361"/>
                </a:lnTo>
                <a:lnTo>
                  <a:pt x="23" y="354"/>
                </a:lnTo>
                <a:lnTo>
                  <a:pt x="16" y="354"/>
                </a:lnTo>
                <a:lnTo>
                  <a:pt x="16" y="361"/>
                </a:lnTo>
                <a:close/>
                <a:moveTo>
                  <a:pt x="33" y="361"/>
                </a:moveTo>
                <a:lnTo>
                  <a:pt x="40" y="361"/>
                </a:lnTo>
                <a:lnTo>
                  <a:pt x="40" y="354"/>
                </a:lnTo>
                <a:lnTo>
                  <a:pt x="33" y="354"/>
                </a:lnTo>
                <a:lnTo>
                  <a:pt x="33" y="361"/>
                </a:lnTo>
                <a:close/>
                <a:moveTo>
                  <a:pt x="66" y="361"/>
                </a:moveTo>
                <a:lnTo>
                  <a:pt x="73" y="361"/>
                </a:lnTo>
                <a:lnTo>
                  <a:pt x="73" y="354"/>
                </a:lnTo>
                <a:lnTo>
                  <a:pt x="66" y="354"/>
                </a:lnTo>
                <a:lnTo>
                  <a:pt x="66" y="361"/>
                </a:lnTo>
                <a:close/>
                <a:moveTo>
                  <a:pt x="83" y="361"/>
                </a:moveTo>
                <a:lnTo>
                  <a:pt x="90" y="361"/>
                </a:lnTo>
                <a:lnTo>
                  <a:pt x="90" y="354"/>
                </a:lnTo>
                <a:lnTo>
                  <a:pt x="83" y="354"/>
                </a:lnTo>
                <a:lnTo>
                  <a:pt x="83" y="361"/>
                </a:lnTo>
                <a:close/>
                <a:moveTo>
                  <a:pt x="101" y="361"/>
                </a:moveTo>
                <a:lnTo>
                  <a:pt x="106" y="361"/>
                </a:lnTo>
                <a:lnTo>
                  <a:pt x="106" y="354"/>
                </a:lnTo>
                <a:lnTo>
                  <a:pt x="101" y="354"/>
                </a:lnTo>
                <a:lnTo>
                  <a:pt x="101" y="361"/>
                </a:lnTo>
                <a:close/>
                <a:moveTo>
                  <a:pt x="118" y="361"/>
                </a:moveTo>
                <a:lnTo>
                  <a:pt x="125" y="361"/>
                </a:lnTo>
                <a:lnTo>
                  <a:pt x="125" y="354"/>
                </a:lnTo>
                <a:lnTo>
                  <a:pt x="118" y="354"/>
                </a:lnTo>
                <a:lnTo>
                  <a:pt x="118" y="361"/>
                </a:lnTo>
                <a:close/>
                <a:moveTo>
                  <a:pt x="135" y="361"/>
                </a:moveTo>
                <a:lnTo>
                  <a:pt x="142" y="361"/>
                </a:lnTo>
                <a:lnTo>
                  <a:pt x="142" y="354"/>
                </a:lnTo>
                <a:lnTo>
                  <a:pt x="135" y="354"/>
                </a:lnTo>
                <a:lnTo>
                  <a:pt x="135" y="361"/>
                </a:lnTo>
                <a:close/>
                <a:moveTo>
                  <a:pt x="151" y="361"/>
                </a:moveTo>
                <a:lnTo>
                  <a:pt x="158" y="361"/>
                </a:lnTo>
                <a:lnTo>
                  <a:pt x="158" y="354"/>
                </a:lnTo>
                <a:lnTo>
                  <a:pt x="151" y="354"/>
                </a:lnTo>
                <a:lnTo>
                  <a:pt x="151" y="361"/>
                </a:lnTo>
                <a:close/>
                <a:moveTo>
                  <a:pt x="168" y="361"/>
                </a:moveTo>
                <a:lnTo>
                  <a:pt x="175" y="361"/>
                </a:lnTo>
                <a:lnTo>
                  <a:pt x="175" y="354"/>
                </a:lnTo>
                <a:lnTo>
                  <a:pt x="168" y="354"/>
                </a:lnTo>
                <a:lnTo>
                  <a:pt x="168" y="361"/>
                </a:lnTo>
                <a:close/>
                <a:moveTo>
                  <a:pt x="184" y="361"/>
                </a:moveTo>
                <a:lnTo>
                  <a:pt x="191" y="361"/>
                </a:lnTo>
                <a:lnTo>
                  <a:pt x="191" y="354"/>
                </a:lnTo>
                <a:lnTo>
                  <a:pt x="184" y="354"/>
                </a:lnTo>
                <a:lnTo>
                  <a:pt x="184" y="361"/>
                </a:lnTo>
                <a:close/>
                <a:moveTo>
                  <a:pt x="201" y="361"/>
                </a:moveTo>
                <a:lnTo>
                  <a:pt x="208" y="361"/>
                </a:lnTo>
                <a:lnTo>
                  <a:pt x="208" y="354"/>
                </a:lnTo>
                <a:lnTo>
                  <a:pt x="201" y="354"/>
                </a:lnTo>
                <a:lnTo>
                  <a:pt x="201" y="361"/>
                </a:lnTo>
                <a:close/>
                <a:moveTo>
                  <a:pt x="218" y="361"/>
                </a:moveTo>
                <a:lnTo>
                  <a:pt x="225" y="361"/>
                </a:lnTo>
                <a:lnTo>
                  <a:pt x="225" y="354"/>
                </a:lnTo>
                <a:lnTo>
                  <a:pt x="218" y="354"/>
                </a:lnTo>
                <a:lnTo>
                  <a:pt x="218" y="361"/>
                </a:lnTo>
                <a:close/>
                <a:moveTo>
                  <a:pt x="234" y="361"/>
                </a:moveTo>
                <a:lnTo>
                  <a:pt x="241" y="361"/>
                </a:lnTo>
                <a:lnTo>
                  <a:pt x="241" y="354"/>
                </a:lnTo>
                <a:lnTo>
                  <a:pt x="234" y="354"/>
                </a:lnTo>
                <a:lnTo>
                  <a:pt x="234" y="361"/>
                </a:lnTo>
                <a:close/>
                <a:moveTo>
                  <a:pt x="251" y="361"/>
                </a:moveTo>
                <a:lnTo>
                  <a:pt x="258" y="361"/>
                </a:lnTo>
                <a:lnTo>
                  <a:pt x="258" y="354"/>
                </a:lnTo>
                <a:lnTo>
                  <a:pt x="251" y="354"/>
                </a:lnTo>
                <a:lnTo>
                  <a:pt x="251" y="361"/>
                </a:lnTo>
                <a:close/>
                <a:moveTo>
                  <a:pt x="267" y="361"/>
                </a:moveTo>
                <a:lnTo>
                  <a:pt x="274" y="361"/>
                </a:lnTo>
                <a:lnTo>
                  <a:pt x="274" y="354"/>
                </a:lnTo>
                <a:lnTo>
                  <a:pt x="267" y="354"/>
                </a:lnTo>
                <a:lnTo>
                  <a:pt x="267" y="361"/>
                </a:lnTo>
                <a:close/>
                <a:moveTo>
                  <a:pt x="284" y="361"/>
                </a:moveTo>
                <a:lnTo>
                  <a:pt x="291" y="361"/>
                </a:lnTo>
                <a:lnTo>
                  <a:pt x="291" y="354"/>
                </a:lnTo>
                <a:lnTo>
                  <a:pt x="284" y="354"/>
                </a:lnTo>
                <a:lnTo>
                  <a:pt x="284" y="361"/>
                </a:lnTo>
                <a:close/>
                <a:moveTo>
                  <a:pt x="300" y="361"/>
                </a:moveTo>
                <a:lnTo>
                  <a:pt x="307" y="361"/>
                </a:lnTo>
                <a:lnTo>
                  <a:pt x="307" y="354"/>
                </a:lnTo>
                <a:lnTo>
                  <a:pt x="300" y="354"/>
                </a:lnTo>
                <a:lnTo>
                  <a:pt x="300" y="361"/>
                </a:lnTo>
                <a:close/>
                <a:moveTo>
                  <a:pt x="317" y="361"/>
                </a:moveTo>
                <a:lnTo>
                  <a:pt x="324" y="361"/>
                </a:lnTo>
                <a:lnTo>
                  <a:pt x="324" y="354"/>
                </a:lnTo>
                <a:lnTo>
                  <a:pt x="317" y="354"/>
                </a:lnTo>
                <a:lnTo>
                  <a:pt x="317" y="361"/>
                </a:lnTo>
                <a:close/>
                <a:moveTo>
                  <a:pt x="334" y="361"/>
                </a:moveTo>
                <a:lnTo>
                  <a:pt x="341" y="361"/>
                </a:lnTo>
                <a:lnTo>
                  <a:pt x="341" y="354"/>
                </a:lnTo>
                <a:lnTo>
                  <a:pt x="334" y="354"/>
                </a:lnTo>
                <a:lnTo>
                  <a:pt x="334" y="361"/>
                </a:lnTo>
                <a:close/>
                <a:moveTo>
                  <a:pt x="350" y="361"/>
                </a:moveTo>
                <a:lnTo>
                  <a:pt x="357" y="361"/>
                </a:lnTo>
                <a:lnTo>
                  <a:pt x="357" y="354"/>
                </a:lnTo>
                <a:lnTo>
                  <a:pt x="350" y="354"/>
                </a:lnTo>
                <a:lnTo>
                  <a:pt x="350" y="361"/>
                </a:lnTo>
                <a:close/>
                <a:moveTo>
                  <a:pt x="369" y="361"/>
                </a:moveTo>
                <a:lnTo>
                  <a:pt x="376" y="361"/>
                </a:lnTo>
                <a:lnTo>
                  <a:pt x="376" y="354"/>
                </a:lnTo>
                <a:lnTo>
                  <a:pt x="369" y="354"/>
                </a:lnTo>
                <a:lnTo>
                  <a:pt x="369" y="361"/>
                </a:lnTo>
                <a:close/>
                <a:moveTo>
                  <a:pt x="386" y="361"/>
                </a:moveTo>
                <a:lnTo>
                  <a:pt x="393" y="361"/>
                </a:lnTo>
                <a:lnTo>
                  <a:pt x="393" y="354"/>
                </a:lnTo>
                <a:lnTo>
                  <a:pt x="386" y="354"/>
                </a:lnTo>
                <a:lnTo>
                  <a:pt x="386" y="361"/>
                </a:lnTo>
                <a:close/>
                <a:moveTo>
                  <a:pt x="402" y="361"/>
                </a:moveTo>
                <a:lnTo>
                  <a:pt x="409" y="361"/>
                </a:lnTo>
                <a:lnTo>
                  <a:pt x="409" y="354"/>
                </a:lnTo>
                <a:lnTo>
                  <a:pt x="402" y="354"/>
                </a:lnTo>
                <a:lnTo>
                  <a:pt x="402" y="361"/>
                </a:lnTo>
                <a:close/>
                <a:moveTo>
                  <a:pt x="419" y="361"/>
                </a:moveTo>
                <a:lnTo>
                  <a:pt x="426" y="361"/>
                </a:lnTo>
                <a:lnTo>
                  <a:pt x="426" y="354"/>
                </a:lnTo>
                <a:lnTo>
                  <a:pt x="419" y="354"/>
                </a:lnTo>
                <a:lnTo>
                  <a:pt x="419" y="361"/>
                </a:lnTo>
                <a:close/>
                <a:moveTo>
                  <a:pt x="435" y="361"/>
                </a:moveTo>
                <a:lnTo>
                  <a:pt x="442" y="361"/>
                </a:lnTo>
                <a:lnTo>
                  <a:pt x="442" y="354"/>
                </a:lnTo>
                <a:lnTo>
                  <a:pt x="435" y="354"/>
                </a:lnTo>
                <a:lnTo>
                  <a:pt x="435" y="361"/>
                </a:lnTo>
                <a:close/>
                <a:moveTo>
                  <a:pt x="452" y="361"/>
                </a:moveTo>
                <a:lnTo>
                  <a:pt x="459" y="361"/>
                </a:lnTo>
                <a:lnTo>
                  <a:pt x="459" y="354"/>
                </a:lnTo>
                <a:lnTo>
                  <a:pt x="452" y="354"/>
                </a:lnTo>
                <a:lnTo>
                  <a:pt x="452" y="361"/>
                </a:lnTo>
                <a:close/>
                <a:moveTo>
                  <a:pt x="469" y="361"/>
                </a:moveTo>
                <a:lnTo>
                  <a:pt x="476" y="361"/>
                </a:lnTo>
                <a:lnTo>
                  <a:pt x="476" y="354"/>
                </a:lnTo>
                <a:lnTo>
                  <a:pt x="469" y="354"/>
                </a:lnTo>
                <a:lnTo>
                  <a:pt x="469" y="361"/>
                </a:lnTo>
                <a:close/>
                <a:moveTo>
                  <a:pt x="485" y="361"/>
                </a:moveTo>
                <a:lnTo>
                  <a:pt x="492" y="361"/>
                </a:lnTo>
                <a:lnTo>
                  <a:pt x="492" y="354"/>
                </a:lnTo>
                <a:lnTo>
                  <a:pt x="485" y="354"/>
                </a:lnTo>
                <a:lnTo>
                  <a:pt x="485" y="361"/>
                </a:lnTo>
                <a:close/>
                <a:moveTo>
                  <a:pt x="502" y="361"/>
                </a:moveTo>
                <a:lnTo>
                  <a:pt x="509" y="361"/>
                </a:lnTo>
                <a:lnTo>
                  <a:pt x="509" y="354"/>
                </a:lnTo>
                <a:lnTo>
                  <a:pt x="502" y="354"/>
                </a:lnTo>
                <a:lnTo>
                  <a:pt x="502" y="361"/>
                </a:lnTo>
                <a:close/>
                <a:moveTo>
                  <a:pt x="518" y="361"/>
                </a:moveTo>
                <a:lnTo>
                  <a:pt x="525" y="361"/>
                </a:lnTo>
                <a:lnTo>
                  <a:pt x="525" y="354"/>
                </a:lnTo>
                <a:lnTo>
                  <a:pt x="518" y="354"/>
                </a:lnTo>
                <a:lnTo>
                  <a:pt x="518" y="361"/>
                </a:lnTo>
                <a:close/>
                <a:moveTo>
                  <a:pt x="535" y="361"/>
                </a:moveTo>
                <a:lnTo>
                  <a:pt x="542" y="361"/>
                </a:lnTo>
                <a:lnTo>
                  <a:pt x="542" y="354"/>
                </a:lnTo>
                <a:lnTo>
                  <a:pt x="535" y="354"/>
                </a:lnTo>
                <a:lnTo>
                  <a:pt x="535" y="361"/>
                </a:lnTo>
                <a:close/>
                <a:moveTo>
                  <a:pt x="551" y="361"/>
                </a:moveTo>
                <a:lnTo>
                  <a:pt x="559" y="361"/>
                </a:lnTo>
                <a:lnTo>
                  <a:pt x="559" y="354"/>
                </a:lnTo>
                <a:lnTo>
                  <a:pt x="551" y="354"/>
                </a:lnTo>
                <a:lnTo>
                  <a:pt x="551" y="361"/>
                </a:lnTo>
                <a:close/>
                <a:moveTo>
                  <a:pt x="568" y="361"/>
                </a:moveTo>
                <a:lnTo>
                  <a:pt x="575" y="361"/>
                </a:lnTo>
                <a:lnTo>
                  <a:pt x="575" y="354"/>
                </a:lnTo>
                <a:lnTo>
                  <a:pt x="568" y="354"/>
                </a:lnTo>
                <a:lnTo>
                  <a:pt x="568" y="361"/>
                </a:lnTo>
                <a:close/>
                <a:moveTo>
                  <a:pt x="585" y="361"/>
                </a:moveTo>
                <a:lnTo>
                  <a:pt x="592" y="361"/>
                </a:lnTo>
                <a:lnTo>
                  <a:pt x="592" y="354"/>
                </a:lnTo>
                <a:lnTo>
                  <a:pt x="585" y="354"/>
                </a:lnTo>
                <a:lnTo>
                  <a:pt x="585" y="361"/>
                </a:lnTo>
                <a:close/>
                <a:moveTo>
                  <a:pt x="601" y="361"/>
                </a:moveTo>
                <a:lnTo>
                  <a:pt x="608" y="361"/>
                </a:lnTo>
                <a:lnTo>
                  <a:pt x="608" y="354"/>
                </a:lnTo>
                <a:lnTo>
                  <a:pt x="601" y="354"/>
                </a:lnTo>
                <a:lnTo>
                  <a:pt x="601" y="361"/>
                </a:lnTo>
                <a:close/>
                <a:moveTo>
                  <a:pt x="620" y="361"/>
                </a:moveTo>
                <a:lnTo>
                  <a:pt x="625" y="361"/>
                </a:lnTo>
                <a:lnTo>
                  <a:pt x="625" y="354"/>
                </a:lnTo>
                <a:lnTo>
                  <a:pt x="620" y="354"/>
                </a:lnTo>
                <a:lnTo>
                  <a:pt x="620" y="361"/>
                </a:lnTo>
                <a:close/>
                <a:moveTo>
                  <a:pt x="637" y="361"/>
                </a:moveTo>
                <a:lnTo>
                  <a:pt x="644" y="361"/>
                </a:lnTo>
                <a:lnTo>
                  <a:pt x="644" y="354"/>
                </a:lnTo>
                <a:lnTo>
                  <a:pt x="637" y="354"/>
                </a:lnTo>
                <a:lnTo>
                  <a:pt x="637" y="361"/>
                </a:lnTo>
                <a:close/>
                <a:moveTo>
                  <a:pt x="653" y="361"/>
                </a:moveTo>
                <a:lnTo>
                  <a:pt x="660" y="361"/>
                </a:lnTo>
                <a:lnTo>
                  <a:pt x="660" y="354"/>
                </a:lnTo>
                <a:lnTo>
                  <a:pt x="653" y="354"/>
                </a:lnTo>
                <a:lnTo>
                  <a:pt x="653" y="361"/>
                </a:lnTo>
                <a:close/>
                <a:moveTo>
                  <a:pt x="670" y="361"/>
                </a:moveTo>
                <a:lnTo>
                  <a:pt x="677" y="361"/>
                </a:lnTo>
                <a:lnTo>
                  <a:pt x="677" y="354"/>
                </a:lnTo>
                <a:lnTo>
                  <a:pt x="670" y="354"/>
                </a:lnTo>
                <a:lnTo>
                  <a:pt x="670" y="361"/>
                </a:lnTo>
                <a:close/>
                <a:moveTo>
                  <a:pt x="686" y="361"/>
                </a:moveTo>
                <a:lnTo>
                  <a:pt x="693" y="361"/>
                </a:lnTo>
                <a:lnTo>
                  <a:pt x="693" y="354"/>
                </a:lnTo>
                <a:lnTo>
                  <a:pt x="686" y="354"/>
                </a:lnTo>
                <a:lnTo>
                  <a:pt x="686" y="361"/>
                </a:lnTo>
                <a:close/>
                <a:moveTo>
                  <a:pt x="736" y="361"/>
                </a:moveTo>
                <a:lnTo>
                  <a:pt x="743" y="361"/>
                </a:lnTo>
                <a:lnTo>
                  <a:pt x="743" y="354"/>
                </a:lnTo>
                <a:lnTo>
                  <a:pt x="736" y="354"/>
                </a:lnTo>
                <a:lnTo>
                  <a:pt x="736" y="361"/>
                </a:lnTo>
                <a:close/>
                <a:moveTo>
                  <a:pt x="753" y="361"/>
                </a:moveTo>
                <a:lnTo>
                  <a:pt x="760" y="361"/>
                </a:lnTo>
                <a:lnTo>
                  <a:pt x="760" y="354"/>
                </a:lnTo>
                <a:lnTo>
                  <a:pt x="753" y="354"/>
                </a:lnTo>
                <a:lnTo>
                  <a:pt x="753" y="361"/>
                </a:lnTo>
                <a:close/>
                <a:moveTo>
                  <a:pt x="769" y="361"/>
                </a:moveTo>
                <a:lnTo>
                  <a:pt x="776" y="361"/>
                </a:lnTo>
                <a:lnTo>
                  <a:pt x="776" y="354"/>
                </a:lnTo>
                <a:lnTo>
                  <a:pt x="769" y="354"/>
                </a:lnTo>
                <a:lnTo>
                  <a:pt x="769" y="361"/>
                </a:lnTo>
                <a:close/>
                <a:moveTo>
                  <a:pt x="786" y="361"/>
                </a:moveTo>
                <a:lnTo>
                  <a:pt x="793" y="361"/>
                </a:lnTo>
                <a:lnTo>
                  <a:pt x="793" y="354"/>
                </a:lnTo>
                <a:lnTo>
                  <a:pt x="786" y="354"/>
                </a:lnTo>
                <a:lnTo>
                  <a:pt x="786" y="361"/>
                </a:lnTo>
                <a:close/>
                <a:moveTo>
                  <a:pt x="802" y="361"/>
                </a:moveTo>
                <a:lnTo>
                  <a:pt x="810" y="361"/>
                </a:lnTo>
                <a:lnTo>
                  <a:pt x="810" y="354"/>
                </a:lnTo>
                <a:lnTo>
                  <a:pt x="802" y="354"/>
                </a:lnTo>
                <a:lnTo>
                  <a:pt x="802" y="361"/>
                </a:lnTo>
                <a:close/>
                <a:moveTo>
                  <a:pt x="819" y="361"/>
                </a:moveTo>
                <a:lnTo>
                  <a:pt x="826" y="361"/>
                </a:lnTo>
                <a:lnTo>
                  <a:pt x="826" y="354"/>
                </a:lnTo>
                <a:lnTo>
                  <a:pt x="819" y="354"/>
                </a:lnTo>
                <a:lnTo>
                  <a:pt x="819" y="361"/>
                </a:lnTo>
                <a:close/>
                <a:moveTo>
                  <a:pt x="836" y="361"/>
                </a:moveTo>
                <a:lnTo>
                  <a:pt x="843" y="361"/>
                </a:lnTo>
                <a:lnTo>
                  <a:pt x="843" y="354"/>
                </a:lnTo>
                <a:lnTo>
                  <a:pt x="836" y="354"/>
                </a:lnTo>
                <a:lnTo>
                  <a:pt x="836" y="361"/>
                </a:lnTo>
                <a:close/>
                <a:moveTo>
                  <a:pt x="852" y="361"/>
                </a:moveTo>
                <a:lnTo>
                  <a:pt x="859" y="361"/>
                </a:lnTo>
                <a:lnTo>
                  <a:pt x="859" y="354"/>
                </a:lnTo>
                <a:lnTo>
                  <a:pt x="852" y="354"/>
                </a:lnTo>
                <a:lnTo>
                  <a:pt x="852" y="361"/>
                </a:lnTo>
                <a:close/>
                <a:moveTo>
                  <a:pt x="871" y="361"/>
                </a:moveTo>
                <a:lnTo>
                  <a:pt x="876" y="361"/>
                </a:lnTo>
                <a:lnTo>
                  <a:pt x="876" y="354"/>
                </a:lnTo>
                <a:lnTo>
                  <a:pt x="871" y="354"/>
                </a:lnTo>
                <a:lnTo>
                  <a:pt x="871" y="361"/>
                </a:lnTo>
                <a:close/>
                <a:moveTo>
                  <a:pt x="888" y="361"/>
                </a:moveTo>
                <a:lnTo>
                  <a:pt x="895" y="361"/>
                </a:lnTo>
                <a:lnTo>
                  <a:pt x="895" y="354"/>
                </a:lnTo>
                <a:lnTo>
                  <a:pt x="888" y="354"/>
                </a:lnTo>
                <a:lnTo>
                  <a:pt x="888" y="361"/>
                </a:lnTo>
                <a:close/>
                <a:moveTo>
                  <a:pt x="904" y="361"/>
                </a:moveTo>
                <a:lnTo>
                  <a:pt x="911" y="361"/>
                </a:lnTo>
                <a:lnTo>
                  <a:pt x="911" y="354"/>
                </a:lnTo>
                <a:lnTo>
                  <a:pt x="904" y="354"/>
                </a:lnTo>
                <a:lnTo>
                  <a:pt x="904" y="361"/>
                </a:lnTo>
                <a:close/>
                <a:moveTo>
                  <a:pt x="921" y="361"/>
                </a:moveTo>
                <a:lnTo>
                  <a:pt x="928" y="361"/>
                </a:lnTo>
                <a:lnTo>
                  <a:pt x="928" y="354"/>
                </a:lnTo>
                <a:lnTo>
                  <a:pt x="921" y="354"/>
                </a:lnTo>
                <a:lnTo>
                  <a:pt x="921" y="361"/>
                </a:lnTo>
                <a:close/>
                <a:moveTo>
                  <a:pt x="1020" y="361"/>
                </a:moveTo>
                <a:lnTo>
                  <a:pt x="1027" y="361"/>
                </a:lnTo>
                <a:lnTo>
                  <a:pt x="1027" y="354"/>
                </a:lnTo>
                <a:lnTo>
                  <a:pt x="1020" y="354"/>
                </a:lnTo>
                <a:lnTo>
                  <a:pt x="1020" y="361"/>
                </a:lnTo>
                <a:close/>
                <a:moveTo>
                  <a:pt x="1037" y="361"/>
                </a:moveTo>
                <a:lnTo>
                  <a:pt x="1044" y="361"/>
                </a:lnTo>
                <a:lnTo>
                  <a:pt x="1044" y="354"/>
                </a:lnTo>
                <a:lnTo>
                  <a:pt x="1037" y="354"/>
                </a:lnTo>
                <a:lnTo>
                  <a:pt x="1037" y="361"/>
                </a:lnTo>
                <a:close/>
                <a:moveTo>
                  <a:pt x="1053" y="361"/>
                </a:moveTo>
                <a:lnTo>
                  <a:pt x="1061" y="361"/>
                </a:lnTo>
                <a:lnTo>
                  <a:pt x="1061" y="354"/>
                </a:lnTo>
                <a:lnTo>
                  <a:pt x="1053" y="354"/>
                </a:lnTo>
                <a:lnTo>
                  <a:pt x="1053" y="361"/>
                </a:lnTo>
                <a:close/>
                <a:moveTo>
                  <a:pt x="1070" y="361"/>
                </a:moveTo>
                <a:lnTo>
                  <a:pt x="1077" y="361"/>
                </a:lnTo>
                <a:lnTo>
                  <a:pt x="1077" y="354"/>
                </a:lnTo>
                <a:lnTo>
                  <a:pt x="1070" y="354"/>
                </a:lnTo>
                <a:lnTo>
                  <a:pt x="1070" y="361"/>
                </a:lnTo>
                <a:close/>
                <a:moveTo>
                  <a:pt x="1087" y="361"/>
                </a:moveTo>
                <a:lnTo>
                  <a:pt x="1094" y="361"/>
                </a:lnTo>
                <a:lnTo>
                  <a:pt x="1094" y="354"/>
                </a:lnTo>
                <a:lnTo>
                  <a:pt x="1087" y="354"/>
                </a:lnTo>
                <a:lnTo>
                  <a:pt x="1087" y="361"/>
                </a:lnTo>
                <a:close/>
                <a:moveTo>
                  <a:pt x="1103" y="361"/>
                </a:moveTo>
                <a:lnTo>
                  <a:pt x="1110" y="361"/>
                </a:lnTo>
                <a:lnTo>
                  <a:pt x="1110" y="354"/>
                </a:lnTo>
                <a:lnTo>
                  <a:pt x="1103" y="354"/>
                </a:lnTo>
                <a:lnTo>
                  <a:pt x="1103" y="361"/>
                </a:lnTo>
                <a:close/>
                <a:moveTo>
                  <a:pt x="1288" y="361"/>
                </a:moveTo>
                <a:lnTo>
                  <a:pt x="1295" y="361"/>
                </a:lnTo>
                <a:lnTo>
                  <a:pt x="1295" y="354"/>
                </a:lnTo>
                <a:lnTo>
                  <a:pt x="1288" y="354"/>
                </a:lnTo>
                <a:lnTo>
                  <a:pt x="1288" y="361"/>
                </a:lnTo>
                <a:close/>
                <a:moveTo>
                  <a:pt x="1304" y="361"/>
                </a:moveTo>
                <a:lnTo>
                  <a:pt x="1312" y="361"/>
                </a:lnTo>
                <a:lnTo>
                  <a:pt x="1312" y="354"/>
                </a:lnTo>
                <a:lnTo>
                  <a:pt x="1304" y="354"/>
                </a:lnTo>
                <a:lnTo>
                  <a:pt x="1304" y="361"/>
                </a:lnTo>
                <a:close/>
                <a:moveTo>
                  <a:pt x="1506" y="361"/>
                </a:moveTo>
                <a:lnTo>
                  <a:pt x="1513" y="361"/>
                </a:lnTo>
                <a:lnTo>
                  <a:pt x="1513" y="354"/>
                </a:lnTo>
                <a:lnTo>
                  <a:pt x="1506" y="354"/>
                </a:lnTo>
                <a:lnTo>
                  <a:pt x="1506" y="361"/>
                </a:lnTo>
                <a:close/>
                <a:moveTo>
                  <a:pt x="1522" y="361"/>
                </a:moveTo>
                <a:lnTo>
                  <a:pt x="1529" y="361"/>
                </a:lnTo>
                <a:lnTo>
                  <a:pt x="1529" y="354"/>
                </a:lnTo>
                <a:lnTo>
                  <a:pt x="1522" y="354"/>
                </a:lnTo>
                <a:lnTo>
                  <a:pt x="1522" y="361"/>
                </a:lnTo>
                <a:close/>
                <a:moveTo>
                  <a:pt x="1539" y="361"/>
                </a:moveTo>
                <a:lnTo>
                  <a:pt x="1546" y="361"/>
                </a:lnTo>
                <a:lnTo>
                  <a:pt x="1546" y="354"/>
                </a:lnTo>
                <a:lnTo>
                  <a:pt x="1539" y="354"/>
                </a:lnTo>
                <a:lnTo>
                  <a:pt x="1539" y="361"/>
                </a:lnTo>
                <a:close/>
                <a:moveTo>
                  <a:pt x="1555" y="361"/>
                </a:moveTo>
                <a:lnTo>
                  <a:pt x="1563" y="361"/>
                </a:lnTo>
                <a:lnTo>
                  <a:pt x="1563" y="354"/>
                </a:lnTo>
                <a:lnTo>
                  <a:pt x="1555" y="354"/>
                </a:lnTo>
                <a:lnTo>
                  <a:pt x="1555" y="361"/>
                </a:lnTo>
                <a:close/>
                <a:moveTo>
                  <a:pt x="1572" y="361"/>
                </a:moveTo>
                <a:lnTo>
                  <a:pt x="1579" y="361"/>
                </a:lnTo>
                <a:lnTo>
                  <a:pt x="1579" y="354"/>
                </a:lnTo>
                <a:lnTo>
                  <a:pt x="1572" y="354"/>
                </a:lnTo>
                <a:lnTo>
                  <a:pt x="1572" y="361"/>
                </a:lnTo>
                <a:close/>
                <a:moveTo>
                  <a:pt x="1589" y="361"/>
                </a:moveTo>
                <a:lnTo>
                  <a:pt x="1596" y="361"/>
                </a:lnTo>
                <a:lnTo>
                  <a:pt x="1596" y="354"/>
                </a:lnTo>
                <a:lnTo>
                  <a:pt x="1589" y="354"/>
                </a:lnTo>
                <a:lnTo>
                  <a:pt x="1589" y="361"/>
                </a:lnTo>
                <a:close/>
                <a:moveTo>
                  <a:pt x="1605" y="361"/>
                </a:moveTo>
                <a:lnTo>
                  <a:pt x="1612" y="361"/>
                </a:lnTo>
                <a:lnTo>
                  <a:pt x="1612" y="354"/>
                </a:lnTo>
                <a:lnTo>
                  <a:pt x="1605" y="354"/>
                </a:lnTo>
                <a:lnTo>
                  <a:pt x="1605" y="361"/>
                </a:lnTo>
                <a:close/>
                <a:moveTo>
                  <a:pt x="1622" y="361"/>
                </a:moveTo>
                <a:lnTo>
                  <a:pt x="1629" y="361"/>
                </a:lnTo>
                <a:lnTo>
                  <a:pt x="1629" y="354"/>
                </a:lnTo>
                <a:lnTo>
                  <a:pt x="1622" y="354"/>
                </a:lnTo>
                <a:lnTo>
                  <a:pt x="1622" y="361"/>
                </a:lnTo>
                <a:close/>
                <a:moveTo>
                  <a:pt x="1638" y="361"/>
                </a:moveTo>
                <a:lnTo>
                  <a:pt x="1645" y="361"/>
                </a:lnTo>
                <a:lnTo>
                  <a:pt x="1645" y="354"/>
                </a:lnTo>
                <a:lnTo>
                  <a:pt x="1638" y="354"/>
                </a:lnTo>
                <a:lnTo>
                  <a:pt x="1638" y="361"/>
                </a:lnTo>
                <a:close/>
                <a:moveTo>
                  <a:pt x="1657" y="361"/>
                </a:moveTo>
                <a:lnTo>
                  <a:pt x="1664" y="361"/>
                </a:lnTo>
                <a:lnTo>
                  <a:pt x="1664" y="354"/>
                </a:lnTo>
                <a:lnTo>
                  <a:pt x="1657" y="354"/>
                </a:lnTo>
                <a:lnTo>
                  <a:pt x="1657" y="361"/>
                </a:lnTo>
                <a:close/>
                <a:moveTo>
                  <a:pt x="1674" y="361"/>
                </a:moveTo>
                <a:lnTo>
                  <a:pt x="1681" y="361"/>
                </a:lnTo>
                <a:lnTo>
                  <a:pt x="1681" y="354"/>
                </a:lnTo>
                <a:lnTo>
                  <a:pt x="1674" y="354"/>
                </a:lnTo>
                <a:lnTo>
                  <a:pt x="1674" y="361"/>
                </a:lnTo>
                <a:close/>
                <a:moveTo>
                  <a:pt x="1690" y="361"/>
                </a:moveTo>
                <a:lnTo>
                  <a:pt x="1698" y="361"/>
                </a:lnTo>
                <a:lnTo>
                  <a:pt x="1698" y="354"/>
                </a:lnTo>
                <a:lnTo>
                  <a:pt x="1690" y="354"/>
                </a:lnTo>
                <a:lnTo>
                  <a:pt x="1690" y="361"/>
                </a:lnTo>
                <a:close/>
                <a:moveTo>
                  <a:pt x="1707" y="361"/>
                </a:moveTo>
                <a:lnTo>
                  <a:pt x="1714" y="361"/>
                </a:lnTo>
                <a:lnTo>
                  <a:pt x="1714" y="354"/>
                </a:lnTo>
                <a:lnTo>
                  <a:pt x="1707" y="354"/>
                </a:lnTo>
                <a:lnTo>
                  <a:pt x="1707" y="361"/>
                </a:lnTo>
                <a:close/>
                <a:moveTo>
                  <a:pt x="1724" y="361"/>
                </a:moveTo>
                <a:lnTo>
                  <a:pt x="1731" y="361"/>
                </a:lnTo>
                <a:lnTo>
                  <a:pt x="1731" y="354"/>
                </a:lnTo>
                <a:lnTo>
                  <a:pt x="1724" y="354"/>
                </a:lnTo>
                <a:lnTo>
                  <a:pt x="1724" y="361"/>
                </a:lnTo>
                <a:close/>
                <a:moveTo>
                  <a:pt x="1740" y="361"/>
                </a:moveTo>
                <a:lnTo>
                  <a:pt x="1747" y="361"/>
                </a:lnTo>
                <a:lnTo>
                  <a:pt x="1747" y="354"/>
                </a:lnTo>
                <a:lnTo>
                  <a:pt x="1740" y="354"/>
                </a:lnTo>
                <a:lnTo>
                  <a:pt x="1740" y="361"/>
                </a:lnTo>
                <a:close/>
                <a:moveTo>
                  <a:pt x="1757" y="361"/>
                </a:moveTo>
                <a:lnTo>
                  <a:pt x="1764" y="361"/>
                </a:lnTo>
                <a:lnTo>
                  <a:pt x="1764" y="354"/>
                </a:lnTo>
                <a:lnTo>
                  <a:pt x="1757" y="354"/>
                </a:lnTo>
                <a:lnTo>
                  <a:pt x="1757" y="361"/>
                </a:lnTo>
                <a:close/>
                <a:moveTo>
                  <a:pt x="1773" y="361"/>
                </a:moveTo>
                <a:lnTo>
                  <a:pt x="1780" y="361"/>
                </a:lnTo>
                <a:lnTo>
                  <a:pt x="1780" y="354"/>
                </a:lnTo>
                <a:lnTo>
                  <a:pt x="1773" y="354"/>
                </a:lnTo>
                <a:lnTo>
                  <a:pt x="1773" y="361"/>
                </a:lnTo>
                <a:close/>
                <a:moveTo>
                  <a:pt x="1790" y="361"/>
                </a:moveTo>
                <a:lnTo>
                  <a:pt x="1797" y="361"/>
                </a:lnTo>
                <a:lnTo>
                  <a:pt x="1797" y="354"/>
                </a:lnTo>
                <a:lnTo>
                  <a:pt x="1790" y="354"/>
                </a:lnTo>
                <a:lnTo>
                  <a:pt x="1790" y="361"/>
                </a:lnTo>
                <a:close/>
                <a:moveTo>
                  <a:pt x="1806" y="361"/>
                </a:moveTo>
                <a:lnTo>
                  <a:pt x="1814" y="361"/>
                </a:lnTo>
                <a:lnTo>
                  <a:pt x="1814" y="354"/>
                </a:lnTo>
                <a:lnTo>
                  <a:pt x="1806" y="354"/>
                </a:lnTo>
                <a:lnTo>
                  <a:pt x="1806" y="361"/>
                </a:lnTo>
                <a:close/>
                <a:moveTo>
                  <a:pt x="1823" y="361"/>
                </a:moveTo>
                <a:lnTo>
                  <a:pt x="1830" y="361"/>
                </a:lnTo>
                <a:lnTo>
                  <a:pt x="1830" y="354"/>
                </a:lnTo>
                <a:lnTo>
                  <a:pt x="1823" y="354"/>
                </a:lnTo>
                <a:lnTo>
                  <a:pt x="1823" y="361"/>
                </a:lnTo>
                <a:close/>
                <a:moveTo>
                  <a:pt x="1840" y="361"/>
                </a:moveTo>
                <a:lnTo>
                  <a:pt x="1847" y="361"/>
                </a:lnTo>
                <a:lnTo>
                  <a:pt x="1847" y="354"/>
                </a:lnTo>
                <a:lnTo>
                  <a:pt x="1840" y="354"/>
                </a:lnTo>
                <a:lnTo>
                  <a:pt x="1840" y="361"/>
                </a:lnTo>
                <a:close/>
                <a:moveTo>
                  <a:pt x="1856" y="361"/>
                </a:moveTo>
                <a:lnTo>
                  <a:pt x="1863" y="361"/>
                </a:lnTo>
                <a:lnTo>
                  <a:pt x="1863" y="354"/>
                </a:lnTo>
                <a:lnTo>
                  <a:pt x="1856" y="354"/>
                </a:lnTo>
                <a:lnTo>
                  <a:pt x="1856" y="361"/>
                </a:lnTo>
                <a:close/>
                <a:moveTo>
                  <a:pt x="1873" y="361"/>
                </a:moveTo>
                <a:lnTo>
                  <a:pt x="1880" y="361"/>
                </a:lnTo>
                <a:lnTo>
                  <a:pt x="1880" y="354"/>
                </a:lnTo>
                <a:lnTo>
                  <a:pt x="1873" y="354"/>
                </a:lnTo>
                <a:lnTo>
                  <a:pt x="1873" y="361"/>
                </a:lnTo>
                <a:close/>
                <a:moveTo>
                  <a:pt x="1889" y="361"/>
                </a:moveTo>
                <a:lnTo>
                  <a:pt x="1896" y="361"/>
                </a:lnTo>
                <a:lnTo>
                  <a:pt x="1896" y="354"/>
                </a:lnTo>
                <a:lnTo>
                  <a:pt x="1889" y="354"/>
                </a:lnTo>
                <a:lnTo>
                  <a:pt x="1889" y="361"/>
                </a:lnTo>
                <a:close/>
                <a:moveTo>
                  <a:pt x="1908" y="361"/>
                </a:moveTo>
                <a:lnTo>
                  <a:pt x="1915" y="361"/>
                </a:lnTo>
                <a:lnTo>
                  <a:pt x="1915" y="354"/>
                </a:lnTo>
                <a:lnTo>
                  <a:pt x="1908" y="354"/>
                </a:lnTo>
                <a:lnTo>
                  <a:pt x="1908" y="361"/>
                </a:lnTo>
                <a:close/>
                <a:moveTo>
                  <a:pt x="1925" y="361"/>
                </a:moveTo>
                <a:lnTo>
                  <a:pt x="1932" y="361"/>
                </a:lnTo>
                <a:lnTo>
                  <a:pt x="1932" y="354"/>
                </a:lnTo>
                <a:lnTo>
                  <a:pt x="1925" y="354"/>
                </a:lnTo>
                <a:lnTo>
                  <a:pt x="1925" y="361"/>
                </a:lnTo>
                <a:close/>
                <a:moveTo>
                  <a:pt x="1941" y="361"/>
                </a:moveTo>
                <a:lnTo>
                  <a:pt x="1949" y="361"/>
                </a:lnTo>
                <a:lnTo>
                  <a:pt x="1949" y="354"/>
                </a:lnTo>
                <a:lnTo>
                  <a:pt x="1941" y="354"/>
                </a:lnTo>
                <a:lnTo>
                  <a:pt x="1941" y="361"/>
                </a:lnTo>
                <a:close/>
                <a:moveTo>
                  <a:pt x="1958" y="361"/>
                </a:moveTo>
                <a:lnTo>
                  <a:pt x="1965" y="361"/>
                </a:lnTo>
                <a:lnTo>
                  <a:pt x="1965" y="354"/>
                </a:lnTo>
                <a:lnTo>
                  <a:pt x="1958" y="354"/>
                </a:lnTo>
                <a:lnTo>
                  <a:pt x="1958" y="361"/>
                </a:lnTo>
                <a:close/>
                <a:moveTo>
                  <a:pt x="1975" y="361"/>
                </a:moveTo>
                <a:lnTo>
                  <a:pt x="1982" y="361"/>
                </a:lnTo>
                <a:lnTo>
                  <a:pt x="1982" y="354"/>
                </a:lnTo>
                <a:lnTo>
                  <a:pt x="1975" y="354"/>
                </a:lnTo>
                <a:lnTo>
                  <a:pt x="1975" y="361"/>
                </a:lnTo>
                <a:close/>
                <a:moveTo>
                  <a:pt x="1991" y="361"/>
                </a:moveTo>
                <a:lnTo>
                  <a:pt x="1998" y="361"/>
                </a:lnTo>
                <a:lnTo>
                  <a:pt x="1998" y="354"/>
                </a:lnTo>
                <a:lnTo>
                  <a:pt x="1991" y="354"/>
                </a:lnTo>
                <a:lnTo>
                  <a:pt x="1991" y="361"/>
                </a:lnTo>
                <a:close/>
                <a:moveTo>
                  <a:pt x="2008" y="361"/>
                </a:moveTo>
                <a:lnTo>
                  <a:pt x="2015" y="361"/>
                </a:lnTo>
                <a:lnTo>
                  <a:pt x="2015" y="354"/>
                </a:lnTo>
                <a:lnTo>
                  <a:pt x="2008" y="354"/>
                </a:lnTo>
                <a:lnTo>
                  <a:pt x="2008" y="361"/>
                </a:lnTo>
                <a:close/>
                <a:moveTo>
                  <a:pt x="2024" y="361"/>
                </a:moveTo>
                <a:lnTo>
                  <a:pt x="2031" y="361"/>
                </a:lnTo>
                <a:lnTo>
                  <a:pt x="2031" y="354"/>
                </a:lnTo>
                <a:lnTo>
                  <a:pt x="2024" y="354"/>
                </a:lnTo>
                <a:lnTo>
                  <a:pt x="2024" y="361"/>
                </a:lnTo>
                <a:close/>
                <a:moveTo>
                  <a:pt x="2041" y="361"/>
                </a:moveTo>
                <a:lnTo>
                  <a:pt x="2048" y="361"/>
                </a:lnTo>
                <a:lnTo>
                  <a:pt x="2048" y="354"/>
                </a:lnTo>
                <a:lnTo>
                  <a:pt x="2041" y="354"/>
                </a:lnTo>
                <a:lnTo>
                  <a:pt x="2041" y="361"/>
                </a:lnTo>
                <a:close/>
                <a:moveTo>
                  <a:pt x="2057" y="361"/>
                </a:moveTo>
                <a:lnTo>
                  <a:pt x="2065" y="361"/>
                </a:lnTo>
                <a:lnTo>
                  <a:pt x="2065" y="354"/>
                </a:lnTo>
                <a:lnTo>
                  <a:pt x="2057" y="354"/>
                </a:lnTo>
                <a:lnTo>
                  <a:pt x="2057" y="361"/>
                </a:lnTo>
                <a:close/>
                <a:moveTo>
                  <a:pt x="2074" y="361"/>
                </a:moveTo>
                <a:lnTo>
                  <a:pt x="2081" y="361"/>
                </a:lnTo>
                <a:lnTo>
                  <a:pt x="2081" y="354"/>
                </a:lnTo>
                <a:lnTo>
                  <a:pt x="2074" y="354"/>
                </a:lnTo>
                <a:lnTo>
                  <a:pt x="2074" y="361"/>
                </a:lnTo>
                <a:close/>
                <a:moveTo>
                  <a:pt x="2091" y="361"/>
                </a:moveTo>
                <a:lnTo>
                  <a:pt x="2098" y="361"/>
                </a:lnTo>
                <a:lnTo>
                  <a:pt x="2098" y="354"/>
                </a:lnTo>
                <a:lnTo>
                  <a:pt x="2091" y="354"/>
                </a:lnTo>
                <a:lnTo>
                  <a:pt x="2091" y="361"/>
                </a:lnTo>
                <a:close/>
                <a:moveTo>
                  <a:pt x="2107" y="361"/>
                </a:moveTo>
                <a:lnTo>
                  <a:pt x="2114" y="361"/>
                </a:lnTo>
                <a:lnTo>
                  <a:pt x="2114" y="354"/>
                </a:lnTo>
                <a:lnTo>
                  <a:pt x="2107" y="354"/>
                </a:lnTo>
                <a:lnTo>
                  <a:pt x="2107" y="361"/>
                </a:lnTo>
                <a:close/>
                <a:moveTo>
                  <a:pt x="2124" y="361"/>
                </a:moveTo>
                <a:lnTo>
                  <a:pt x="2131" y="361"/>
                </a:lnTo>
                <a:lnTo>
                  <a:pt x="2131" y="354"/>
                </a:lnTo>
                <a:lnTo>
                  <a:pt x="2124" y="354"/>
                </a:lnTo>
                <a:lnTo>
                  <a:pt x="2124" y="361"/>
                </a:lnTo>
                <a:close/>
                <a:moveTo>
                  <a:pt x="2140" y="361"/>
                </a:moveTo>
                <a:lnTo>
                  <a:pt x="2147" y="361"/>
                </a:lnTo>
                <a:lnTo>
                  <a:pt x="2147" y="354"/>
                </a:lnTo>
                <a:lnTo>
                  <a:pt x="2140" y="354"/>
                </a:lnTo>
                <a:lnTo>
                  <a:pt x="2140" y="361"/>
                </a:lnTo>
                <a:close/>
                <a:moveTo>
                  <a:pt x="2159" y="361"/>
                </a:moveTo>
                <a:lnTo>
                  <a:pt x="2164" y="361"/>
                </a:lnTo>
                <a:lnTo>
                  <a:pt x="2164" y="354"/>
                </a:lnTo>
                <a:lnTo>
                  <a:pt x="2159" y="354"/>
                </a:lnTo>
                <a:lnTo>
                  <a:pt x="2159" y="361"/>
                </a:lnTo>
                <a:close/>
                <a:moveTo>
                  <a:pt x="2176" y="361"/>
                </a:moveTo>
                <a:lnTo>
                  <a:pt x="2183" y="361"/>
                </a:lnTo>
                <a:lnTo>
                  <a:pt x="2183" y="354"/>
                </a:lnTo>
                <a:lnTo>
                  <a:pt x="2176" y="354"/>
                </a:lnTo>
                <a:lnTo>
                  <a:pt x="2176" y="361"/>
                </a:lnTo>
                <a:close/>
                <a:moveTo>
                  <a:pt x="2192" y="361"/>
                </a:moveTo>
                <a:lnTo>
                  <a:pt x="2200" y="361"/>
                </a:lnTo>
                <a:lnTo>
                  <a:pt x="2200" y="354"/>
                </a:lnTo>
                <a:lnTo>
                  <a:pt x="2192" y="354"/>
                </a:lnTo>
                <a:lnTo>
                  <a:pt x="2192" y="361"/>
                </a:lnTo>
                <a:close/>
                <a:moveTo>
                  <a:pt x="2209" y="361"/>
                </a:moveTo>
                <a:lnTo>
                  <a:pt x="2216" y="361"/>
                </a:lnTo>
                <a:lnTo>
                  <a:pt x="2216" y="354"/>
                </a:lnTo>
                <a:lnTo>
                  <a:pt x="2209" y="354"/>
                </a:lnTo>
                <a:lnTo>
                  <a:pt x="2209" y="361"/>
                </a:lnTo>
                <a:close/>
                <a:moveTo>
                  <a:pt x="2226" y="361"/>
                </a:moveTo>
                <a:lnTo>
                  <a:pt x="2233" y="361"/>
                </a:lnTo>
                <a:lnTo>
                  <a:pt x="2233" y="354"/>
                </a:lnTo>
                <a:lnTo>
                  <a:pt x="2226" y="354"/>
                </a:lnTo>
                <a:lnTo>
                  <a:pt x="2226" y="361"/>
                </a:lnTo>
                <a:close/>
                <a:moveTo>
                  <a:pt x="2242" y="361"/>
                </a:moveTo>
                <a:lnTo>
                  <a:pt x="2249" y="361"/>
                </a:lnTo>
                <a:lnTo>
                  <a:pt x="2249" y="354"/>
                </a:lnTo>
                <a:lnTo>
                  <a:pt x="2242" y="354"/>
                </a:lnTo>
                <a:lnTo>
                  <a:pt x="2242" y="361"/>
                </a:lnTo>
                <a:close/>
                <a:moveTo>
                  <a:pt x="2259" y="361"/>
                </a:moveTo>
                <a:lnTo>
                  <a:pt x="2266" y="361"/>
                </a:lnTo>
                <a:lnTo>
                  <a:pt x="2266" y="354"/>
                </a:lnTo>
                <a:lnTo>
                  <a:pt x="2259" y="354"/>
                </a:lnTo>
                <a:lnTo>
                  <a:pt x="2259" y="361"/>
                </a:lnTo>
                <a:close/>
                <a:moveTo>
                  <a:pt x="2275" y="361"/>
                </a:moveTo>
                <a:lnTo>
                  <a:pt x="2282" y="361"/>
                </a:lnTo>
                <a:lnTo>
                  <a:pt x="2282" y="354"/>
                </a:lnTo>
                <a:lnTo>
                  <a:pt x="2275" y="354"/>
                </a:lnTo>
                <a:lnTo>
                  <a:pt x="2275" y="361"/>
                </a:lnTo>
                <a:close/>
                <a:moveTo>
                  <a:pt x="2292" y="361"/>
                </a:moveTo>
                <a:lnTo>
                  <a:pt x="2299" y="361"/>
                </a:lnTo>
                <a:lnTo>
                  <a:pt x="2299" y="354"/>
                </a:lnTo>
                <a:lnTo>
                  <a:pt x="2292" y="354"/>
                </a:lnTo>
                <a:lnTo>
                  <a:pt x="2292" y="361"/>
                </a:lnTo>
                <a:close/>
                <a:moveTo>
                  <a:pt x="2308" y="361"/>
                </a:moveTo>
                <a:lnTo>
                  <a:pt x="2316" y="361"/>
                </a:lnTo>
                <a:lnTo>
                  <a:pt x="2316" y="354"/>
                </a:lnTo>
                <a:lnTo>
                  <a:pt x="2308" y="354"/>
                </a:lnTo>
                <a:lnTo>
                  <a:pt x="2308" y="361"/>
                </a:lnTo>
                <a:close/>
                <a:moveTo>
                  <a:pt x="2325" y="361"/>
                </a:moveTo>
                <a:lnTo>
                  <a:pt x="2332" y="361"/>
                </a:lnTo>
                <a:lnTo>
                  <a:pt x="2332" y="354"/>
                </a:lnTo>
                <a:lnTo>
                  <a:pt x="2325" y="354"/>
                </a:lnTo>
                <a:lnTo>
                  <a:pt x="2325" y="361"/>
                </a:lnTo>
                <a:close/>
                <a:moveTo>
                  <a:pt x="2342" y="361"/>
                </a:moveTo>
                <a:lnTo>
                  <a:pt x="2349" y="361"/>
                </a:lnTo>
                <a:lnTo>
                  <a:pt x="2349" y="354"/>
                </a:lnTo>
                <a:lnTo>
                  <a:pt x="2342" y="354"/>
                </a:lnTo>
                <a:lnTo>
                  <a:pt x="2342" y="361"/>
                </a:lnTo>
                <a:close/>
                <a:moveTo>
                  <a:pt x="2358" y="361"/>
                </a:moveTo>
                <a:lnTo>
                  <a:pt x="2365" y="361"/>
                </a:lnTo>
                <a:lnTo>
                  <a:pt x="2365" y="354"/>
                </a:lnTo>
                <a:lnTo>
                  <a:pt x="2358" y="354"/>
                </a:lnTo>
                <a:lnTo>
                  <a:pt x="2358" y="361"/>
                </a:lnTo>
                <a:close/>
                <a:moveTo>
                  <a:pt x="2375" y="361"/>
                </a:moveTo>
                <a:lnTo>
                  <a:pt x="2382" y="361"/>
                </a:lnTo>
                <a:lnTo>
                  <a:pt x="2382" y="354"/>
                </a:lnTo>
                <a:lnTo>
                  <a:pt x="2375" y="354"/>
                </a:lnTo>
                <a:lnTo>
                  <a:pt x="2375" y="361"/>
                </a:lnTo>
                <a:close/>
                <a:moveTo>
                  <a:pt x="2391" y="361"/>
                </a:moveTo>
                <a:lnTo>
                  <a:pt x="2398" y="361"/>
                </a:lnTo>
                <a:lnTo>
                  <a:pt x="2398" y="354"/>
                </a:lnTo>
                <a:lnTo>
                  <a:pt x="2391" y="354"/>
                </a:lnTo>
                <a:lnTo>
                  <a:pt x="2391" y="361"/>
                </a:lnTo>
                <a:close/>
                <a:moveTo>
                  <a:pt x="2408" y="361"/>
                </a:moveTo>
                <a:lnTo>
                  <a:pt x="2415" y="361"/>
                </a:lnTo>
                <a:lnTo>
                  <a:pt x="2415" y="354"/>
                </a:lnTo>
                <a:lnTo>
                  <a:pt x="2408" y="354"/>
                </a:lnTo>
                <a:lnTo>
                  <a:pt x="2408" y="361"/>
                </a:lnTo>
                <a:close/>
                <a:moveTo>
                  <a:pt x="2427" y="361"/>
                </a:moveTo>
                <a:lnTo>
                  <a:pt x="2434" y="361"/>
                </a:lnTo>
                <a:lnTo>
                  <a:pt x="2434" y="354"/>
                </a:lnTo>
                <a:lnTo>
                  <a:pt x="2427" y="354"/>
                </a:lnTo>
                <a:lnTo>
                  <a:pt x="2427" y="361"/>
                </a:lnTo>
                <a:close/>
                <a:moveTo>
                  <a:pt x="2443" y="361"/>
                </a:moveTo>
                <a:lnTo>
                  <a:pt x="2451" y="361"/>
                </a:lnTo>
                <a:lnTo>
                  <a:pt x="2451" y="354"/>
                </a:lnTo>
                <a:lnTo>
                  <a:pt x="2443" y="354"/>
                </a:lnTo>
                <a:lnTo>
                  <a:pt x="2443" y="361"/>
                </a:lnTo>
                <a:close/>
                <a:moveTo>
                  <a:pt x="2460" y="361"/>
                </a:moveTo>
                <a:lnTo>
                  <a:pt x="2467" y="361"/>
                </a:lnTo>
                <a:lnTo>
                  <a:pt x="2467" y="354"/>
                </a:lnTo>
                <a:lnTo>
                  <a:pt x="2460" y="354"/>
                </a:lnTo>
                <a:lnTo>
                  <a:pt x="2460" y="361"/>
                </a:lnTo>
                <a:close/>
                <a:moveTo>
                  <a:pt x="2477" y="361"/>
                </a:moveTo>
                <a:lnTo>
                  <a:pt x="2484" y="361"/>
                </a:lnTo>
                <a:lnTo>
                  <a:pt x="2484" y="354"/>
                </a:lnTo>
                <a:lnTo>
                  <a:pt x="2477" y="354"/>
                </a:lnTo>
                <a:lnTo>
                  <a:pt x="2477" y="361"/>
                </a:lnTo>
                <a:close/>
                <a:moveTo>
                  <a:pt x="2493" y="361"/>
                </a:moveTo>
                <a:lnTo>
                  <a:pt x="2500" y="361"/>
                </a:lnTo>
                <a:lnTo>
                  <a:pt x="2500" y="354"/>
                </a:lnTo>
                <a:lnTo>
                  <a:pt x="2493" y="354"/>
                </a:lnTo>
                <a:lnTo>
                  <a:pt x="2493" y="361"/>
                </a:lnTo>
                <a:close/>
                <a:moveTo>
                  <a:pt x="2510" y="361"/>
                </a:moveTo>
                <a:lnTo>
                  <a:pt x="2517" y="361"/>
                </a:lnTo>
                <a:lnTo>
                  <a:pt x="2517" y="354"/>
                </a:lnTo>
                <a:lnTo>
                  <a:pt x="2510" y="354"/>
                </a:lnTo>
                <a:lnTo>
                  <a:pt x="2510" y="361"/>
                </a:lnTo>
                <a:close/>
                <a:moveTo>
                  <a:pt x="2526" y="361"/>
                </a:moveTo>
                <a:lnTo>
                  <a:pt x="2533" y="361"/>
                </a:lnTo>
                <a:lnTo>
                  <a:pt x="2533" y="354"/>
                </a:lnTo>
                <a:lnTo>
                  <a:pt x="2526" y="354"/>
                </a:lnTo>
                <a:lnTo>
                  <a:pt x="2526" y="361"/>
                </a:lnTo>
                <a:close/>
                <a:moveTo>
                  <a:pt x="2543" y="361"/>
                </a:moveTo>
                <a:lnTo>
                  <a:pt x="2550" y="361"/>
                </a:lnTo>
                <a:lnTo>
                  <a:pt x="2550" y="354"/>
                </a:lnTo>
                <a:lnTo>
                  <a:pt x="2543" y="354"/>
                </a:lnTo>
                <a:lnTo>
                  <a:pt x="2543" y="361"/>
                </a:lnTo>
                <a:close/>
                <a:moveTo>
                  <a:pt x="2560" y="361"/>
                </a:moveTo>
                <a:lnTo>
                  <a:pt x="2567" y="361"/>
                </a:lnTo>
                <a:lnTo>
                  <a:pt x="2567" y="354"/>
                </a:lnTo>
                <a:lnTo>
                  <a:pt x="2560" y="354"/>
                </a:lnTo>
                <a:lnTo>
                  <a:pt x="2560" y="361"/>
                </a:lnTo>
                <a:close/>
                <a:moveTo>
                  <a:pt x="2576" y="361"/>
                </a:moveTo>
                <a:lnTo>
                  <a:pt x="2583" y="361"/>
                </a:lnTo>
                <a:lnTo>
                  <a:pt x="2583" y="354"/>
                </a:lnTo>
                <a:lnTo>
                  <a:pt x="2576" y="354"/>
                </a:lnTo>
                <a:lnTo>
                  <a:pt x="2576" y="361"/>
                </a:lnTo>
                <a:close/>
                <a:moveTo>
                  <a:pt x="2593" y="361"/>
                </a:moveTo>
                <a:lnTo>
                  <a:pt x="2600" y="361"/>
                </a:lnTo>
                <a:lnTo>
                  <a:pt x="2600" y="354"/>
                </a:lnTo>
                <a:lnTo>
                  <a:pt x="2593" y="354"/>
                </a:lnTo>
                <a:lnTo>
                  <a:pt x="2593" y="361"/>
                </a:lnTo>
                <a:close/>
                <a:moveTo>
                  <a:pt x="2609" y="361"/>
                </a:moveTo>
                <a:lnTo>
                  <a:pt x="2616" y="361"/>
                </a:lnTo>
                <a:lnTo>
                  <a:pt x="2616" y="354"/>
                </a:lnTo>
                <a:lnTo>
                  <a:pt x="2609" y="354"/>
                </a:lnTo>
                <a:lnTo>
                  <a:pt x="2609" y="361"/>
                </a:lnTo>
                <a:close/>
                <a:moveTo>
                  <a:pt x="2626" y="361"/>
                </a:moveTo>
                <a:lnTo>
                  <a:pt x="2633" y="361"/>
                </a:lnTo>
                <a:lnTo>
                  <a:pt x="2633" y="354"/>
                </a:lnTo>
                <a:lnTo>
                  <a:pt x="2626" y="354"/>
                </a:lnTo>
                <a:lnTo>
                  <a:pt x="2626" y="361"/>
                </a:lnTo>
                <a:close/>
                <a:moveTo>
                  <a:pt x="2642" y="361"/>
                </a:moveTo>
                <a:lnTo>
                  <a:pt x="2649" y="361"/>
                </a:lnTo>
                <a:lnTo>
                  <a:pt x="2649" y="354"/>
                </a:lnTo>
                <a:lnTo>
                  <a:pt x="2642" y="354"/>
                </a:lnTo>
                <a:lnTo>
                  <a:pt x="2642" y="361"/>
                </a:lnTo>
                <a:close/>
                <a:moveTo>
                  <a:pt x="2659" y="361"/>
                </a:moveTo>
                <a:lnTo>
                  <a:pt x="2666" y="361"/>
                </a:lnTo>
                <a:lnTo>
                  <a:pt x="2666" y="354"/>
                </a:lnTo>
                <a:lnTo>
                  <a:pt x="2659" y="354"/>
                </a:lnTo>
                <a:lnTo>
                  <a:pt x="2659" y="361"/>
                </a:lnTo>
                <a:close/>
                <a:moveTo>
                  <a:pt x="2678" y="361"/>
                </a:moveTo>
                <a:lnTo>
                  <a:pt x="2683" y="361"/>
                </a:lnTo>
                <a:lnTo>
                  <a:pt x="2683" y="354"/>
                </a:lnTo>
                <a:lnTo>
                  <a:pt x="2678" y="354"/>
                </a:lnTo>
                <a:lnTo>
                  <a:pt x="2678" y="361"/>
                </a:lnTo>
                <a:close/>
                <a:moveTo>
                  <a:pt x="2694" y="361"/>
                </a:moveTo>
                <a:lnTo>
                  <a:pt x="2702" y="361"/>
                </a:lnTo>
                <a:lnTo>
                  <a:pt x="2702" y="354"/>
                </a:lnTo>
                <a:lnTo>
                  <a:pt x="2694" y="354"/>
                </a:lnTo>
                <a:lnTo>
                  <a:pt x="2694" y="361"/>
                </a:lnTo>
                <a:close/>
                <a:moveTo>
                  <a:pt x="2711" y="361"/>
                </a:moveTo>
                <a:lnTo>
                  <a:pt x="2718" y="361"/>
                </a:lnTo>
                <a:lnTo>
                  <a:pt x="2718" y="354"/>
                </a:lnTo>
                <a:lnTo>
                  <a:pt x="2711" y="354"/>
                </a:lnTo>
                <a:lnTo>
                  <a:pt x="2711" y="361"/>
                </a:lnTo>
                <a:close/>
                <a:moveTo>
                  <a:pt x="2728" y="361"/>
                </a:moveTo>
                <a:lnTo>
                  <a:pt x="2735" y="361"/>
                </a:lnTo>
                <a:lnTo>
                  <a:pt x="2735" y="354"/>
                </a:lnTo>
                <a:lnTo>
                  <a:pt x="2728" y="354"/>
                </a:lnTo>
                <a:lnTo>
                  <a:pt x="2728" y="361"/>
                </a:lnTo>
                <a:close/>
                <a:moveTo>
                  <a:pt x="2744" y="361"/>
                </a:moveTo>
                <a:lnTo>
                  <a:pt x="2751" y="361"/>
                </a:lnTo>
                <a:lnTo>
                  <a:pt x="2751" y="354"/>
                </a:lnTo>
                <a:lnTo>
                  <a:pt x="2744" y="354"/>
                </a:lnTo>
                <a:lnTo>
                  <a:pt x="2744" y="361"/>
                </a:lnTo>
                <a:close/>
                <a:moveTo>
                  <a:pt x="2761" y="361"/>
                </a:moveTo>
                <a:lnTo>
                  <a:pt x="2768" y="361"/>
                </a:lnTo>
                <a:lnTo>
                  <a:pt x="2768" y="354"/>
                </a:lnTo>
                <a:lnTo>
                  <a:pt x="2761" y="354"/>
                </a:lnTo>
                <a:lnTo>
                  <a:pt x="2761" y="361"/>
                </a:lnTo>
                <a:close/>
                <a:moveTo>
                  <a:pt x="2777" y="361"/>
                </a:moveTo>
                <a:lnTo>
                  <a:pt x="2784" y="361"/>
                </a:lnTo>
                <a:lnTo>
                  <a:pt x="2784" y="354"/>
                </a:lnTo>
                <a:lnTo>
                  <a:pt x="2777" y="354"/>
                </a:lnTo>
                <a:lnTo>
                  <a:pt x="2777" y="361"/>
                </a:lnTo>
                <a:close/>
                <a:moveTo>
                  <a:pt x="2794" y="361"/>
                </a:moveTo>
                <a:lnTo>
                  <a:pt x="2801" y="361"/>
                </a:lnTo>
                <a:lnTo>
                  <a:pt x="2801" y="354"/>
                </a:lnTo>
                <a:lnTo>
                  <a:pt x="2794" y="354"/>
                </a:lnTo>
                <a:lnTo>
                  <a:pt x="2794" y="361"/>
                </a:lnTo>
                <a:close/>
                <a:moveTo>
                  <a:pt x="2811" y="361"/>
                </a:moveTo>
                <a:lnTo>
                  <a:pt x="2818" y="361"/>
                </a:lnTo>
                <a:lnTo>
                  <a:pt x="2818" y="354"/>
                </a:lnTo>
                <a:lnTo>
                  <a:pt x="2811" y="354"/>
                </a:lnTo>
                <a:lnTo>
                  <a:pt x="2811" y="361"/>
                </a:lnTo>
                <a:close/>
                <a:moveTo>
                  <a:pt x="2827" y="361"/>
                </a:moveTo>
                <a:lnTo>
                  <a:pt x="2834" y="361"/>
                </a:lnTo>
                <a:lnTo>
                  <a:pt x="2834" y="354"/>
                </a:lnTo>
                <a:lnTo>
                  <a:pt x="2827" y="354"/>
                </a:lnTo>
                <a:lnTo>
                  <a:pt x="2827" y="361"/>
                </a:lnTo>
                <a:close/>
                <a:moveTo>
                  <a:pt x="2844" y="361"/>
                </a:moveTo>
                <a:lnTo>
                  <a:pt x="2851" y="361"/>
                </a:lnTo>
                <a:lnTo>
                  <a:pt x="2851" y="354"/>
                </a:lnTo>
                <a:lnTo>
                  <a:pt x="2844" y="354"/>
                </a:lnTo>
                <a:lnTo>
                  <a:pt x="2844" y="361"/>
                </a:lnTo>
                <a:close/>
                <a:moveTo>
                  <a:pt x="2860" y="361"/>
                </a:moveTo>
                <a:lnTo>
                  <a:pt x="2867" y="361"/>
                </a:lnTo>
                <a:lnTo>
                  <a:pt x="2867" y="354"/>
                </a:lnTo>
                <a:lnTo>
                  <a:pt x="2860" y="354"/>
                </a:lnTo>
                <a:lnTo>
                  <a:pt x="2860" y="361"/>
                </a:lnTo>
                <a:close/>
                <a:moveTo>
                  <a:pt x="2877" y="361"/>
                </a:moveTo>
                <a:lnTo>
                  <a:pt x="2884" y="361"/>
                </a:lnTo>
                <a:lnTo>
                  <a:pt x="2884" y="354"/>
                </a:lnTo>
                <a:lnTo>
                  <a:pt x="2877" y="354"/>
                </a:lnTo>
                <a:lnTo>
                  <a:pt x="2877" y="361"/>
                </a:lnTo>
                <a:close/>
                <a:moveTo>
                  <a:pt x="2893" y="361"/>
                </a:moveTo>
                <a:lnTo>
                  <a:pt x="2901" y="361"/>
                </a:lnTo>
                <a:lnTo>
                  <a:pt x="2901" y="354"/>
                </a:lnTo>
                <a:lnTo>
                  <a:pt x="2893" y="354"/>
                </a:lnTo>
                <a:lnTo>
                  <a:pt x="2893" y="361"/>
                </a:lnTo>
                <a:close/>
                <a:moveTo>
                  <a:pt x="2910" y="361"/>
                </a:moveTo>
                <a:lnTo>
                  <a:pt x="2917" y="361"/>
                </a:lnTo>
                <a:lnTo>
                  <a:pt x="2917" y="354"/>
                </a:lnTo>
                <a:lnTo>
                  <a:pt x="2910" y="354"/>
                </a:lnTo>
                <a:lnTo>
                  <a:pt x="2910" y="361"/>
                </a:lnTo>
                <a:close/>
                <a:moveTo>
                  <a:pt x="2927" y="361"/>
                </a:moveTo>
                <a:lnTo>
                  <a:pt x="2934" y="361"/>
                </a:lnTo>
                <a:lnTo>
                  <a:pt x="2934" y="354"/>
                </a:lnTo>
                <a:lnTo>
                  <a:pt x="2927" y="354"/>
                </a:lnTo>
                <a:lnTo>
                  <a:pt x="2927" y="361"/>
                </a:lnTo>
                <a:close/>
                <a:moveTo>
                  <a:pt x="2946" y="361"/>
                </a:moveTo>
                <a:lnTo>
                  <a:pt x="2953" y="361"/>
                </a:lnTo>
                <a:lnTo>
                  <a:pt x="2953" y="354"/>
                </a:lnTo>
                <a:lnTo>
                  <a:pt x="2946" y="354"/>
                </a:lnTo>
                <a:lnTo>
                  <a:pt x="2946" y="361"/>
                </a:lnTo>
                <a:close/>
                <a:moveTo>
                  <a:pt x="2962" y="361"/>
                </a:moveTo>
                <a:lnTo>
                  <a:pt x="2969" y="361"/>
                </a:lnTo>
                <a:lnTo>
                  <a:pt x="2969" y="354"/>
                </a:lnTo>
                <a:lnTo>
                  <a:pt x="2962" y="354"/>
                </a:lnTo>
                <a:lnTo>
                  <a:pt x="2962" y="361"/>
                </a:lnTo>
                <a:close/>
                <a:moveTo>
                  <a:pt x="3045" y="361"/>
                </a:moveTo>
                <a:lnTo>
                  <a:pt x="3052" y="361"/>
                </a:lnTo>
                <a:lnTo>
                  <a:pt x="3052" y="354"/>
                </a:lnTo>
                <a:lnTo>
                  <a:pt x="3045" y="354"/>
                </a:lnTo>
                <a:lnTo>
                  <a:pt x="3045" y="361"/>
                </a:lnTo>
                <a:close/>
                <a:moveTo>
                  <a:pt x="3062" y="361"/>
                </a:moveTo>
                <a:lnTo>
                  <a:pt x="3069" y="361"/>
                </a:lnTo>
                <a:lnTo>
                  <a:pt x="3069" y="354"/>
                </a:lnTo>
                <a:lnTo>
                  <a:pt x="3062" y="354"/>
                </a:lnTo>
                <a:lnTo>
                  <a:pt x="3062" y="361"/>
                </a:lnTo>
                <a:close/>
                <a:moveTo>
                  <a:pt x="49" y="378"/>
                </a:moveTo>
                <a:lnTo>
                  <a:pt x="56" y="378"/>
                </a:lnTo>
                <a:lnTo>
                  <a:pt x="56" y="370"/>
                </a:lnTo>
                <a:lnTo>
                  <a:pt x="49" y="370"/>
                </a:lnTo>
                <a:lnTo>
                  <a:pt x="49" y="378"/>
                </a:lnTo>
                <a:close/>
                <a:moveTo>
                  <a:pt x="66" y="378"/>
                </a:moveTo>
                <a:lnTo>
                  <a:pt x="73" y="378"/>
                </a:lnTo>
                <a:lnTo>
                  <a:pt x="73" y="370"/>
                </a:lnTo>
                <a:lnTo>
                  <a:pt x="66" y="370"/>
                </a:lnTo>
                <a:lnTo>
                  <a:pt x="66" y="378"/>
                </a:lnTo>
                <a:close/>
                <a:moveTo>
                  <a:pt x="83" y="378"/>
                </a:moveTo>
                <a:lnTo>
                  <a:pt x="90" y="378"/>
                </a:lnTo>
                <a:lnTo>
                  <a:pt x="90" y="370"/>
                </a:lnTo>
                <a:lnTo>
                  <a:pt x="83" y="370"/>
                </a:lnTo>
                <a:lnTo>
                  <a:pt x="83" y="378"/>
                </a:lnTo>
                <a:close/>
                <a:moveTo>
                  <a:pt x="101" y="378"/>
                </a:moveTo>
                <a:lnTo>
                  <a:pt x="106" y="378"/>
                </a:lnTo>
                <a:lnTo>
                  <a:pt x="106" y="370"/>
                </a:lnTo>
                <a:lnTo>
                  <a:pt x="101" y="370"/>
                </a:lnTo>
                <a:lnTo>
                  <a:pt x="101" y="378"/>
                </a:lnTo>
                <a:close/>
                <a:moveTo>
                  <a:pt x="118" y="378"/>
                </a:moveTo>
                <a:lnTo>
                  <a:pt x="125" y="378"/>
                </a:lnTo>
                <a:lnTo>
                  <a:pt x="125" y="370"/>
                </a:lnTo>
                <a:lnTo>
                  <a:pt x="118" y="370"/>
                </a:lnTo>
                <a:lnTo>
                  <a:pt x="118" y="378"/>
                </a:lnTo>
                <a:close/>
                <a:moveTo>
                  <a:pt x="135" y="378"/>
                </a:moveTo>
                <a:lnTo>
                  <a:pt x="142" y="378"/>
                </a:lnTo>
                <a:lnTo>
                  <a:pt x="142" y="370"/>
                </a:lnTo>
                <a:lnTo>
                  <a:pt x="135" y="370"/>
                </a:lnTo>
                <a:lnTo>
                  <a:pt x="135" y="378"/>
                </a:lnTo>
                <a:close/>
                <a:moveTo>
                  <a:pt x="151" y="378"/>
                </a:moveTo>
                <a:lnTo>
                  <a:pt x="158" y="378"/>
                </a:lnTo>
                <a:lnTo>
                  <a:pt x="158" y="370"/>
                </a:lnTo>
                <a:lnTo>
                  <a:pt x="151" y="370"/>
                </a:lnTo>
                <a:lnTo>
                  <a:pt x="151" y="378"/>
                </a:lnTo>
                <a:close/>
                <a:moveTo>
                  <a:pt x="168" y="378"/>
                </a:moveTo>
                <a:lnTo>
                  <a:pt x="175" y="378"/>
                </a:lnTo>
                <a:lnTo>
                  <a:pt x="175" y="370"/>
                </a:lnTo>
                <a:lnTo>
                  <a:pt x="168" y="370"/>
                </a:lnTo>
                <a:lnTo>
                  <a:pt x="168" y="378"/>
                </a:lnTo>
                <a:close/>
                <a:moveTo>
                  <a:pt x="184" y="378"/>
                </a:moveTo>
                <a:lnTo>
                  <a:pt x="191" y="378"/>
                </a:lnTo>
                <a:lnTo>
                  <a:pt x="191" y="370"/>
                </a:lnTo>
                <a:lnTo>
                  <a:pt x="184" y="370"/>
                </a:lnTo>
                <a:lnTo>
                  <a:pt x="184" y="378"/>
                </a:lnTo>
                <a:close/>
                <a:moveTo>
                  <a:pt x="201" y="378"/>
                </a:moveTo>
                <a:lnTo>
                  <a:pt x="208" y="378"/>
                </a:lnTo>
                <a:lnTo>
                  <a:pt x="208" y="370"/>
                </a:lnTo>
                <a:lnTo>
                  <a:pt x="201" y="370"/>
                </a:lnTo>
                <a:lnTo>
                  <a:pt x="201" y="378"/>
                </a:lnTo>
                <a:close/>
                <a:moveTo>
                  <a:pt x="218" y="378"/>
                </a:moveTo>
                <a:lnTo>
                  <a:pt x="225" y="378"/>
                </a:lnTo>
                <a:lnTo>
                  <a:pt x="225" y="370"/>
                </a:lnTo>
                <a:lnTo>
                  <a:pt x="218" y="370"/>
                </a:lnTo>
                <a:lnTo>
                  <a:pt x="218" y="378"/>
                </a:lnTo>
                <a:close/>
                <a:moveTo>
                  <a:pt x="234" y="378"/>
                </a:moveTo>
                <a:lnTo>
                  <a:pt x="241" y="378"/>
                </a:lnTo>
                <a:lnTo>
                  <a:pt x="241" y="370"/>
                </a:lnTo>
                <a:lnTo>
                  <a:pt x="234" y="370"/>
                </a:lnTo>
                <a:lnTo>
                  <a:pt x="234" y="378"/>
                </a:lnTo>
                <a:close/>
                <a:moveTo>
                  <a:pt x="251" y="378"/>
                </a:moveTo>
                <a:lnTo>
                  <a:pt x="258" y="378"/>
                </a:lnTo>
                <a:lnTo>
                  <a:pt x="258" y="370"/>
                </a:lnTo>
                <a:lnTo>
                  <a:pt x="251" y="370"/>
                </a:lnTo>
                <a:lnTo>
                  <a:pt x="251" y="378"/>
                </a:lnTo>
                <a:close/>
                <a:moveTo>
                  <a:pt x="267" y="378"/>
                </a:moveTo>
                <a:lnTo>
                  <a:pt x="274" y="378"/>
                </a:lnTo>
                <a:lnTo>
                  <a:pt x="274" y="370"/>
                </a:lnTo>
                <a:lnTo>
                  <a:pt x="267" y="370"/>
                </a:lnTo>
                <a:lnTo>
                  <a:pt x="267" y="378"/>
                </a:lnTo>
                <a:close/>
                <a:moveTo>
                  <a:pt x="284" y="378"/>
                </a:moveTo>
                <a:lnTo>
                  <a:pt x="291" y="378"/>
                </a:lnTo>
                <a:lnTo>
                  <a:pt x="291" y="370"/>
                </a:lnTo>
                <a:lnTo>
                  <a:pt x="284" y="370"/>
                </a:lnTo>
                <a:lnTo>
                  <a:pt x="284" y="378"/>
                </a:lnTo>
                <a:close/>
                <a:moveTo>
                  <a:pt x="300" y="378"/>
                </a:moveTo>
                <a:lnTo>
                  <a:pt x="307" y="378"/>
                </a:lnTo>
                <a:lnTo>
                  <a:pt x="307" y="370"/>
                </a:lnTo>
                <a:lnTo>
                  <a:pt x="300" y="370"/>
                </a:lnTo>
                <a:lnTo>
                  <a:pt x="300" y="378"/>
                </a:lnTo>
                <a:close/>
                <a:moveTo>
                  <a:pt x="317" y="378"/>
                </a:moveTo>
                <a:lnTo>
                  <a:pt x="324" y="378"/>
                </a:lnTo>
                <a:lnTo>
                  <a:pt x="324" y="370"/>
                </a:lnTo>
                <a:lnTo>
                  <a:pt x="317" y="370"/>
                </a:lnTo>
                <a:lnTo>
                  <a:pt x="317" y="378"/>
                </a:lnTo>
                <a:close/>
                <a:moveTo>
                  <a:pt x="334" y="378"/>
                </a:moveTo>
                <a:lnTo>
                  <a:pt x="341" y="378"/>
                </a:lnTo>
                <a:lnTo>
                  <a:pt x="341" y="370"/>
                </a:lnTo>
                <a:lnTo>
                  <a:pt x="334" y="370"/>
                </a:lnTo>
                <a:lnTo>
                  <a:pt x="334" y="378"/>
                </a:lnTo>
                <a:close/>
                <a:moveTo>
                  <a:pt x="350" y="378"/>
                </a:moveTo>
                <a:lnTo>
                  <a:pt x="357" y="378"/>
                </a:lnTo>
                <a:lnTo>
                  <a:pt x="357" y="370"/>
                </a:lnTo>
                <a:lnTo>
                  <a:pt x="350" y="370"/>
                </a:lnTo>
                <a:lnTo>
                  <a:pt x="350" y="378"/>
                </a:lnTo>
                <a:close/>
                <a:moveTo>
                  <a:pt x="369" y="378"/>
                </a:moveTo>
                <a:lnTo>
                  <a:pt x="376" y="378"/>
                </a:lnTo>
                <a:lnTo>
                  <a:pt x="376" y="370"/>
                </a:lnTo>
                <a:lnTo>
                  <a:pt x="369" y="370"/>
                </a:lnTo>
                <a:lnTo>
                  <a:pt x="369" y="378"/>
                </a:lnTo>
                <a:close/>
                <a:moveTo>
                  <a:pt x="386" y="378"/>
                </a:moveTo>
                <a:lnTo>
                  <a:pt x="393" y="378"/>
                </a:lnTo>
                <a:lnTo>
                  <a:pt x="393" y="370"/>
                </a:lnTo>
                <a:lnTo>
                  <a:pt x="386" y="370"/>
                </a:lnTo>
                <a:lnTo>
                  <a:pt x="386" y="378"/>
                </a:lnTo>
                <a:close/>
                <a:moveTo>
                  <a:pt x="402" y="378"/>
                </a:moveTo>
                <a:lnTo>
                  <a:pt x="409" y="378"/>
                </a:lnTo>
                <a:lnTo>
                  <a:pt x="409" y="370"/>
                </a:lnTo>
                <a:lnTo>
                  <a:pt x="402" y="370"/>
                </a:lnTo>
                <a:lnTo>
                  <a:pt x="402" y="378"/>
                </a:lnTo>
                <a:close/>
                <a:moveTo>
                  <a:pt x="419" y="378"/>
                </a:moveTo>
                <a:lnTo>
                  <a:pt x="426" y="378"/>
                </a:lnTo>
                <a:lnTo>
                  <a:pt x="426" y="370"/>
                </a:lnTo>
                <a:lnTo>
                  <a:pt x="419" y="370"/>
                </a:lnTo>
                <a:lnTo>
                  <a:pt x="419" y="378"/>
                </a:lnTo>
                <a:close/>
                <a:moveTo>
                  <a:pt x="435" y="378"/>
                </a:moveTo>
                <a:lnTo>
                  <a:pt x="442" y="378"/>
                </a:lnTo>
                <a:lnTo>
                  <a:pt x="442" y="370"/>
                </a:lnTo>
                <a:lnTo>
                  <a:pt x="435" y="370"/>
                </a:lnTo>
                <a:lnTo>
                  <a:pt x="435" y="378"/>
                </a:lnTo>
                <a:close/>
                <a:moveTo>
                  <a:pt x="452" y="378"/>
                </a:moveTo>
                <a:lnTo>
                  <a:pt x="459" y="378"/>
                </a:lnTo>
                <a:lnTo>
                  <a:pt x="459" y="370"/>
                </a:lnTo>
                <a:lnTo>
                  <a:pt x="452" y="370"/>
                </a:lnTo>
                <a:lnTo>
                  <a:pt x="452" y="378"/>
                </a:lnTo>
                <a:close/>
                <a:moveTo>
                  <a:pt x="469" y="378"/>
                </a:moveTo>
                <a:lnTo>
                  <a:pt x="476" y="378"/>
                </a:lnTo>
                <a:lnTo>
                  <a:pt x="476" y="370"/>
                </a:lnTo>
                <a:lnTo>
                  <a:pt x="469" y="370"/>
                </a:lnTo>
                <a:lnTo>
                  <a:pt x="469" y="378"/>
                </a:lnTo>
                <a:close/>
                <a:moveTo>
                  <a:pt x="485" y="378"/>
                </a:moveTo>
                <a:lnTo>
                  <a:pt x="492" y="378"/>
                </a:lnTo>
                <a:lnTo>
                  <a:pt x="492" y="370"/>
                </a:lnTo>
                <a:lnTo>
                  <a:pt x="485" y="370"/>
                </a:lnTo>
                <a:lnTo>
                  <a:pt x="485" y="378"/>
                </a:lnTo>
                <a:close/>
                <a:moveTo>
                  <a:pt x="502" y="378"/>
                </a:moveTo>
                <a:lnTo>
                  <a:pt x="509" y="378"/>
                </a:lnTo>
                <a:lnTo>
                  <a:pt x="509" y="370"/>
                </a:lnTo>
                <a:lnTo>
                  <a:pt x="502" y="370"/>
                </a:lnTo>
                <a:lnTo>
                  <a:pt x="502" y="378"/>
                </a:lnTo>
                <a:close/>
                <a:moveTo>
                  <a:pt x="518" y="378"/>
                </a:moveTo>
                <a:lnTo>
                  <a:pt x="525" y="378"/>
                </a:lnTo>
                <a:lnTo>
                  <a:pt x="525" y="370"/>
                </a:lnTo>
                <a:lnTo>
                  <a:pt x="518" y="370"/>
                </a:lnTo>
                <a:lnTo>
                  <a:pt x="518" y="378"/>
                </a:lnTo>
                <a:close/>
                <a:moveTo>
                  <a:pt x="535" y="378"/>
                </a:moveTo>
                <a:lnTo>
                  <a:pt x="542" y="378"/>
                </a:lnTo>
                <a:lnTo>
                  <a:pt x="542" y="370"/>
                </a:lnTo>
                <a:lnTo>
                  <a:pt x="535" y="370"/>
                </a:lnTo>
                <a:lnTo>
                  <a:pt x="535" y="378"/>
                </a:lnTo>
                <a:close/>
                <a:moveTo>
                  <a:pt x="551" y="378"/>
                </a:moveTo>
                <a:lnTo>
                  <a:pt x="559" y="378"/>
                </a:lnTo>
                <a:lnTo>
                  <a:pt x="559" y="370"/>
                </a:lnTo>
                <a:lnTo>
                  <a:pt x="551" y="370"/>
                </a:lnTo>
                <a:lnTo>
                  <a:pt x="551" y="378"/>
                </a:lnTo>
                <a:close/>
                <a:moveTo>
                  <a:pt x="568" y="378"/>
                </a:moveTo>
                <a:lnTo>
                  <a:pt x="575" y="378"/>
                </a:lnTo>
                <a:lnTo>
                  <a:pt x="575" y="370"/>
                </a:lnTo>
                <a:lnTo>
                  <a:pt x="568" y="370"/>
                </a:lnTo>
                <a:lnTo>
                  <a:pt x="568" y="378"/>
                </a:lnTo>
                <a:close/>
                <a:moveTo>
                  <a:pt x="585" y="378"/>
                </a:moveTo>
                <a:lnTo>
                  <a:pt x="592" y="378"/>
                </a:lnTo>
                <a:lnTo>
                  <a:pt x="592" y="370"/>
                </a:lnTo>
                <a:lnTo>
                  <a:pt x="585" y="370"/>
                </a:lnTo>
                <a:lnTo>
                  <a:pt x="585" y="378"/>
                </a:lnTo>
                <a:close/>
                <a:moveTo>
                  <a:pt x="601" y="378"/>
                </a:moveTo>
                <a:lnTo>
                  <a:pt x="608" y="378"/>
                </a:lnTo>
                <a:lnTo>
                  <a:pt x="608" y="370"/>
                </a:lnTo>
                <a:lnTo>
                  <a:pt x="601" y="370"/>
                </a:lnTo>
                <a:lnTo>
                  <a:pt x="601" y="378"/>
                </a:lnTo>
                <a:close/>
                <a:moveTo>
                  <a:pt x="620" y="378"/>
                </a:moveTo>
                <a:lnTo>
                  <a:pt x="625" y="378"/>
                </a:lnTo>
                <a:lnTo>
                  <a:pt x="625" y="370"/>
                </a:lnTo>
                <a:lnTo>
                  <a:pt x="620" y="370"/>
                </a:lnTo>
                <a:lnTo>
                  <a:pt x="620" y="378"/>
                </a:lnTo>
                <a:close/>
                <a:moveTo>
                  <a:pt x="637" y="378"/>
                </a:moveTo>
                <a:lnTo>
                  <a:pt x="644" y="378"/>
                </a:lnTo>
                <a:lnTo>
                  <a:pt x="644" y="370"/>
                </a:lnTo>
                <a:lnTo>
                  <a:pt x="637" y="370"/>
                </a:lnTo>
                <a:lnTo>
                  <a:pt x="637" y="378"/>
                </a:lnTo>
                <a:close/>
                <a:moveTo>
                  <a:pt x="653" y="378"/>
                </a:moveTo>
                <a:lnTo>
                  <a:pt x="660" y="378"/>
                </a:lnTo>
                <a:lnTo>
                  <a:pt x="660" y="370"/>
                </a:lnTo>
                <a:lnTo>
                  <a:pt x="653" y="370"/>
                </a:lnTo>
                <a:lnTo>
                  <a:pt x="653" y="378"/>
                </a:lnTo>
                <a:close/>
                <a:moveTo>
                  <a:pt x="670" y="378"/>
                </a:moveTo>
                <a:lnTo>
                  <a:pt x="677" y="378"/>
                </a:lnTo>
                <a:lnTo>
                  <a:pt x="677" y="370"/>
                </a:lnTo>
                <a:lnTo>
                  <a:pt x="670" y="370"/>
                </a:lnTo>
                <a:lnTo>
                  <a:pt x="670" y="378"/>
                </a:lnTo>
                <a:close/>
                <a:moveTo>
                  <a:pt x="786" y="378"/>
                </a:moveTo>
                <a:lnTo>
                  <a:pt x="793" y="378"/>
                </a:lnTo>
                <a:lnTo>
                  <a:pt x="793" y="370"/>
                </a:lnTo>
                <a:lnTo>
                  <a:pt x="786" y="370"/>
                </a:lnTo>
                <a:lnTo>
                  <a:pt x="786" y="378"/>
                </a:lnTo>
                <a:close/>
                <a:moveTo>
                  <a:pt x="802" y="378"/>
                </a:moveTo>
                <a:lnTo>
                  <a:pt x="810" y="378"/>
                </a:lnTo>
                <a:lnTo>
                  <a:pt x="810" y="370"/>
                </a:lnTo>
                <a:lnTo>
                  <a:pt x="802" y="370"/>
                </a:lnTo>
                <a:lnTo>
                  <a:pt x="802" y="378"/>
                </a:lnTo>
                <a:close/>
                <a:moveTo>
                  <a:pt x="819" y="378"/>
                </a:moveTo>
                <a:lnTo>
                  <a:pt x="826" y="378"/>
                </a:lnTo>
                <a:lnTo>
                  <a:pt x="826" y="370"/>
                </a:lnTo>
                <a:lnTo>
                  <a:pt x="819" y="370"/>
                </a:lnTo>
                <a:lnTo>
                  <a:pt x="819" y="378"/>
                </a:lnTo>
                <a:close/>
                <a:moveTo>
                  <a:pt x="836" y="378"/>
                </a:moveTo>
                <a:lnTo>
                  <a:pt x="843" y="378"/>
                </a:lnTo>
                <a:lnTo>
                  <a:pt x="843" y="370"/>
                </a:lnTo>
                <a:lnTo>
                  <a:pt x="836" y="370"/>
                </a:lnTo>
                <a:lnTo>
                  <a:pt x="836" y="378"/>
                </a:lnTo>
                <a:close/>
                <a:moveTo>
                  <a:pt x="852" y="378"/>
                </a:moveTo>
                <a:lnTo>
                  <a:pt x="859" y="378"/>
                </a:lnTo>
                <a:lnTo>
                  <a:pt x="859" y="370"/>
                </a:lnTo>
                <a:lnTo>
                  <a:pt x="852" y="370"/>
                </a:lnTo>
                <a:lnTo>
                  <a:pt x="852" y="378"/>
                </a:lnTo>
                <a:close/>
                <a:moveTo>
                  <a:pt x="871" y="378"/>
                </a:moveTo>
                <a:lnTo>
                  <a:pt x="876" y="378"/>
                </a:lnTo>
                <a:lnTo>
                  <a:pt x="876" y="370"/>
                </a:lnTo>
                <a:lnTo>
                  <a:pt x="871" y="370"/>
                </a:lnTo>
                <a:lnTo>
                  <a:pt x="871" y="378"/>
                </a:lnTo>
                <a:close/>
                <a:moveTo>
                  <a:pt x="888" y="378"/>
                </a:moveTo>
                <a:lnTo>
                  <a:pt x="895" y="378"/>
                </a:lnTo>
                <a:lnTo>
                  <a:pt x="895" y="370"/>
                </a:lnTo>
                <a:lnTo>
                  <a:pt x="888" y="370"/>
                </a:lnTo>
                <a:lnTo>
                  <a:pt x="888" y="378"/>
                </a:lnTo>
                <a:close/>
                <a:moveTo>
                  <a:pt x="904" y="378"/>
                </a:moveTo>
                <a:lnTo>
                  <a:pt x="911" y="378"/>
                </a:lnTo>
                <a:lnTo>
                  <a:pt x="911" y="370"/>
                </a:lnTo>
                <a:lnTo>
                  <a:pt x="904" y="370"/>
                </a:lnTo>
                <a:lnTo>
                  <a:pt x="904" y="378"/>
                </a:lnTo>
                <a:close/>
                <a:moveTo>
                  <a:pt x="1037" y="378"/>
                </a:moveTo>
                <a:lnTo>
                  <a:pt x="1044" y="378"/>
                </a:lnTo>
                <a:lnTo>
                  <a:pt x="1044" y="370"/>
                </a:lnTo>
                <a:lnTo>
                  <a:pt x="1037" y="370"/>
                </a:lnTo>
                <a:lnTo>
                  <a:pt x="1037" y="378"/>
                </a:lnTo>
                <a:close/>
                <a:moveTo>
                  <a:pt x="1053" y="378"/>
                </a:moveTo>
                <a:lnTo>
                  <a:pt x="1061" y="378"/>
                </a:lnTo>
                <a:lnTo>
                  <a:pt x="1061" y="370"/>
                </a:lnTo>
                <a:lnTo>
                  <a:pt x="1053" y="370"/>
                </a:lnTo>
                <a:lnTo>
                  <a:pt x="1053" y="378"/>
                </a:lnTo>
                <a:close/>
                <a:moveTo>
                  <a:pt x="1070" y="378"/>
                </a:moveTo>
                <a:lnTo>
                  <a:pt x="1077" y="378"/>
                </a:lnTo>
                <a:lnTo>
                  <a:pt x="1077" y="370"/>
                </a:lnTo>
                <a:lnTo>
                  <a:pt x="1070" y="370"/>
                </a:lnTo>
                <a:lnTo>
                  <a:pt x="1070" y="378"/>
                </a:lnTo>
                <a:close/>
                <a:moveTo>
                  <a:pt x="1087" y="378"/>
                </a:moveTo>
                <a:lnTo>
                  <a:pt x="1094" y="378"/>
                </a:lnTo>
                <a:lnTo>
                  <a:pt x="1094" y="370"/>
                </a:lnTo>
                <a:lnTo>
                  <a:pt x="1087" y="370"/>
                </a:lnTo>
                <a:lnTo>
                  <a:pt x="1087" y="378"/>
                </a:lnTo>
                <a:close/>
                <a:moveTo>
                  <a:pt x="1103" y="378"/>
                </a:moveTo>
                <a:lnTo>
                  <a:pt x="1110" y="378"/>
                </a:lnTo>
                <a:lnTo>
                  <a:pt x="1110" y="370"/>
                </a:lnTo>
                <a:lnTo>
                  <a:pt x="1103" y="370"/>
                </a:lnTo>
                <a:lnTo>
                  <a:pt x="1103" y="378"/>
                </a:lnTo>
                <a:close/>
                <a:moveTo>
                  <a:pt x="1506" y="378"/>
                </a:moveTo>
                <a:lnTo>
                  <a:pt x="1513" y="378"/>
                </a:lnTo>
                <a:lnTo>
                  <a:pt x="1513" y="370"/>
                </a:lnTo>
                <a:lnTo>
                  <a:pt x="1506" y="370"/>
                </a:lnTo>
                <a:lnTo>
                  <a:pt x="1506" y="378"/>
                </a:lnTo>
                <a:close/>
                <a:moveTo>
                  <a:pt x="1522" y="378"/>
                </a:moveTo>
                <a:lnTo>
                  <a:pt x="1529" y="378"/>
                </a:lnTo>
                <a:lnTo>
                  <a:pt x="1529" y="370"/>
                </a:lnTo>
                <a:lnTo>
                  <a:pt x="1522" y="370"/>
                </a:lnTo>
                <a:lnTo>
                  <a:pt x="1522" y="378"/>
                </a:lnTo>
                <a:close/>
                <a:moveTo>
                  <a:pt x="1539" y="378"/>
                </a:moveTo>
                <a:lnTo>
                  <a:pt x="1546" y="378"/>
                </a:lnTo>
                <a:lnTo>
                  <a:pt x="1546" y="370"/>
                </a:lnTo>
                <a:lnTo>
                  <a:pt x="1539" y="370"/>
                </a:lnTo>
                <a:lnTo>
                  <a:pt x="1539" y="378"/>
                </a:lnTo>
                <a:close/>
                <a:moveTo>
                  <a:pt x="1555" y="378"/>
                </a:moveTo>
                <a:lnTo>
                  <a:pt x="1563" y="378"/>
                </a:lnTo>
                <a:lnTo>
                  <a:pt x="1563" y="370"/>
                </a:lnTo>
                <a:lnTo>
                  <a:pt x="1555" y="370"/>
                </a:lnTo>
                <a:lnTo>
                  <a:pt x="1555" y="378"/>
                </a:lnTo>
                <a:close/>
                <a:moveTo>
                  <a:pt x="1572" y="378"/>
                </a:moveTo>
                <a:lnTo>
                  <a:pt x="1579" y="378"/>
                </a:lnTo>
                <a:lnTo>
                  <a:pt x="1579" y="370"/>
                </a:lnTo>
                <a:lnTo>
                  <a:pt x="1572" y="370"/>
                </a:lnTo>
                <a:lnTo>
                  <a:pt x="1572" y="378"/>
                </a:lnTo>
                <a:close/>
                <a:moveTo>
                  <a:pt x="1589" y="378"/>
                </a:moveTo>
                <a:lnTo>
                  <a:pt x="1596" y="378"/>
                </a:lnTo>
                <a:lnTo>
                  <a:pt x="1596" y="370"/>
                </a:lnTo>
                <a:lnTo>
                  <a:pt x="1589" y="370"/>
                </a:lnTo>
                <a:lnTo>
                  <a:pt x="1589" y="378"/>
                </a:lnTo>
                <a:close/>
                <a:moveTo>
                  <a:pt x="1605" y="378"/>
                </a:moveTo>
                <a:lnTo>
                  <a:pt x="1612" y="378"/>
                </a:lnTo>
                <a:lnTo>
                  <a:pt x="1612" y="370"/>
                </a:lnTo>
                <a:lnTo>
                  <a:pt x="1605" y="370"/>
                </a:lnTo>
                <a:lnTo>
                  <a:pt x="1605" y="378"/>
                </a:lnTo>
                <a:close/>
                <a:moveTo>
                  <a:pt x="1638" y="378"/>
                </a:moveTo>
                <a:lnTo>
                  <a:pt x="1645" y="378"/>
                </a:lnTo>
                <a:lnTo>
                  <a:pt x="1645" y="370"/>
                </a:lnTo>
                <a:lnTo>
                  <a:pt x="1638" y="370"/>
                </a:lnTo>
                <a:lnTo>
                  <a:pt x="1638" y="378"/>
                </a:lnTo>
                <a:close/>
                <a:moveTo>
                  <a:pt x="1657" y="378"/>
                </a:moveTo>
                <a:lnTo>
                  <a:pt x="1664" y="378"/>
                </a:lnTo>
                <a:lnTo>
                  <a:pt x="1664" y="370"/>
                </a:lnTo>
                <a:lnTo>
                  <a:pt x="1657" y="370"/>
                </a:lnTo>
                <a:lnTo>
                  <a:pt x="1657" y="378"/>
                </a:lnTo>
                <a:close/>
                <a:moveTo>
                  <a:pt x="1674" y="378"/>
                </a:moveTo>
                <a:lnTo>
                  <a:pt x="1681" y="378"/>
                </a:lnTo>
                <a:lnTo>
                  <a:pt x="1681" y="370"/>
                </a:lnTo>
                <a:lnTo>
                  <a:pt x="1674" y="370"/>
                </a:lnTo>
                <a:lnTo>
                  <a:pt x="1674" y="378"/>
                </a:lnTo>
                <a:close/>
                <a:moveTo>
                  <a:pt x="1690" y="378"/>
                </a:moveTo>
                <a:lnTo>
                  <a:pt x="1698" y="378"/>
                </a:lnTo>
                <a:lnTo>
                  <a:pt x="1698" y="370"/>
                </a:lnTo>
                <a:lnTo>
                  <a:pt x="1690" y="370"/>
                </a:lnTo>
                <a:lnTo>
                  <a:pt x="1690" y="378"/>
                </a:lnTo>
                <a:close/>
                <a:moveTo>
                  <a:pt x="1707" y="378"/>
                </a:moveTo>
                <a:lnTo>
                  <a:pt x="1714" y="378"/>
                </a:lnTo>
                <a:lnTo>
                  <a:pt x="1714" y="370"/>
                </a:lnTo>
                <a:lnTo>
                  <a:pt x="1707" y="370"/>
                </a:lnTo>
                <a:lnTo>
                  <a:pt x="1707" y="378"/>
                </a:lnTo>
                <a:close/>
                <a:moveTo>
                  <a:pt x="1724" y="378"/>
                </a:moveTo>
                <a:lnTo>
                  <a:pt x="1731" y="378"/>
                </a:lnTo>
                <a:lnTo>
                  <a:pt x="1731" y="370"/>
                </a:lnTo>
                <a:lnTo>
                  <a:pt x="1724" y="370"/>
                </a:lnTo>
                <a:lnTo>
                  <a:pt x="1724" y="378"/>
                </a:lnTo>
                <a:close/>
                <a:moveTo>
                  <a:pt x="1740" y="378"/>
                </a:moveTo>
                <a:lnTo>
                  <a:pt x="1747" y="378"/>
                </a:lnTo>
                <a:lnTo>
                  <a:pt x="1747" y="370"/>
                </a:lnTo>
                <a:lnTo>
                  <a:pt x="1740" y="370"/>
                </a:lnTo>
                <a:lnTo>
                  <a:pt x="1740" y="378"/>
                </a:lnTo>
                <a:close/>
                <a:moveTo>
                  <a:pt x="1757" y="378"/>
                </a:moveTo>
                <a:lnTo>
                  <a:pt x="1764" y="378"/>
                </a:lnTo>
                <a:lnTo>
                  <a:pt x="1764" y="370"/>
                </a:lnTo>
                <a:lnTo>
                  <a:pt x="1757" y="370"/>
                </a:lnTo>
                <a:lnTo>
                  <a:pt x="1757" y="378"/>
                </a:lnTo>
                <a:close/>
                <a:moveTo>
                  <a:pt x="1773" y="378"/>
                </a:moveTo>
                <a:lnTo>
                  <a:pt x="1780" y="378"/>
                </a:lnTo>
                <a:lnTo>
                  <a:pt x="1780" y="370"/>
                </a:lnTo>
                <a:lnTo>
                  <a:pt x="1773" y="370"/>
                </a:lnTo>
                <a:lnTo>
                  <a:pt x="1773" y="378"/>
                </a:lnTo>
                <a:close/>
                <a:moveTo>
                  <a:pt x="1790" y="378"/>
                </a:moveTo>
                <a:lnTo>
                  <a:pt x="1797" y="378"/>
                </a:lnTo>
                <a:lnTo>
                  <a:pt x="1797" y="370"/>
                </a:lnTo>
                <a:lnTo>
                  <a:pt x="1790" y="370"/>
                </a:lnTo>
                <a:lnTo>
                  <a:pt x="1790" y="378"/>
                </a:lnTo>
                <a:close/>
                <a:moveTo>
                  <a:pt x="1806" y="378"/>
                </a:moveTo>
                <a:lnTo>
                  <a:pt x="1814" y="378"/>
                </a:lnTo>
                <a:lnTo>
                  <a:pt x="1814" y="370"/>
                </a:lnTo>
                <a:lnTo>
                  <a:pt x="1806" y="370"/>
                </a:lnTo>
                <a:lnTo>
                  <a:pt x="1806" y="378"/>
                </a:lnTo>
                <a:close/>
                <a:moveTo>
                  <a:pt x="1823" y="378"/>
                </a:moveTo>
                <a:lnTo>
                  <a:pt x="1830" y="378"/>
                </a:lnTo>
                <a:lnTo>
                  <a:pt x="1830" y="370"/>
                </a:lnTo>
                <a:lnTo>
                  <a:pt x="1823" y="370"/>
                </a:lnTo>
                <a:lnTo>
                  <a:pt x="1823" y="378"/>
                </a:lnTo>
                <a:close/>
                <a:moveTo>
                  <a:pt x="1840" y="378"/>
                </a:moveTo>
                <a:lnTo>
                  <a:pt x="1847" y="378"/>
                </a:lnTo>
                <a:lnTo>
                  <a:pt x="1847" y="370"/>
                </a:lnTo>
                <a:lnTo>
                  <a:pt x="1840" y="370"/>
                </a:lnTo>
                <a:lnTo>
                  <a:pt x="1840" y="378"/>
                </a:lnTo>
                <a:close/>
                <a:moveTo>
                  <a:pt x="1856" y="378"/>
                </a:moveTo>
                <a:lnTo>
                  <a:pt x="1863" y="378"/>
                </a:lnTo>
                <a:lnTo>
                  <a:pt x="1863" y="370"/>
                </a:lnTo>
                <a:lnTo>
                  <a:pt x="1856" y="370"/>
                </a:lnTo>
                <a:lnTo>
                  <a:pt x="1856" y="378"/>
                </a:lnTo>
                <a:close/>
                <a:moveTo>
                  <a:pt x="1873" y="378"/>
                </a:moveTo>
                <a:lnTo>
                  <a:pt x="1880" y="378"/>
                </a:lnTo>
                <a:lnTo>
                  <a:pt x="1880" y="370"/>
                </a:lnTo>
                <a:lnTo>
                  <a:pt x="1873" y="370"/>
                </a:lnTo>
                <a:lnTo>
                  <a:pt x="1873" y="378"/>
                </a:lnTo>
                <a:close/>
                <a:moveTo>
                  <a:pt x="1889" y="378"/>
                </a:moveTo>
                <a:lnTo>
                  <a:pt x="1896" y="378"/>
                </a:lnTo>
                <a:lnTo>
                  <a:pt x="1896" y="370"/>
                </a:lnTo>
                <a:lnTo>
                  <a:pt x="1889" y="370"/>
                </a:lnTo>
                <a:lnTo>
                  <a:pt x="1889" y="378"/>
                </a:lnTo>
                <a:close/>
                <a:moveTo>
                  <a:pt x="1908" y="378"/>
                </a:moveTo>
                <a:lnTo>
                  <a:pt x="1915" y="378"/>
                </a:lnTo>
                <a:lnTo>
                  <a:pt x="1915" y="370"/>
                </a:lnTo>
                <a:lnTo>
                  <a:pt x="1908" y="370"/>
                </a:lnTo>
                <a:lnTo>
                  <a:pt x="1908" y="378"/>
                </a:lnTo>
                <a:close/>
                <a:moveTo>
                  <a:pt x="1925" y="378"/>
                </a:moveTo>
                <a:lnTo>
                  <a:pt x="1932" y="378"/>
                </a:lnTo>
                <a:lnTo>
                  <a:pt x="1932" y="370"/>
                </a:lnTo>
                <a:lnTo>
                  <a:pt x="1925" y="370"/>
                </a:lnTo>
                <a:lnTo>
                  <a:pt x="1925" y="378"/>
                </a:lnTo>
                <a:close/>
                <a:moveTo>
                  <a:pt x="1941" y="378"/>
                </a:moveTo>
                <a:lnTo>
                  <a:pt x="1949" y="378"/>
                </a:lnTo>
                <a:lnTo>
                  <a:pt x="1949" y="370"/>
                </a:lnTo>
                <a:lnTo>
                  <a:pt x="1941" y="370"/>
                </a:lnTo>
                <a:lnTo>
                  <a:pt x="1941" y="378"/>
                </a:lnTo>
                <a:close/>
                <a:moveTo>
                  <a:pt x="1958" y="378"/>
                </a:moveTo>
                <a:lnTo>
                  <a:pt x="1965" y="378"/>
                </a:lnTo>
                <a:lnTo>
                  <a:pt x="1965" y="370"/>
                </a:lnTo>
                <a:lnTo>
                  <a:pt x="1958" y="370"/>
                </a:lnTo>
                <a:lnTo>
                  <a:pt x="1958" y="378"/>
                </a:lnTo>
                <a:close/>
                <a:moveTo>
                  <a:pt x="1975" y="378"/>
                </a:moveTo>
                <a:lnTo>
                  <a:pt x="1982" y="378"/>
                </a:lnTo>
                <a:lnTo>
                  <a:pt x="1982" y="370"/>
                </a:lnTo>
                <a:lnTo>
                  <a:pt x="1975" y="370"/>
                </a:lnTo>
                <a:lnTo>
                  <a:pt x="1975" y="378"/>
                </a:lnTo>
                <a:close/>
                <a:moveTo>
                  <a:pt x="1991" y="378"/>
                </a:moveTo>
                <a:lnTo>
                  <a:pt x="1998" y="378"/>
                </a:lnTo>
                <a:lnTo>
                  <a:pt x="1998" y="370"/>
                </a:lnTo>
                <a:lnTo>
                  <a:pt x="1991" y="370"/>
                </a:lnTo>
                <a:lnTo>
                  <a:pt x="1991" y="378"/>
                </a:lnTo>
                <a:close/>
                <a:moveTo>
                  <a:pt x="2008" y="378"/>
                </a:moveTo>
                <a:lnTo>
                  <a:pt x="2015" y="378"/>
                </a:lnTo>
                <a:lnTo>
                  <a:pt x="2015" y="370"/>
                </a:lnTo>
                <a:lnTo>
                  <a:pt x="2008" y="370"/>
                </a:lnTo>
                <a:lnTo>
                  <a:pt x="2008" y="378"/>
                </a:lnTo>
                <a:close/>
                <a:moveTo>
                  <a:pt x="2024" y="378"/>
                </a:moveTo>
                <a:lnTo>
                  <a:pt x="2031" y="378"/>
                </a:lnTo>
                <a:lnTo>
                  <a:pt x="2031" y="370"/>
                </a:lnTo>
                <a:lnTo>
                  <a:pt x="2024" y="370"/>
                </a:lnTo>
                <a:lnTo>
                  <a:pt x="2024" y="378"/>
                </a:lnTo>
                <a:close/>
                <a:moveTo>
                  <a:pt x="2041" y="378"/>
                </a:moveTo>
                <a:lnTo>
                  <a:pt x="2048" y="378"/>
                </a:lnTo>
                <a:lnTo>
                  <a:pt x="2048" y="370"/>
                </a:lnTo>
                <a:lnTo>
                  <a:pt x="2041" y="370"/>
                </a:lnTo>
                <a:lnTo>
                  <a:pt x="2041" y="378"/>
                </a:lnTo>
                <a:close/>
                <a:moveTo>
                  <a:pt x="2057" y="378"/>
                </a:moveTo>
                <a:lnTo>
                  <a:pt x="2065" y="378"/>
                </a:lnTo>
                <a:lnTo>
                  <a:pt x="2065" y="370"/>
                </a:lnTo>
                <a:lnTo>
                  <a:pt x="2057" y="370"/>
                </a:lnTo>
                <a:lnTo>
                  <a:pt x="2057" y="378"/>
                </a:lnTo>
                <a:close/>
                <a:moveTo>
                  <a:pt x="2074" y="378"/>
                </a:moveTo>
                <a:lnTo>
                  <a:pt x="2081" y="378"/>
                </a:lnTo>
                <a:lnTo>
                  <a:pt x="2081" y="370"/>
                </a:lnTo>
                <a:lnTo>
                  <a:pt x="2074" y="370"/>
                </a:lnTo>
                <a:lnTo>
                  <a:pt x="2074" y="378"/>
                </a:lnTo>
                <a:close/>
                <a:moveTo>
                  <a:pt x="2091" y="378"/>
                </a:moveTo>
                <a:lnTo>
                  <a:pt x="2098" y="378"/>
                </a:lnTo>
                <a:lnTo>
                  <a:pt x="2098" y="370"/>
                </a:lnTo>
                <a:lnTo>
                  <a:pt x="2091" y="370"/>
                </a:lnTo>
                <a:lnTo>
                  <a:pt x="2091" y="378"/>
                </a:lnTo>
                <a:close/>
                <a:moveTo>
                  <a:pt x="2107" y="378"/>
                </a:moveTo>
                <a:lnTo>
                  <a:pt x="2114" y="378"/>
                </a:lnTo>
                <a:lnTo>
                  <a:pt x="2114" y="370"/>
                </a:lnTo>
                <a:lnTo>
                  <a:pt x="2107" y="370"/>
                </a:lnTo>
                <a:lnTo>
                  <a:pt x="2107" y="378"/>
                </a:lnTo>
                <a:close/>
                <a:moveTo>
                  <a:pt x="2124" y="378"/>
                </a:moveTo>
                <a:lnTo>
                  <a:pt x="2131" y="378"/>
                </a:lnTo>
                <a:lnTo>
                  <a:pt x="2131" y="370"/>
                </a:lnTo>
                <a:lnTo>
                  <a:pt x="2124" y="370"/>
                </a:lnTo>
                <a:lnTo>
                  <a:pt x="2124" y="378"/>
                </a:lnTo>
                <a:close/>
                <a:moveTo>
                  <a:pt x="2140" y="378"/>
                </a:moveTo>
                <a:lnTo>
                  <a:pt x="2147" y="378"/>
                </a:lnTo>
                <a:lnTo>
                  <a:pt x="2147" y="370"/>
                </a:lnTo>
                <a:lnTo>
                  <a:pt x="2140" y="370"/>
                </a:lnTo>
                <a:lnTo>
                  <a:pt x="2140" y="378"/>
                </a:lnTo>
                <a:close/>
                <a:moveTo>
                  <a:pt x="2159" y="378"/>
                </a:moveTo>
                <a:lnTo>
                  <a:pt x="2164" y="378"/>
                </a:lnTo>
                <a:lnTo>
                  <a:pt x="2164" y="370"/>
                </a:lnTo>
                <a:lnTo>
                  <a:pt x="2159" y="370"/>
                </a:lnTo>
                <a:lnTo>
                  <a:pt x="2159" y="378"/>
                </a:lnTo>
                <a:close/>
                <a:moveTo>
                  <a:pt x="2176" y="378"/>
                </a:moveTo>
                <a:lnTo>
                  <a:pt x="2183" y="378"/>
                </a:lnTo>
                <a:lnTo>
                  <a:pt x="2183" y="370"/>
                </a:lnTo>
                <a:lnTo>
                  <a:pt x="2176" y="370"/>
                </a:lnTo>
                <a:lnTo>
                  <a:pt x="2176" y="378"/>
                </a:lnTo>
                <a:close/>
                <a:moveTo>
                  <a:pt x="2192" y="378"/>
                </a:moveTo>
                <a:lnTo>
                  <a:pt x="2200" y="378"/>
                </a:lnTo>
                <a:lnTo>
                  <a:pt x="2200" y="370"/>
                </a:lnTo>
                <a:lnTo>
                  <a:pt x="2192" y="370"/>
                </a:lnTo>
                <a:lnTo>
                  <a:pt x="2192" y="378"/>
                </a:lnTo>
                <a:close/>
                <a:moveTo>
                  <a:pt x="2209" y="378"/>
                </a:moveTo>
                <a:lnTo>
                  <a:pt x="2216" y="378"/>
                </a:lnTo>
                <a:lnTo>
                  <a:pt x="2216" y="370"/>
                </a:lnTo>
                <a:lnTo>
                  <a:pt x="2209" y="370"/>
                </a:lnTo>
                <a:lnTo>
                  <a:pt x="2209" y="378"/>
                </a:lnTo>
                <a:close/>
                <a:moveTo>
                  <a:pt x="2226" y="378"/>
                </a:moveTo>
                <a:lnTo>
                  <a:pt x="2233" y="378"/>
                </a:lnTo>
                <a:lnTo>
                  <a:pt x="2233" y="370"/>
                </a:lnTo>
                <a:lnTo>
                  <a:pt x="2226" y="370"/>
                </a:lnTo>
                <a:lnTo>
                  <a:pt x="2226" y="378"/>
                </a:lnTo>
                <a:close/>
                <a:moveTo>
                  <a:pt x="2242" y="378"/>
                </a:moveTo>
                <a:lnTo>
                  <a:pt x="2249" y="378"/>
                </a:lnTo>
                <a:lnTo>
                  <a:pt x="2249" y="370"/>
                </a:lnTo>
                <a:lnTo>
                  <a:pt x="2242" y="370"/>
                </a:lnTo>
                <a:lnTo>
                  <a:pt x="2242" y="378"/>
                </a:lnTo>
                <a:close/>
                <a:moveTo>
                  <a:pt x="2259" y="378"/>
                </a:moveTo>
                <a:lnTo>
                  <a:pt x="2266" y="378"/>
                </a:lnTo>
                <a:lnTo>
                  <a:pt x="2266" y="370"/>
                </a:lnTo>
                <a:lnTo>
                  <a:pt x="2259" y="370"/>
                </a:lnTo>
                <a:lnTo>
                  <a:pt x="2259" y="378"/>
                </a:lnTo>
                <a:close/>
                <a:moveTo>
                  <a:pt x="2275" y="378"/>
                </a:moveTo>
                <a:lnTo>
                  <a:pt x="2282" y="378"/>
                </a:lnTo>
                <a:lnTo>
                  <a:pt x="2282" y="370"/>
                </a:lnTo>
                <a:lnTo>
                  <a:pt x="2275" y="370"/>
                </a:lnTo>
                <a:lnTo>
                  <a:pt x="2275" y="378"/>
                </a:lnTo>
                <a:close/>
                <a:moveTo>
                  <a:pt x="2292" y="378"/>
                </a:moveTo>
                <a:lnTo>
                  <a:pt x="2299" y="378"/>
                </a:lnTo>
                <a:lnTo>
                  <a:pt x="2299" y="370"/>
                </a:lnTo>
                <a:lnTo>
                  <a:pt x="2292" y="370"/>
                </a:lnTo>
                <a:lnTo>
                  <a:pt x="2292" y="378"/>
                </a:lnTo>
                <a:close/>
                <a:moveTo>
                  <a:pt x="2308" y="378"/>
                </a:moveTo>
                <a:lnTo>
                  <a:pt x="2316" y="378"/>
                </a:lnTo>
                <a:lnTo>
                  <a:pt x="2316" y="370"/>
                </a:lnTo>
                <a:lnTo>
                  <a:pt x="2308" y="370"/>
                </a:lnTo>
                <a:lnTo>
                  <a:pt x="2308" y="378"/>
                </a:lnTo>
                <a:close/>
                <a:moveTo>
                  <a:pt x="2325" y="378"/>
                </a:moveTo>
                <a:lnTo>
                  <a:pt x="2332" y="378"/>
                </a:lnTo>
                <a:lnTo>
                  <a:pt x="2332" y="370"/>
                </a:lnTo>
                <a:lnTo>
                  <a:pt x="2325" y="370"/>
                </a:lnTo>
                <a:lnTo>
                  <a:pt x="2325" y="378"/>
                </a:lnTo>
                <a:close/>
                <a:moveTo>
                  <a:pt x="2342" y="378"/>
                </a:moveTo>
                <a:lnTo>
                  <a:pt x="2349" y="378"/>
                </a:lnTo>
                <a:lnTo>
                  <a:pt x="2349" y="370"/>
                </a:lnTo>
                <a:lnTo>
                  <a:pt x="2342" y="370"/>
                </a:lnTo>
                <a:lnTo>
                  <a:pt x="2342" y="378"/>
                </a:lnTo>
                <a:close/>
                <a:moveTo>
                  <a:pt x="2358" y="378"/>
                </a:moveTo>
                <a:lnTo>
                  <a:pt x="2365" y="378"/>
                </a:lnTo>
                <a:lnTo>
                  <a:pt x="2365" y="370"/>
                </a:lnTo>
                <a:lnTo>
                  <a:pt x="2358" y="370"/>
                </a:lnTo>
                <a:lnTo>
                  <a:pt x="2358" y="378"/>
                </a:lnTo>
                <a:close/>
                <a:moveTo>
                  <a:pt x="2375" y="378"/>
                </a:moveTo>
                <a:lnTo>
                  <a:pt x="2382" y="378"/>
                </a:lnTo>
                <a:lnTo>
                  <a:pt x="2382" y="370"/>
                </a:lnTo>
                <a:lnTo>
                  <a:pt x="2375" y="370"/>
                </a:lnTo>
                <a:lnTo>
                  <a:pt x="2375" y="378"/>
                </a:lnTo>
                <a:close/>
                <a:moveTo>
                  <a:pt x="2391" y="378"/>
                </a:moveTo>
                <a:lnTo>
                  <a:pt x="2398" y="378"/>
                </a:lnTo>
                <a:lnTo>
                  <a:pt x="2398" y="370"/>
                </a:lnTo>
                <a:lnTo>
                  <a:pt x="2391" y="370"/>
                </a:lnTo>
                <a:lnTo>
                  <a:pt x="2391" y="378"/>
                </a:lnTo>
                <a:close/>
                <a:moveTo>
                  <a:pt x="2408" y="378"/>
                </a:moveTo>
                <a:lnTo>
                  <a:pt x="2415" y="378"/>
                </a:lnTo>
                <a:lnTo>
                  <a:pt x="2415" y="370"/>
                </a:lnTo>
                <a:lnTo>
                  <a:pt x="2408" y="370"/>
                </a:lnTo>
                <a:lnTo>
                  <a:pt x="2408" y="378"/>
                </a:lnTo>
                <a:close/>
                <a:moveTo>
                  <a:pt x="2427" y="378"/>
                </a:moveTo>
                <a:lnTo>
                  <a:pt x="2434" y="378"/>
                </a:lnTo>
                <a:lnTo>
                  <a:pt x="2434" y="370"/>
                </a:lnTo>
                <a:lnTo>
                  <a:pt x="2427" y="370"/>
                </a:lnTo>
                <a:lnTo>
                  <a:pt x="2427" y="378"/>
                </a:lnTo>
                <a:close/>
                <a:moveTo>
                  <a:pt x="2443" y="378"/>
                </a:moveTo>
                <a:lnTo>
                  <a:pt x="2451" y="378"/>
                </a:lnTo>
                <a:lnTo>
                  <a:pt x="2451" y="370"/>
                </a:lnTo>
                <a:lnTo>
                  <a:pt x="2443" y="370"/>
                </a:lnTo>
                <a:lnTo>
                  <a:pt x="2443" y="378"/>
                </a:lnTo>
                <a:close/>
                <a:moveTo>
                  <a:pt x="2460" y="378"/>
                </a:moveTo>
                <a:lnTo>
                  <a:pt x="2467" y="378"/>
                </a:lnTo>
                <a:lnTo>
                  <a:pt x="2467" y="370"/>
                </a:lnTo>
                <a:lnTo>
                  <a:pt x="2460" y="370"/>
                </a:lnTo>
                <a:lnTo>
                  <a:pt x="2460" y="378"/>
                </a:lnTo>
                <a:close/>
                <a:moveTo>
                  <a:pt x="2477" y="378"/>
                </a:moveTo>
                <a:lnTo>
                  <a:pt x="2484" y="378"/>
                </a:lnTo>
                <a:lnTo>
                  <a:pt x="2484" y="370"/>
                </a:lnTo>
                <a:lnTo>
                  <a:pt x="2477" y="370"/>
                </a:lnTo>
                <a:lnTo>
                  <a:pt x="2477" y="378"/>
                </a:lnTo>
                <a:close/>
                <a:moveTo>
                  <a:pt x="2493" y="378"/>
                </a:moveTo>
                <a:lnTo>
                  <a:pt x="2500" y="378"/>
                </a:lnTo>
                <a:lnTo>
                  <a:pt x="2500" y="370"/>
                </a:lnTo>
                <a:lnTo>
                  <a:pt x="2493" y="370"/>
                </a:lnTo>
                <a:lnTo>
                  <a:pt x="2493" y="378"/>
                </a:lnTo>
                <a:close/>
                <a:moveTo>
                  <a:pt x="2510" y="378"/>
                </a:moveTo>
                <a:lnTo>
                  <a:pt x="2517" y="378"/>
                </a:lnTo>
                <a:lnTo>
                  <a:pt x="2517" y="370"/>
                </a:lnTo>
                <a:lnTo>
                  <a:pt x="2510" y="370"/>
                </a:lnTo>
                <a:lnTo>
                  <a:pt x="2510" y="378"/>
                </a:lnTo>
                <a:close/>
                <a:moveTo>
                  <a:pt x="2526" y="378"/>
                </a:moveTo>
                <a:lnTo>
                  <a:pt x="2533" y="378"/>
                </a:lnTo>
                <a:lnTo>
                  <a:pt x="2533" y="370"/>
                </a:lnTo>
                <a:lnTo>
                  <a:pt x="2526" y="370"/>
                </a:lnTo>
                <a:lnTo>
                  <a:pt x="2526" y="378"/>
                </a:lnTo>
                <a:close/>
                <a:moveTo>
                  <a:pt x="2543" y="378"/>
                </a:moveTo>
                <a:lnTo>
                  <a:pt x="2550" y="378"/>
                </a:lnTo>
                <a:lnTo>
                  <a:pt x="2550" y="370"/>
                </a:lnTo>
                <a:lnTo>
                  <a:pt x="2543" y="370"/>
                </a:lnTo>
                <a:lnTo>
                  <a:pt x="2543" y="378"/>
                </a:lnTo>
                <a:close/>
                <a:moveTo>
                  <a:pt x="2560" y="378"/>
                </a:moveTo>
                <a:lnTo>
                  <a:pt x="2567" y="378"/>
                </a:lnTo>
                <a:lnTo>
                  <a:pt x="2567" y="370"/>
                </a:lnTo>
                <a:lnTo>
                  <a:pt x="2560" y="370"/>
                </a:lnTo>
                <a:lnTo>
                  <a:pt x="2560" y="378"/>
                </a:lnTo>
                <a:close/>
                <a:moveTo>
                  <a:pt x="2576" y="378"/>
                </a:moveTo>
                <a:lnTo>
                  <a:pt x="2583" y="378"/>
                </a:lnTo>
                <a:lnTo>
                  <a:pt x="2583" y="370"/>
                </a:lnTo>
                <a:lnTo>
                  <a:pt x="2576" y="370"/>
                </a:lnTo>
                <a:lnTo>
                  <a:pt x="2576" y="378"/>
                </a:lnTo>
                <a:close/>
                <a:moveTo>
                  <a:pt x="2593" y="378"/>
                </a:moveTo>
                <a:lnTo>
                  <a:pt x="2600" y="378"/>
                </a:lnTo>
                <a:lnTo>
                  <a:pt x="2600" y="370"/>
                </a:lnTo>
                <a:lnTo>
                  <a:pt x="2593" y="370"/>
                </a:lnTo>
                <a:lnTo>
                  <a:pt x="2593" y="378"/>
                </a:lnTo>
                <a:close/>
                <a:moveTo>
                  <a:pt x="2609" y="378"/>
                </a:moveTo>
                <a:lnTo>
                  <a:pt x="2616" y="378"/>
                </a:lnTo>
                <a:lnTo>
                  <a:pt x="2616" y="370"/>
                </a:lnTo>
                <a:lnTo>
                  <a:pt x="2609" y="370"/>
                </a:lnTo>
                <a:lnTo>
                  <a:pt x="2609" y="378"/>
                </a:lnTo>
                <a:close/>
                <a:moveTo>
                  <a:pt x="2626" y="378"/>
                </a:moveTo>
                <a:lnTo>
                  <a:pt x="2633" y="378"/>
                </a:lnTo>
                <a:lnTo>
                  <a:pt x="2633" y="370"/>
                </a:lnTo>
                <a:lnTo>
                  <a:pt x="2626" y="370"/>
                </a:lnTo>
                <a:lnTo>
                  <a:pt x="2626" y="378"/>
                </a:lnTo>
                <a:close/>
                <a:moveTo>
                  <a:pt x="2642" y="378"/>
                </a:moveTo>
                <a:lnTo>
                  <a:pt x="2649" y="378"/>
                </a:lnTo>
                <a:lnTo>
                  <a:pt x="2649" y="370"/>
                </a:lnTo>
                <a:lnTo>
                  <a:pt x="2642" y="370"/>
                </a:lnTo>
                <a:lnTo>
                  <a:pt x="2642" y="378"/>
                </a:lnTo>
                <a:close/>
                <a:moveTo>
                  <a:pt x="2659" y="378"/>
                </a:moveTo>
                <a:lnTo>
                  <a:pt x="2666" y="378"/>
                </a:lnTo>
                <a:lnTo>
                  <a:pt x="2666" y="370"/>
                </a:lnTo>
                <a:lnTo>
                  <a:pt x="2659" y="370"/>
                </a:lnTo>
                <a:lnTo>
                  <a:pt x="2659" y="378"/>
                </a:lnTo>
                <a:close/>
                <a:moveTo>
                  <a:pt x="2678" y="378"/>
                </a:moveTo>
                <a:lnTo>
                  <a:pt x="2683" y="378"/>
                </a:lnTo>
                <a:lnTo>
                  <a:pt x="2683" y="370"/>
                </a:lnTo>
                <a:lnTo>
                  <a:pt x="2678" y="370"/>
                </a:lnTo>
                <a:lnTo>
                  <a:pt x="2678" y="378"/>
                </a:lnTo>
                <a:close/>
                <a:moveTo>
                  <a:pt x="2694" y="378"/>
                </a:moveTo>
                <a:lnTo>
                  <a:pt x="2702" y="378"/>
                </a:lnTo>
                <a:lnTo>
                  <a:pt x="2702" y="370"/>
                </a:lnTo>
                <a:lnTo>
                  <a:pt x="2694" y="370"/>
                </a:lnTo>
                <a:lnTo>
                  <a:pt x="2694" y="378"/>
                </a:lnTo>
                <a:close/>
                <a:moveTo>
                  <a:pt x="2711" y="378"/>
                </a:moveTo>
                <a:lnTo>
                  <a:pt x="2718" y="378"/>
                </a:lnTo>
                <a:lnTo>
                  <a:pt x="2718" y="370"/>
                </a:lnTo>
                <a:lnTo>
                  <a:pt x="2711" y="370"/>
                </a:lnTo>
                <a:lnTo>
                  <a:pt x="2711" y="378"/>
                </a:lnTo>
                <a:close/>
                <a:moveTo>
                  <a:pt x="2728" y="378"/>
                </a:moveTo>
                <a:lnTo>
                  <a:pt x="2735" y="378"/>
                </a:lnTo>
                <a:lnTo>
                  <a:pt x="2735" y="370"/>
                </a:lnTo>
                <a:lnTo>
                  <a:pt x="2728" y="370"/>
                </a:lnTo>
                <a:lnTo>
                  <a:pt x="2728" y="378"/>
                </a:lnTo>
                <a:close/>
                <a:moveTo>
                  <a:pt x="2744" y="378"/>
                </a:moveTo>
                <a:lnTo>
                  <a:pt x="2751" y="378"/>
                </a:lnTo>
                <a:lnTo>
                  <a:pt x="2751" y="370"/>
                </a:lnTo>
                <a:lnTo>
                  <a:pt x="2744" y="370"/>
                </a:lnTo>
                <a:lnTo>
                  <a:pt x="2744" y="378"/>
                </a:lnTo>
                <a:close/>
                <a:moveTo>
                  <a:pt x="2761" y="378"/>
                </a:moveTo>
                <a:lnTo>
                  <a:pt x="2768" y="378"/>
                </a:lnTo>
                <a:lnTo>
                  <a:pt x="2768" y="370"/>
                </a:lnTo>
                <a:lnTo>
                  <a:pt x="2761" y="370"/>
                </a:lnTo>
                <a:lnTo>
                  <a:pt x="2761" y="378"/>
                </a:lnTo>
                <a:close/>
                <a:moveTo>
                  <a:pt x="2777" y="378"/>
                </a:moveTo>
                <a:lnTo>
                  <a:pt x="2784" y="378"/>
                </a:lnTo>
                <a:lnTo>
                  <a:pt x="2784" y="370"/>
                </a:lnTo>
                <a:lnTo>
                  <a:pt x="2777" y="370"/>
                </a:lnTo>
                <a:lnTo>
                  <a:pt x="2777" y="378"/>
                </a:lnTo>
                <a:close/>
                <a:moveTo>
                  <a:pt x="2794" y="378"/>
                </a:moveTo>
                <a:lnTo>
                  <a:pt x="2801" y="378"/>
                </a:lnTo>
                <a:lnTo>
                  <a:pt x="2801" y="370"/>
                </a:lnTo>
                <a:lnTo>
                  <a:pt x="2794" y="370"/>
                </a:lnTo>
                <a:lnTo>
                  <a:pt x="2794" y="378"/>
                </a:lnTo>
                <a:close/>
                <a:moveTo>
                  <a:pt x="2811" y="378"/>
                </a:moveTo>
                <a:lnTo>
                  <a:pt x="2818" y="378"/>
                </a:lnTo>
                <a:lnTo>
                  <a:pt x="2818" y="370"/>
                </a:lnTo>
                <a:lnTo>
                  <a:pt x="2811" y="370"/>
                </a:lnTo>
                <a:lnTo>
                  <a:pt x="2811" y="378"/>
                </a:lnTo>
                <a:close/>
                <a:moveTo>
                  <a:pt x="2827" y="378"/>
                </a:moveTo>
                <a:lnTo>
                  <a:pt x="2834" y="378"/>
                </a:lnTo>
                <a:lnTo>
                  <a:pt x="2834" y="370"/>
                </a:lnTo>
                <a:lnTo>
                  <a:pt x="2827" y="370"/>
                </a:lnTo>
                <a:lnTo>
                  <a:pt x="2827" y="378"/>
                </a:lnTo>
                <a:close/>
                <a:moveTo>
                  <a:pt x="2844" y="378"/>
                </a:moveTo>
                <a:lnTo>
                  <a:pt x="2851" y="378"/>
                </a:lnTo>
                <a:lnTo>
                  <a:pt x="2851" y="370"/>
                </a:lnTo>
                <a:lnTo>
                  <a:pt x="2844" y="370"/>
                </a:lnTo>
                <a:lnTo>
                  <a:pt x="2844" y="378"/>
                </a:lnTo>
                <a:close/>
                <a:moveTo>
                  <a:pt x="2860" y="378"/>
                </a:moveTo>
                <a:lnTo>
                  <a:pt x="2867" y="378"/>
                </a:lnTo>
                <a:lnTo>
                  <a:pt x="2867" y="370"/>
                </a:lnTo>
                <a:lnTo>
                  <a:pt x="2860" y="370"/>
                </a:lnTo>
                <a:lnTo>
                  <a:pt x="2860" y="378"/>
                </a:lnTo>
                <a:close/>
                <a:moveTo>
                  <a:pt x="2877" y="378"/>
                </a:moveTo>
                <a:lnTo>
                  <a:pt x="2884" y="378"/>
                </a:lnTo>
                <a:lnTo>
                  <a:pt x="2884" y="370"/>
                </a:lnTo>
                <a:lnTo>
                  <a:pt x="2877" y="370"/>
                </a:lnTo>
                <a:lnTo>
                  <a:pt x="2877" y="378"/>
                </a:lnTo>
                <a:close/>
                <a:moveTo>
                  <a:pt x="2893" y="378"/>
                </a:moveTo>
                <a:lnTo>
                  <a:pt x="2901" y="378"/>
                </a:lnTo>
                <a:lnTo>
                  <a:pt x="2901" y="370"/>
                </a:lnTo>
                <a:lnTo>
                  <a:pt x="2893" y="370"/>
                </a:lnTo>
                <a:lnTo>
                  <a:pt x="2893" y="378"/>
                </a:lnTo>
                <a:close/>
                <a:moveTo>
                  <a:pt x="2910" y="378"/>
                </a:moveTo>
                <a:lnTo>
                  <a:pt x="2917" y="378"/>
                </a:lnTo>
                <a:lnTo>
                  <a:pt x="2917" y="370"/>
                </a:lnTo>
                <a:lnTo>
                  <a:pt x="2910" y="370"/>
                </a:lnTo>
                <a:lnTo>
                  <a:pt x="2910" y="378"/>
                </a:lnTo>
                <a:close/>
                <a:moveTo>
                  <a:pt x="2927" y="378"/>
                </a:moveTo>
                <a:lnTo>
                  <a:pt x="2934" y="378"/>
                </a:lnTo>
                <a:lnTo>
                  <a:pt x="2934" y="370"/>
                </a:lnTo>
                <a:lnTo>
                  <a:pt x="2927" y="370"/>
                </a:lnTo>
                <a:lnTo>
                  <a:pt x="2927" y="378"/>
                </a:lnTo>
                <a:close/>
                <a:moveTo>
                  <a:pt x="49" y="394"/>
                </a:moveTo>
                <a:lnTo>
                  <a:pt x="56" y="394"/>
                </a:lnTo>
                <a:lnTo>
                  <a:pt x="56" y="387"/>
                </a:lnTo>
                <a:lnTo>
                  <a:pt x="49" y="387"/>
                </a:lnTo>
                <a:lnTo>
                  <a:pt x="49" y="394"/>
                </a:lnTo>
                <a:close/>
                <a:moveTo>
                  <a:pt x="66" y="394"/>
                </a:moveTo>
                <a:lnTo>
                  <a:pt x="73" y="394"/>
                </a:lnTo>
                <a:lnTo>
                  <a:pt x="73" y="387"/>
                </a:lnTo>
                <a:lnTo>
                  <a:pt x="66" y="387"/>
                </a:lnTo>
                <a:lnTo>
                  <a:pt x="66" y="394"/>
                </a:lnTo>
                <a:close/>
                <a:moveTo>
                  <a:pt x="83" y="394"/>
                </a:moveTo>
                <a:lnTo>
                  <a:pt x="90" y="394"/>
                </a:lnTo>
                <a:lnTo>
                  <a:pt x="90" y="387"/>
                </a:lnTo>
                <a:lnTo>
                  <a:pt x="83" y="387"/>
                </a:lnTo>
                <a:lnTo>
                  <a:pt x="83" y="394"/>
                </a:lnTo>
                <a:close/>
                <a:moveTo>
                  <a:pt x="101" y="394"/>
                </a:moveTo>
                <a:lnTo>
                  <a:pt x="106" y="394"/>
                </a:lnTo>
                <a:lnTo>
                  <a:pt x="106" y="387"/>
                </a:lnTo>
                <a:lnTo>
                  <a:pt x="101" y="387"/>
                </a:lnTo>
                <a:lnTo>
                  <a:pt x="101" y="394"/>
                </a:lnTo>
                <a:close/>
                <a:moveTo>
                  <a:pt x="118" y="394"/>
                </a:moveTo>
                <a:lnTo>
                  <a:pt x="125" y="394"/>
                </a:lnTo>
                <a:lnTo>
                  <a:pt x="125" y="387"/>
                </a:lnTo>
                <a:lnTo>
                  <a:pt x="118" y="387"/>
                </a:lnTo>
                <a:lnTo>
                  <a:pt x="118" y="394"/>
                </a:lnTo>
                <a:close/>
                <a:moveTo>
                  <a:pt x="135" y="394"/>
                </a:moveTo>
                <a:lnTo>
                  <a:pt x="142" y="394"/>
                </a:lnTo>
                <a:lnTo>
                  <a:pt x="142" y="387"/>
                </a:lnTo>
                <a:lnTo>
                  <a:pt x="135" y="387"/>
                </a:lnTo>
                <a:lnTo>
                  <a:pt x="135" y="394"/>
                </a:lnTo>
                <a:close/>
                <a:moveTo>
                  <a:pt x="151" y="394"/>
                </a:moveTo>
                <a:lnTo>
                  <a:pt x="158" y="394"/>
                </a:lnTo>
                <a:lnTo>
                  <a:pt x="158" y="387"/>
                </a:lnTo>
                <a:lnTo>
                  <a:pt x="151" y="387"/>
                </a:lnTo>
                <a:lnTo>
                  <a:pt x="151" y="394"/>
                </a:lnTo>
                <a:close/>
                <a:moveTo>
                  <a:pt x="168" y="394"/>
                </a:moveTo>
                <a:lnTo>
                  <a:pt x="175" y="394"/>
                </a:lnTo>
                <a:lnTo>
                  <a:pt x="175" y="387"/>
                </a:lnTo>
                <a:lnTo>
                  <a:pt x="168" y="387"/>
                </a:lnTo>
                <a:lnTo>
                  <a:pt x="168" y="394"/>
                </a:lnTo>
                <a:close/>
                <a:moveTo>
                  <a:pt x="184" y="394"/>
                </a:moveTo>
                <a:lnTo>
                  <a:pt x="191" y="394"/>
                </a:lnTo>
                <a:lnTo>
                  <a:pt x="191" y="387"/>
                </a:lnTo>
                <a:lnTo>
                  <a:pt x="184" y="387"/>
                </a:lnTo>
                <a:lnTo>
                  <a:pt x="184" y="394"/>
                </a:lnTo>
                <a:close/>
                <a:moveTo>
                  <a:pt x="201" y="394"/>
                </a:moveTo>
                <a:lnTo>
                  <a:pt x="208" y="394"/>
                </a:lnTo>
                <a:lnTo>
                  <a:pt x="208" y="387"/>
                </a:lnTo>
                <a:lnTo>
                  <a:pt x="201" y="387"/>
                </a:lnTo>
                <a:lnTo>
                  <a:pt x="201" y="394"/>
                </a:lnTo>
                <a:close/>
                <a:moveTo>
                  <a:pt x="218" y="394"/>
                </a:moveTo>
                <a:lnTo>
                  <a:pt x="225" y="394"/>
                </a:lnTo>
                <a:lnTo>
                  <a:pt x="225" y="387"/>
                </a:lnTo>
                <a:lnTo>
                  <a:pt x="218" y="387"/>
                </a:lnTo>
                <a:lnTo>
                  <a:pt x="218" y="394"/>
                </a:lnTo>
                <a:close/>
                <a:moveTo>
                  <a:pt x="234" y="394"/>
                </a:moveTo>
                <a:lnTo>
                  <a:pt x="241" y="394"/>
                </a:lnTo>
                <a:lnTo>
                  <a:pt x="241" y="387"/>
                </a:lnTo>
                <a:lnTo>
                  <a:pt x="234" y="387"/>
                </a:lnTo>
                <a:lnTo>
                  <a:pt x="234" y="394"/>
                </a:lnTo>
                <a:close/>
                <a:moveTo>
                  <a:pt x="251" y="394"/>
                </a:moveTo>
                <a:lnTo>
                  <a:pt x="258" y="394"/>
                </a:lnTo>
                <a:lnTo>
                  <a:pt x="258" y="387"/>
                </a:lnTo>
                <a:lnTo>
                  <a:pt x="251" y="387"/>
                </a:lnTo>
                <a:lnTo>
                  <a:pt x="251" y="394"/>
                </a:lnTo>
                <a:close/>
                <a:moveTo>
                  <a:pt x="267" y="394"/>
                </a:moveTo>
                <a:lnTo>
                  <a:pt x="274" y="394"/>
                </a:lnTo>
                <a:lnTo>
                  <a:pt x="274" y="387"/>
                </a:lnTo>
                <a:lnTo>
                  <a:pt x="267" y="387"/>
                </a:lnTo>
                <a:lnTo>
                  <a:pt x="267" y="394"/>
                </a:lnTo>
                <a:close/>
                <a:moveTo>
                  <a:pt x="284" y="394"/>
                </a:moveTo>
                <a:lnTo>
                  <a:pt x="291" y="394"/>
                </a:lnTo>
                <a:lnTo>
                  <a:pt x="291" y="387"/>
                </a:lnTo>
                <a:lnTo>
                  <a:pt x="284" y="387"/>
                </a:lnTo>
                <a:lnTo>
                  <a:pt x="284" y="394"/>
                </a:lnTo>
                <a:close/>
                <a:moveTo>
                  <a:pt x="300" y="394"/>
                </a:moveTo>
                <a:lnTo>
                  <a:pt x="307" y="394"/>
                </a:lnTo>
                <a:lnTo>
                  <a:pt x="307" y="387"/>
                </a:lnTo>
                <a:lnTo>
                  <a:pt x="300" y="387"/>
                </a:lnTo>
                <a:lnTo>
                  <a:pt x="300" y="394"/>
                </a:lnTo>
                <a:close/>
                <a:moveTo>
                  <a:pt x="317" y="394"/>
                </a:moveTo>
                <a:lnTo>
                  <a:pt x="324" y="394"/>
                </a:lnTo>
                <a:lnTo>
                  <a:pt x="324" y="387"/>
                </a:lnTo>
                <a:lnTo>
                  <a:pt x="317" y="387"/>
                </a:lnTo>
                <a:lnTo>
                  <a:pt x="317" y="394"/>
                </a:lnTo>
                <a:close/>
                <a:moveTo>
                  <a:pt x="334" y="394"/>
                </a:moveTo>
                <a:lnTo>
                  <a:pt x="341" y="394"/>
                </a:lnTo>
                <a:lnTo>
                  <a:pt x="341" y="387"/>
                </a:lnTo>
                <a:lnTo>
                  <a:pt x="334" y="387"/>
                </a:lnTo>
                <a:lnTo>
                  <a:pt x="334" y="394"/>
                </a:lnTo>
                <a:close/>
                <a:moveTo>
                  <a:pt x="350" y="394"/>
                </a:moveTo>
                <a:lnTo>
                  <a:pt x="357" y="394"/>
                </a:lnTo>
                <a:lnTo>
                  <a:pt x="357" y="387"/>
                </a:lnTo>
                <a:lnTo>
                  <a:pt x="350" y="387"/>
                </a:lnTo>
                <a:lnTo>
                  <a:pt x="350" y="394"/>
                </a:lnTo>
                <a:close/>
                <a:moveTo>
                  <a:pt x="369" y="394"/>
                </a:moveTo>
                <a:lnTo>
                  <a:pt x="376" y="394"/>
                </a:lnTo>
                <a:lnTo>
                  <a:pt x="376" y="387"/>
                </a:lnTo>
                <a:lnTo>
                  <a:pt x="369" y="387"/>
                </a:lnTo>
                <a:lnTo>
                  <a:pt x="369" y="394"/>
                </a:lnTo>
                <a:close/>
                <a:moveTo>
                  <a:pt x="386" y="394"/>
                </a:moveTo>
                <a:lnTo>
                  <a:pt x="393" y="394"/>
                </a:lnTo>
                <a:lnTo>
                  <a:pt x="393" y="387"/>
                </a:lnTo>
                <a:lnTo>
                  <a:pt x="386" y="387"/>
                </a:lnTo>
                <a:lnTo>
                  <a:pt x="386" y="394"/>
                </a:lnTo>
                <a:close/>
                <a:moveTo>
                  <a:pt x="402" y="394"/>
                </a:moveTo>
                <a:lnTo>
                  <a:pt x="409" y="394"/>
                </a:lnTo>
                <a:lnTo>
                  <a:pt x="409" y="387"/>
                </a:lnTo>
                <a:lnTo>
                  <a:pt x="402" y="387"/>
                </a:lnTo>
                <a:lnTo>
                  <a:pt x="402" y="394"/>
                </a:lnTo>
                <a:close/>
                <a:moveTo>
                  <a:pt x="419" y="394"/>
                </a:moveTo>
                <a:lnTo>
                  <a:pt x="426" y="394"/>
                </a:lnTo>
                <a:lnTo>
                  <a:pt x="426" y="387"/>
                </a:lnTo>
                <a:lnTo>
                  <a:pt x="419" y="387"/>
                </a:lnTo>
                <a:lnTo>
                  <a:pt x="419" y="394"/>
                </a:lnTo>
                <a:close/>
                <a:moveTo>
                  <a:pt x="435" y="394"/>
                </a:moveTo>
                <a:lnTo>
                  <a:pt x="442" y="394"/>
                </a:lnTo>
                <a:lnTo>
                  <a:pt x="442" y="387"/>
                </a:lnTo>
                <a:lnTo>
                  <a:pt x="435" y="387"/>
                </a:lnTo>
                <a:lnTo>
                  <a:pt x="435" y="394"/>
                </a:lnTo>
                <a:close/>
                <a:moveTo>
                  <a:pt x="452" y="394"/>
                </a:moveTo>
                <a:lnTo>
                  <a:pt x="459" y="394"/>
                </a:lnTo>
                <a:lnTo>
                  <a:pt x="459" y="387"/>
                </a:lnTo>
                <a:lnTo>
                  <a:pt x="452" y="387"/>
                </a:lnTo>
                <a:lnTo>
                  <a:pt x="452" y="394"/>
                </a:lnTo>
                <a:close/>
                <a:moveTo>
                  <a:pt x="469" y="394"/>
                </a:moveTo>
                <a:lnTo>
                  <a:pt x="476" y="394"/>
                </a:lnTo>
                <a:lnTo>
                  <a:pt x="476" y="387"/>
                </a:lnTo>
                <a:lnTo>
                  <a:pt x="469" y="387"/>
                </a:lnTo>
                <a:lnTo>
                  <a:pt x="469" y="394"/>
                </a:lnTo>
                <a:close/>
                <a:moveTo>
                  <a:pt x="485" y="394"/>
                </a:moveTo>
                <a:lnTo>
                  <a:pt x="492" y="394"/>
                </a:lnTo>
                <a:lnTo>
                  <a:pt x="492" y="387"/>
                </a:lnTo>
                <a:lnTo>
                  <a:pt x="485" y="387"/>
                </a:lnTo>
                <a:lnTo>
                  <a:pt x="485" y="394"/>
                </a:lnTo>
                <a:close/>
                <a:moveTo>
                  <a:pt x="502" y="394"/>
                </a:moveTo>
                <a:lnTo>
                  <a:pt x="509" y="394"/>
                </a:lnTo>
                <a:lnTo>
                  <a:pt x="509" y="387"/>
                </a:lnTo>
                <a:lnTo>
                  <a:pt x="502" y="387"/>
                </a:lnTo>
                <a:lnTo>
                  <a:pt x="502" y="394"/>
                </a:lnTo>
                <a:close/>
                <a:moveTo>
                  <a:pt x="518" y="394"/>
                </a:moveTo>
                <a:lnTo>
                  <a:pt x="525" y="394"/>
                </a:lnTo>
                <a:lnTo>
                  <a:pt x="525" y="387"/>
                </a:lnTo>
                <a:lnTo>
                  <a:pt x="518" y="387"/>
                </a:lnTo>
                <a:lnTo>
                  <a:pt x="518" y="394"/>
                </a:lnTo>
                <a:close/>
                <a:moveTo>
                  <a:pt x="535" y="394"/>
                </a:moveTo>
                <a:lnTo>
                  <a:pt x="542" y="394"/>
                </a:lnTo>
                <a:lnTo>
                  <a:pt x="542" y="387"/>
                </a:lnTo>
                <a:lnTo>
                  <a:pt x="535" y="387"/>
                </a:lnTo>
                <a:lnTo>
                  <a:pt x="535" y="394"/>
                </a:lnTo>
                <a:close/>
                <a:moveTo>
                  <a:pt x="551" y="394"/>
                </a:moveTo>
                <a:lnTo>
                  <a:pt x="559" y="394"/>
                </a:lnTo>
                <a:lnTo>
                  <a:pt x="559" y="387"/>
                </a:lnTo>
                <a:lnTo>
                  <a:pt x="551" y="387"/>
                </a:lnTo>
                <a:lnTo>
                  <a:pt x="551" y="394"/>
                </a:lnTo>
                <a:close/>
                <a:moveTo>
                  <a:pt x="568" y="394"/>
                </a:moveTo>
                <a:lnTo>
                  <a:pt x="575" y="394"/>
                </a:lnTo>
                <a:lnTo>
                  <a:pt x="575" y="387"/>
                </a:lnTo>
                <a:lnTo>
                  <a:pt x="568" y="387"/>
                </a:lnTo>
                <a:lnTo>
                  <a:pt x="568" y="394"/>
                </a:lnTo>
                <a:close/>
                <a:moveTo>
                  <a:pt x="585" y="394"/>
                </a:moveTo>
                <a:lnTo>
                  <a:pt x="592" y="394"/>
                </a:lnTo>
                <a:lnTo>
                  <a:pt x="592" y="387"/>
                </a:lnTo>
                <a:lnTo>
                  <a:pt x="585" y="387"/>
                </a:lnTo>
                <a:lnTo>
                  <a:pt x="585" y="394"/>
                </a:lnTo>
                <a:close/>
                <a:moveTo>
                  <a:pt x="601" y="394"/>
                </a:moveTo>
                <a:lnTo>
                  <a:pt x="608" y="394"/>
                </a:lnTo>
                <a:lnTo>
                  <a:pt x="608" y="387"/>
                </a:lnTo>
                <a:lnTo>
                  <a:pt x="601" y="387"/>
                </a:lnTo>
                <a:lnTo>
                  <a:pt x="601" y="394"/>
                </a:lnTo>
                <a:close/>
                <a:moveTo>
                  <a:pt x="620" y="394"/>
                </a:moveTo>
                <a:lnTo>
                  <a:pt x="625" y="394"/>
                </a:lnTo>
                <a:lnTo>
                  <a:pt x="625" y="387"/>
                </a:lnTo>
                <a:lnTo>
                  <a:pt x="620" y="387"/>
                </a:lnTo>
                <a:lnTo>
                  <a:pt x="620" y="394"/>
                </a:lnTo>
                <a:close/>
                <a:moveTo>
                  <a:pt x="637" y="394"/>
                </a:moveTo>
                <a:lnTo>
                  <a:pt x="644" y="394"/>
                </a:lnTo>
                <a:lnTo>
                  <a:pt x="644" y="387"/>
                </a:lnTo>
                <a:lnTo>
                  <a:pt x="637" y="387"/>
                </a:lnTo>
                <a:lnTo>
                  <a:pt x="637" y="394"/>
                </a:lnTo>
                <a:close/>
                <a:moveTo>
                  <a:pt x="653" y="394"/>
                </a:moveTo>
                <a:lnTo>
                  <a:pt x="660" y="394"/>
                </a:lnTo>
                <a:lnTo>
                  <a:pt x="660" y="387"/>
                </a:lnTo>
                <a:lnTo>
                  <a:pt x="653" y="387"/>
                </a:lnTo>
                <a:lnTo>
                  <a:pt x="653" y="394"/>
                </a:lnTo>
                <a:close/>
                <a:moveTo>
                  <a:pt x="670" y="394"/>
                </a:moveTo>
                <a:lnTo>
                  <a:pt x="677" y="394"/>
                </a:lnTo>
                <a:lnTo>
                  <a:pt x="677" y="387"/>
                </a:lnTo>
                <a:lnTo>
                  <a:pt x="670" y="387"/>
                </a:lnTo>
                <a:lnTo>
                  <a:pt x="670" y="394"/>
                </a:lnTo>
                <a:close/>
                <a:moveTo>
                  <a:pt x="802" y="394"/>
                </a:moveTo>
                <a:lnTo>
                  <a:pt x="810" y="394"/>
                </a:lnTo>
                <a:lnTo>
                  <a:pt x="810" y="387"/>
                </a:lnTo>
                <a:lnTo>
                  <a:pt x="802" y="387"/>
                </a:lnTo>
                <a:lnTo>
                  <a:pt x="802" y="394"/>
                </a:lnTo>
                <a:close/>
                <a:moveTo>
                  <a:pt x="819" y="394"/>
                </a:moveTo>
                <a:lnTo>
                  <a:pt x="826" y="394"/>
                </a:lnTo>
                <a:lnTo>
                  <a:pt x="826" y="387"/>
                </a:lnTo>
                <a:lnTo>
                  <a:pt x="819" y="387"/>
                </a:lnTo>
                <a:lnTo>
                  <a:pt x="819" y="394"/>
                </a:lnTo>
                <a:close/>
                <a:moveTo>
                  <a:pt x="836" y="394"/>
                </a:moveTo>
                <a:lnTo>
                  <a:pt x="843" y="394"/>
                </a:lnTo>
                <a:lnTo>
                  <a:pt x="843" y="387"/>
                </a:lnTo>
                <a:lnTo>
                  <a:pt x="836" y="387"/>
                </a:lnTo>
                <a:lnTo>
                  <a:pt x="836" y="394"/>
                </a:lnTo>
                <a:close/>
                <a:moveTo>
                  <a:pt x="852" y="394"/>
                </a:moveTo>
                <a:lnTo>
                  <a:pt x="859" y="394"/>
                </a:lnTo>
                <a:lnTo>
                  <a:pt x="859" y="387"/>
                </a:lnTo>
                <a:lnTo>
                  <a:pt x="852" y="387"/>
                </a:lnTo>
                <a:lnTo>
                  <a:pt x="852" y="394"/>
                </a:lnTo>
                <a:close/>
                <a:moveTo>
                  <a:pt x="871" y="394"/>
                </a:moveTo>
                <a:lnTo>
                  <a:pt x="876" y="394"/>
                </a:lnTo>
                <a:lnTo>
                  <a:pt x="876" y="387"/>
                </a:lnTo>
                <a:lnTo>
                  <a:pt x="871" y="387"/>
                </a:lnTo>
                <a:lnTo>
                  <a:pt x="871" y="394"/>
                </a:lnTo>
                <a:close/>
                <a:moveTo>
                  <a:pt x="888" y="394"/>
                </a:moveTo>
                <a:lnTo>
                  <a:pt x="895" y="394"/>
                </a:lnTo>
                <a:lnTo>
                  <a:pt x="895" y="387"/>
                </a:lnTo>
                <a:lnTo>
                  <a:pt x="888" y="387"/>
                </a:lnTo>
                <a:lnTo>
                  <a:pt x="888" y="394"/>
                </a:lnTo>
                <a:close/>
                <a:moveTo>
                  <a:pt x="904" y="394"/>
                </a:moveTo>
                <a:lnTo>
                  <a:pt x="911" y="394"/>
                </a:lnTo>
                <a:lnTo>
                  <a:pt x="911" y="387"/>
                </a:lnTo>
                <a:lnTo>
                  <a:pt x="904" y="387"/>
                </a:lnTo>
                <a:lnTo>
                  <a:pt x="904" y="394"/>
                </a:lnTo>
                <a:close/>
                <a:moveTo>
                  <a:pt x="921" y="394"/>
                </a:moveTo>
                <a:lnTo>
                  <a:pt x="928" y="394"/>
                </a:lnTo>
                <a:lnTo>
                  <a:pt x="928" y="387"/>
                </a:lnTo>
                <a:lnTo>
                  <a:pt x="921" y="387"/>
                </a:lnTo>
                <a:lnTo>
                  <a:pt x="921" y="394"/>
                </a:lnTo>
                <a:close/>
                <a:moveTo>
                  <a:pt x="1053" y="394"/>
                </a:moveTo>
                <a:lnTo>
                  <a:pt x="1061" y="394"/>
                </a:lnTo>
                <a:lnTo>
                  <a:pt x="1061" y="387"/>
                </a:lnTo>
                <a:lnTo>
                  <a:pt x="1053" y="387"/>
                </a:lnTo>
                <a:lnTo>
                  <a:pt x="1053" y="394"/>
                </a:lnTo>
                <a:close/>
                <a:moveTo>
                  <a:pt x="1070" y="394"/>
                </a:moveTo>
                <a:lnTo>
                  <a:pt x="1077" y="394"/>
                </a:lnTo>
                <a:lnTo>
                  <a:pt x="1077" y="387"/>
                </a:lnTo>
                <a:lnTo>
                  <a:pt x="1070" y="387"/>
                </a:lnTo>
                <a:lnTo>
                  <a:pt x="1070" y="394"/>
                </a:lnTo>
                <a:close/>
                <a:moveTo>
                  <a:pt x="1087" y="394"/>
                </a:moveTo>
                <a:lnTo>
                  <a:pt x="1094" y="394"/>
                </a:lnTo>
                <a:lnTo>
                  <a:pt x="1094" y="387"/>
                </a:lnTo>
                <a:lnTo>
                  <a:pt x="1087" y="387"/>
                </a:lnTo>
                <a:lnTo>
                  <a:pt x="1087" y="394"/>
                </a:lnTo>
                <a:close/>
                <a:moveTo>
                  <a:pt x="1506" y="394"/>
                </a:moveTo>
                <a:lnTo>
                  <a:pt x="1513" y="394"/>
                </a:lnTo>
                <a:lnTo>
                  <a:pt x="1513" y="387"/>
                </a:lnTo>
                <a:lnTo>
                  <a:pt x="1506" y="387"/>
                </a:lnTo>
                <a:lnTo>
                  <a:pt x="1506" y="394"/>
                </a:lnTo>
                <a:close/>
                <a:moveTo>
                  <a:pt x="1522" y="394"/>
                </a:moveTo>
                <a:lnTo>
                  <a:pt x="1529" y="394"/>
                </a:lnTo>
                <a:lnTo>
                  <a:pt x="1529" y="387"/>
                </a:lnTo>
                <a:lnTo>
                  <a:pt x="1522" y="387"/>
                </a:lnTo>
                <a:lnTo>
                  <a:pt x="1522" y="394"/>
                </a:lnTo>
                <a:close/>
                <a:moveTo>
                  <a:pt x="1539" y="394"/>
                </a:moveTo>
                <a:lnTo>
                  <a:pt x="1546" y="394"/>
                </a:lnTo>
                <a:lnTo>
                  <a:pt x="1546" y="387"/>
                </a:lnTo>
                <a:lnTo>
                  <a:pt x="1539" y="387"/>
                </a:lnTo>
                <a:lnTo>
                  <a:pt x="1539" y="394"/>
                </a:lnTo>
                <a:close/>
                <a:moveTo>
                  <a:pt x="1555" y="394"/>
                </a:moveTo>
                <a:lnTo>
                  <a:pt x="1563" y="394"/>
                </a:lnTo>
                <a:lnTo>
                  <a:pt x="1563" y="387"/>
                </a:lnTo>
                <a:lnTo>
                  <a:pt x="1555" y="387"/>
                </a:lnTo>
                <a:lnTo>
                  <a:pt x="1555" y="394"/>
                </a:lnTo>
                <a:close/>
                <a:moveTo>
                  <a:pt x="1572" y="394"/>
                </a:moveTo>
                <a:lnTo>
                  <a:pt x="1579" y="394"/>
                </a:lnTo>
                <a:lnTo>
                  <a:pt x="1579" y="387"/>
                </a:lnTo>
                <a:lnTo>
                  <a:pt x="1572" y="387"/>
                </a:lnTo>
                <a:lnTo>
                  <a:pt x="1572" y="394"/>
                </a:lnTo>
                <a:close/>
                <a:moveTo>
                  <a:pt x="1589" y="394"/>
                </a:moveTo>
                <a:lnTo>
                  <a:pt x="1596" y="394"/>
                </a:lnTo>
                <a:lnTo>
                  <a:pt x="1596" y="387"/>
                </a:lnTo>
                <a:lnTo>
                  <a:pt x="1589" y="387"/>
                </a:lnTo>
                <a:lnTo>
                  <a:pt x="1589" y="394"/>
                </a:lnTo>
                <a:close/>
                <a:moveTo>
                  <a:pt x="1605" y="394"/>
                </a:moveTo>
                <a:lnTo>
                  <a:pt x="1612" y="394"/>
                </a:lnTo>
                <a:lnTo>
                  <a:pt x="1612" y="387"/>
                </a:lnTo>
                <a:lnTo>
                  <a:pt x="1605" y="387"/>
                </a:lnTo>
                <a:lnTo>
                  <a:pt x="1605" y="394"/>
                </a:lnTo>
                <a:close/>
                <a:moveTo>
                  <a:pt x="1622" y="394"/>
                </a:moveTo>
                <a:lnTo>
                  <a:pt x="1629" y="394"/>
                </a:lnTo>
                <a:lnTo>
                  <a:pt x="1629" y="387"/>
                </a:lnTo>
                <a:lnTo>
                  <a:pt x="1622" y="387"/>
                </a:lnTo>
                <a:lnTo>
                  <a:pt x="1622" y="394"/>
                </a:lnTo>
                <a:close/>
                <a:moveTo>
                  <a:pt x="1638" y="394"/>
                </a:moveTo>
                <a:lnTo>
                  <a:pt x="1645" y="394"/>
                </a:lnTo>
                <a:lnTo>
                  <a:pt x="1645" y="387"/>
                </a:lnTo>
                <a:lnTo>
                  <a:pt x="1638" y="387"/>
                </a:lnTo>
                <a:lnTo>
                  <a:pt x="1638" y="394"/>
                </a:lnTo>
                <a:close/>
                <a:moveTo>
                  <a:pt x="1657" y="394"/>
                </a:moveTo>
                <a:lnTo>
                  <a:pt x="1664" y="394"/>
                </a:lnTo>
                <a:lnTo>
                  <a:pt x="1664" y="387"/>
                </a:lnTo>
                <a:lnTo>
                  <a:pt x="1657" y="387"/>
                </a:lnTo>
                <a:lnTo>
                  <a:pt x="1657" y="394"/>
                </a:lnTo>
                <a:close/>
                <a:moveTo>
                  <a:pt x="1674" y="394"/>
                </a:moveTo>
                <a:lnTo>
                  <a:pt x="1681" y="394"/>
                </a:lnTo>
                <a:lnTo>
                  <a:pt x="1681" y="387"/>
                </a:lnTo>
                <a:lnTo>
                  <a:pt x="1674" y="387"/>
                </a:lnTo>
                <a:lnTo>
                  <a:pt x="1674" y="394"/>
                </a:lnTo>
                <a:close/>
                <a:moveTo>
                  <a:pt x="1690" y="394"/>
                </a:moveTo>
                <a:lnTo>
                  <a:pt x="1698" y="394"/>
                </a:lnTo>
                <a:lnTo>
                  <a:pt x="1698" y="387"/>
                </a:lnTo>
                <a:lnTo>
                  <a:pt x="1690" y="387"/>
                </a:lnTo>
                <a:lnTo>
                  <a:pt x="1690" y="394"/>
                </a:lnTo>
                <a:close/>
                <a:moveTo>
                  <a:pt x="1707" y="394"/>
                </a:moveTo>
                <a:lnTo>
                  <a:pt x="1714" y="394"/>
                </a:lnTo>
                <a:lnTo>
                  <a:pt x="1714" y="387"/>
                </a:lnTo>
                <a:lnTo>
                  <a:pt x="1707" y="387"/>
                </a:lnTo>
                <a:lnTo>
                  <a:pt x="1707" y="394"/>
                </a:lnTo>
                <a:close/>
                <a:moveTo>
                  <a:pt x="1724" y="394"/>
                </a:moveTo>
                <a:lnTo>
                  <a:pt x="1731" y="394"/>
                </a:lnTo>
                <a:lnTo>
                  <a:pt x="1731" y="387"/>
                </a:lnTo>
                <a:lnTo>
                  <a:pt x="1724" y="387"/>
                </a:lnTo>
                <a:lnTo>
                  <a:pt x="1724" y="394"/>
                </a:lnTo>
                <a:close/>
                <a:moveTo>
                  <a:pt x="1740" y="394"/>
                </a:moveTo>
                <a:lnTo>
                  <a:pt x="1747" y="394"/>
                </a:lnTo>
                <a:lnTo>
                  <a:pt x="1747" y="387"/>
                </a:lnTo>
                <a:lnTo>
                  <a:pt x="1740" y="387"/>
                </a:lnTo>
                <a:lnTo>
                  <a:pt x="1740" y="394"/>
                </a:lnTo>
                <a:close/>
                <a:moveTo>
                  <a:pt x="1757" y="394"/>
                </a:moveTo>
                <a:lnTo>
                  <a:pt x="1764" y="394"/>
                </a:lnTo>
                <a:lnTo>
                  <a:pt x="1764" y="387"/>
                </a:lnTo>
                <a:lnTo>
                  <a:pt x="1757" y="387"/>
                </a:lnTo>
                <a:lnTo>
                  <a:pt x="1757" y="394"/>
                </a:lnTo>
                <a:close/>
                <a:moveTo>
                  <a:pt x="1773" y="394"/>
                </a:moveTo>
                <a:lnTo>
                  <a:pt x="1780" y="394"/>
                </a:lnTo>
                <a:lnTo>
                  <a:pt x="1780" y="387"/>
                </a:lnTo>
                <a:lnTo>
                  <a:pt x="1773" y="387"/>
                </a:lnTo>
                <a:lnTo>
                  <a:pt x="1773" y="394"/>
                </a:lnTo>
                <a:close/>
                <a:moveTo>
                  <a:pt x="1790" y="394"/>
                </a:moveTo>
                <a:lnTo>
                  <a:pt x="1797" y="394"/>
                </a:lnTo>
                <a:lnTo>
                  <a:pt x="1797" y="387"/>
                </a:lnTo>
                <a:lnTo>
                  <a:pt x="1790" y="387"/>
                </a:lnTo>
                <a:lnTo>
                  <a:pt x="1790" y="394"/>
                </a:lnTo>
                <a:close/>
                <a:moveTo>
                  <a:pt x="1806" y="394"/>
                </a:moveTo>
                <a:lnTo>
                  <a:pt x="1814" y="394"/>
                </a:lnTo>
                <a:lnTo>
                  <a:pt x="1814" y="387"/>
                </a:lnTo>
                <a:lnTo>
                  <a:pt x="1806" y="387"/>
                </a:lnTo>
                <a:lnTo>
                  <a:pt x="1806" y="394"/>
                </a:lnTo>
                <a:close/>
                <a:moveTo>
                  <a:pt x="1823" y="394"/>
                </a:moveTo>
                <a:lnTo>
                  <a:pt x="1830" y="394"/>
                </a:lnTo>
                <a:lnTo>
                  <a:pt x="1830" y="387"/>
                </a:lnTo>
                <a:lnTo>
                  <a:pt x="1823" y="387"/>
                </a:lnTo>
                <a:lnTo>
                  <a:pt x="1823" y="394"/>
                </a:lnTo>
                <a:close/>
                <a:moveTo>
                  <a:pt x="1840" y="394"/>
                </a:moveTo>
                <a:lnTo>
                  <a:pt x="1847" y="394"/>
                </a:lnTo>
                <a:lnTo>
                  <a:pt x="1847" y="387"/>
                </a:lnTo>
                <a:lnTo>
                  <a:pt x="1840" y="387"/>
                </a:lnTo>
                <a:lnTo>
                  <a:pt x="1840" y="394"/>
                </a:lnTo>
                <a:close/>
                <a:moveTo>
                  <a:pt x="1856" y="394"/>
                </a:moveTo>
                <a:lnTo>
                  <a:pt x="1863" y="394"/>
                </a:lnTo>
                <a:lnTo>
                  <a:pt x="1863" y="387"/>
                </a:lnTo>
                <a:lnTo>
                  <a:pt x="1856" y="387"/>
                </a:lnTo>
                <a:lnTo>
                  <a:pt x="1856" y="394"/>
                </a:lnTo>
                <a:close/>
                <a:moveTo>
                  <a:pt x="1873" y="394"/>
                </a:moveTo>
                <a:lnTo>
                  <a:pt x="1880" y="394"/>
                </a:lnTo>
                <a:lnTo>
                  <a:pt x="1880" y="387"/>
                </a:lnTo>
                <a:lnTo>
                  <a:pt x="1873" y="387"/>
                </a:lnTo>
                <a:lnTo>
                  <a:pt x="1873" y="394"/>
                </a:lnTo>
                <a:close/>
                <a:moveTo>
                  <a:pt x="1889" y="394"/>
                </a:moveTo>
                <a:lnTo>
                  <a:pt x="1896" y="394"/>
                </a:lnTo>
                <a:lnTo>
                  <a:pt x="1896" y="387"/>
                </a:lnTo>
                <a:lnTo>
                  <a:pt x="1889" y="387"/>
                </a:lnTo>
                <a:lnTo>
                  <a:pt x="1889" y="394"/>
                </a:lnTo>
                <a:close/>
                <a:moveTo>
                  <a:pt x="1908" y="394"/>
                </a:moveTo>
                <a:lnTo>
                  <a:pt x="1915" y="394"/>
                </a:lnTo>
                <a:lnTo>
                  <a:pt x="1915" y="387"/>
                </a:lnTo>
                <a:lnTo>
                  <a:pt x="1908" y="387"/>
                </a:lnTo>
                <a:lnTo>
                  <a:pt x="1908" y="394"/>
                </a:lnTo>
                <a:close/>
                <a:moveTo>
                  <a:pt x="1925" y="394"/>
                </a:moveTo>
                <a:lnTo>
                  <a:pt x="1932" y="394"/>
                </a:lnTo>
                <a:lnTo>
                  <a:pt x="1932" y="387"/>
                </a:lnTo>
                <a:lnTo>
                  <a:pt x="1925" y="387"/>
                </a:lnTo>
                <a:lnTo>
                  <a:pt x="1925" y="394"/>
                </a:lnTo>
                <a:close/>
                <a:moveTo>
                  <a:pt x="1941" y="394"/>
                </a:moveTo>
                <a:lnTo>
                  <a:pt x="1949" y="394"/>
                </a:lnTo>
                <a:lnTo>
                  <a:pt x="1949" y="387"/>
                </a:lnTo>
                <a:lnTo>
                  <a:pt x="1941" y="387"/>
                </a:lnTo>
                <a:lnTo>
                  <a:pt x="1941" y="394"/>
                </a:lnTo>
                <a:close/>
                <a:moveTo>
                  <a:pt x="1958" y="394"/>
                </a:moveTo>
                <a:lnTo>
                  <a:pt x="1965" y="394"/>
                </a:lnTo>
                <a:lnTo>
                  <a:pt x="1965" y="387"/>
                </a:lnTo>
                <a:lnTo>
                  <a:pt x="1958" y="387"/>
                </a:lnTo>
                <a:lnTo>
                  <a:pt x="1958" y="394"/>
                </a:lnTo>
                <a:close/>
                <a:moveTo>
                  <a:pt x="1975" y="394"/>
                </a:moveTo>
                <a:lnTo>
                  <a:pt x="1982" y="394"/>
                </a:lnTo>
                <a:lnTo>
                  <a:pt x="1982" y="387"/>
                </a:lnTo>
                <a:lnTo>
                  <a:pt x="1975" y="387"/>
                </a:lnTo>
                <a:lnTo>
                  <a:pt x="1975" y="394"/>
                </a:lnTo>
                <a:close/>
                <a:moveTo>
                  <a:pt x="1991" y="394"/>
                </a:moveTo>
                <a:lnTo>
                  <a:pt x="1998" y="394"/>
                </a:lnTo>
                <a:lnTo>
                  <a:pt x="1998" y="387"/>
                </a:lnTo>
                <a:lnTo>
                  <a:pt x="1991" y="387"/>
                </a:lnTo>
                <a:lnTo>
                  <a:pt x="1991" y="394"/>
                </a:lnTo>
                <a:close/>
                <a:moveTo>
                  <a:pt x="2008" y="394"/>
                </a:moveTo>
                <a:lnTo>
                  <a:pt x="2015" y="394"/>
                </a:lnTo>
                <a:lnTo>
                  <a:pt x="2015" y="387"/>
                </a:lnTo>
                <a:lnTo>
                  <a:pt x="2008" y="387"/>
                </a:lnTo>
                <a:lnTo>
                  <a:pt x="2008" y="394"/>
                </a:lnTo>
                <a:close/>
                <a:moveTo>
                  <a:pt x="2024" y="394"/>
                </a:moveTo>
                <a:lnTo>
                  <a:pt x="2031" y="394"/>
                </a:lnTo>
                <a:lnTo>
                  <a:pt x="2031" y="387"/>
                </a:lnTo>
                <a:lnTo>
                  <a:pt x="2024" y="387"/>
                </a:lnTo>
                <a:lnTo>
                  <a:pt x="2024" y="394"/>
                </a:lnTo>
                <a:close/>
                <a:moveTo>
                  <a:pt x="2041" y="394"/>
                </a:moveTo>
                <a:lnTo>
                  <a:pt x="2048" y="394"/>
                </a:lnTo>
                <a:lnTo>
                  <a:pt x="2048" y="387"/>
                </a:lnTo>
                <a:lnTo>
                  <a:pt x="2041" y="387"/>
                </a:lnTo>
                <a:lnTo>
                  <a:pt x="2041" y="394"/>
                </a:lnTo>
                <a:close/>
                <a:moveTo>
                  <a:pt x="2057" y="394"/>
                </a:moveTo>
                <a:lnTo>
                  <a:pt x="2065" y="394"/>
                </a:lnTo>
                <a:lnTo>
                  <a:pt x="2065" y="387"/>
                </a:lnTo>
                <a:lnTo>
                  <a:pt x="2057" y="387"/>
                </a:lnTo>
                <a:lnTo>
                  <a:pt x="2057" y="394"/>
                </a:lnTo>
                <a:close/>
                <a:moveTo>
                  <a:pt x="2074" y="394"/>
                </a:moveTo>
                <a:lnTo>
                  <a:pt x="2081" y="394"/>
                </a:lnTo>
                <a:lnTo>
                  <a:pt x="2081" y="387"/>
                </a:lnTo>
                <a:lnTo>
                  <a:pt x="2074" y="387"/>
                </a:lnTo>
                <a:lnTo>
                  <a:pt x="2074" y="394"/>
                </a:lnTo>
                <a:close/>
                <a:moveTo>
                  <a:pt x="2091" y="394"/>
                </a:moveTo>
                <a:lnTo>
                  <a:pt x="2098" y="394"/>
                </a:lnTo>
                <a:lnTo>
                  <a:pt x="2098" y="387"/>
                </a:lnTo>
                <a:lnTo>
                  <a:pt x="2091" y="387"/>
                </a:lnTo>
                <a:lnTo>
                  <a:pt x="2091" y="394"/>
                </a:lnTo>
                <a:close/>
                <a:moveTo>
                  <a:pt x="2107" y="394"/>
                </a:moveTo>
                <a:lnTo>
                  <a:pt x="2114" y="394"/>
                </a:lnTo>
                <a:lnTo>
                  <a:pt x="2114" y="387"/>
                </a:lnTo>
                <a:lnTo>
                  <a:pt x="2107" y="387"/>
                </a:lnTo>
                <a:lnTo>
                  <a:pt x="2107" y="394"/>
                </a:lnTo>
                <a:close/>
                <a:moveTo>
                  <a:pt x="2124" y="394"/>
                </a:moveTo>
                <a:lnTo>
                  <a:pt x="2131" y="394"/>
                </a:lnTo>
                <a:lnTo>
                  <a:pt x="2131" y="387"/>
                </a:lnTo>
                <a:lnTo>
                  <a:pt x="2124" y="387"/>
                </a:lnTo>
                <a:lnTo>
                  <a:pt x="2124" y="394"/>
                </a:lnTo>
                <a:close/>
                <a:moveTo>
                  <a:pt x="2140" y="394"/>
                </a:moveTo>
                <a:lnTo>
                  <a:pt x="2147" y="394"/>
                </a:lnTo>
                <a:lnTo>
                  <a:pt x="2147" y="387"/>
                </a:lnTo>
                <a:lnTo>
                  <a:pt x="2140" y="387"/>
                </a:lnTo>
                <a:lnTo>
                  <a:pt x="2140" y="394"/>
                </a:lnTo>
                <a:close/>
                <a:moveTo>
                  <a:pt x="2159" y="394"/>
                </a:moveTo>
                <a:lnTo>
                  <a:pt x="2164" y="394"/>
                </a:lnTo>
                <a:lnTo>
                  <a:pt x="2164" y="387"/>
                </a:lnTo>
                <a:lnTo>
                  <a:pt x="2159" y="387"/>
                </a:lnTo>
                <a:lnTo>
                  <a:pt x="2159" y="394"/>
                </a:lnTo>
                <a:close/>
                <a:moveTo>
                  <a:pt x="2176" y="394"/>
                </a:moveTo>
                <a:lnTo>
                  <a:pt x="2183" y="394"/>
                </a:lnTo>
                <a:lnTo>
                  <a:pt x="2183" y="387"/>
                </a:lnTo>
                <a:lnTo>
                  <a:pt x="2176" y="387"/>
                </a:lnTo>
                <a:lnTo>
                  <a:pt x="2176" y="394"/>
                </a:lnTo>
                <a:close/>
                <a:moveTo>
                  <a:pt x="2192" y="394"/>
                </a:moveTo>
                <a:lnTo>
                  <a:pt x="2200" y="394"/>
                </a:lnTo>
                <a:lnTo>
                  <a:pt x="2200" y="387"/>
                </a:lnTo>
                <a:lnTo>
                  <a:pt x="2192" y="387"/>
                </a:lnTo>
                <a:lnTo>
                  <a:pt x="2192" y="394"/>
                </a:lnTo>
                <a:close/>
                <a:moveTo>
                  <a:pt x="2209" y="394"/>
                </a:moveTo>
                <a:lnTo>
                  <a:pt x="2216" y="394"/>
                </a:lnTo>
                <a:lnTo>
                  <a:pt x="2216" y="387"/>
                </a:lnTo>
                <a:lnTo>
                  <a:pt x="2209" y="387"/>
                </a:lnTo>
                <a:lnTo>
                  <a:pt x="2209" y="394"/>
                </a:lnTo>
                <a:close/>
                <a:moveTo>
                  <a:pt x="2226" y="394"/>
                </a:moveTo>
                <a:lnTo>
                  <a:pt x="2233" y="394"/>
                </a:lnTo>
                <a:lnTo>
                  <a:pt x="2233" y="387"/>
                </a:lnTo>
                <a:lnTo>
                  <a:pt x="2226" y="387"/>
                </a:lnTo>
                <a:lnTo>
                  <a:pt x="2226" y="394"/>
                </a:lnTo>
                <a:close/>
                <a:moveTo>
                  <a:pt x="2242" y="394"/>
                </a:moveTo>
                <a:lnTo>
                  <a:pt x="2249" y="394"/>
                </a:lnTo>
                <a:lnTo>
                  <a:pt x="2249" y="387"/>
                </a:lnTo>
                <a:lnTo>
                  <a:pt x="2242" y="387"/>
                </a:lnTo>
                <a:lnTo>
                  <a:pt x="2242" y="394"/>
                </a:lnTo>
                <a:close/>
                <a:moveTo>
                  <a:pt x="2259" y="394"/>
                </a:moveTo>
                <a:lnTo>
                  <a:pt x="2266" y="394"/>
                </a:lnTo>
                <a:lnTo>
                  <a:pt x="2266" y="387"/>
                </a:lnTo>
                <a:lnTo>
                  <a:pt x="2259" y="387"/>
                </a:lnTo>
                <a:lnTo>
                  <a:pt x="2259" y="394"/>
                </a:lnTo>
                <a:close/>
                <a:moveTo>
                  <a:pt x="2275" y="394"/>
                </a:moveTo>
                <a:lnTo>
                  <a:pt x="2282" y="394"/>
                </a:lnTo>
                <a:lnTo>
                  <a:pt x="2282" y="387"/>
                </a:lnTo>
                <a:lnTo>
                  <a:pt x="2275" y="387"/>
                </a:lnTo>
                <a:lnTo>
                  <a:pt x="2275" y="394"/>
                </a:lnTo>
                <a:close/>
                <a:moveTo>
                  <a:pt x="2292" y="394"/>
                </a:moveTo>
                <a:lnTo>
                  <a:pt x="2299" y="394"/>
                </a:lnTo>
                <a:lnTo>
                  <a:pt x="2299" y="387"/>
                </a:lnTo>
                <a:lnTo>
                  <a:pt x="2292" y="387"/>
                </a:lnTo>
                <a:lnTo>
                  <a:pt x="2292" y="394"/>
                </a:lnTo>
                <a:close/>
                <a:moveTo>
                  <a:pt x="2308" y="394"/>
                </a:moveTo>
                <a:lnTo>
                  <a:pt x="2316" y="394"/>
                </a:lnTo>
                <a:lnTo>
                  <a:pt x="2316" y="387"/>
                </a:lnTo>
                <a:lnTo>
                  <a:pt x="2308" y="387"/>
                </a:lnTo>
                <a:lnTo>
                  <a:pt x="2308" y="394"/>
                </a:lnTo>
                <a:close/>
                <a:moveTo>
                  <a:pt x="2325" y="394"/>
                </a:moveTo>
                <a:lnTo>
                  <a:pt x="2332" y="394"/>
                </a:lnTo>
                <a:lnTo>
                  <a:pt x="2332" y="387"/>
                </a:lnTo>
                <a:lnTo>
                  <a:pt x="2325" y="387"/>
                </a:lnTo>
                <a:lnTo>
                  <a:pt x="2325" y="394"/>
                </a:lnTo>
                <a:close/>
                <a:moveTo>
                  <a:pt x="2342" y="394"/>
                </a:moveTo>
                <a:lnTo>
                  <a:pt x="2349" y="394"/>
                </a:lnTo>
                <a:lnTo>
                  <a:pt x="2349" y="387"/>
                </a:lnTo>
                <a:lnTo>
                  <a:pt x="2342" y="387"/>
                </a:lnTo>
                <a:lnTo>
                  <a:pt x="2342" y="394"/>
                </a:lnTo>
                <a:close/>
                <a:moveTo>
                  <a:pt x="2358" y="394"/>
                </a:moveTo>
                <a:lnTo>
                  <a:pt x="2365" y="394"/>
                </a:lnTo>
                <a:lnTo>
                  <a:pt x="2365" y="387"/>
                </a:lnTo>
                <a:lnTo>
                  <a:pt x="2358" y="387"/>
                </a:lnTo>
                <a:lnTo>
                  <a:pt x="2358" y="394"/>
                </a:lnTo>
                <a:close/>
                <a:moveTo>
                  <a:pt x="2375" y="394"/>
                </a:moveTo>
                <a:lnTo>
                  <a:pt x="2382" y="394"/>
                </a:lnTo>
                <a:lnTo>
                  <a:pt x="2382" y="387"/>
                </a:lnTo>
                <a:lnTo>
                  <a:pt x="2375" y="387"/>
                </a:lnTo>
                <a:lnTo>
                  <a:pt x="2375" y="394"/>
                </a:lnTo>
                <a:close/>
                <a:moveTo>
                  <a:pt x="2391" y="394"/>
                </a:moveTo>
                <a:lnTo>
                  <a:pt x="2398" y="394"/>
                </a:lnTo>
                <a:lnTo>
                  <a:pt x="2398" y="387"/>
                </a:lnTo>
                <a:lnTo>
                  <a:pt x="2391" y="387"/>
                </a:lnTo>
                <a:lnTo>
                  <a:pt x="2391" y="394"/>
                </a:lnTo>
                <a:close/>
                <a:moveTo>
                  <a:pt x="2408" y="394"/>
                </a:moveTo>
                <a:lnTo>
                  <a:pt x="2415" y="394"/>
                </a:lnTo>
                <a:lnTo>
                  <a:pt x="2415" y="387"/>
                </a:lnTo>
                <a:lnTo>
                  <a:pt x="2408" y="387"/>
                </a:lnTo>
                <a:lnTo>
                  <a:pt x="2408" y="394"/>
                </a:lnTo>
                <a:close/>
                <a:moveTo>
                  <a:pt x="2427" y="394"/>
                </a:moveTo>
                <a:lnTo>
                  <a:pt x="2434" y="394"/>
                </a:lnTo>
                <a:lnTo>
                  <a:pt x="2434" y="387"/>
                </a:lnTo>
                <a:lnTo>
                  <a:pt x="2427" y="387"/>
                </a:lnTo>
                <a:lnTo>
                  <a:pt x="2427" y="394"/>
                </a:lnTo>
                <a:close/>
                <a:moveTo>
                  <a:pt x="2443" y="394"/>
                </a:moveTo>
                <a:lnTo>
                  <a:pt x="2451" y="394"/>
                </a:lnTo>
                <a:lnTo>
                  <a:pt x="2451" y="387"/>
                </a:lnTo>
                <a:lnTo>
                  <a:pt x="2443" y="387"/>
                </a:lnTo>
                <a:lnTo>
                  <a:pt x="2443" y="394"/>
                </a:lnTo>
                <a:close/>
                <a:moveTo>
                  <a:pt x="2460" y="394"/>
                </a:moveTo>
                <a:lnTo>
                  <a:pt x="2467" y="394"/>
                </a:lnTo>
                <a:lnTo>
                  <a:pt x="2467" y="387"/>
                </a:lnTo>
                <a:lnTo>
                  <a:pt x="2460" y="387"/>
                </a:lnTo>
                <a:lnTo>
                  <a:pt x="2460" y="394"/>
                </a:lnTo>
                <a:close/>
                <a:moveTo>
                  <a:pt x="2477" y="394"/>
                </a:moveTo>
                <a:lnTo>
                  <a:pt x="2484" y="394"/>
                </a:lnTo>
                <a:lnTo>
                  <a:pt x="2484" y="387"/>
                </a:lnTo>
                <a:lnTo>
                  <a:pt x="2477" y="387"/>
                </a:lnTo>
                <a:lnTo>
                  <a:pt x="2477" y="394"/>
                </a:lnTo>
                <a:close/>
                <a:moveTo>
                  <a:pt x="2493" y="394"/>
                </a:moveTo>
                <a:lnTo>
                  <a:pt x="2500" y="394"/>
                </a:lnTo>
                <a:lnTo>
                  <a:pt x="2500" y="387"/>
                </a:lnTo>
                <a:lnTo>
                  <a:pt x="2493" y="387"/>
                </a:lnTo>
                <a:lnTo>
                  <a:pt x="2493" y="394"/>
                </a:lnTo>
                <a:close/>
                <a:moveTo>
                  <a:pt x="2510" y="394"/>
                </a:moveTo>
                <a:lnTo>
                  <a:pt x="2517" y="394"/>
                </a:lnTo>
                <a:lnTo>
                  <a:pt x="2517" y="387"/>
                </a:lnTo>
                <a:lnTo>
                  <a:pt x="2510" y="387"/>
                </a:lnTo>
                <a:lnTo>
                  <a:pt x="2510" y="394"/>
                </a:lnTo>
                <a:close/>
                <a:moveTo>
                  <a:pt x="2526" y="394"/>
                </a:moveTo>
                <a:lnTo>
                  <a:pt x="2533" y="394"/>
                </a:lnTo>
                <a:lnTo>
                  <a:pt x="2533" y="387"/>
                </a:lnTo>
                <a:lnTo>
                  <a:pt x="2526" y="387"/>
                </a:lnTo>
                <a:lnTo>
                  <a:pt x="2526" y="394"/>
                </a:lnTo>
                <a:close/>
                <a:moveTo>
                  <a:pt x="2543" y="394"/>
                </a:moveTo>
                <a:lnTo>
                  <a:pt x="2550" y="394"/>
                </a:lnTo>
                <a:lnTo>
                  <a:pt x="2550" y="387"/>
                </a:lnTo>
                <a:lnTo>
                  <a:pt x="2543" y="387"/>
                </a:lnTo>
                <a:lnTo>
                  <a:pt x="2543" y="394"/>
                </a:lnTo>
                <a:close/>
                <a:moveTo>
                  <a:pt x="2560" y="394"/>
                </a:moveTo>
                <a:lnTo>
                  <a:pt x="2567" y="394"/>
                </a:lnTo>
                <a:lnTo>
                  <a:pt x="2567" y="387"/>
                </a:lnTo>
                <a:lnTo>
                  <a:pt x="2560" y="387"/>
                </a:lnTo>
                <a:lnTo>
                  <a:pt x="2560" y="394"/>
                </a:lnTo>
                <a:close/>
                <a:moveTo>
                  <a:pt x="2576" y="394"/>
                </a:moveTo>
                <a:lnTo>
                  <a:pt x="2583" y="394"/>
                </a:lnTo>
                <a:lnTo>
                  <a:pt x="2583" y="387"/>
                </a:lnTo>
                <a:lnTo>
                  <a:pt x="2576" y="387"/>
                </a:lnTo>
                <a:lnTo>
                  <a:pt x="2576" y="394"/>
                </a:lnTo>
                <a:close/>
                <a:moveTo>
                  <a:pt x="2593" y="394"/>
                </a:moveTo>
                <a:lnTo>
                  <a:pt x="2600" y="394"/>
                </a:lnTo>
                <a:lnTo>
                  <a:pt x="2600" y="387"/>
                </a:lnTo>
                <a:lnTo>
                  <a:pt x="2593" y="387"/>
                </a:lnTo>
                <a:lnTo>
                  <a:pt x="2593" y="394"/>
                </a:lnTo>
                <a:close/>
                <a:moveTo>
                  <a:pt x="2609" y="394"/>
                </a:moveTo>
                <a:lnTo>
                  <a:pt x="2616" y="394"/>
                </a:lnTo>
                <a:lnTo>
                  <a:pt x="2616" y="387"/>
                </a:lnTo>
                <a:lnTo>
                  <a:pt x="2609" y="387"/>
                </a:lnTo>
                <a:lnTo>
                  <a:pt x="2609" y="394"/>
                </a:lnTo>
                <a:close/>
                <a:moveTo>
                  <a:pt x="2626" y="394"/>
                </a:moveTo>
                <a:lnTo>
                  <a:pt x="2633" y="394"/>
                </a:lnTo>
                <a:lnTo>
                  <a:pt x="2633" y="387"/>
                </a:lnTo>
                <a:lnTo>
                  <a:pt x="2626" y="387"/>
                </a:lnTo>
                <a:lnTo>
                  <a:pt x="2626" y="394"/>
                </a:lnTo>
                <a:close/>
                <a:moveTo>
                  <a:pt x="2642" y="394"/>
                </a:moveTo>
                <a:lnTo>
                  <a:pt x="2649" y="394"/>
                </a:lnTo>
                <a:lnTo>
                  <a:pt x="2649" y="387"/>
                </a:lnTo>
                <a:lnTo>
                  <a:pt x="2642" y="387"/>
                </a:lnTo>
                <a:lnTo>
                  <a:pt x="2642" y="394"/>
                </a:lnTo>
                <a:close/>
                <a:moveTo>
                  <a:pt x="2659" y="394"/>
                </a:moveTo>
                <a:lnTo>
                  <a:pt x="2666" y="394"/>
                </a:lnTo>
                <a:lnTo>
                  <a:pt x="2666" y="387"/>
                </a:lnTo>
                <a:lnTo>
                  <a:pt x="2659" y="387"/>
                </a:lnTo>
                <a:lnTo>
                  <a:pt x="2659" y="394"/>
                </a:lnTo>
                <a:close/>
                <a:moveTo>
                  <a:pt x="2678" y="394"/>
                </a:moveTo>
                <a:lnTo>
                  <a:pt x="2683" y="394"/>
                </a:lnTo>
                <a:lnTo>
                  <a:pt x="2683" y="387"/>
                </a:lnTo>
                <a:lnTo>
                  <a:pt x="2678" y="387"/>
                </a:lnTo>
                <a:lnTo>
                  <a:pt x="2678" y="394"/>
                </a:lnTo>
                <a:close/>
                <a:moveTo>
                  <a:pt x="2694" y="394"/>
                </a:moveTo>
                <a:lnTo>
                  <a:pt x="2702" y="394"/>
                </a:lnTo>
                <a:lnTo>
                  <a:pt x="2702" y="387"/>
                </a:lnTo>
                <a:lnTo>
                  <a:pt x="2694" y="387"/>
                </a:lnTo>
                <a:lnTo>
                  <a:pt x="2694" y="394"/>
                </a:lnTo>
                <a:close/>
                <a:moveTo>
                  <a:pt x="2711" y="394"/>
                </a:moveTo>
                <a:lnTo>
                  <a:pt x="2718" y="394"/>
                </a:lnTo>
                <a:lnTo>
                  <a:pt x="2718" y="387"/>
                </a:lnTo>
                <a:lnTo>
                  <a:pt x="2711" y="387"/>
                </a:lnTo>
                <a:lnTo>
                  <a:pt x="2711" y="394"/>
                </a:lnTo>
                <a:close/>
                <a:moveTo>
                  <a:pt x="2728" y="394"/>
                </a:moveTo>
                <a:lnTo>
                  <a:pt x="2735" y="394"/>
                </a:lnTo>
                <a:lnTo>
                  <a:pt x="2735" y="387"/>
                </a:lnTo>
                <a:lnTo>
                  <a:pt x="2728" y="387"/>
                </a:lnTo>
                <a:lnTo>
                  <a:pt x="2728" y="394"/>
                </a:lnTo>
                <a:close/>
                <a:moveTo>
                  <a:pt x="2744" y="394"/>
                </a:moveTo>
                <a:lnTo>
                  <a:pt x="2751" y="394"/>
                </a:lnTo>
                <a:lnTo>
                  <a:pt x="2751" y="387"/>
                </a:lnTo>
                <a:lnTo>
                  <a:pt x="2744" y="387"/>
                </a:lnTo>
                <a:lnTo>
                  <a:pt x="2744" y="394"/>
                </a:lnTo>
                <a:close/>
                <a:moveTo>
                  <a:pt x="2761" y="394"/>
                </a:moveTo>
                <a:lnTo>
                  <a:pt x="2768" y="394"/>
                </a:lnTo>
                <a:lnTo>
                  <a:pt x="2768" y="387"/>
                </a:lnTo>
                <a:lnTo>
                  <a:pt x="2761" y="387"/>
                </a:lnTo>
                <a:lnTo>
                  <a:pt x="2761" y="394"/>
                </a:lnTo>
                <a:close/>
                <a:moveTo>
                  <a:pt x="2777" y="394"/>
                </a:moveTo>
                <a:lnTo>
                  <a:pt x="2784" y="394"/>
                </a:lnTo>
                <a:lnTo>
                  <a:pt x="2784" y="387"/>
                </a:lnTo>
                <a:lnTo>
                  <a:pt x="2777" y="387"/>
                </a:lnTo>
                <a:lnTo>
                  <a:pt x="2777" y="394"/>
                </a:lnTo>
                <a:close/>
                <a:moveTo>
                  <a:pt x="2811" y="394"/>
                </a:moveTo>
                <a:lnTo>
                  <a:pt x="2818" y="394"/>
                </a:lnTo>
                <a:lnTo>
                  <a:pt x="2818" y="387"/>
                </a:lnTo>
                <a:lnTo>
                  <a:pt x="2811" y="387"/>
                </a:lnTo>
                <a:lnTo>
                  <a:pt x="2811" y="394"/>
                </a:lnTo>
                <a:close/>
                <a:moveTo>
                  <a:pt x="2827" y="394"/>
                </a:moveTo>
                <a:lnTo>
                  <a:pt x="2834" y="394"/>
                </a:lnTo>
                <a:lnTo>
                  <a:pt x="2834" y="387"/>
                </a:lnTo>
                <a:lnTo>
                  <a:pt x="2827" y="387"/>
                </a:lnTo>
                <a:lnTo>
                  <a:pt x="2827" y="394"/>
                </a:lnTo>
                <a:close/>
                <a:moveTo>
                  <a:pt x="2844" y="394"/>
                </a:moveTo>
                <a:lnTo>
                  <a:pt x="2851" y="394"/>
                </a:lnTo>
                <a:lnTo>
                  <a:pt x="2851" y="387"/>
                </a:lnTo>
                <a:lnTo>
                  <a:pt x="2844" y="387"/>
                </a:lnTo>
                <a:lnTo>
                  <a:pt x="2844" y="394"/>
                </a:lnTo>
                <a:close/>
                <a:moveTo>
                  <a:pt x="2860" y="394"/>
                </a:moveTo>
                <a:lnTo>
                  <a:pt x="2867" y="394"/>
                </a:lnTo>
                <a:lnTo>
                  <a:pt x="2867" y="387"/>
                </a:lnTo>
                <a:lnTo>
                  <a:pt x="2860" y="387"/>
                </a:lnTo>
                <a:lnTo>
                  <a:pt x="2860" y="394"/>
                </a:lnTo>
                <a:close/>
                <a:moveTo>
                  <a:pt x="2877" y="394"/>
                </a:moveTo>
                <a:lnTo>
                  <a:pt x="2884" y="394"/>
                </a:lnTo>
                <a:lnTo>
                  <a:pt x="2884" y="387"/>
                </a:lnTo>
                <a:lnTo>
                  <a:pt x="2877" y="387"/>
                </a:lnTo>
                <a:lnTo>
                  <a:pt x="2877" y="394"/>
                </a:lnTo>
                <a:close/>
                <a:moveTo>
                  <a:pt x="2893" y="394"/>
                </a:moveTo>
                <a:lnTo>
                  <a:pt x="2901" y="394"/>
                </a:lnTo>
                <a:lnTo>
                  <a:pt x="2901" y="387"/>
                </a:lnTo>
                <a:lnTo>
                  <a:pt x="2893" y="387"/>
                </a:lnTo>
                <a:lnTo>
                  <a:pt x="2893" y="394"/>
                </a:lnTo>
                <a:close/>
                <a:moveTo>
                  <a:pt x="2910" y="394"/>
                </a:moveTo>
                <a:lnTo>
                  <a:pt x="2917" y="394"/>
                </a:lnTo>
                <a:lnTo>
                  <a:pt x="2917" y="387"/>
                </a:lnTo>
                <a:lnTo>
                  <a:pt x="2910" y="387"/>
                </a:lnTo>
                <a:lnTo>
                  <a:pt x="2910" y="394"/>
                </a:lnTo>
                <a:close/>
                <a:moveTo>
                  <a:pt x="83" y="411"/>
                </a:moveTo>
                <a:lnTo>
                  <a:pt x="90" y="411"/>
                </a:lnTo>
                <a:lnTo>
                  <a:pt x="90" y="404"/>
                </a:lnTo>
                <a:lnTo>
                  <a:pt x="83" y="404"/>
                </a:lnTo>
                <a:lnTo>
                  <a:pt x="83" y="411"/>
                </a:lnTo>
                <a:close/>
                <a:moveTo>
                  <a:pt x="101" y="411"/>
                </a:moveTo>
                <a:lnTo>
                  <a:pt x="106" y="411"/>
                </a:lnTo>
                <a:lnTo>
                  <a:pt x="106" y="404"/>
                </a:lnTo>
                <a:lnTo>
                  <a:pt x="101" y="404"/>
                </a:lnTo>
                <a:lnTo>
                  <a:pt x="101" y="411"/>
                </a:lnTo>
                <a:close/>
                <a:moveTo>
                  <a:pt x="118" y="411"/>
                </a:moveTo>
                <a:lnTo>
                  <a:pt x="125" y="411"/>
                </a:lnTo>
                <a:lnTo>
                  <a:pt x="125" y="404"/>
                </a:lnTo>
                <a:lnTo>
                  <a:pt x="118" y="404"/>
                </a:lnTo>
                <a:lnTo>
                  <a:pt x="118" y="411"/>
                </a:lnTo>
                <a:close/>
                <a:moveTo>
                  <a:pt x="135" y="411"/>
                </a:moveTo>
                <a:lnTo>
                  <a:pt x="142" y="411"/>
                </a:lnTo>
                <a:lnTo>
                  <a:pt x="142" y="404"/>
                </a:lnTo>
                <a:lnTo>
                  <a:pt x="135" y="404"/>
                </a:lnTo>
                <a:lnTo>
                  <a:pt x="135" y="411"/>
                </a:lnTo>
                <a:close/>
                <a:moveTo>
                  <a:pt x="151" y="411"/>
                </a:moveTo>
                <a:lnTo>
                  <a:pt x="158" y="411"/>
                </a:lnTo>
                <a:lnTo>
                  <a:pt x="158" y="404"/>
                </a:lnTo>
                <a:lnTo>
                  <a:pt x="151" y="404"/>
                </a:lnTo>
                <a:lnTo>
                  <a:pt x="151" y="411"/>
                </a:lnTo>
                <a:close/>
                <a:moveTo>
                  <a:pt x="168" y="411"/>
                </a:moveTo>
                <a:lnTo>
                  <a:pt x="175" y="411"/>
                </a:lnTo>
                <a:lnTo>
                  <a:pt x="175" y="404"/>
                </a:lnTo>
                <a:lnTo>
                  <a:pt x="168" y="404"/>
                </a:lnTo>
                <a:lnTo>
                  <a:pt x="168" y="411"/>
                </a:lnTo>
                <a:close/>
                <a:moveTo>
                  <a:pt x="184" y="411"/>
                </a:moveTo>
                <a:lnTo>
                  <a:pt x="191" y="411"/>
                </a:lnTo>
                <a:lnTo>
                  <a:pt x="191" y="404"/>
                </a:lnTo>
                <a:lnTo>
                  <a:pt x="184" y="404"/>
                </a:lnTo>
                <a:lnTo>
                  <a:pt x="184" y="411"/>
                </a:lnTo>
                <a:close/>
                <a:moveTo>
                  <a:pt x="284" y="411"/>
                </a:moveTo>
                <a:lnTo>
                  <a:pt x="291" y="411"/>
                </a:lnTo>
                <a:lnTo>
                  <a:pt x="291" y="404"/>
                </a:lnTo>
                <a:lnTo>
                  <a:pt x="284" y="404"/>
                </a:lnTo>
                <a:lnTo>
                  <a:pt x="284" y="411"/>
                </a:lnTo>
                <a:close/>
                <a:moveTo>
                  <a:pt x="300" y="411"/>
                </a:moveTo>
                <a:lnTo>
                  <a:pt x="307" y="411"/>
                </a:lnTo>
                <a:lnTo>
                  <a:pt x="307" y="404"/>
                </a:lnTo>
                <a:lnTo>
                  <a:pt x="300" y="404"/>
                </a:lnTo>
                <a:lnTo>
                  <a:pt x="300" y="411"/>
                </a:lnTo>
                <a:close/>
                <a:moveTo>
                  <a:pt x="317" y="411"/>
                </a:moveTo>
                <a:lnTo>
                  <a:pt x="324" y="411"/>
                </a:lnTo>
                <a:lnTo>
                  <a:pt x="324" y="404"/>
                </a:lnTo>
                <a:lnTo>
                  <a:pt x="317" y="404"/>
                </a:lnTo>
                <a:lnTo>
                  <a:pt x="317" y="411"/>
                </a:lnTo>
                <a:close/>
                <a:moveTo>
                  <a:pt x="334" y="411"/>
                </a:moveTo>
                <a:lnTo>
                  <a:pt x="341" y="411"/>
                </a:lnTo>
                <a:lnTo>
                  <a:pt x="341" y="404"/>
                </a:lnTo>
                <a:lnTo>
                  <a:pt x="334" y="404"/>
                </a:lnTo>
                <a:lnTo>
                  <a:pt x="334" y="411"/>
                </a:lnTo>
                <a:close/>
                <a:moveTo>
                  <a:pt x="350" y="411"/>
                </a:moveTo>
                <a:lnTo>
                  <a:pt x="357" y="411"/>
                </a:lnTo>
                <a:lnTo>
                  <a:pt x="357" y="404"/>
                </a:lnTo>
                <a:lnTo>
                  <a:pt x="350" y="404"/>
                </a:lnTo>
                <a:lnTo>
                  <a:pt x="350" y="411"/>
                </a:lnTo>
                <a:close/>
                <a:moveTo>
                  <a:pt x="369" y="411"/>
                </a:moveTo>
                <a:lnTo>
                  <a:pt x="376" y="411"/>
                </a:lnTo>
                <a:lnTo>
                  <a:pt x="376" y="404"/>
                </a:lnTo>
                <a:lnTo>
                  <a:pt x="369" y="404"/>
                </a:lnTo>
                <a:lnTo>
                  <a:pt x="369" y="411"/>
                </a:lnTo>
                <a:close/>
                <a:moveTo>
                  <a:pt x="386" y="411"/>
                </a:moveTo>
                <a:lnTo>
                  <a:pt x="393" y="411"/>
                </a:lnTo>
                <a:lnTo>
                  <a:pt x="393" y="404"/>
                </a:lnTo>
                <a:lnTo>
                  <a:pt x="386" y="404"/>
                </a:lnTo>
                <a:lnTo>
                  <a:pt x="386" y="411"/>
                </a:lnTo>
                <a:close/>
                <a:moveTo>
                  <a:pt x="402" y="411"/>
                </a:moveTo>
                <a:lnTo>
                  <a:pt x="409" y="411"/>
                </a:lnTo>
                <a:lnTo>
                  <a:pt x="409" y="404"/>
                </a:lnTo>
                <a:lnTo>
                  <a:pt x="402" y="404"/>
                </a:lnTo>
                <a:lnTo>
                  <a:pt x="402" y="411"/>
                </a:lnTo>
                <a:close/>
                <a:moveTo>
                  <a:pt x="419" y="411"/>
                </a:moveTo>
                <a:lnTo>
                  <a:pt x="426" y="411"/>
                </a:lnTo>
                <a:lnTo>
                  <a:pt x="426" y="404"/>
                </a:lnTo>
                <a:lnTo>
                  <a:pt x="419" y="404"/>
                </a:lnTo>
                <a:lnTo>
                  <a:pt x="419" y="411"/>
                </a:lnTo>
                <a:close/>
                <a:moveTo>
                  <a:pt x="435" y="411"/>
                </a:moveTo>
                <a:lnTo>
                  <a:pt x="442" y="411"/>
                </a:lnTo>
                <a:lnTo>
                  <a:pt x="442" y="404"/>
                </a:lnTo>
                <a:lnTo>
                  <a:pt x="435" y="404"/>
                </a:lnTo>
                <a:lnTo>
                  <a:pt x="435" y="411"/>
                </a:lnTo>
                <a:close/>
                <a:moveTo>
                  <a:pt x="452" y="411"/>
                </a:moveTo>
                <a:lnTo>
                  <a:pt x="459" y="411"/>
                </a:lnTo>
                <a:lnTo>
                  <a:pt x="459" y="404"/>
                </a:lnTo>
                <a:lnTo>
                  <a:pt x="452" y="404"/>
                </a:lnTo>
                <a:lnTo>
                  <a:pt x="452" y="411"/>
                </a:lnTo>
                <a:close/>
                <a:moveTo>
                  <a:pt x="469" y="411"/>
                </a:moveTo>
                <a:lnTo>
                  <a:pt x="476" y="411"/>
                </a:lnTo>
                <a:lnTo>
                  <a:pt x="476" y="404"/>
                </a:lnTo>
                <a:lnTo>
                  <a:pt x="469" y="404"/>
                </a:lnTo>
                <a:lnTo>
                  <a:pt x="469" y="411"/>
                </a:lnTo>
                <a:close/>
                <a:moveTo>
                  <a:pt x="485" y="411"/>
                </a:moveTo>
                <a:lnTo>
                  <a:pt x="492" y="411"/>
                </a:lnTo>
                <a:lnTo>
                  <a:pt x="492" y="404"/>
                </a:lnTo>
                <a:lnTo>
                  <a:pt x="485" y="404"/>
                </a:lnTo>
                <a:lnTo>
                  <a:pt x="485" y="411"/>
                </a:lnTo>
                <a:close/>
                <a:moveTo>
                  <a:pt x="502" y="411"/>
                </a:moveTo>
                <a:lnTo>
                  <a:pt x="509" y="411"/>
                </a:lnTo>
                <a:lnTo>
                  <a:pt x="509" y="404"/>
                </a:lnTo>
                <a:lnTo>
                  <a:pt x="502" y="404"/>
                </a:lnTo>
                <a:lnTo>
                  <a:pt x="502" y="411"/>
                </a:lnTo>
                <a:close/>
                <a:moveTo>
                  <a:pt x="518" y="411"/>
                </a:moveTo>
                <a:lnTo>
                  <a:pt x="525" y="411"/>
                </a:lnTo>
                <a:lnTo>
                  <a:pt x="525" y="404"/>
                </a:lnTo>
                <a:lnTo>
                  <a:pt x="518" y="404"/>
                </a:lnTo>
                <a:lnTo>
                  <a:pt x="518" y="411"/>
                </a:lnTo>
                <a:close/>
                <a:moveTo>
                  <a:pt x="535" y="411"/>
                </a:moveTo>
                <a:lnTo>
                  <a:pt x="542" y="411"/>
                </a:lnTo>
                <a:lnTo>
                  <a:pt x="542" y="404"/>
                </a:lnTo>
                <a:lnTo>
                  <a:pt x="535" y="404"/>
                </a:lnTo>
                <a:lnTo>
                  <a:pt x="535" y="411"/>
                </a:lnTo>
                <a:close/>
                <a:moveTo>
                  <a:pt x="551" y="411"/>
                </a:moveTo>
                <a:lnTo>
                  <a:pt x="559" y="411"/>
                </a:lnTo>
                <a:lnTo>
                  <a:pt x="559" y="404"/>
                </a:lnTo>
                <a:lnTo>
                  <a:pt x="551" y="404"/>
                </a:lnTo>
                <a:lnTo>
                  <a:pt x="551" y="411"/>
                </a:lnTo>
                <a:close/>
                <a:moveTo>
                  <a:pt x="568" y="411"/>
                </a:moveTo>
                <a:lnTo>
                  <a:pt x="575" y="411"/>
                </a:lnTo>
                <a:lnTo>
                  <a:pt x="575" y="404"/>
                </a:lnTo>
                <a:lnTo>
                  <a:pt x="568" y="404"/>
                </a:lnTo>
                <a:lnTo>
                  <a:pt x="568" y="411"/>
                </a:lnTo>
                <a:close/>
                <a:moveTo>
                  <a:pt x="585" y="411"/>
                </a:moveTo>
                <a:lnTo>
                  <a:pt x="592" y="411"/>
                </a:lnTo>
                <a:lnTo>
                  <a:pt x="592" y="404"/>
                </a:lnTo>
                <a:lnTo>
                  <a:pt x="585" y="404"/>
                </a:lnTo>
                <a:lnTo>
                  <a:pt x="585" y="411"/>
                </a:lnTo>
                <a:close/>
                <a:moveTo>
                  <a:pt x="601" y="411"/>
                </a:moveTo>
                <a:lnTo>
                  <a:pt x="608" y="411"/>
                </a:lnTo>
                <a:lnTo>
                  <a:pt x="608" y="404"/>
                </a:lnTo>
                <a:lnTo>
                  <a:pt x="601" y="404"/>
                </a:lnTo>
                <a:lnTo>
                  <a:pt x="601" y="411"/>
                </a:lnTo>
                <a:close/>
                <a:moveTo>
                  <a:pt x="620" y="411"/>
                </a:moveTo>
                <a:lnTo>
                  <a:pt x="625" y="411"/>
                </a:lnTo>
                <a:lnTo>
                  <a:pt x="625" y="404"/>
                </a:lnTo>
                <a:lnTo>
                  <a:pt x="620" y="404"/>
                </a:lnTo>
                <a:lnTo>
                  <a:pt x="620" y="411"/>
                </a:lnTo>
                <a:close/>
                <a:moveTo>
                  <a:pt x="637" y="411"/>
                </a:moveTo>
                <a:lnTo>
                  <a:pt x="644" y="411"/>
                </a:lnTo>
                <a:lnTo>
                  <a:pt x="644" y="404"/>
                </a:lnTo>
                <a:lnTo>
                  <a:pt x="637" y="404"/>
                </a:lnTo>
                <a:lnTo>
                  <a:pt x="637" y="411"/>
                </a:lnTo>
                <a:close/>
                <a:moveTo>
                  <a:pt x="653" y="411"/>
                </a:moveTo>
                <a:lnTo>
                  <a:pt x="660" y="411"/>
                </a:lnTo>
                <a:lnTo>
                  <a:pt x="660" y="404"/>
                </a:lnTo>
                <a:lnTo>
                  <a:pt x="653" y="404"/>
                </a:lnTo>
                <a:lnTo>
                  <a:pt x="653" y="411"/>
                </a:lnTo>
                <a:close/>
                <a:moveTo>
                  <a:pt x="670" y="411"/>
                </a:moveTo>
                <a:lnTo>
                  <a:pt x="677" y="411"/>
                </a:lnTo>
                <a:lnTo>
                  <a:pt x="677" y="404"/>
                </a:lnTo>
                <a:lnTo>
                  <a:pt x="670" y="404"/>
                </a:lnTo>
                <a:lnTo>
                  <a:pt x="670" y="411"/>
                </a:lnTo>
                <a:close/>
                <a:moveTo>
                  <a:pt x="786" y="411"/>
                </a:moveTo>
                <a:lnTo>
                  <a:pt x="793" y="411"/>
                </a:lnTo>
                <a:lnTo>
                  <a:pt x="793" y="404"/>
                </a:lnTo>
                <a:lnTo>
                  <a:pt x="786" y="404"/>
                </a:lnTo>
                <a:lnTo>
                  <a:pt x="786" y="411"/>
                </a:lnTo>
                <a:close/>
                <a:moveTo>
                  <a:pt x="802" y="411"/>
                </a:moveTo>
                <a:lnTo>
                  <a:pt x="810" y="411"/>
                </a:lnTo>
                <a:lnTo>
                  <a:pt x="810" y="404"/>
                </a:lnTo>
                <a:lnTo>
                  <a:pt x="802" y="404"/>
                </a:lnTo>
                <a:lnTo>
                  <a:pt x="802" y="411"/>
                </a:lnTo>
                <a:close/>
                <a:moveTo>
                  <a:pt x="819" y="411"/>
                </a:moveTo>
                <a:lnTo>
                  <a:pt x="826" y="411"/>
                </a:lnTo>
                <a:lnTo>
                  <a:pt x="826" y="404"/>
                </a:lnTo>
                <a:lnTo>
                  <a:pt x="819" y="404"/>
                </a:lnTo>
                <a:lnTo>
                  <a:pt x="819" y="411"/>
                </a:lnTo>
                <a:close/>
                <a:moveTo>
                  <a:pt x="836" y="411"/>
                </a:moveTo>
                <a:lnTo>
                  <a:pt x="843" y="411"/>
                </a:lnTo>
                <a:lnTo>
                  <a:pt x="843" y="404"/>
                </a:lnTo>
                <a:lnTo>
                  <a:pt x="836" y="404"/>
                </a:lnTo>
                <a:lnTo>
                  <a:pt x="836" y="411"/>
                </a:lnTo>
                <a:close/>
                <a:moveTo>
                  <a:pt x="852" y="411"/>
                </a:moveTo>
                <a:lnTo>
                  <a:pt x="859" y="411"/>
                </a:lnTo>
                <a:lnTo>
                  <a:pt x="859" y="404"/>
                </a:lnTo>
                <a:lnTo>
                  <a:pt x="852" y="404"/>
                </a:lnTo>
                <a:lnTo>
                  <a:pt x="852" y="411"/>
                </a:lnTo>
                <a:close/>
                <a:moveTo>
                  <a:pt x="871" y="411"/>
                </a:moveTo>
                <a:lnTo>
                  <a:pt x="876" y="411"/>
                </a:lnTo>
                <a:lnTo>
                  <a:pt x="876" y="404"/>
                </a:lnTo>
                <a:lnTo>
                  <a:pt x="871" y="404"/>
                </a:lnTo>
                <a:lnTo>
                  <a:pt x="871" y="411"/>
                </a:lnTo>
                <a:close/>
                <a:moveTo>
                  <a:pt x="888" y="411"/>
                </a:moveTo>
                <a:lnTo>
                  <a:pt x="895" y="411"/>
                </a:lnTo>
                <a:lnTo>
                  <a:pt x="895" y="404"/>
                </a:lnTo>
                <a:lnTo>
                  <a:pt x="888" y="404"/>
                </a:lnTo>
                <a:lnTo>
                  <a:pt x="888" y="411"/>
                </a:lnTo>
                <a:close/>
                <a:moveTo>
                  <a:pt x="904" y="411"/>
                </a:moveTo>
                <a:lnTo>
                  <a:pt x="911" y="411"/>
                </a:lnTo>
                <a:lnTo>
                  <a:pt x="911" y="404"/>
                </a:lnTo>
                <a:lnTo>
                  <a:pt x="904" y="404"/>
                </a:lnTo>
                <a:lnTo>
                  <a:pt x="904" y="411"/>
                </a:lnTo>
                <a:close/>
                <a:moveTo>
                  <a:pt x="921" y="411"/>
                </a:moveTo>
                <a:lnTo>
                  <a:pt x="928" y="411"/>
                </a:lnTo>
                <a:lnTo>
                  <a:pt x="928" y="404"/>
                </a:lnTo>
                <a:lnTo>
                  <a:pt x="921" y="404"/>
                </a:lnTo>
                <a:lnTo>
                  <a:pt x="921" y="411"/>
                </a:lnTo>
                <a:close/>
                <a:moveTo>
                  <a:pt x="1406" y="411"/>
                </a:moveTo>
                <a:lnTo>
                  <a:pt x="1413" y="411"/>
                </a:lnTo>
                <a:lnTo>
                  <a:pt x="1413" y="404"/>
                </a:lnTo>
                <a:lnTo>
                  <a:pt x="1406" y="404"/>
                </a:lnTo>
                <a:lnTo>
                  <a:pt x="1406" y="411"/>
                </a:lnTo>
                <a:close/>
                <a:moveTo>
                  <a:pt x="1423" y="411"/>
                </a:moveTo>
                <a:lnTo>
                  <a:pt x="1430" y="411"/>
                </a:lnTo>
                <a:lnTo>
                  <a:pt x="1430" y="404"/>
                </a:lnTo>
                <a:lnTo>
                  <a:pt x="1423" y="404"/>
                </a:lnTo>
                <a:lnTo>
                  <a:pt x="1423" y="411"/>
                </a:lnTo>
                <a:close/>
                <a:moveTo>
                  <a:pt x="1439" y="411"/>
                </a:moveTo>
                <a:lnTo>
                  <a:pt x="1447" y="411"/>
                </a:lnTo>
                <a:lnTo>
                  <a:pt x="1447" y="404"/>
                </a:lnTo>
                <a:lnTo>
                  <a:pt x="1439" y="404"/>
                </a:lnTo>
                <a:lnTo>
                  <a:pt x="1439" y="411"/>
                </a:lnTo>
                <a:close/>
                <a:moveTo>
                  <a:pt x="1506" y="411"/>
                </a:moveTo>
                <a:lnTo>
                  <a:pt x="1513" y="411"/>
                </a:lnTo>
                <a:lnTo>
                  <a:pt x="1513" y="404"/>
                </a:lnTo>
                <a:lnTo>
                  <a:pt x="1506" y="404"/>
                </a:lnTo>
                <a:lnTo>
                  <a:pt x="1506" y="411"/>
                </a:lnTo>
                <a:close/>
                <a:moveTo>
                  <a:pt x="1522" y="411"/>
                </a:moveTo>
                <a:lnTo>
                  <a:pt x="1529" y="411"/>
                </a:lnTo>
                <a:lnTo>
                  <a:pt x="1529" y="404"/>
                </a:lnTo>
                <a:lnTo>
                  <a:pt x="1522" y="404"/>
                </a:lnTo>
                <a:lnTo>
                  <a:pt x="1522" y="411"/>
                </a:lnTo>
                <a:close/>
                <a:moveTo>
                  <a:pt x="1539" y="411"/>
                </a:moveTo>
                <a:lnTo>
                  <a:pt x="1546" y="411"/>
                </a:lnTo>
                <a:lnTo>
                  <a:pt x="1546" y="404"/>
                </a:lnTo>
                <a:lnTo>
                  <a:pt x="1539" y="404"/>
                </a:lnTo>
                <a:lnTo>
                  <a:pt x="1539" y="411"/>
                </a:lnTo>
                <a:close/>
                <a:moveTo>
                  <a:pt x="1555" y="411"/>
                </a:moveTo>
                <a:lnTo>
                  <a:pt x="1563" y="411"/>
                </a:lnTo>
                <a:lnTo>
                  <a:pt x="1563" y="404"/>
                </a:lnTo>
                <a:lnTo>
                  <a:pt x="1555" y="404"/>
                </a:lnTo>
                <a:lnTo>
                  <a:pt x="1555" y="411"/>
                </a:lnTo>
                <a:close/>
                <a:moveTo>
                  <a:pt x="1572" y="411"/>
                </a:moveTo>
                <a:lnTo>
                  <a:pt x="1579" y="411"/>
                </a:lnTo>
                <a:lnTo>
                  <a:pt x="1579" y="404"/>
                </a:lnTo>
                <a:lnTo>
                  <a:pt x="1572" y="404"/>
                </a:lnTo>
                <a:lnTo>
                  <a:pt x="1572" y="411"/>
                </a:lnTo>
                <a:close/>
                <a:moveTo>
                  <a:pt x="1589" y="411"/>
                </a:moveTo>
                <a:lnTo>
                  <a:pt x="1596" y="411"/>
                </a:lnTo>
                <a:lnTo>
                  <a:pt x="1596" y="404"/>
                </a:lnTo>
                <a:lnTo>
                  <a:pt x="1589" y="404"/>
                </a:lnTo>
                <a:lnTo>
                  <a:pt x="1589" y="411"/>
                </a:lnTo>
                <a:close/>
                <a:moveTo>
                  <a:pt x="1605" y="411"/>
                </a:moveTo>
                <a:lnTo>
                  <a:pt x="1612" y="411"/>
                </a:lnTo>
                <a:lnTo>
                  <a:pt x="1612" y="404"/>
                </a:lnTo>
                <a:lnTo>
                  <a:pt x="1605" y="404"/>
                </a:lnTo>
                <a:lnTo>
                  <a:pt x="1605" y="411"/>
                </a:lnTo>
                <a:close/>
                <a:moveTo>
                  <a:pt x="1638" y="411"/>
                </a:moveTo>
                <a:lnTo>
                  <a:pt x="1645" y="411"/>
                </a:lnTo>
                <a:lnTo>
                  <a:pt x="1645" y="404"/>
                </a:lnTo>
                <a:lnTo>
                  <a:pt x="1638" y="404"/>
                </a:lnTo>
                <a:lnTo>
                  <a:pt x="1638" y="411"/>
                </a:lnTo>
                <a:close/>
                <a:moveTo>
                  <a:pt x="1657" y="411"/>
                </a:moveTo>
                <a:lnTo>
                  <a:pt x="1664" y="411"/>
                </a:lnTo>
                <a:lnTo>
                  <a:pt x="1664" y="404"/>
                </a:lnTo>
                <a:lnTo>
                  <a:pt x="1657" y="404"/>
                </a:lnTo>
                <a:lnTo>
                  <a:pt x="1657" y="411"/>
                </a:lnTo>
                <a:close/>
                <a:moveTo>
                  <a:pt x="1674" y="411"/>
                </a:moveTo>
                <a:lnTo>
                  <a:pt x="1681" y="411"/>
                </a:lnTo>
                <a:lnTo>
                  <a:pt x="1681" y="404"/>
                </a:lnTo>
                <a:lnTo>
                  <a:pt x="1674" y="404"/>
                </a:lnTo>
                <a:lnTo>
                  <a:pt x="1674" y="411"/>
                </a:lnTo>
                <a:close/>
                <a:moveTo>
                  <a:pt x="1690" y="411"/>
                </a:moveTo>
                <a:lnTo>
                  <a:pt x="1698" y="411"/>
                </a:lnTo>
                <a:lnTo>
                  <a:pt x="1698" y="404"/>
                </a:lnTo>
                <a:lnTo>
                  <a:pt x="1690" y="404"/>
                </a:lnTo>
                <a:lnTo>
                  <a:pt x="1690" y="411"/>
                </a:lnTo>
                <a:close/>
                <a:moveTo>
                  <a:pt x="1707" y="411"/>
                </a:moveTo>
                <a:lnTo>
                  <a:pt x="1714" y="411"/>
                </a:lnTo>
                <a:lnTo>
                  <a:pt x="1714" y="404"/>
                </a:lnTo>
                <a:lnTo>
                  <a:pt x="1707" y="404"/>
                </a:lnTo>
                <a:lnTo>
                  <a:pt x="1707" y="411"/>
                </a:lnTo>
                <a:close/>
                <a:moveTo>
                  <a:pt x="1724" y="411"/>
                </a:moveTo>
                <a:lnTo>
                  <a:pt x="1731" y="411"/>
                </a:lnTo>
                <a:lnTo>
                  <a:pt x="1731" y="404"/>
                </a:lnTo>
                <a:lnTo>
                  <a:pt x="1724" y="404"/>
                </a:lnTo>
                <a:lnTo>
                  <a:pt x="1724" y="411"/>
                </a:lnTo>
                <a:close/>
                <a:moveTo>
                  <a:pt x="1740" y="411"/>
                </a:moveTo>
                <a:lnTo>
                  <a:pt x="1747" y="411"/>
                </a:lnTo>
                <a:lnTo>
                  <a:pt x="1747" y="404"/>
                </a:lnTo>
                <a:lnTo>
                  <a:pt x="1740" y="404"/>
                </a:lnTo>
                <a:lnTo>
                  <a:pt x="1740" y="411"/>
                </a:lnTo>
                <a:close/>
                <a:moveTo>
                  <a:pt x="1757" y="411"/>
                </a:moveTo>
                <a:lnTo>
                  <a:pt x="1764" y="411"/>
                </a:lnTo>
                <a:lnTo>
                  <a:pt x="1764" y="404"/>
                </a:lnTo>
                <a:lnTo>
                  <a:pt x="1757" y="404"/>
                </a:lnTo>
                <a:lnTo>
                  <a:pt x="1757" y="411"/>
                </a:lnTo>
                <a:close/>
                <a:moveTo>
                  <a:pt x="1773" y="411"/>
                </a:moveTo>
                <a:lnTo>
                  <a:pt x="1780" y="411"/>
                </a:lnTo>
                <a:lnTo>
                  <a:pt x="1780" y="404"/>
                </a:lnTo>
                <a:lnTo>
                  <a:pt x="1773" y="404"/>
                </a:lnTo>
                <a:lnTo>
                  <a:pt x="1773" y="411"/>
                </a:lnTo>
                <a:close/>
                <a:moveTo>
                  <a:pt x="1790" y="411"/>
                </a:moveTo>
                <a:lnTo>
                  <a:pt x="1797" y="411"/>
                </a:lnTo>
                <a:lnTo>
                  <a:pt x="1797" y="404"/>
                </a:lnTo>
                <a:lnTo>
                  <a:pt x="1790" y="404"/>
                </a:lnTo>
                <a:lnTo>
                  <a:pt x="1790" y="411"/>
                </a:lnTo>
                <a:close/>
                <a:moveTo>
                  <a:pt x="1806" y="411"/>
                </a:moveTo>
                <a:lnTo>
                  <a:pt x="1814" y="411"/>
                </a:lnTo>
                <a:lnTo>
                  <a:pt x="1814" y="404"/>
                </a:lnTo>
                <a:lnTo>
                  <a:pt x="1806" y="404"/>
                </a:lnTo>
                <a:lnTo>
                  <a:pt x="1806" y="411"/>
                </a:lnTo>
                <a:close/>
                <a:moveTo>
                  <a:pt x="1823" y="411"/>
                </a:moveTo>
                <a:lnTo>
                  <a:pt x="1830" y="411"/>
                </a:lnTo>
                <a:lnTo>
                  <a:pt x="1830" y="404"/>
                </a:lnTo>
                <a:lnTo>
                  <a:pt x="1823" y="404"/>
                </a:lnTo>
                <a:lnTo>
                  <a:pt x="1823" y="411"/>
                </a:lnTo>
                <a:close/>
                <a:moveTo>
                  <a:pt x="1840" y="411"/>
                </a:moveTo>
                <a:lnTo>
                  <a:pt x="1847" y="411"/>
                </a:lnTo>
                <a:lnTo>
                  <a:pt x="1847" y="404"/>
                </a:lnTo>
                <a:lnTo>
                  <a:pt x="1840" y="404"/>
                </a:lnTo>
                <a:lnTo>
                  <a:pt x="1840" y="411"/>
                </a:lnTo>
                <a:close/>
                <a:moveTo>
                  <a:pt x="1856" y="411"/>
                </a:moveTo>
                <a:lnTo>
                  <a:pt x="1863" y="411"/>
                </a:lnTo>
                <a:lnTo>
                  <a:pt x="1863" y="404"/>
                </a:lnTo>
                <a:lnTo>
                  <a:pt x="1856" y="404"/>
                </a:lnTo>
                <a:lnTo>
                  <a:pt x="1856" y="411"/>
                </a:lnTo>
                <a:close/>
                <a:moveTo>
                  <a:pt x="1873" y="411"/>
                </a:moveTo>
                <a:lnTo>
                  <a:pt x="1880" y="411"/>
                </a:lnTo>
                <a:lnTo>
                  <a:pt x="1880" y="404"/>
                </a:lnTo>
                <a:lnTo>
                  <a:pt x="1873" y="404"/>
                </a:lnTo>
                <a:lnTo>
                  <a:pt x="1873" y="411"/>
                </a:lnTo>
                <a:close/>
                <a:moveTo>
                  <a:pt x="1889" y="411"/>
                </a:moveTo>
                <a:lnTo>
                  <a:pt x="1896" y="411"/>
                </a:lnTo>
                <a:lnTo>
                  <a:pt x="1896" y="404"/>
                </a:lnTo>
                <a:lnTo>
                  <a:pt x="1889" y="404"/>
                </a:lnTo>
                <a:lnTo>
                  <a:pt x="1889" y="411"/>
                </a:lnTo>
                <a:close/>
                <a:moveTo>
                  <a:pt x="1908" y="411"/>
                </a:moveTo>
                <a:lnTo>
                  <a:pt x="1915" y="411"/>
                </a:lnTo>
                <a:lnTo>
                  <a:pt x="1915" y="404"/>
                </a:lnTo>
                <a:lnTo>
                  <a:pt x="1908" y="404"/>
                </a:lnTo>
                <a:lnTo>
                  <a:pt x="1908" y="411"/>
                </a:lnTo>
                <a:close/>
                <a:moveTo>
                  <a:pt x="1925" y="411"/>
                </a:moveTo>
                <a:lnTo>
                  <a:pt x="1932" y="411"/>
                </a:lnTo>
                <a:lnTo>
                  <a:pt x="1932" y="404"/>
                </a:lnTo>
                <a:lnTo>
                  <a:pt x="1925" y="404"/>
                </a:lnTo>
                <a:lnTo>
                  <a:pt x="1925" y="411"/>
                </a:lnTo>
                <a:close/>
                <a:moveTo>
                  <a:pt x="1941" y="411"/>
                </a:moveTo>
                <a:lnTo>
                  <a:pt x="1949" y="411"/>
                </a:lnTo>
                <a:lnTo>
                  <a:pt x="1949" y="404"/>
                </a:lnTo>
                <a:lnTo>
                  <a:pt x="1941" y="404"/>
                </a:lnTo>
                <a:lnTo>
                  <a:pt x="1941" y="411"/>
                </a:lnTo>
                <a:close/>
                <a:moveTo>
                  <a:pt x="1958" y="411"/>
                </a:moveTo>
                <a:lnTo>
                  <a:pt x="1965" y="411"/>
                </a:lnTo>
                <a:lnTo>
                  <a:pt x="1965" y="404"/>
                </a:lnTo>
                <a:lnTo>
                  <a:pt x="1958" y="404"/>
                </a:lnTo>
                <a:lnTo>
                  <a:pt x="1958" y="411"/>
                </a:lnTo>
                <a:close/>
                <a:moveTo>
                  <a:pt x="1975" y="411"/>
                </a:moveTo>
                <a:lnTo>
                  <a:pt x="1982" y="411"/>
                </a:lnTo>
                <a:lnTo>
                  <a:pt x="1982" y="404"/>
                </a:lnTo>
                <a:lnTo>
                  <a:pt x="1975" y="404"/>
                </a:lnTo>
                <a:lnTo>
                  <a:pt x="1975" y="411"/>
                </a:lnTo>
                <a:close/>
                <a:moveTo>
                  <a:pt x="1991" y="411"/>
                </a:moveTo>
                <a:lnTo>
                  <a:pt x="1998" y="411"/>
                </a:lnTo>
                <a:lnTo>
                  <a:pt x="1998" y="404"/>
                </a:lnTo>
                <a:lnTo>
                  <a:pt x="1991" y="404"/>
                </a:lnTo>
                <a:lnTo>
                  <a:pt x="1991" y="411"/>
                </a:lnTo>
                <a:close/>
                <a:moveTo>
                  <a:pt x="2008" y="411"/>
                </a:moveTo>
                <a:lnTo>
                  <a:pt x="2015" y="411"/>
                </a:lnTo>
                <a:lnTo>
                  <a:pt x="2015" y="404"/>
                </a:lnTo>
                <a:lnTo>
                  <a:pt x="2008" y="404"/>
                </a:lnTo>
                <a:lnTo>
                  <a:pt x="2008" y="411"/>
                </a:lnTo>
                <a:close/>
                <a:moveTo>
                  <a:pt x="2024" y="411"/>
                </a:moveTo>
                <a:lnTo>
                  <a:pt x="2031" y="411"/>
                </a:lnTo>
                <a:lnTo>
                  <a:pt x="2031" y="404"/>
                </a:lnTo>
                <a:lnTo>
                  <a:pt x="2024" y="404"/>
                </a:lnTo>
                <a:lnTo>
                  <a:pt x="2024" y="411"/>
                </a:lnTo>
                <a:close/>
                <a:moveTo>
                  <a:pt x="2041" y="411"/>
                </a:moveTo>
                <a:lnTo>
                  <a:pt x="2048" y="411"/>
                </a:lnTo>
                <a:lnTo>
                  <a:pt x="2048" y="404"/>
                </a:lnTo>
                <a:lnTo>
                  <a:pt x="2041" y="404"/>
                </a:lnTo>
                <a:lnTo>
                  <a:pt x="2041" y="411"/>
                </a:lnTo>
                <a:close/>
                <a:moveTo>
                  <a:pt x="2057" y="411"/>
                </a:moveTo>
                <a:lnTo>
                  <a:pt x="2065" y="411"/>
                </a:lnTo>
                <a:lnTo>
                  <a:pt x="2065" y="404"/>
                </a:lnTo>
                <a:lnTo>
                  <a:pt x="2057" y="404"/>
                </a:lnTo>
                <a:lnTo>
                  <a:pt x="2057" y="411"/>
                </a:lnTo>
                <a:close/>
                <a:moveTo>
                  <a:pt x="2074" y="411"/>
                </a:moveTo>
                <a:lnTo>
                  <a:pt x="2081" y="411"/>
                </a:lnTo>
                <a:lnTo>
                  <a:pt x="2081" y="404"/>
                </a:lnTo>
                <a:lnTo>
                  <a:pt x="2074" y="404"/>
                </a:lnTo>
                <a:lnTo>
                  <a:pt x="2074" y="411"/>
                </a:lnTo>
                <a:close/>
                <a:moveTo>
                  <a:pt x="2091" y="411"/>
                </a:moveTo>
                <a:lnTo>
                  <a:pt x="2098" y="411"/>
                </a:lnTo>
                <a:lnTo>
                  <a:pt x="2098" y="404"/>
                </a:lnTo>
                <a:lnTo>
                  <a:pt x="2091" y="404"/>
                </a:lnTo>
                <a:lnTo>
                  <a:pt x="2091" y="411"/>
                </a:lnTo>
                <a:close/>
                <a:moveTo>
                  <a:pt x="2107" y="411"/>
                </a:moveTo>
                <a:lnTo>
                  <a:pt x="2114" y="411"/>
                </a:lnTo>
                <a:lnTo>
                  <a:pt x="2114" y="404"/>
                </a:lnTo>
                <a:lnTo>
                  <a:pt x="2107" y="404"/>
                </a:lnTo>
                <a:lnTo>
                  <a:pt x="2107" y="411"/>
                </a:lnTo>
                <a:close/>
                <a:moveTo>
                  <a:pt x="2124" y="411"/>
                </a:moveTo>
                <a:lnTo>
                  <a:pt x="2131" y="411"/>
                </a:lnTo>
                <a:lnTo>
                  <a:pt x="2131" y="404"/>
                </a:lnTo>
                <a:lnTo>
                  <a:pt x="2124" y="404"/>
                </a:lnTo>
                <a:lnTo>
                  <a:pt x="2124" y="411"/>
                </a:lnTo>
                <a:close/>
                <a:moveTo>
                  <a:pt x="2140" y="411"/>
                </a:moveTo>
                <a:lnTo>
                  <a:pt x="2147" y="411"/>
                </a:lnTo>
                <a:lnTo>
                  <a:pt x="2147" y="404"/>
                </a:lnTo>
                <a:lnTo>
                  <a:pt x="2140" y="404"/>
                </a:lnTo>
                <a:lnTo>
                  <a:pt x="2140" y="411"/>
                </a:lnTo>
                <a:close/>
                <a:moveTo>
                  <a:pt x="2159" y="411"/>
                </a:moveTo>
                <a:lnTo>
                  <a:pt x="2164" y="411"/>
                </a:lnTo>
                <a:lnTo>
                  <a:pt x="2164" y="404"/>
                </a:lnTo>
                <a:lnTo>
                  <a:pt x="2159" y="404"/>
                </a:lnTo>
                <a:lnTo>
                  <a:pt x="2159" y="411"/>
                </a:lnTo>
                <a:close/>
                <a:moveTo>
                  <a:pt x="2176" y="411"/>
                </a:moveTo>
                <a:lnTo>
                  <a:pt x="2183" y="411"/>
                </a:lnTo>
                <a:lnTo>
                  <a:pt x="2183" y="404"/>
                </a:lnTo>
                <a:lnTo>
                  <a:pt x="2176" y="404"/>
                </a:lnTo>
                <a:lnTo>
                  <a:pt x="2176" y="411"/>
                </a:lnTo>
                <a:close/>
                <a:moveTo>
                  <a:pt x="2192" y="411"/>
                </a:moveTo>
                <a:lnTo>
                  <a:pt x="2200" y="411"/>
                </a:lnTo>
                <a:lnTo>
                  <a:pt x="2200" y="404"/>
                </a:lnTo>
                <a:lnTo>
                  <a:pt x="2192" y="404"/>
                </a:lnTo>
                <a:lnTo>
                  <a:pt x="2192" y="411"/>
                </a:lnTo>
                <a:close/>
                <a:moveTo>
                  <a:pt x="2209" y="411"/>
                </a:moveTo>
                <a:lnTo>
                  <a:pt x="2216" y="411"/>
                </a:lnTo>
                <a:lnTo>
                  <a:pt x="2216" y="404"/>
                </a:lnTo>
                <a:lnTo>
                  <a:pt x="2209" y="404"/>
                </a:lnTo>
                <a:lnTo>
                  <a:pt x="2209" y="411"/>
                </a:lnTo>
                <a:close/>
                <a:moveTo>
                  <a:pt x="2226" y="411"/>
                </a:moveTo>
                <a:lnTo>
                  <a:pt x="2233" y="411"/>
                </a:lnTo>
                <a:lnTo>
                  <a:pt x="2233" y="404"/>
                </a:lnTo>
                <a:lnTo>
                  <a:pt x="2226" y="404"/>
                </a:lnTo>
                <a:lnTo>
                  <a:pt x="2226" y="411"/>
                </a:lnTo>
                <a:close/>
                <a:moveTo>
                  <a:pt x="2242" y="411"/>
                </a:moveTo>
                <a:lnTo>
                  <a:pt x="2249" y="411"/>
                </a:lnTo>
                <a:lnTo>
                  <a:pt x="2249" y="404"/>
                </a:lnTo>
                <a:lnTo>
                  <a:pt x="2242" y="404"/>
                </a:lnTo>
                <a:lnTo>
                  <a:pt x="2242" y="411"/>
                </a:lnTo>
                <a:close/>
                <a:moveTo>
                  <a:pt x="2259" y="411"/>
                </a:moveTo>
                <a:lnTo>
                  <a:pt x="2266" y="411"/>
                </a:lnTo>
                <a:lnTo>
                  <a:pt x="2266" y="404"/>
                </a:lnTo>
                <a:lnTo>
                  <a:pt x="2259" y="404"/>
                </a:lnTo>
                <a:lnTo>
                  <a:pt x="2259" y="411"/>
                </a:lnTo>
                <a:close/>
                <a:moveTo>
                  <a:pt x="2275" y="411"/>
                </a:moveTo>
                <a:lnTo>
                  <a:pt x="2282" y="411"/>
                </a:lnTo>
                <a:lnTo>
                  <a:pt x="2282" y="404"/>
                </a:lnTo>
                <a:lnTo>
                  <a:pt x="2275" y="404"/>
                </a:lnTo>
                <a:lnTo>
                  <a:pt x="2275" y="411"/>
                </a:lnTo>
                <a:close/>
                <a:moveTo>
                  <a:pt x="2292" y="411"/>
                </a:moveTo>
                <a:lnTo>
                  <a:pt x="2299" y="411"/>
                </a:lnTo>
                <a:lnTo>
                  <a:pt x="2299" y="404"/>
                </a:lnTo>
                <a:lnTo>
                  <a:pt x="2292" y="404"/>
                </a:lnTo>
                <a:lnTo>
                  <a:pt x="2292" y="411"/>
                </a:lnTo>
                <a:close/>
                <a:moveTo>
                  <a:pt x="2308" y="411"/>
                </a:moveTo>
                <a:lnTo>
                  <a:pt x="2316" y="411"/>
                </a:lnTo>
                <a:lnTo>
                  <a:pt x="2316" y="404"/>
                </a:lnTo>
                <a:lnTo>
                  <a:pt x="2308" y="404"/>
                </a:lnTo>
                <a:lnTo>
                  <a:pt x="2308" y="411"/>
                </a:lnTo>
                <a:close/>
                <a:moveTo>
                  <a:pt x="2325" y="411"/>
                </a:moveTo>
                <a:lnTo>
                  <a:pt x="2332" y="411"/>
                </a:lnTo>
                <a:lnTo>
                  <a:pt x="2332" y="404"/>
                </a:lnTo>
                <a:lnTo>
                  <a:pt x="2325" y="404"/>
                </a:lnTo>
                <a:lnTo>
                  <a:pt x="2325" y="411"/>
                </a:lnTo>
                <a:close/>
                <a:moveTo>
                  <a:pt x="2342" y="411"/>
                </a:moveTo>
                <a:lnTo>
                  <a:pt x="2349" y="411"/>
                </a:lnTo>
                <a:lnTo>
                  <a:pt x="2349" y="404"/>
                </a:lnTo>
                <a:lnTo>
                  <a:pt x="2342" y="404"/>
                </a:lnTo>
                <a:lnTo>
                  <a:pt x="2342" y="411"/>
                </a:lnTo>
                <a:close/>
                <a:moveTo>
                  <a:pt x="2358" y="411"/>
                </a:moveTo>
                <a:lnTo>
                  <a:pt x="2365" y="411"/>
                </a:lnTo>
                <a:lnTo>
                  <a:pt x="2365" y="404"/>
                </a:lnTo>
                <a:lnTo>
                  <a:pt x="2358" y="404"/>
                </a:lnTo>
                <a:lnTo>
                  <a:pt x="2358" y="411"/>
                </a:lnTo>
                <a:close/>
                <a:moveTo>
                  <a:pt x="2375" y="411"/>
                </a:moveTo>
                <a:lnTo>
                  <a:pt x="2382" y="411"/>
                </a:lnTo>
                <a:lnTo>
                  <a:pt x="2382" y="404"/>
                </a:lnTo>
                <a:lnTo>
                  <a:pt x="2375" y="404"/>
                </a:lnTo>
                <a:lnTo>
                  <a:pt x="2375" y="411"/>
                </a:lnTo>
                <a:close/>
                <a:moveTo>
                  <a:pt x="2391" y="411"/>
                </a:moveTo>
                <a:lnTo>
                  <a:pt x="2398" y="411"/>
                </a:lnTo>
                <a:lnTo>
                  <a:pt x="2398" y="404"/>
                </a:lnTo>
                <a:lnTo>
                  <a:pt x="2391" y="404"/>
                </a:lnTo>
                <a:lnTo>
                  <a:pt x="2391" y="411"/>
                </a:lnTo>
                <a:close/>
                <a:moveTo>
                  <a:pt x="2408" y="411"/>
                </a:moveTo>
                <a:lnTo>
                  <a:pt x="2415" y="411"/>
                </a:lnTo>
                <a:lnTo>
                  <a:pt x="2415" y="404"/>
                </a:lnTo>
                <a:lnTo>
                  <a:pt x="2408" y="404"/>
                </a:lnTo>
                <a:lnTo>
                  <a:pt x="2408" y="411"/>
                </a:lnTo>
                <a:close/>
                <a:moveTo>
                  <a:pt x="2427" y="411"/>
                </a:moveTo>
                <a:lnTo>
                  <a:pt x="2434" y="411"/>
                </a:lnTo>
                <a:lnTo>
                  <a:pt x="2434" y="404"/>
                </a:lnTo>
                <a:lnTo>
                  <a:pt x="2427" y="404"/>
                </a:lnTo>
                <a:lnTo>
                  <a:pt x="2427" y="411"/>
                </a:lnTo>
                <a:close/>
                <a:moveTo>
                  <a:pt x="2443" y="411"/>
                </a:moveTo>
                <a:lnTo>
                  <a:pt x="2451" y="411"/>
                </a:lnTo>
                <a:lnTo>
                  <a:pt x="2451" y="404"/>
                </a:lnTo>
                <a:lnTo>
                  <a:pt x="2443" y="404"/>
                </a:lnTo>
                <a:lnTo>
                  <a:pt x="2443" y="411"/>
                </a:lnTo>
                <a:close/>
                <a:moveTo>
                  <a:pt x="2460" y="411"/>
                </a:moveTo>
                <a:lnTo>
                  <a:pt x="2467" y="411"/>
                </a:lnTo>
                <a:lnTo>
                  <a:pt x="2467" y="404"/>
                </a:lnTo>
                <a:lnTo>
                  <a:pt x="2460" y="404"/>
                </a:lnTo>
                <a:lnTo>
                  <a:pt x="2460" y="411"/>
                </a:lnTo>
                <a:close/>
                <a:moveTo>
                  <a:pt x="2477" y="411"/>
                </a:moveTo>
                <a:lnTo>
                  <a:pt x="2484" y="411"/>
                </a:lnTo>
                <a:lnTo>
                  <a:pt x="2484" y="404"/>
                </a:lnTo>
                <a:lnTo>
                  <a:pt x="2477" y="404"/>
                </a:lnTo>
                <a:lnTo>
                  <a:pt x="2477" y="411"/>
                </a:lnTo>
                <a:close/>
                <a:moveTo>
                  <a:pt x="2493" y="411"/>
                </a:moveTo>
                <a:lnTo>
                  <a:pt x="2500" y="411"/>
                </a:lnTo>
                <a:lnTo>
                  <a:pt x="2500" y="404"/>
                </a:lnTo>
                <a:lnTo>
                  <a:pt x="2493" y="404"/>
                </a:lnTo>
                <a:lnTo>
                  <a:pt x="2493" y="411"/>
                </a:lnTo>
                <a:close/>
                <a:moveTo>
                  <a:pt x="2510" y="411"/>
                </a:moveTo>
                <a:lnTo>
                  <a:pt x="2517" y="411"/>
                </a:lnTo>
                <a:lnTo>
                  <a:pt x="2517" y="404"/>
                </a:lnTo>
                <a:lnTo>
                  <a:pt x="2510" y="404"/>
                </a:lnTo>
                <a:lnTo>
                  <a:pt x="2510" y="411"/>
                </a:lnTo>
                <a:close/>
                <a:moveTo>
                  <a:pt x="2526" y="411"/>
                </a:moveTo>
                <a:lnTo>
                  <a:pt x="2533" y="411"/>
                </a:lnTo>
                <a:lnTo>
                  <a:pt x="2533" y="404"/>
                </a:lnTo>
                <a:lnTo>
                  <a:pt x="2526" y="404"/>
                </a:lnTo>
                <a:lnTo>
                  <a:pt x="2526" y="411"/>
                </a:lnTo>
                <a:close/>
                <a:moveTo>
                  <a:pt x="2543" y="411"/>
                </a:moveTo>
                <a:lnTo>
                  <a:pt x="2550" y="411"/>
                </a:lnTo>
                <a:lnTo>
                  <a:pt x="2550" y="404"/>
                </a:lnTo>
                <a:lnTo>
                  <a:pt x="2543" y="404"/>
                </a:lnTo>
                <a:lnTo>
                  <a:pt x="2543" y="411"/>
                </a:lnTo>
                <a:close/>
                <a:moveTo>
                  <a:pt x="2560" y="411"/>
                </a:moveTo>
                <a:lnTo>
                  <a:pt x="2567" y="411"/>
                </a:lnTo>
                <a:lnTo>
                  <a:pt x="2567" y="404"/>
                </a:lnTo>
                <a:lnTo>
                  <a:pt x="2560" y="404"/>
                </a:lnTo>
                <a:lnTo>
                  <a:pt x="2560" y="411"/>
                </a:lnTo>
                <a:close/>
                <a:moveTo>
                  <a:pt x="2576" y="411"/>
                </a:moveTo>
                <a:lnTo>
                  <a:pt x="2583" y="411"/>
                </a:lnTo>
                <a:lnTo>
                  <a:pt x="2583" y="404"/>
                </a:lnTo>
                <a:lnTo>
                  <a:pt x="2576" y="404"/>
                </a:lnTo>
                <a:lnTo>
                  <a:pt x="2576" y="411"/>
                </a:lnTo>
                <a:close/>
                <a:moveTo>
                  <a:pt x="2593" y="411"/>
                </a:moveTo>
                <a:lnTo>
                  <a:pt x="2600" y="411"/>
                </a:lnTo>
                <a:lnTo>
                  <a:pt x="2600" y="404"/>
                </a:lnTo>
                <a:lnTo>
                  <a:pt x="2593" y="404"/>
                </a:lnTo>
                <a:lnTo>
                  <a:pt x="2593" y="411"/>
                </a:lnTo>
                <a:close/>
                <a:moveTo>
                  <a:pt x="2609" y="411"/>
                </a:moveTo>
                <a:lnTo>
                  <a:pt x="2616" y="411"/>
                </a:lnTo>
                <a:lnTo>
                  <a:pt x="2616" y="404"/>
                </a:lnTo>
                <a:lnTo>
                  <a:pt x="2609" y="404"/>
                </a:lnTo>
                <a:lnTo>
                  <a:pt x="2609" y="411"/>
                </a:lnTo>
                <a:close/>
                <a:moveTo>
                  <a:pt x="2626" y="411"/>
                </a:moveTo>
                <a:lnTo>
                  <a:pt x="2633" y="411"/>
                </a:lnTo>
                <a:lnTo>
                  <a:pt x="2633" y="404"/>
                </a:lnTo>
                <a:lnTo>
                  <a:pt x="2626" y="404"/>
                </a:lnTo>
                <a:lnTo>
                  <a:pt x="2626" y="411"/>
                </a:lnTo>
                <a:close/>
                <a:moveTo>
                  <a:pt x="2642" y="411"/>
                </a:moveTo>
                <a:lnTo>
                  <a:pt x="2649" y="411"/>
                </a:lnTo>
                <a:lnTo>
                  <a:pt x="2649" y="404"/>
                </a:lnTo>
                <a:lnTo>
                  <a:pt x="2642" y="404"/>
                </a:lnTo>
                <a:lnTo>
                  <a:pt x="2642" y="411"/>
                </a:lnTo>
                <a:close/>
                <a:moveTo>
                  <a:pt x="2659" y="411"/>
                </a:moveTo>
                <a:lnTo>
                  <a:pt x="2666" y="411"/>
                </a:lnTo>
                <a:lnTo>
                  <a:pt x="2666" y="404"/>
                </a:lnTo>
                <a:lnTo>
                  <a:pt x="2659" y="404"/>
                </a:lnTo>
                <a:lnTo>
                  <a:pt x="2659" y="411"/>
                </a:lnTo>
                <a:close/>
                <a:moveTo>
                  <a:pt x="2678" y="411"/>
                </a:moveTo>
                <a:lnTo>
                  <a:pt x="2683" y="411"/>
                </a:lnTo>
                <a:lnTo>
                  <a:pt x="2683" y="404"/>
                </a:lnTo>
                <a:lnTo>
                  <a:pt x="2678" y="404"/>
                </a:lnTo>
                <a:lnTo>
                  <a:pt x="2678" y="411"/>
                </a:lnTo>
                <a:close/>
                <a:moveTo>
                  <a:pt x="2694" y="411"/>
                </a:moveTo>
                <a:lnTo>
                  <a:pt x="2702" y="411"/>
                </a:lnTo>
                <a:lnTo>
                  <a:pt x="2702" y="404"/>
                </a:lnTo>
                <a:lnTo>
                  <a:pt x="2694" y="404"/>
                </a:lnTo>
                <a:lnTo>
                  <a:pt x="2694" y="411"/>
                </a:lnTo>
                <a:close/>
                <a:moveTo>
                  <a:pt x="2711" y="411"/>
                </a:moveTo>
                <a:lnTo>
                  <a:pt x="2718" y="411"/>
                </a:lnTo>
                <a:lnTo>
                  <a:pt x="2718" y="404"/>
                </a:lnTo>
                <a:lnTo>
                  <a:pt x="2711" y="404"/>
                </a:lnTo>
                <a:lnTo>
                  <a:pt x="2711" y="411"/>
                </a:lnTo>
                <a:close/>
                <a:moveTo>
                  <a:pt x="2728" y="411"/>
                </a:moveTo>
                <a:lnTo>
                  <a:pt x="2735" y="411"/>
                </a:lnTo>
                <a:lnTo>
                  <a:pt x="2735" y="404"/>
                </a:lnTo>
                <a:lnTo>
                  <a:pt x="2728" y="404"/>
                </a:lnTo>
                <a:lnTo>
                  <a:pt x="2728" y="411"/>
                </a:lnTo>
                <a:close/>
                <a:moveTo>
                  <a:pt x="2744" y="411"/>
                </a:moveTo>
                <a:lnTo>
                  <a:pt x="2751" y="411"/>
                </a:lnTo>
                <a:lnTo>
                  <a:pt x="2751" y="404"/>
                </a:lnTo>
                <a:lnTo>
                  <a:pt x="2744" y="404"/>
                </a:lnTo>
                <a:lnTo>
                  <a:pt x="2744" y="411"/>
                </a:lnTo>
                <a:close/>
                <a:moveTo>
                  <a:pt x="2761" y="411"/>
                </a:moveTo>
                <a:lnTo>
                  <a:pt x="2768" y="411"/>
                </a:lnTo>
                <a:lnTo>
                  <a:pt x="2768" y="404"/>
                </a:lnTo>
                <a:lnTo>
                  <a:pt x="2761" y="404"/>
                </a:lnTo>
                <a:lnTo>
                  <a:pt x="2761" y="411"/>
                </a:lnTo>
                <a:close/>
                <a:moveTo>
                  <a:pt x="2794" y="411"/>
                </a:moveTo>
                <a:lnTo>
                  <a:pt x="2801" y="411"/>
                </a:lnTo>
                <a:lnTo>
                  <a:pt x="2801" y="404"/>
                </a:lnTo>
                <a:lnTo>
                  <a:pt x="2794" y="404"/>
                </a:lnTo>
                <a:lnTo>
                  <a:pt x="2794" y="411"/>
                </a:lnTo>
                <a:close/>
                <a:moveTo>
                  <a:pt x="2811" y="411"/>
                </a:moveTo>
                <a:lnTo>
                  <a:pt x="2818" y="411"/>
                </a:lnTo>
                <a:lnTo>
                  <a:pt x="2818" y="404"/>
                </a:lnTo>
                <a:lnTo>
                  <a:pt x="2811" y="404"/>
                </a:lnTo>
                <a:lnTo>
                  <a:pt x="2811" y="411"/>
                </a:lnTo>
                <a:close/>
                <a:moveTo>
                  <a:pt x="2827" y="411"/>
                </a:moveTo>
                <a:lnTo>
                  <a:pt x="2834" y="411"/>
                </a:lnTo>
                <a:lnTo>
                  <a:pt x="2834" y="404"/>
                </a:lnTo>
                <a:lnTo>
                  <a:pt x="2827" y="404"/>
                </a:lnTo>
                <a:lnTo>
                  <a:pt x="2827" y="411"/>
                </a:lnTo>
                <a:close/>
                <a:moveTo>
                  <a:pt x="2844" y="411"/>
                </a:moveTo>
                <a:lnTo>
                  <a:pt x="2851" y="411"/>
                </a:lnTo>
                <a:lnTo>
                  <a:pt x="2851" y="404"/>
                </a:lnTo>
                <a:lnTo>
                  <a:pt x="2844" y="404"/>
                </a:lnTo>
                <a:lnTo>
                  <a:pt x="2844" y="411"/>
                </a:lnTo>
                <a:close/>
                <a:moveTo>
                  <a:pt x="118" y="427"/>
                </a:moveTo>
                <a:lnTo>
                  <a:pt x="125" y="427"/>
                </a:lnTo>
                <a:lnTo>
                  <a:pt x="125" y="420"/>
                </a:lnTo>
                <a:lnTo>
                  <a:pt x="118" y="420"/>
                </a:lnTo>
                <a:lnTo>
                  <a:pt x="118" y="427"/>
                </a:lnTo>
                <a:close/>
                <a:moveTo>
                  <a:pt x="135" y="427"/>
                </a:moveTo>
                <a:lnTo>
                  <a:pt x="142" y="427"/>
                </a:lnTo>
                <a:lnTo>
                  <a:pt x="142" y="420"/>
                </a:lnTo>
                <a:lnTo>
                  <a:pt x="135" y="420"/>
                </a:lnTo>
                <a:lnTo>
                  <a:pt x="135" y="427"/>
                </a:lnTo>
                <a:close/>
                <a:moveTo>
                  <a:pt x="151" y="427"/>
                </a:moveTo>
                <a:lnTo>
                  <a:pt x="158" y="427"/>
                </a:lnTo>
                <a:lnTo>
                  <a:pt x="158" y="420"/>
                </a:lnTo>
                <a:lnTo>
                  <a:pt x="151" y="420"/>
                </a:lnTo>
                <a:lnTo>
                  <a:pt x="151" y="427"/>
                </a:lnTo>
                <a:close/>
                <a:moveTo>
                  <a:pt x="168" y="427"/>
                </a:moveTo>
                <a:lnTo>
                  <a:pt x="175" y="427"/>
                </a:lnTo>
                <a:lnTo>
                  <a:pt x="175" y="420"/>
                </a:lnTo>
                <a:lnTo>
                  <a:pt x="168" y="420"/>
                </a:lnTo>
                <a:lnTo>
                  <a:pt x="168" y="427"/>
                </a:lnTo>
                <a:close/>
                <a:moveTo>
                  <a:pt x="300" y="427"/>
                </a:moveTo>
                <a:lnTo>
                  <a:pt x="307" y="427"/>
                </a:lnTo>
                <a:lnTo>
                  <a:pt x="307" y="420"/>
                </a:lnTo>
                <a:lnTo>
                  <a:pt x="300" y="420"/>
                </a:lnTo>
                <a:lnTo>
                  <a:pt x="300" y="427"/>
                </a:lnTo>
                <a:close/>
                <a:moveTo>
                  <a:pt x="317" y="427"/>
                </a:moveTo>
                <a:lnTo>
                  <a:pt x="324" y="427"/>
                </a:lnTo>
                <a:lnTo>
                  <a:pt x="324" y="420"/>
                </a:lnTo>
                <a:lnTo>
                  <a:pt x="317" y="420"/>
                </a:lnTo>
                <a:lnTo>
                  <a:pt x="317" y="427"/>
                </a:lnTo>
                <a:close/>
                <a:moveTo>
                  <a:pt x="334" y="427"/>
                </a:moveTo>
                <a:lnTo>
                  <a:pt x="341" y="427"/>
                </a:lnTo>
                <a:lnTo>
                  <a:pt x="341" y="420"/>
                </a:lnTo>
                <a:lnTo>
                  <a:pt x="334" y="420"/>
                </a:lnTo>
                <a:lnTo>
                  <a:pt x="334" y="427"/>
                </a:lnTo>
                <a:close/>
                <a:moveTo>
                  <a:pt x="350" y="427"/>
                </a:moveTo>
                <a:lnTo>
                  <a:pt x="357" y="427"/>
                </a:lnTo>
                <a:lnTo>
                  <a:pt x="357" y="420"/>
                </a:lnTo>
                <a:lnTo>
                  <a:pt x="350" y="420"/>
                </a:lnTo>
                <a:lnTo>
                  <a:pt x="350" y="427"/>
                </a:lnTo>
                <a:close/>
                <a:moveTo>
                  <a:pt x="369" y="427"/>
                </a:moveTo>
                <a:lnTo>
                  <a:pt x="376" y="427"/>
                </a:lnTo>
                <a:lnTo>
                  <a:pt x="376" y="420"/>
                </a:lnTo>
                <a:lnTo>
                  <a:pt x="369" y="420"/>
                </a:lnTo>
                <a:lnTo>
                  <a:pt x="369" y="427"/>
                </a:lnTo>
                <a:close/>
                <a:moveTo>
                  <a:pt x="386" y="427"/>
                </a:moveTo>
                <a:lnTo>
                  <a:pt x="393" y="427"/>
                </a:lnTo>
                <a:lnTo>
                  <a:pt x="393" y="420"/>
                </a:lnTo>
                <a:lnTo>
                  <a:pt x="386" y="420"/>
                </a:lnTo>
                <a:lnTo>
                  <a:pt x="386" y="427"/>
                </a:lnTo>
                <a:close/>
                <a:moveTo>
                  <a:pt x="402" y="427"/>
                </a:moveTo>
                <a:lnTo>
                  <a:pt x="409" y="427"/>
                </a:lnTo>
                <a:lnTo>
                  <a:pt x="409" y="420"/>
                </a:lnTo>
                <a:lnTo>
                  <a:pt x="402" y="420"/>
                </a:lnTo>
                <a:lnTo>
                  <a:pt x="402" y="427"/>
                </a:lnTo>
                <a:close/>
                <a:moveTo>
                  <a:pt x="419" y="427"/>
                </a:moveTo>
                <a:lnTo>
                  <a:pt x="426" y="427"/>
                </a:lnTo>
                <a:lnTo>
                  <a:pt x="426" y="420"/>
                </a:lnTo>
                <a:lnTo>
                  <a:pt x="419" y="420"/>
                </a:lnTo>
                <a:lnTo>
                  <a:pt x="419" y="427"/>
                </a:lnTo>
                <a:close/>
                <a:moveTo>
                  <a:pt x="435" y="427"/>
                </a:moveTo>
                <a:lnTo>
                  <a:pt x="442" y="427"/>
                </a:lnTo>
                <a:lnTo>
                  <a:pt x="442" y="420"/>
                </a:lnTo>
                <a:lnTo>
                  <a:pt x="435" y="420"/>
                </a:lnTo>
                <a:lnTo>
                  <a:pt x="435" y="427"/>
                </a:lnTo>
                <a:close/>
                <a:moveTo>
                  <a:pt x="452" y="427"/>
                </a:moveTo>
                <a:lnTo>
                  <a:pt x="459" y="427"/>
                </a:lnTo>
                <a:lnTo>
                  <a:pt x="459" y="420"/>
                </a:lnTo>
                <a:lnTo>
                  <a:pt x="452" y="420"/>
                </a:lnTo>
                <a:lnTo>
                  <a:pt x="452" y="427"/>
                </a:lnTo>
                <a:close/>
                <a:moveTo>
                  <a:pt x="469" y="427"/>
                </a:moveTo>
                <a:lnTo>
                  <a:pt x="476" y="427"/>
                </a:lnTo>
                <a:lnTo>
                  <a:pt x="476" y="420"/>
                </a:lnTo>
                <a:lnTo>
                  <a:pt x="469" y="420"/>
                </a:lnTo>
                <a:lnTo>
                  <a:pt x="469" y="427"/>
                </a:lnTo>
                <a:close/>
                <a:moveTo>
                  <a:pt x="485" y="427"/>
                </a:moveTo>
                <a:lnTo>
                  <a:pt x="492" y="427"/>
                </a:lnTo>
                <a:lnTo>
                  <a:pt x="492" y="420"/>
                </a:lnTo>
                <a:lnTo>
                  <a:pt x="485" y="420"/>
                </a:lnTo>
                <a:lnTo>
                  <a:pt x="485" y="427"/>
                </a:lnTo>
                <a:close/>
                <a:moveTo>
                  <a:pt x="502" y="427"/>
                </a:moveTo>
                <a:lnTo>
                  <a:pt x="509" y="427"/>
                </a:lnTo>
                <a:lnTo>
                  <a:pt x="509" y="420"/>
                </a:lnTo>
                <a:lnTo>
                  <a:pt x="502" y="420"/>
                </a:lnTo>
                <a:lnTo>
                  <a:pt x="502" y="427"/>
                </a:lnTo>
                <a:close/>
                <a:moveTo>
                  <a:pt x="518" y="427"/>
                </a:moveTo>
                <a:lnTo>
                  <a:pt x="525" y="427"/>
                </a:lnTo>
                <a:lnTo>
                  <a:pt x="525" y="420"/>
                </a:lnTo>
                <a:lnTo>
                  <a:pt x="518" y="420"/>
                </a:lnTo>
                <a:lnTo>
                  <a:pt x="518" y="427"/>
                </a:lnTo>
                <a:close/>
                <a:moveTo>
                  <a:pt x="535" y="427"/>
                </a:moveTo>
                <a:lnTo>
                  <a:pt x="542" y="427"/>
                </a:lnTo>
                <a:lnTo>
                  <a:pt x="542" y="420"/>
                </a:lnTo>
                <a:lnTo>
                  <a:pt x="535" y="420"/>
                </a:lnTo>
                <a:lnTo>
                  <a:pt x="535" y="427"/>
                </a:lnTo>
                <a:close/>
                <a:moveTo>
                  <a:pt x="551" y="427"/>
                </a:moveTo>
                <a:lnTo>
                  <a:pt x="559" y="427"/>
                </a:lnTo>
                <a:lnTo>
                  <a:pt x="559" y="420"/>
                </a:lnTo>
                <a:lnTo>
                  <a:pt x="551" y="420"/>
                </a:lnTo>
                <a:lnTo>
                  <a:pt x="551" y="427"/>
                </a:lnTo>
                <a:close/>
                <a:moveTo>
                  <a:pt x="568" y="427"/>
                </a:moveTo>
                <a:lnTo>
                  <a:pt x="575" y="427"/>
                </a:lnTo>
                <a:lnTo>
                  <a:pt x="575" y="420"/>
                </a:lnTo>
                <a:lnTo>
                  <a:pt x="568" y="420"/>
                </a:lnTo>
                <a:lnTo>
                  <a:pt x="568" y="427"/>
                </a:lnTo>
                <a:close/>
                <a:moveTo>
                  <a:pt x="585" y="427"/>
                </a:moveTo>
                <a:lnTo>
                  <a:pt x="592" y="427"/>
                </a:lnTo>
                <a:lnTo>
                  <a:pt x="592" y="420"/>
                </a:lnTo>
                <a:lnTo>
                  <a:pt x="585" y="420"/>
                </a:lnTo>
                <a:lnTo>
                  <a:pt x="585" y="427"/>
                </a:lnTo>
                <a:close/>
                <a:moveTo>
                  <a:pt x="601" y="427"/>
                </a:moveTo>
                <a:lnTo>
                  <a:pt x="608" y="427"/>
                </a:lnTo>
                <a:lnTo>
                  <a:pt x="608" y="420"/>
                </a:lnTo>
                <a:lnTo>
                  <a:pt x="601" y="420"/>
                </a:lnTo>
                <a:lnTo>
                  <a:pt x="601" y="427"/>
                </a:lnTo>
                <a:close/>
                <a:moveTo>
                  <a:pt x="620" y="427"/>
                </a:moveTo>
                <a:lnTo>
                  <a:pt x="625" y="427"/>
                </a:lnTo>
                <a:lnTo>
                  <a:pt x="625" y="420"/>
                </a:lnTo>
                <a:lnTo>
                  <a:pt x="620" y="420"/>
                </a:lnTo>
                <a:lnTo>
                  <a:pt x="620" y="427"/>
                </a:lnTo>
                <a:close/>
                <a:moveTo>
                  <a:pt x="637" y="427"/>
                </a:moveTo>
                <a:lnTo>
                  <a:pt x="644" y="427"/>
                </a:lnTo>
                <a:lnTo>
                  <a:pt x="644" y="420"/>
                </a:lnTo>
                <a:lnTo>
                  <a:pt x="637" y="420"/>
                </a:lnTo>
                <a:lnTo>
                  <a:pt x="637" y="427"/>
                </a:lnTo>
                <a:close/>
                <a:moveTo>
                  <a:pt x="653" y="427"/>
                </a:moveTo>
                <a:lnTo>
                  <a:pt x="660" y="427"/>
                </a:lnTo>
                <a:lnTo>
                  <a:pt x="660" y="420"/>
                </a:lnTo>
                <a:lnTo>
                  <a:pt x="653" y="420"/>
                </a:lnTo>
                <a:lnTo>
                  <a:pt x="653" y="427"/>
                </a:lnTo>
                <a:close/>
                <a:moveTo>
                  <a:pt x="670" y="427"/>
                </a:moveTo>
                <a:lnTo>
                  <a:pt x="677" y="427"/>
                </a:lnTo>
                <a:lnTo>
                  <a:pt x="677" y="420"/>
                </a:lnTo>
                <a:lnTo>
                  <a:pt x="670" y="420"/>
                </a:lnTo>
                <a:lnTo>
                  <a:pt x="670" y="427"/>
                </a:lnTo>
                <a:close/>
                <a:moveTo>
                  <a:pt x="686" y="427"/>
                </a:moveTo>
                <a:lnTo>
                  <a:pt x="693" y="427"/>
                </a:lnTo>
                <a:lnTo>
                  <a:pt x="693" y="420"/>
                </a:lnTo>
                <a:lnTo>
                  <a:pt x="686" y="420"/>
                </a:lnTo>
                <a:lnTo>
                  <a:pt x="686" y="427"/>
                </a:lnTo>
                <a:close/>
                <a:moveTo>
                  <a:pt x="703" y="427"/>
                </a:moveTo>
                <a:lnTo>
                  <a:pt x="710" y="427"/>
                </a:lnTo>
                <a:lnTo>
                  <a:pt x="710" y="420"/>
                </a:lnTo>
                <a:lnTo>
                  <a:pt x="703" y="420"/>
                </a:lnTo>
                <a:lnTo>
                  <a:pt x="703" y="427"/>
                </a:lnTo>
                <a:close/>
                <a:moveTo>
                  <a:pt x="802" y="427"/>
                </a:moveTo>
                <a:lnTo>
                  <a:pt x="810" y="427"/>
                </a:lnTo>
                <a:lnTo>
                  <a:pt x="810" y="420"/>
                </a:lnTo>
                <a:lnTo>
                  <a:pt x="802" y="420"/>
                </a:lnTo>
                <a:lnTo>
                  <a:pt x="802" y="427"/>
                </a:lnTo>
                <a:close/>
                <a:moveTo>
                  <a:pt x="819" y="427"/>
                </a:moveTo>
                <a:lnTo>
                  <a:pt x="826" y="427"/>
                </a:lnTo>
                <a:lnTo>
                  <a:pt x="826" y="420"/>
                </a:lnTo>
                <a:lnTo>
                  <a:pt x="819" y="420"/>
                </a:lnTo>
                <a:lnTo>
                  <a:pt x="819" y="427"/>
                </a:lnTo>
                <a:close/>
                <a:moveTo>
                  <a:pt x="836" y="427"/>
                </a:moveTo>
                <a:lnTo>
                  <a:pt x="843" y="427"/>
                </a:lnTo>
                <a:lnTo>
                  <a:pt x="843" y="420"/>
                </a:lnTo>
                <a:lnTo>
                  <a:pt x="836" y="420"/>
                </a:lnTo>
                <a:lnTo>
                  <a:pt x="836" y="427"/>
                </a:lnTo>
                <a:close/>
                <a:moveTo>
                  <a:pt x="852" y="427"/>
                </a:moveTo>
                <a:lnTo>
                  <a:pt x="859" y="427"/>
                </a:lnTo>
                <a:lnTo>
                  <a:pt x="859" y="420"/>
                </a:lnTo>
                <a:lnTo>
                  <a:pt x="852" y="420"/>
                </a:lnTo>
                <a:lnTo>
                  <a:pt x="852" y="427"/>
                </a:lnTo>
                <a:close/>
                <a:moveTo>
                  <a:pt x="871" y="427"/>
                </a:moveTo>
                <a:lnTo>
                  <a:pt x="876" y="427"/>
                </a:lnTo>
                <a:lnTo>
                  <a:pt x="876" y="420"/>
                </a:lnTo>
                <a:lnTo>
                  <a:pt x="871" y="420"/>
                </a:lnTo>
                <a:lnTo>
                  <a:pt x="871" y="427"/>
                </a:lnTo>
                <a:close/>
                <a:moveTo>
                  <a:pt x="888" y="427"/>
                </a:moveTo>
                <a:lnTo>
                  <a:pt x="895" y="427"/>
                </a:lnTo>
                <a:lnTo>
                  <a:pt x="895" y="420"/>
                </a:lnTo>
                <a:lnTo>
                  <a:pt x="888" y="420"/>
                </a:lnTo>
                <a:lnTo>
                  <a:pt x="888" y="427"/>
                </a:lnTo>
                <a:close/>
                <a:moveTo>
                  <a:pt x="904" y="427"/>
                </a:moveTo>
                <a:lnTo>
                  <a:pt x="911" y="427"/>
                </a:lnTo>
                <a:lnTo>
                  <a:pt x="911" y="420"/>
                </a:lnTo>
                <a:lnTo>
                  <a:pt x="904" y="420"/>
                </a:lnTo>
                <a:lnTo>
                  <a:pt x="904" y="427"/>
                </a:lnTo>
                <a:close/>
                <a:moveTo>
                  <a:pt x="921" y="427"/>
                </a:moveTo>
                <a:lnTo>
                  <a:pt x="928" y="427"/>
                </a:lnTo>
                <a:lnTo>
                  <a:pt x="928" y="420"/>
                </a:lnTo>
                <a:lnTo>
                  <a:pt x="921" y="420"/>
                </a:lnTo>
                <a:lnTo>
                  <a:pt x="921" y="427"/>
                </a:lnTo>
                <a:close/>
                <a:moveTo>
                  <a:pt x="937" y="427"/>
                </a:moveTo>
                <a:lnTo>
                  <a:pt x="944" y="427"/>
                </a:lnTo>
                <a:lnTo>
                  <a:pt x="944" y="420"/>
                </a:lnTo>
                <a:lnTo>
                  <a:pt x="937" y="420"/>
                </a:lnTo>
                <a:lnTo>
                  <a:pt x="937" y="427"/>
                </a:lnTo>
                <a:close/>
                <a:moveTo>
                  <a:pt x="1390" y="427"/>
                </a:moveTo>
                <a:lnTo>
                  <a:pt x="1394" y="427"/>
                </a:lnTo>
                <a:lnTo>
                  <a:pt x="1394" y="420"/>
                </a:lnTo>
                <a:lnTo>
                  <a:pt x="1390" y="420"/>
                </a:lnTo>
                <a:lnTo>
                  <a:pt x="1390" y="427"/>
                </a:lnTo>
                <a:close/>
                <a:moveTo>
                  <a:pt x="1406" y="427"/>
                </a:moveTo>
                <a:lnTo>
                  <a:pt x="1413" y="427"/>
                </a:lnTo>
                <a:lnTo>
                  <a:pt x="1413" y="420"/>
                </a:lnTo>
                <a:lnTo>
                  <a:pt x="1406" y="420"/>
                </a:lnTo>
                <a:lnTo>
                  <a:pt x="1406" y="427"/>
                </a:lnTo>
                <a:close/>
                <a:moveTo>
                  <a:pt x="1423" y="427"/>
                </a:moveTo>
                <a:lnTo>
                  <a:pt x="1430" y="427"/>
                </a:lnTo>
                <a:lnTo>
                  <a:pt x="1430" y="420"/>
                </a:lnTo>
                <a:lnTo>
                  <a:pt x="1423" y="420"/>
                </a:lnTo>
                <a:lnTo>
                  <a:pt x="1423" y="427"/>
                </a:lnTo>
                <a:close/>
                <a:moveTo>
                  <a:pt x="1439" y="427"/>
                </a:moveTo>
                <a:lnTo>
                  <a:pt x="1447" y="427"/>
                </a:lnTo>
                <a:lnTo>
                  <a:pt x="1447" y="420"/>
                </a:lnTo>
                <a:lnTo>
                  <a:pt x="1439" y="420"/>
                </a:lnTo>
                <a:lnTo>
                  <a:pt x="1439" y="427"/>
                </a:lnTo>
                <a:close/>
                <a:moveTo>
                  <a:pt x="1506" y="427"/>
                </a:moveTo>
                <a:lnTo>
                  <a:pt x="1513" y="427"/>
                </a:lnTo>
                <a:lnTo>
                  <a:pt x="1513" y="420"/>
                </a:lnTo>
                <a:lnTo>
                  <a:pt x="1506" y="420"/>
                </a:lnTo>
                <a:lnTo>
                  <a:pt x="1506" y="427"/>
                </a:lnTo>
                <a:close/>
                <a:moveTo>
                  <a:pt x="1522" y="427"/>
                </a:moveTo>
                <a:lnTo>
                  <a:pt x="1529" y="427"/>
                </a:lnTo>
                <a:lnTo>
                  <a:pt x="1529" y="420"/>
                </a:lnTo>
                <a:lnTo>
                  <a:pt x="1522" y="420"/>
                </a:lnTo>
                <a:lnTo>
                  <a:pt x="1522" y="427"/>
                </a:lnTo>
                <a:close/>
                <a:moveTo>
                  <a:pt x="1539" y="427"/>
                </a:moveTo>
                <a:lnTo>
                  <a:pt x="1546" y="427"/>
                </a:lnTo>
                <a:lnTo>
                  <a:pt x="1546" y="420"/>
                </a:lnTo>
                <a:lnTo>
                  <a:pt x="1539" y="420"/>
                </a:lnTo>
                <a:lnTo>
                  <a:pt x="1539" y="427"/>
                </a:lnTo>
                <a:close/>
                <a:moveTo>
                  <a:pt x="1555" y="427"/>
                </a:moveTo>
                <a:lnTo>
                  <a:pt x="1563" y="427"/>
                </a:lnTo>
                <a:lnTo>
                  <a:pt x="1563" y="420"/>
                </a:lnTo>
                <a:lnTo>
                  <a:pt x="1555" y="420"/>
                </a:lnTo>
                <a:lnTo>
                  <a:pt x="1555" y="427"/>
                </a:lnTo>
                <a:close/>
                <a:moveTo>
                  <a:pt x="1572" y="427"/>
                </a:moveTo>
                <a:lnTo>
                  <a:pt x="1579" y="427"/>
                </a:lnTo>
                <a:lnTo>
                  <a:pt x="1579" y="420"/>
                </a:lnTo>
                <a:lnTo>
                  <a:pt x="1572" y="420"/>
                </a:lnTo>
                <a:lnTo>
                  <a:pt x="1572" y="427"/>
                </a:lnTo>
                <a:close/>
                <a:moveTo>
                  <a:pt x="1589" y="427"/>
                </a:moveTo>
                <a:lnTo>
                  <a:pt x="1596" y="427"/>
                </a:lnTo>
                <a:lnTo>
                  <a:pt x="1596" y="420"/>
                </a:lnTo>
                <a:lnTo>
                  <a:pt x="1589" y="420"/>
                </a:lnTo>
                <a:lnTo>
                  <a:pt x="1589" y="427"/>
                </a:lnTo>
                <a:close/>
                <a:moveTo>
                  <a:pt x="1605" y="427"/>
                </a:moveTo>
                <a:lnTo>
                  <a:pt x="1612" y="427"/>
                </a:lnTo>
                <a:lnTo>
                  <a:pt x="1612" y="420"/>
                </a:lnTo>
                <a:lnTo>
                  <a:pt x="1605" y="420"/>
                </a:lnTo>
                <a:lnTo>
                  <a:pt x="1605" y="427"/>
                </a:lnTo>
                <a:close/>
                <a:moveTo>
                  <a:pt x="1622" y="427"/>
                </a:moveTo>
                <a:lnTo>
                  <a:pt x="1629" y="427"/>
                </a:lnTo>
                <a:lnTo>
                  <a:pt x="1629" y="420"/>
                </a:lnTo>
                <a:lnTo>
                  <a:pt x="1622" y="420"/>
                </a:lnTo>
                <a:lnTo>
                  <a:pt x="1622" y="427"/>
                </a:lnTo>
                <a:close/>
                <a:moveTo>
                  <a:pt x="1638" y="427"/>
                </a:moveTo>
                <a:lnTo>
                  <a:pt x="1645" y="427"/>
                </a:lnTo>
                <a:lnTo>
                  <a:pt x="1645" y="420"/>
                </a:lnTo>
                <a:lnTo>
                  <a:pt x="1638" y="420"/>
                </a:lnTo>
                <a:lnTo>
                  <a:pt x="1638" y="427"/>
                </a:lnTo>
                <a:close/>
                <a:moveTo>
                  <a:pt x="1657" y="427"/>
                </a:moveTo>
                <a:lnTo>
                  <a:pt x="1664" y="427"/>
                </a:lnTo>
                <a:lnTo>
                  <a:pt x="1664" y="420"/>
                </a:lnTo>
                <a:lnTo>
                  <a:pt x="1657" y="420"/>
                </a:lnTo>
                <a:lnTo>
                  <a:pt x="1657" y="427"/>
                </a:lnTo>
                <a:close/>
                <a:moveTo>
                  <a:pt x="1674" y="427"/>
                </a:moveTo>
                <a:lnTo>
                  <a:pt x="1681" y="427"/>
                </a:lnTo>
                <a:lnTo>
                  <a:pt x="1681" y="420"/>
                </a:lnTo>
                <a:lnTo>
                  <a:pt x="1674" y="420"/>
                </a:lnTo>
                <a:lnTo>
                  <a:pt x="1674" y="427"/>
                </a:lnTo>
                <a:close/>
                <a:moveTo>
                  <a:pt x="1690" y="427"/>
                </a:moveTo>
                <a:lnTo>
                  <a:pt x="1698" y="427"/>
                </a:lnTo>
                <a:lnTo>
                  <a:pt x="1698" y="420"/>
                </a:lnTo>
                <a:lnTo>
                  <a:pt x="1690" y="420"/>
                </a:lnTo>
                <a:lnTo>
                  <a:pt x="1690" y="427"/>
                </a:lnTo>
                <a:close/>
                <a:moveTo>
                  <a:pt x="1707" y="427"/>
                </a:moveTo>
                <a:lnTo>
                  <a:pt x="1714" y="427"/>
                </a:lnTo>
                <a:lnTo>
                  <a:pt x="1714" y="420"/>
                </a:lnTo>
                <a:lnTo>
                  <a:pt x="1707" y="420"/>
                </a:lnTo>
                <a:lnTo>
                  <a:pt x="1707" y="427"/>
                </a:lnTo>
                <a:close/>
                <a:moveTo>
                  <a:pt x="1724" y="427"/>
                </a:moveTo>
                <a:lnTo>
                  <a:pt x="1731" y="427"/>
                </a:lnTo>
                <a:lnTo>
                  <a:pt x="1731" y="420"/>
                </a:lnTo>
                <a:lnTo>
                  <a:pt x="1724" y="420"/>
                </a:lnTo>
                <a:lnTo>
                  <a:pt x="1724" y="427"/>
                </a:lnTo>
                <a:close/>
                <a:moveTo>
                  <a:pt x="1740" y="427"/>
                </a:moveTo>
                <a:lnTo>
                  <a:pt x="1747" y="427"/>
                </a:lnTo>
                <a:lnTo>
                  <a:pt x="1747" y="420"/>
                </a:lnTo>
                <a:lnTo>
                  <a:pt x="1740" y="420"/>
                </a:lnTo>
                <a:lnTo>
                  <a:pt x="1740" y="427"/>
                </a:lnTo>
                <a:close/>
                <a:moveTo>
                  <a:pt x="1757" y="427"/>
                </a:moveTo>
                <a:lnTo>
                  <a:pt x="1764" y="427"/>
                </a:lnTo>
                <a:lnTo>
                  <a:pt x="1764" y="420"/>
                </a:lnTo>
                <a:lnTo>
                  <a:pt x="1757" y="420"/>
                </a:lnTo>
                <a:lnTo>
                  <a:pt x="1757" y="427"/>
                </a:lnTo>
                <a:close/>
                <a:moveTo>
                  <a:pt x="1773" y="427"/>
                </a:moveTo>
                <a:lnTo>
                  <a:pt x="1780" y="427"/>
                </a:lnTo>
                <a:lnTo>
                  <a:pt x="1780" y="420"/>
                </a:lnTo>
                <a:lnTo>
                  <a:pt x="1773" y="420"/>
                </a:lnTo>
                <a:lnTo>
                  <a:pt x="1773" y="427"/>
                </a:lnTo>
                <a:close/>
                <a:moveTo>
                  <a:pt x="1790" y="427"/>
                </a:moveTo>
                <a:lnTo>
                  <a:pt x="1797" y="427"/>
                </a:lnTo>
                <a:lnTo>
                  <a:pt x="1797" y="420"/>
                </a:lnTo>
                <a:lnTo>
                  <a:pt x="1790" y="420"/>
                </a:lnTo>
                <a:lnTo>
                  <a:pt x="1790" y="427"/>
                </a:lnTo>
                <a:close/>
                <a:moveTo>
                  <a:pt x="1806" y="427"/>
                </a:moveTo>
                <a:lnTo>
                  <a:pt x="1814" y="427"/>
                </a:lnTo>
                <a:lnTo>
                  <a:pt x="1814" y="420"/>
                </a:lnTo>
                <a:lnTo>
                  <a:pt x="1806" y="420"/>
                </a:lnTo>
                <a:lnTo>
                  <a:pt x="1806" y="427"/>
                </a:lnTo>
                <a:close/>
                <a:moveTo>
                  <a:pt x="1823" y="427"/>
                </a:moveTo>
                <a:lnTo>
                  <a:pt x="1830" y="427"/>
                </a:lnTo>
                <a:lnTo>
                  <a:pt x="1830" y="420"/>
                </a:lnTo>
                <a:lnTo>
                  <a:pt x="1823" y="420"/>
                </a:lnTo>
                <a:lnTo>
                  <a:pt x="1823" y="427"/>
                </a:lnTo>
                <a:close/>
                <a:moveTo>
                  <a:pt x="1840" y="427"/>
                </a:moveTo>
                <a:lnTo>
                  <a:pt x="1847" y="427"/>
                </a:lnTo>
                <a:lnTo>
                  <a:pt x="1847" y="420"/>
                </a:lnTo>
                <a:lnTo>
                  <a:pt x="1840" y="420"/>
                </a:lnTo>
                <a:lnTo>
                  <a:pt x="1840" y="427"/>
                </a:lnTo>
                <a:close/>
                <a:moveTo>
                  <a:pt x="1856" y="427"/>
                </a:moveTo>
                <a:lnTo>
                  <a:pt x="1863" y="427"/>
                </a:lnTo>
                <a:lnTo>
                  <a:pt x="1863" y="420"/>
                </a:lnTo>
                <a:lnTo>
                  <a:pt x="1856" y="420"/>
                </a:lnTo>
                <a:lnTo>
                  <a:pt x="1856" y="427"/>
                </a:lnTo>
                <a:close/>
                <a:moveTo>
                  <a:pt x="1873" y="427"/>
                </a:moveTo>
                <a:lnTo>
                  <a:pt x="1880" y="427"/>
                </a:lnTo>
                <a:lnTo>
                  <a:pt x="1880" y="420"/>
                </a:lnTo>
                <a:lnTo>
                  <a:pt x="1873" y="420"/>
                </a:lnTo>
                <a:lnTo>
                  <a:pt x="1873" y="427"/>
                </a:lnTo>
                <a:close/>
                <a:moveTo>
                  <a:pt x="1889" y="427"/>
                </a:moveTo>
                <a:lnTo>
                  <a:pt x="1896" y="427"/>
                </a:lnTo>
                <a:lnTo>
                  <a:pt x="1896" y="420"/>
                </a:lnTo>
                <a:lnTo>
                  <a:pt x="1889" y="420"/>
                </a:lnTo>
                <a:lnTo>
                  <a:pt x="1889" y="427"/>
                </a:lnTo>
                <a:close/>
                <a:moveTo>
                  <a:pt x="1908" y="427"/>
                </a:moveTo>
                <a:lnTo>
                  <a:pt x="1915" y="427"/>
                </a:lnTo>
                <a:lnTo>
                  <a:pt x="1915" y="420"/>
                </a:lnTo>
                <a:lnTo>
                  <a:pt x="1908" y="420"/>
                </a:lnTo>
                <a:lnTo>
                  <a:pt x="1908" y="427"/>
                </a:lnTo>
                <a:close/>
                <a:moveTo>
                  <a:pt x="1925" y="427"/>
                </a:moveTo>
                <a:lnTo>
                  <a:pt x="1932" y="427"/>
                </a:lnTo>
                <a:lnTo>
                  <a:pt x="1932" y="420"/>
                </a:lnTo>
                <a:lnTo>
                  <a:pt x="1925" y="420"/>
                </a:lnTo>
                <a:lnTo>
                  <a:pt x="1925" y="427"/>
                </a:lnTo>
                <a:close/>
                <a:moveTo>
                  <a:pt x="1941" y="427"/>
                </a:moveTo>
                <a:lnTo>
                  <a:pt x="1949" y="427"/>
                </a:lnTo>
                <a:lnTo>
                  <a:pt x="1949" y="420"/>
                </a:lnTo>
                <a:lnTo>
                  <a:pt x="1941" y="420"/>
                </a:lnTo>
                <a:lnTo>
                  <a:pt x="1941" y="427"/>
                </a:lnTo>
                <a:close/>
                <a:moveTo>
                  <a:pt x="1958" y="427"/>
                </a:moveTo>
                <a:lnTo>
                  <a:pt x="1965" y="427"/>
                </a:lnTo>
                <a:lnTo>
                  <a:pt x="1965" y="420"/>
                </a:lnTo>
                <a:lnTo>
                  <a:pt x="1958" y="420"/>
                </a:lnTo>
                <a:lnTo>
                  <a:pt x="1958" y="427"/>
                </a:lnTo>
                <a:close/>
                <a:moveTo>
                  <a:pt x="1975" y="427"/>
                </a:moveTo>
                <a:lnTo>
                  <a:pt x="1982" y="427"/>
                </a:lnTo>
                <a:lnTo>
                  <a:pt x="1982" y="420"/>
                </a:lnTo>
                <a:lnTo>
                  <a:pt x="1975" y="420"/>
                </a:lnTo>
                <a:lnTo>
                  <a:pt x="1975" y="427"/>
                </a:lnTo>
                <a:close/>
                <a:moveTo>
                  <a:pt x="1991" y="427"/>
                </a:moveTo>
                <a:lnTo>
                  <a:pt x="1998" y="427"/>
                </a:lnTo>
                <a:lnTo>
                  <a:pt x="1998" y="420"/>
                </a:lnTo>
                <a:lnTo>
                  <a:pt x="1991" y="420"/>
                </a:lnTo>
                <a:lnTo>
                  <a:pt x="1991" y="427"/>
                </a:lnTo>
                <a:close/>
                <a:moveTo>
                  <a:pt x="2008" y="427"/>
                </a:moveTo>
                <a:lnTo>
                  <a:pt x="2015" y="427"/>
                </a:lnTo>
                <a:lnTo>
                  <a:pt x="2015" y="420"/>
                </a:lnTo>
                <a:lnTo>
                  <a:pt x="2008" y="420"/>
                </a:lnTo>
                <a:lnTo>
                  <a:pt x="2008" y="427"/>
                </a:lnTo>
                <a:close/>
                <a:moveTo>
                  <a:pt x="2024" y="427"/>
                </a:moveTo>
                <a:lnTo>
                  <a:pt x="2031" y="427"/>
                </a:lnTo>
                <a:lnTo>
                  <a:pt x="2031" y="420"/>
                </a:lnTo>
                <a:lnTo>
                  <a:pt x="2024" y="420"/>
                </a:lnTo>
                <a:lnTo>
                  <a:pt x="2024" y="427"/>
                </a:lnTo>
                <a:close/>
                <a:moveTo>
                  <a:pt x="2041" y="427"/>
                </a:moveTo>
                <a:lnTo>
                  <a:pt x="2048" y="427"/>
                </a:lnTo>
                <a:lnTo>
                  <a:pt x="2048" y="420"/>
                </a:lnTo>
                <a:lnTo>
                  <a:pt x="2041" y="420"/>
                </a:lnTo>
                <a:lnTo>
                  <a:pt x="2041" y="427"/>
                </a:lnTo>
                <a:close/>
                <a:moveTo>
                  <a:pt x="2057" y="427"/>
                </a:moveTo>
                <a:lnTo>
                  <a:pt x="2065" y="427"/>
                </a:lnTo>
                <a:lnTo>
                  <a:pt x="2065" y="420"/>
                </a:lnTo>
                <a:lnTo>
                  <a:pt x="2057" y="420"/>
                </a:lnTo>
                <a:lnTo>
                  <a:pt x="2057" y="427"/>
                </a:lnTo>
                <a:close/>
                <a:moveTo>
                  <a:pt x="2074" y="427"/>
                </a:moveTo>
                <a:lnTo>
                  <a:pt x="2081" y="427"/>
                </a:lnTo>
                <a:lnTo>
                  <a:pt x="2081" y="420"/>
                </a:lnTo>
                <a:lnTo>
                  <a:pt x="2074" y="420"/>
                </a:lnTo>
                <a:lnTo>
                  <a:pt x="2074" y="427"/>
                </a:lnTo>
                <a:close/>
                <a:moveTo>
                  <a:pt x="2091" y="427"/>
                </a:moveTo>
                <a:lnTo>
                  <a:pt x="2098" y="427"/>
                </a:lnTo>
                <a:lnTo>
                  <a:pt x="2098" y="420"/>
                </a:lnTo>
                <a:lnTo>
                  <a:pt x="2091" y="420"/>
                </a:lnTo>
                <a:lnTo>
                  <a:pt x="2091" y="427"/>
                </a:lnTo>
                <a:close/>
                <a:moveTo>
                  <a:pt x="2107" y="427"/>
                </a:moveTo>
                <a:lnTo>
                  <a:pt x="2114" y="427"/>
                </a:lnTo>
                <a:lnTo>
                  <a:pt x="2114" y="420"/>
                </a:lnTo>
                <a:lnTo>
                  <a:pt x="2107" y="420"/>
                </a:lnTo>
                <a:lnTo>
                  <a:pt x="2107" y="427"/>
                </a:lnTo>
                <a:close/>
                <a:moveTo>
                  <a:pt x="2124" y="427"/>
                </a:moveTo>
                <a:lnTo>
                  <a:pt x="2131" y="427"/>
                </a:lnTo>
                <a:lnTo>
                  <a:pt x="2131" y="420"/>
                </a:lnTo>
                <a:lnTo>
                  <a:pt x="2124" y="420"/>
                </a:lnTo>
                <a:lnTo>
                  <a:pt x="2124" y="427"/>
                </a:lnTo>
                <a:close/>
                <a:moveTo>
                  <a:pt x="2140" y="427"/>
                </a:moveTo>
                <a:lnTo>
                  <a:pt x="2147" y="427"/>
                </a:lnTo>
                <a:lnTo>
                  <a:pt x="2147" y="420"/>
                </a:lnTo>
                <a:lnTo>
                  <a:pt x="2140" y="420"/>
                </a:lnTo>
                <a:lnTo>
                  <a:pt x="2140" y="427"/>
                </a:lnTo>
                <a:close/>
                <a:moveTo>
                  <a:pt x="2159" y="427"/>
                </a:moveTo>
                <a:lnTo>
                  <a:pt x="2164" y="427"/>
                </a:lnTo>
                <a:lnTo>
                  <a:pt x="2164" y="420"/>
                </a:lnTo>
                <a:lnTo>
                  <a:pt x="2159" y="420"/>
                </a:lnTo>
                <a:lnTo>
                  <a:pt x="2159" y="427"/>
                </a:lnTo>
                <a:close/>
                <a:moveTo>
                  <a:pt x="2176" y="427"/>
                </a:moveTo>
                <a:lnTo>
                  <a:pt x="2183" y="427"/>
                </a:lnTo>
                <a:lnTo>
                  <a:pt x="2183" y="420"/>
                </a:lnTo>
                <a:lnTo>
                  <a:pt x="2176" y="420"/>
                </a:lnTo>
                <a:lnTo>
                  <a:pt x="2176" y="427"/>
                </a:lnTo>
                <a:close/>
                <a:moveTo>
                  <a:pt x="2192" y="427"/>
                </a:moveTo>
                <a:lnTo>
                  <a:pt x="2200" y="427"/>
                </a:lnTo>
                <a:lnTo>
                  <a:pt x="2200" y="420"/>
                </a:lnTo>
                <a:lnTo>
                  <a:pt x="2192" y="420"/>
                </a:lnTo>
                <a:lnTo>
                  <a:pt x="2192" y="427"/>
                </a:lnTo>
                <a:close/>
                <a:moveTo>
                  <a:pt x="2209" y="427"/>
                </a:moveTo>
                <a:lnTo>
                  <a:pt x="2216" y="427"/>
                </a:lnTo>
                <a:lnTo>
                  <a:pt x="2216" y="420"/>
                </a:lnTo>
                <a:lnTo>
                  <a:pt x="2209" y="420"/>
                </a:lnTo>
                <a:lnTo>
                  <a:pt x="2209" y="427"/>
                </a:lnTo>
                <a:close/>
                <a:moveTo>
                  <a:pt x="2226" y="427"/>
                </a:moveTo>
                <a:lnTo>
                  <a:pt x="2233" y="427"/>
                </a:lnTo>
                <a:lnTo>
                  <a:pt x="2233" y="420"/>
                </a:lnTo>
                <a:lnTo>
                  <a:pt x="2226" y="420"/>
                </a:lnTo>
                <a:lnTo>
                  <a:pt x="2226" y="427"/>
                </a:lnTo>
                <a:close/>
                <a:moveTo>
                  <a:pt x="2242" y="427"/>
                </a:moveTo>
                <a:lnTo>
                  <a:pt x="2249" y="427"/>
                </a:lnTo>
                <a:lnTo>
                  <a:pt x="2249" y="420"/>
                </a:lnTo>
                <a:lnTo>
                  <a:pt x="2242" y="420"/>
                </a:lnTo>
                <a:lnTo>
                  <a:pt x="2242" y="427"/>
                </a:lnTo>
                <a:close/>
                <a:moveTo>
                  <a:pt x="2259" y="427"/>
                </a:moveTo>
                <a:lnTo>
                  <a:pt x="2266" y="427"/>
                </a:lnTo>
                <a:lnTo>
                  <a:pt x="2266" y="420"/>
                </a:lnTo>
                <a:lnTo>
                  <a:pt x="2259" y="420"/>
                </a:lnTo>
                <a:lnTo>
                  <a:pt x="2259" y="427"/>
                </a:lnTo>
                <a:close/>
                <a:moveTo>
                  <a:pt x="2275" y="427"/>
                </a:moveTo>
                <a:lnTo>
                  <a:pt x="2282" y="427"/>
                </a:lnTo>
                <a:lnTo>
                  <a:pt x="2282" y="420"/>
                </a:lnTo>
                <a:lnTo>
                  <a:pt x="2275" y="420"/>
                </a:lnTo>
                <a:lnTo>
                  <a:pt x="2275" y="427"/>
                </a:lnTo>
                <a:close/>
                <a:moveTo>
                  <a:pt x="2292" y="427"/>
                </a:moveTo>
                <a:lnTo>
                  <a:pt x="2299" y="427"/>
                </a:lnTo>
                <a:lnTo>
                  <a:pt x="2299" y="420"/>
                </a:lnTo>
                <a:lnTo>
                  <a:pt x="2292" y="420"/>
                </a:lnTo>
                <a:lnTo>
                  <a:pt x="2292" y="427"/>
                </a:lnTo>
                <a:close/>
                <a:moveTo>
                  <a:pt x="2308" y="427"/>
                </a:moveTo>
                <a:lnTo>
                  <a:pt x="2316" y="427"/>
                </a:lnTo>
                <a:lnTo>
                  <a:pt x="2316" y="420"/>
                </a:lnTo>
                <a:lnTo>
                  <a:pt x="2308" y="420"/>
                </a:lnTo>
                <a:lnTo>
                  <a:pt x="2308" y="427"/>
                </a:lnTo>
                <a:close/>
                <a:moveTo>
                  <a:pt x="2325" y="427"/>
                </a:moveTo>
                <a:lnTo>
                  <a:pt x="2332" y="427"/>
                </a:lnTo>
                <a:lnTo>
                  <a:pt x="2332" y="420"/>
                </a:lnTo>
                <a:lnTo>
                  <a:pt x="2325" y="420"/>
                </a:lnTo>
                <a:lnTo>
                  <a:pt x="2325" y="427"/>
                </a:lnTo>
                <a:close/>
                <a:moveTo>
                  <a:pt x="2342" y="427"/>
                </a:moveTo>
                <a:lnTo>
                  <a:pt x="2349" y="427"/>
                </a:lnTo>
                <a:lnTo>
                  <a:pt x="2349" y="420"/>
                </a:lnTo>
                <a:lnTo>
                  <a:pt x="2342" y="420"/>
                </a:lnTo>
                <a:lnTo>
                  <a:pt x="2342" y="427"/>
                </a:lnTo>
                <a:close/>
                <a:moveTo>
                  <a:pt x="2358" y="427"/>
                </a:moveTo>
                <a:lnTo>
                  <a:pt x="2365" y="427"/>
                </a:lnTo>
                <a:lnTo>
                  <a:pt x="2365" y="420"/>
                </a:lnTo>
                <a:lnTo>
                  <a:pt x="2358" y="420"/>
                </a:lnTo>
                <a:lnTo>
                  <a:pt x="2358" y="427"/>
                </a:lnTo>
                <a:close/>
                <a:moveTo>
                  <a:pt x="2375" y="427"/>
                </a:moveTo>
                <a:lnTo>
                  <a:pt x="2382" y="427"/>
                </a:lnTo>
                <a:lnTo>
                  <a:pt x="2382" y="420"/>
                </a:lnTo>
                <a:lnTo>
                  <a:pt x="2375" y="420"/>
                </a:lnTo>
                <a:lnTo>
                  <a:pt x="2375" y="427"/>
                </a:lnTo>
                <a:close/>
                <a:moveTo>
                  <a:pt x="2391" y="427"/>
                </a:moveTo>
                <a:lnTo>
                  <a:pt x="2398" y="427"/>
                </a:lnTo>
                <a:lnTo>
                  <a:pt x="2398" y="420"/>
                </a:lnTo>
                <a:lnTo>
                  <a:pt x="2391" y="420"/>
                </a:lnTo>
                <a:lnTo>
                  <a:pt x="2391" y="427"/>
                </a:lnTo>
                <a:close/>
                <a:moveTo>
                  <a:pt x="2408" y="427"/>
                </a:moveTo>
                <a:lnTo>
                  <a:pt x="2415" y="427"/>
                </a:lnTo>
                <a:lnTo>
                  <a:pt x="2415" y="420"/>
                </a:lnTo>
                <a:lnTo>
                  <a:pt x="2408" y="420"/>
                </a:lnTo>
                <a:lnTo>
                  <a:pt x="2408" y="427"/>
                </a:lnTo>
                <a:close/>
                <a:moveTo>
                  <a:pt x="2427" y="427"/>
                </a:moveTo>
                <a:lnTo>
                  <a:pt x="2434" y="427"/>
                </a:lnTo>
                <a:lnTo>
                  <a:pt x="2434" y="420"/>
                </a:lnTo>
                <a:lnTo>
                  <a:pt x="2427" y="420"/>
                </a:lnTo>
                <a:lnTo>
                  <a:pt x="2427" y="427"/>
                </a:lnTo>
                <a:close/>
                <a:moveTo>
                  <a:pt x="2443" y="427"/>
                </a:moveTo>
                <a:lnTo>
                  <a:pt x="2451" y="427"/>
                </a:lnTo>
                <a:lnTo>
                  <a:pt x="2451" y="420"/>
                </a:lnTo>
                <a:lnTo>
                  <a:pt x="2443" y="420"/>
                </a:lnTo>
                <a:lnTo>
                  <a:pt x="2443" y="427"/>
                </a:lnTo>
                <a:close/>
                <a:moveTo>
                  <a:pt x="2460" y="427"/>
                </a:moveTo>
                <a:lnTo>
                  <a:pt x="2467" y="427"/>
                </a:lnTo>
                <a:lnTo>
                  <a:pt x="2467" y="420"/>
                </a:lnTo>
                <a:lnTo>
                  <a:pt x="2460" y="420"/>
                </a:lnTo>
                <a:lnTo>
                  <a:pt x="2460" y="427"/>
                </a:lnTo>
                <a:close/>
                <a:moveTo>
                  <a:pt x="2477" y="427"/>
                </a:moveTo>
                <a:lnTo>
                  <a:pt x="2484" y="427"/>
                </a:lnTo>
                <a:lnTo>
                  <a:pt x="2484" y="420"/>
                </a:lnTo>
                <a:lnTo>
                  <a:pt x="2477" y="420"/>
                </a:lnTo>
                <a:lnTo>
                  <a:pt x="2477" y="427"/>
                </a:lnTo>
                <a:close/>
                <a:moveTo>
                  <a:pt x="2493" y="427"/>
                </a:moveTo>
                <a:lnTo>
                  <a:pt x="2500" y="427"/>
                </a:lnTo>
                <a:lnTo>
                  <a:pt x="2500" y="420"/>
                </a:lnTo>
                <a:lnTo>
                  <a:pt x="2493" y="420"/>
                </a:lnTo>
                <a:lnTo>
                  <a:pt x="2493" y="427"/>
                </a:lnTo>
                <a:close/>
                <a:moveTo>
                  <a:pt x="2510" y="427"/>
                </a:moveTo>
                <a:lnTo>
                  <a:pt x="2517" y="427"/>
                </a:lnTo>
                <a:lnTo>
                  <a:pt x="2517" y="420"/>
                </a:lnTo>
                <a:lnTo>
                  <a:pt x="2510" y="420"/>
                </a:lnTo>
                <a:lnTo>
                  <a:pt x="2510" y="427"/>
                </a:lnTo>
                <a:close/>
                <a:moveTo>
                  <a:pt x="2526" y="427"/>
                </a:moveTo>
                <a:lnTo>
                  <a:pt x="2533" y="427"/>
                </a:lnTo>
                <a:lnTo>
                  <a:pt x="2533" y="420"/>
                </a:lnTo>
                <a:lnTo>
                  <a:pt x="2526" y="420"/>
                </a:lnTo>
                <a:lnTo>
                  <a:pt x="2526" y="427"/>
                </a:lnTo>
                <a:close/>
                <a:moveTo>
                  <a:pt x="2543" y="427"/>
                </a:moveTo>
                <a:lnTo>
                  <a:pt x="2550" y="427"/>
                </a:lnTo>
                <a:lnTo>
                  <a:pt x="2550" y="420"/>
                </a:lnTo>
                <a:lnTo>
                  <a:pt x="2543" y="420"/>
                </a:lnTo>
                <a:lnTo>
                  <a:pt x="2543" y="427"/>
                </a:lnTo>
                <a:close/>
                <a:moveTo>
                  <a:pt x="2560" y="427"/>
                </a:moveTo>
                <a:lnTo>
                  <a:pt x="2567" y="427"/>
                </a:lnTo>
                <a:lnTo>
                  <a:pt x="2567" y="420"/>
                </a:lnTo>
                <a:lnTo>
                  <a:pt x="2560" y="420"/>
                </a:lnTo>
                <a:lnTo>
                  <a:pt x="2560" y="427"/>
                </a:lnTo>
                <a:close/>
                <a:moveTo>
                  <a:pt x="2576" y="427"/>
                </a:moveTo>
                <a:lnTo>
                  <a:pt x="2583" y="427"/>
                </a:lnTo>
                <a:lnTo>
                  <a:pt x="2583" y="420"/>
                </a:lnTo>
                <a:lnTo>
                  <a:pt x="2576" y="420"/>
                </a:lnTo>
                <a:lnTo>
                  <a:pt x="2576" y="427"/>
                </a:lnTo>
                <a:close/>
                <a:moveTo>
                  <a:pt x="2593" y="427"/>
                </a:moveTo>
                <a:lnTo>
                  <a:pt x="2600" y="427"/>
                </a:lnTo>
                <a:lnTo>
                  <a:pt x="2600" y="420"/>
                </a:lnTo>
                <a:lnTo>
                  <a:pt x="2593" y="420"/>
                </a:lnTo>
                <a:lnTo>
                  <a:pt x="2593" y="427"/>
                </a:lnTo>
                <a:close/>
                <a:moveTo>
                  <a:pt x="2609" y="427"/>
                </a:moveTo>
                <a:lnTo>
                  <a:pt x="2616" y="427"/>
                </a:lnTo>
                <a:lnTo>
                  <a:pt x="2616" y="420"/>
                </a:lnTo>
                <a:lnTo>
                  <a:pt x="2609" y="420"/>
                </a:lnTo>
                <a:lnTo>
                  <a:pt x="2609" y="427"/>
                </a:lnTo>
                <a:close/>
                <a:moveTo>
                  <a:pt x="2626" y="427"/>
                </a:moveTo>
                <a:lnTo>
                  <a:pt x="2633" y="427"/>
                </a:lnTo>
                <a:lnTo>
                  <a:pt x="2633" y="420"/>
                </a:lnTo>
                <a:lnTo>
                  <a:pt x="2626" y="420"/>
                </a:lnTo>
                <a:lnTo>
                  <a:pt x="2626" y="427"/>
                </a:lnTo>
                <a:close/>
                <a:moveTo>
                  <a:pt x="2642" y="427"/>
                </a:moveTo>
                <a:lnTo>
                  <a:pt x="2649" y="427"/>
                </a:lnTo>
                <a:lnTo>
                  <a:pt x="2649" y="420"/>
                </a:lnTo>
                <a:lnTo>
                  <a:pt x="2642" y="420"/>
                </a:lnTo>
                <a:lnTo>
                  <a:pt x="2642" y="427"/>
                </a:lnTo>
                <a:close/>
                <a:moveTo>
                  <a:pt x="2777" y="427"/>
                </a:moveTo>
                <a:lnTo>
                  <a:pt x="2784" y="427"/>
                </a:lnTo>
                <a:lnTo>
                  <a:pt x="2784" y="420"/>
                </a:lnTo>
                <a:lnTo>
                  <a:pt x="2777" y="420"/>
                </a:lnTo>
                <a:lnTo>
                  <a:pt x="2777" y="427"/>
                </a:lnTo>
                <a:close/>
                <a:moveTo>
                  <a:pt x="2794" y="427"/>
                </a:moveTo>
                <a:lnTo>
                  <a:pt x="2801" y="427"/>
                </a:lnTo>
                <a:lnTo>
                  <a:pt x="2801" y="420"/>
                </a:lnTo>
                <a:lnTo>
                  <a:pt x="2794" y="420"/>
                </a:lnTo>
                <a:lnTo>
                  <a:pt x="2794" y="427"/>
                </a:lnTo>
                <a:close/>
                <a:moveTo>
                  <a:pt x="2811" y="427"/>
                </a:moveTo>
                <a:lnTo>
                  <a:pt x="2818" y="427"/>
                </a:lnTo>
                <a:lnTo>
                  <a:pt x="2818" y="420"/>
                </a:lnTo>
                <a:lnTo>
                  <a:pt x="2811" y="420"/>
                </a:lnTo>
                <a:lnTo>
                  <a:pt x="2811" y="427"/>
                </a:lnTo>
                <a:close/>
                <a:moveTo>
                  <a:pt x="2827" y="427"/>
                </a:moveTo>
                <a:lnTo>
                  <a:pt x="2834" y="427"/>
                </a:lnTo>
                <a:lnTo>
                  <a:pt x="2834" y="420"/>
                </a:lnTo>
                <a:lnTo>
                  <a:pt x="2827" y="420"/>
                </a:lnTo>
                <a:lnTo>
                  <a:pt x="2827" y="427"/>
                </a:lnTo>
                <a:close/>
                <a:moveTo>
                  <a:pt x="83" y="444"/>
                </a:moveTo>
                <a:lnTo>
                  <a:pt x="90" y="444"/>
                </a:lnTo>
                <a:lnTo>
                  <a:pt x="90" y="437"/>
                </a:lnTo>
                <a:lnTo>
                  <a:pt x="83" y="437"/>
                </a:lnTo>
                <a:lnTo>
                  <a:pt x="83" y="444"/>
                </a:lnTo>
                <a:close/>
                <a:moveTo>
                  <a:pt x="101" y="444"/>
                </a:moveTo>
                <a:lnTo>
                  <a:pt x="106" y="444"/>
                </a:lnTo>
                <a:lnTo>
                  <a:pt x="106" y="437"/>
                </a:lnTo>
                <a:lnTo>
                  <a:pt x="101" y="437"/>
                </a:lnTo>
                <a:lnTo>
                  <a:pt x="101" y="444"/>
                </a:lnTo>
                <a:close/>
                <a:moveTo>
                  <a:pt x="118" y="444"/>
                </a:moveTo>
                <a:lnTo>
                  <a:pt x="125" y="444"/>
                </a:lnTo>
                <a:lnTo>
                  <a:pt x="125" y="437"/>
                </a:lnTo>
                <a:lnTo>
                  <a:pt x="118" y="437"/>
                </a:lnTo>
                <a:lnTo>
                  <a:pt x="118" y="444"/>
                </a:lnTo>
                <a:close/>
                <a:moveTo>
                  <a:pt x="135" y="444"/>
                </a:moveTo>
                <a:lnTo>
                  <a:pt x="142" y="444"/>
                </a:lnTo>
                <a:lnTo>
                  <a:pt x="142" y="437"/>
                </a:lnTo>
                <a:lnTo>
                  <a:pt x="135" y="437"/>
                </a:lnTo>
                <a:lnTo>
                  <a:pt x="135" y="444"/>
                </a:lnTo>
                <a:close/>
                <a:moveTo>
                  <a:pt x="151" y="444"/>
                </a:moveTo>
                <a:lnTo>
                  <a:pt x="158" y="444"/>
                </a:lnTo>
                <a:lnTo>
                  <a:pt x="158" y="437"/>
                </a:lnTo>
                <a:lnTo>
                  <a:pt x="151" y="437"/>
                </a:lnTo>
                <a:lnTo>
                  <a:pt x="151" y="444"/>
                </a:lnTo>
                <a:close/>
                <a:moveTo>
                  <a:pt x="168" y="444"/>
                </a:moveTo>
                <a:lnTo>
                  <a:pt x="175" y="444"/>
                </a:lnTo>
                <a:lnTo>
                  <a:pt x="175" y="437"/>
                </a:lnTo>
                <a:lnTo>
                  <a:pt x="168" y="437"/>
                </a:lnTo>
                <a:lnTo>
                  <a:pt x="168" y="444"/>
                </a:lnTo>
                <a:close/>
                <a:moveTo>
                  <a:pt x="317" y="444"/>
                </a:moveTo>
                <a:lnTo>
                  <a:pt x="324" y="444"/>
                </a:lnTo>
                <a:lnTo>
                  <a:pt x="324" y="437"/>
                </a:lnTo>
                <a:lnTo>
                  <a:pt x="317" y="437"/>
                </a:lnTo>
                <a:lnTo>
                  <a:pt x="317" y="444"/>
                </a:lnTo>
                <a:close/>
                <a:moveTo>
                  <a:pt x="334" y="444"/>
                </a:moveTo>
                <a:lnTo>
                  <a:pt x="341" y="444"/>
                </a:lnTo>
                <a:lnTo>
                  <a:pt x="341" y="437"/>
                </a:lnTo>
                <a:lnTo>
                  <a:pt x="334" y="437"/>
                </a:lnTo>
                <a:lnTo>
                  <a:pt x="334" y="444"/>
                </a:lnTo>
                <a:close/>
                <a:moveTo>
                  <a:pt x="350" y="444"/>
                </a:moveTo>
                <a:lnTo>
                  <a:pt x="357" y="444"/>
                </a:lnTo>
                <a:lnTo>
                  <a:pt x="357" y="437"/>
                </a:lnTo>
                <a:lnTo>
                  <a:pt x="350" y="437"/>
                </a:lnTo>
                <a:lnTo>
                  <a:pt x="350" y="444"/>
                </a:lnTo>
                <a:close/>
                <a:moveTo>
                  <a:pt x="369" y="444"/>
                </a:moveTo>
                <a:lnTo>
                  <a:pt x="376" y="444"/>
                </a:lnTo>
                <a:lnTo>
                  <a:pt x="376" y="437"/>
                </a:lnTo>
                <a:lnTo>
                  <a:pt x="369" y="437"/>
                </a:lnTo>
                <a:lnTo>
                  <a:pt x="369" y="444"/>
                </a:lnTo>
                <a:close/>
                <a:moveTo>
                  <a:pt x="386" y="444"/>
                </a:moveTo>
                <a:lnTo>
                  <a:pt x="393" y="444"/>
                </a:lnTo>
                <a:lnTo>
                  <a:pt x="393" y="437"/>
                </a:lnTo>
                <a:lnTo>
                  <a:pt x="386" y="437"/>
                </a:lnTo>
                <a:lnTo>
                  <a:pt x="386" y="444"/>
                </a:lnTo>
                <a:close/>
                <a:moveTo>
                  <a:pt x="402" y="444"/>
                </a:moveTo>
                <a:lnTo>
                  <a:pt x="409" y="444"/>
                </a:lnTo>
                <a:lnTo>
                  <a:pt x="409" y="437"/>
                </a:lnTo>
                <a:lnTo>
                  <a:pt x="402" y="437"/>
                </a:lnTo>
                <a:lnTo>
                  <a:pt x="402" y="444"/>
                </a:lnTo>
                <a:close/>
                <a:moveTo>
                  <a:pt x="419" y="444"/>
                </a:moveTo>
                <a:lnTo>
                  <a:pt x="426" y="444"/>
                </a:lnTo>
                <a:lnTo>
                  <a:pt x="426" y="437"/>
                </a:lnTo>
                <a:lnTo>
                  <a:pt x="419" y="437"/>
                </a:lnTo>
                <a:lnTo>
                  <a:pt x="419" y="444"/>
                </a:lnTo>
                <a:close/>
                <a:moveTo>
                  <a:pt x="435" y="444"/>
                </a:moveTo>
                <a:lnTo>
                  <a:pt x="442" y="444"/>
                </a:lnTo>
                <a:lnTo>
                  <a:pt x="442" y="437"/>
                </a:lnTo>
                <a:lnTo>
                  <a:pt x="435" y="437"/>
                </a:lnTo>
                <a:lnTo>
                  <a:pt x="435" y="444"/>
                </a:lnTo>
                <a:close/>
                <a:moveTo>
                  <a:pt x="452" y="444"/>
                </a:moveTo>
                <a:lnTo>
                  <a:pt x="459" y="444"/>
                </a:lnTo>
                <a:lnTo>
                  <a:pt x="459" y="437"/>
                </a:lnTo>
                <a:lnTo>
                  <a:pt x="452" y="437"/>
                </a:lnTo>
                <a:lnTo>
                  <a:pt x="452" y="444"/>
                </a:lnTo>
                <a:close/>
                <a:moveTo>
                  <a:pt x="469" y="444"/>
                </a:moveTo>
                <a:lnTo>
                  <a:pt x="476" y="444"/>
                </a:lnTo>
                <a:lnTo>
                  <a:pt x="476" y="437"/>
                </a:lnTo>
                <a:lnTo>
                  <a:pt x="469" y="437"/>
                </a:lnTo>
                <a:lnTo>
                  <a:pt x="469" y="444"/>
                </a:lnTo>
                <a:close/>
                <a:moveTo>
                  <a:pt x="485" y="444"/>
                </a:moveTo>
                <a:lnTo>
                  <a:pt x="492" y="444"/>
                </a:lnTo>
                <a:lnTo>
                  <a:pt x="492" y="437"/>
                </a:lnTo>
                <a:lnTo>
                  <a:pt x="485" y="437"/>
                </a:lnTo>
                <a:lnTo>
                  <a:pt x="485" y="444"/>
                </a:lnTo>
                <a:close/>
                <a:moveTo>
                  <a:pt x="502" y="444"/>
                </a:moveTo>
                <a:lnTo>
                  <a:pt x="509" y="444"/>
                </a:lnTo>
                <a:lnTo>
                  <a:pt x="509" y="437"/>
                </a:lnTo>
                <a:lnTo>
                  <a:pt x="502" y="437"/>
                </a:lnTo>
                <a:lnTo>
                  <a:pt x="502" y="444"/>
                </a:lnTo>
                <a:close/>
                <a:moveTo>
                  <a:pt x="518" y="444"/>
                </a:moveTo>
                <a:lnTo>
                  <a:pt x="525" y="444"/>
                </a:lnTo>
                <a:lnTo>
                  <a:pt x="525" y="437"/>
                </a:lnTo>
                <a:lnTo>
                  <a:pt x="518" y="437"/>
                </a:lnTo>
                <a:lnTo>
                  <a:pt x="518" y="444"/>
                </a:lnTo>
                <a:close/>
                <a:moveTo>
                  <a:pt x="535" y="444"/>
                </a:moveTo>
                <a:lnTo>
                  <a:pt x="542" y="444"/>
                </a:lnTo>
                <a:lnTo>
                  <a:pt x="542" y="437"/>
                </a:lnTo>
                <a:lnTo>
                  <a:pt x="535" y="437"/>
                </a:lnTo>
                <a:lnTo>
                  <a:pt x="535" y="444"/>
                </a:lnTo>
                <a:close/>
                <a:moveTo>
                  <a:pt x="551" y="444"/>
                </a:moveTo>
                <a:lnTo>
                  <a:pt x="559" y="444"/>
                </a:lnTo>
                <a:lnTo>
                  <a:pt x="559" y="437"/>
                </a:lnTo>
                <a:lnTo>
                  <a:pt x="551" y="437"/>
                </a:lnTo>
                <a:lnTo>
                  <a:pt x="551" y="444"/>
                </a:lnTo>
                <a:close/>
                <a:moveTo>
                  <a:pt x="568" y="444"/>
                </a:moveTo>
                <a:lnTo>
                  <a:pt x="575" y="444"/>
                </a:lnTo>
                <a:lnTo>
                  <a:pt x="575" y="437"/>
                </a:lnTo>
                <a:lnTo>
                  <a:pt x="568" y="437"/>
                </a:lnTo>
                <a:lnTo>
                  <a:pt x="568" y="444"/>
                </a:lnTo>
                <a:close/>
                <a:moveTo>
                  <a:pt x="585" y="444"/>
                </a:moveTo>
                <a:lnTo>
                  <a:pt x="592" y="444"/>
                </a:lnTo>
                <a:lnTo>
                  <a:pt x="592" y="437"/>
                </a:lnTo>
                <a:lnTo>
                  <a:pt x="585" y="437"/>
                </a:lnTo>
                <a:lnTo>
                  <a:pt x="585" y="444"/>
                </a:lnTo>
                <a:close/>
                <a:moveTo>
                  <a:pt x="601" y="444"/>
                </a:moveTo>
                <a:lnTo>
                  <a:pt x="608" y="444"/>
                </a:lnTo>
                <a:lnTo>
                  <a:pt x="608" y="437"/>
                </a:lnTo>
                <a:lnTo>
                  <a:pt x="601" y="437"/>
                </a:lnTo>
                <a:lnTo>
                  <a:pt x="601" y="444"/>
                </a:lnTo>
                <a:close/>
                <a:moveTo>
                  <a:pt x="620" y="444"/>
                </a:moveTo>
                <a:lnTo>
                  <a:pt x="625" y="444"/>
                </a:lnTo>
                <a:lnTo>
                  <a:pt x="625" y="437"/>
                </a:lnTo>
                <a:lnTo>
                  <a:pt x="620" y="437"/>
                </a:lnTo>
                <a:lnTo>
                  <a:pt x="620" y="444"/>
                </a:lnTo>
                <a:close/>
                <a:moveTo>
                  <a:pt x="637" y="444"/>
                </a:moveTo>
                <a:lnTo>
                  <a:pt x="644" y="444"/>
                </a:lnTo>
                <a:lnTo>
                  <a:pt x="644" y="437"/>
                </a:lnTo>
                <a:lnTo>
                  <a:pt x="637" y="437"/>
                </a:lnTo>
                <a:lnTo>
                  <a:pt x="637" y="444"/>
                </a:lnTo>
                <a:close/>
                <a:moveTo>
                  <a:pt x="653" y="444"/>
                </a:moveTo>
                <a:lnTo>
                  <a:pt x="660" y="444"/>
                </a:lnTo>
                <a:lnTo>
                  <a:pt x="660" y="437"/>
                </a:lnTo>
                <a:lnTo>
                  <a:pt x="653" y="437"/>
                </a:lnTo>
                <a:lnTo>
                  <a:pt x="653" y="444"/>
                </a:lnTo>
                <a:close/>
                <a:moveTo>
                  <a:pt x="670" y="444"/>
                </a:moveTo>
                <a:lnTo>
                  <a:pt x="677" y="444"/>
                </a:lnTo>
                <a:lnTo>
                  <a:pt x="677" y="437"/>
                </a:lnTo>
                <a:lnTo>
                  <a:pt x="670" y="437"/>
                </a:lnTo>
                <a:lnTo>
                  <a:pt x="670" y="444"/>
                </a:lnTo>
                <a:close/>
                <a:moveTo>
                  <a:pt x="686" y="444"/>
                </a:moveTo>
                <a:lnTo>
                  <a:pt x="693" y="444"/>
                </a:lnTo>
                <a:lnTo>
                  <a:pt x="693" y="437"/>
                </a:lnTo>
                <a:lnTo>
                  <a:pt x="686" y="437"/>
                </a:lnTo>
                <a:lnTo>
                  <a:pt x="686" y="444"/>
                </a:lnTo>
                <a:close/>
                <a:moveTo>
                  <a:pt x="703" y="444"/>
                </a:moveTo>
                <a:lnTo>
                  <a:pt x="710" y="444"/>
                </a:lnTo>
                <a:lnTo>
                  <a:pt x="710" y="437"/>
                </a:lnTo>
                <a:lnTo>
                  <a:pt x="703" y="437"/>
                </a:lnTo>
                <a:lnTo>
                  <a:pt x="703" y="444"/>
                </a:lnTo>
                <a:close/>
                <a:moveTo>
                  <a:pt x="720" y="444"/>
                </a:moveTo>
                <a:lnTo>
                  <a:pt x="727" y="444"/>
                </a:lnTo>
                <a:lnTo>
                  <a:pt x="727" y="437"/>
                </a:lnTo>
                <a:lnTo>
                  <a:pt x="720" y="437"/>
                </a:lnTo>
                <a:lnTo>
                  <a:pt x="720" y="444"/>
                </a:lnTo>
                <a:close/>
                <a:moveTo>
                  <a:pt x="736" y="444"/>
                </a:moveTo>
                <a:lnTo>
                  <a:pt x="743" y="444"/>
                </a:lnTo>
                <a:lnTo>
                  <a:pt x="743" y="437"/>
                </a:lnTo>
                <a:lnTo>
                  <a:pt x="736" y="437"/>
                </a:lnTo>
                <a:lnTo>
                  <a:pt x="736" y="444"/>
                </a:lnTo>
                <a:close/>
                <a:moveTo>
                  <a:pt x="802" y="444"/>
                </a:moveTo>
                <a:lnTo>
                  <a:pt x="810" y="444"/>
                </a:lnTo>
                <a:lnTo>
                  <a:pt x="810" y="437"/>
                </a:lnTo>
                <a:lnTo>
                  <a:pt x="802" y="437"/>
                </a:lnTo>
                <a:lnTo>
                  <a:pt x="802" y="444"/>
                </a:lnTo>
                <a:close/>
                <a:moveTo>
                  <a:pt x="819" y="444"/>
                </a:moveTo>
                <a:lnTo>
                  <a:pt x="826" y="444"/>
                </a:lnTo>
                <a:lnTo>
                  <a:pt x="826" y="437"/>
                </a:lnTo>
                <a:lnTo>
                  <a:pt x="819" y="437"/>
                </a:lnTo>
                <a:lnTo>
                  <a:pt x="819" y="444"/>
                </a:lnTo>
                <a:close/>
                <a:moveTo>
                  <a:pt x="836" y="444"/>
                </a:moveTo>
                <a:lnTo>
                  <a:pt x="843" y="444"/>
                </a:lnTo>
                <a:lnTo>
                  <a:pt x="843" y="437"/>
                </a:lnTo>
                <a:lnTo>
                  <a:pt x="836" y="437"/>
                </a:lnTo>
                <a:lnTo>
                  <a:pt x="836" y="444"/>
                </a:lnTo>
                <a:close/>
                <a:moveTo>
                  <a:pt x="852" y="444"/>
                </a:moveTo>
                <a:lnTo>
                  <a:pt x="859" y="444"/>
                </a:lnTo>
                <a:lnTo>
                  <a:pt x="859" y="437"/>
                </a:lnTo>
                <a:lnTo>
                  <a:pt x="852" y="437"/>
                </a:lnTo>
                <a:lnTo>
                  <a:pt x="852" y="444"/>
                </a:lnTo>
                <a:close/>
                <a:moveTo>
                  <a:pt x="871" y="444"/>
                </a:moveTo>
                <a:lnTo>
                  <a:pt x="876" y="444"/>
                </a:lnTo>
                <a:lnTo>
                  <a:pt x="876" y="437"/>
                </a:lnTo>
                <a:lnTo>
                  <a:pt x="871" y="437"/>
                </a:lnTo>
                <a:lnTo>
                  <a:pt x="871" y="444"/>
                </a:lnTo>
                <a:close/>
                <a:moveTo>
                  <a:pt x="888" y="444"/>
                </a:moveTo>
                <a:lnTo>
                  <a:pt x="895" y="444"/>
                </a:lnTo>
                <a:lnTo>
                  <a:pt x="895" y="437"/>
                </a:lnTo>
                <a:lnTo>
                  <a:pt x="888" y="437"/>
                </a:lnTo>
                <a:lnTo>
                  <a:pt x="888" y="444"/>
                </a:lnTo>
                <a:close/>
                <a:moveTo>
                  <a:pt x="904" y="444"/>
                </a:moveTo>
                <a:lnTo>
                  <a:pt x="911" y="444"/>
                </a:lnTo>
                <a:lnTo>
                  <a:pt x="911" y="437"/>
                </a:lnTo>
                <a:lnTo>
                  <a:pt x="904" y="437"/>
                </a:lnTo>
                <a:lnTo>
                  <a:pt x="904" y="444"/>
                </a:lnTo>
                <a:close/>
                <a:moveTo>
                  <a:pt x="921" y="444"/>
                </a:moveTo>
                <a:lnTo>
                  <a:pt x="928" y="444"/>
                </a:lnTo>
                <a:lnTo>
                  <a:pt x="928" y="437"/>
                </a:lnTo>
                <a:lnTo>
                  <a:pt x="921" y="437"/>
                </a:lnTo>
                <a:lnTo>
                  <a:pt x="921" y="444"/>
                </a:lnTo>
                <a:close/>
                <a:moveTo>
                  <a:pt x="937" y="444"/>
                </a:moveTo>
                <a:lnTo>
                  <a:pt x="944" y="444"/>
                </a:lnTo>
                <a:lnTo>
                  <a:pt x="944" y="437"/>
                </a:lnTo>
                <a:lnTo>
                  <a:pt x="937" y="437"/>
                </a:lnTo>
                <a:lnTo>
                  <a:pt x="937" y="444"/>
                </a:lnTo>
                <a:close/>
                <a:moveTo>
                  <a:pt x="954" y="444"/>
                </a:moveTo>
                <a:lnTo>
                  <a:pt x="961" y="444"/>
                </a:lnTo>
                <a:lnTo>
                  <a:pt x="961" y="437"/>
                </a:lnTo>
                <a:lnTo>
                  <a:pt x="954" y="437"/>
                </a:lnTo>
                <a:lnTo>
                  <a:pt x="954" y="444"/>
                </a:lnTo>
                <a:close/>
                <a:moveTo>
                  <a:pt x="1406" y="444"/>
                </a:moveTo>
                <a:lnTo>
                  <a:pt x="1413" y="444"/>
                </a:lnTo>
                <a:lnTo>
                  <a:pt x="1413" y="437"/>
                </a:lnTo>
                <a:lnTo>
                  <a:pt x="1406" y="437"/>
                </a:lnTo>
                <a:lnTo>
                  <a:pt x="1406" y="444"/>
                </a:lnTo>
                <a:close/>
                <a:moveTo>
                  <a:pt x="1423" y="444"/>
                </a:moveTo>
                <a:lnTo>
                  <a:pt x="1430" y="444"/>
                </a:lnTo>
                <a:lnTo>
                  <a:pt x="1430" y="437"/>
                </a:lnTo>
                <a:lnTo>
                  <a:pt x="1423" y="437"/>
                </a:lnTo>
                <a:lnTo>
                  <a:pt x="1423" y="444"/>
                </a:lnTo>
                <a:close/>
                <a:moveTo>
                  <a:pt x="1439" y="444"/>
                </a:moveTo>
                <a:lnTo>
                  <a:pt x="1447" y="444"/>
                </a:lnTo>
                <a:lnTo>
                  <a:pt x="1447" y="437"/>
                </a:lnTo>
                <a:lnTo>
                  <a:pt x="1439" y="437"/>
                </a:lnTo>
                <a:lnTo>
                  <a:pt x="1439" y="444"/>
                </a:lnTo>
                <a:close/>
                <a:moveTo>
                  <a:pt x="1522" y="444"/>
                </a:moveTo>
                <a:lnTo>
                  <a:pt x="1529" y="444"/>
                </a:lnTo>
                <a:lnTo>
                  <a:pt x="1529" y="437"/>
                </a:lnTo>
                <a:lnTo>
                  <a:pt x="1522" y="437"/>
                </a:lnTo>
                <a:lnTo>
                  <a:pt x="1522" y="444"/>
                </a:lnTo>
                <a:close/>
                <a:moveTo>
                  <a:pt x="1539" y="444"/>
                </a:moveTo>
                <a:lnTo>
                  <a:pt x="1546" y="444"/>
                </a:lnTo>
                <a:lnTo>
                  <a:pt x="1546" y="437"/>
                </a:lnTo>
                <a:lnTo>
                  <a:pt x="1539" y="437"/>
                </a:lnTo>
                <a:lnTo>
                  <a:pt x="1539" y="444"/>
                </a:lnTo>
                <a:close/>
                <a:moveTo>
                  <a:pt x="1555" y="444"/>
                </a:moveTo>
                <a:lnTo>
                  <a:pt x="1563" y="444"/>
                </a:lnTo>
                <a:lnTo>
                  <a:pt x="1563" y="437"/>
                </a:lnTo>
                <a:lnTo>
                  <a:pt x="1555" y="437"/>
                </a:lnTo>
                <a:lnTo>
                  <a:pt x="1555" y="444"/>
                </a:lnTo>
                <a:close/>
                <a:moveTo>
                  <a:pt x="1572" y="444"/>
                </a:moveTo>
                <a:lnTo>
                  <a:pt x="1579" y="444"/>
                </a:lnTo>
                <a:lnTo>
                  <a:pt x="1579" y="437"/>
                </a:lnTo>
                <a:lnTo>
                  <a:pt x="1572" y="437"/>
                </a:lnTo>
                <a:lnTo>
                  <a:pt x="1572" y="444"/>
                </a:lnTo>
                <a:close/>
                <a:moveTo>
                  <a:pt x="1589" y="444"/>
                </a:moveTo>
                <a:lnTo>
                  <a:pt x="1596" y="444"/>
                </a:lnTo>
                <a:lnTo>
                  <a:pt x="1596" y="437"/>
                </a:lnTo>
                <a:lnTo>
                  <a:pt x="1589" y="437"/>
                </a:lnTo>
                <a:lnTo>
                  <a:pt x="1589" y="444"/>
                </a:lnTo>
                <a:close/>
                <a:moveTo>
                  <a:pt x="1605" y="444"/>
                </a:moveTo>
                <a:lnTo>
                  <a:pt x="1612" y="444"/>
                </a:lnTo>
                <a:lnTo>
                  <a:pt x="1612" y="437"/>
                </a:lnTo>
                <a:lnTo>
                  <a:pt x="1605" y="437"/>
                </a:lnTo>
                <a:lnTo>
                  <a:pt x="1605" y="444"/>
                </a:lnTo>
                <a:close/>
                <a:moveTo>
                  <a:pt x="1638" y="444"/>
                </a:moveTo>
                <a:lnTo>
                  <a:pt x="1645" y="444"/>
                </a:lnTo>
                <a:lnTo>
                  <a:pt x="1645" y="437"/>
                </a:lnTo>
                <a:lnTo>
                  <a:pt x="1638" y="437"/>
                </a:lnTo>
                <a:lnTo>
                  <a:pt x="1638" y="444"/>
                </a:lnTo>
                <a:close/>
                <a:moveTo>
                  <a:pt x="1657" y="444"/>
                </a:moveTo>
                <a:lnTo>
                  <a:pt x="1664" y="444"/>
                </a:lnTo>
                <a:lnTo>
                  <a:pt x="1664" y="437"/>
                </a:lnTo>
                <a:lnTo>
                  <a:pt x="1657" y="437"/>
                </a:lnTo>
                <a:lnTo>
                  <a:pt x="1657" y="444"/>
                </a:lnTo>
                <a:close/>
                <a:moveTo>
                  <a:pt x="1674" y="444"/>
                </a:moveTo>
                <a:lnTo>
                  <a:pt x="1681" y="444"/>
                </a:lnTo>
                <a:lnTo>
                  <a:pt x="1681" y="437"/>
                </a:lnTo>
                <a:lnTo>
                  <a:pt x="1674" y="437"/>
                </a:lnTo>
                <a:lnTo>
                  <a:pt x="1674" y="444"/>
                </a:lnTo>
                <a:close/>
                <a:moveTo>
                  <a:pt x="1690" y="444"/>
                </a:moveTo>
                <a:lnTo>
                  <a:pt x="1698" y="444"/>
                </a:lnTo>
                <a:lnTo>
                  <a:pt x="1698" y="437"/>
                </a:lnTo>
                <a:lnTo>
                  <a:pt x="1690" y="437"/>
                </a:lnTo>
                <a:lnTo>
                  <a:pt x="1690" y="444"/>
                </a:lnTo>
                <a:close/>
                <a:moveTo>
                  <a:pt x="1707" y="444"/>
                </a:moveTo>
                <a:lnTo>
                  <a:pt x="1714" y="444"/>
                </a:lnTo>
                <a:lnTo>
                  <a:pt x="1714" y="437"/>
                </a:lnTo>
                <a:lnTo>
                  <a:pt x="1707" y="437"/>
                </a:lnTo>
                <a:lnTo>
                  <a:pt x="1707" y="444"/>
                </a:lnTo>
                <a:close/>
                <a:moveTo>
                  <a:pt x="1724" y="444"/>
                </a:moveTo>
                <a:lnTo>
                  <a:pt x="1731" y="444"/>
                </a:lnTo>
                <a:lnTo>
                  <a:pt x="1731" y="437"/>
                </a:lnTo>
                <a:lnTo>
                  <a:pt x="1724" y="437"/>
                </a:lnTo>
                <a:lnTo>
                  <a:pt x="1724" y="444"/>
                </a:lnTo>
                <a:close/>
                <a:moveTo>
                  <a:pt x="1740" y="444"/>
                </a:moveTo>
                <a:lnTo>
                  <a:pt x="1747" y="444"/>
                </a:lnTo>
                <a:lnTo>
                  <a:pt x="1747" y="437"/>
                </a:lnTo>
                <a:lnTo>
                  <a:pt x="1740" y="437"/>
                </a:lnTo>
                <a:lnTo>
                  <a:pt x="1740" y="444"/>
                </a:lnTo>
                <a:close/>
                <a:moveTo>
                  <a:pt x="1757" y="444"/>
                </a:moveTo>
                <a:lnTo>
                  <a:pt x="1764" y="444"/>
                </a:lnTo>
                <a:lnTo>
                  <a:pt x="1764" y="437"/>
                </a:lnTo>
                <a:lnTo>
                  <a:pt x="1757" y="437"/>
                </a:lnTo>
                <a:lnTo>
                  <a:pt x="1757" y="444"/>
                </a:lnTo>
                <a:close/>
                <a:moveTo>
                  <a:pt x="1773" y="444"/>
                </a:moveTo>
                <a:lnTo>
                  <a:pt x="1780" y="444"/>
                </a:lnTo>
                <a:lnTo>
                  <a:pt x="1780" y="437"/>
                </a:lnTo>
                <a:lnTo>
                  <a:pt x="1773" y="437"/>
                </a:lnTo>
                <a:lnTo>
                  <a:pt x="1773" y="444"/>
                </a:lnTo>
                <a:close/>
                <a:moveTo>
                  <a:pt x="1790" y="444"/>
                </a:moveTo>
                <a:lnTo>
                  <a:pt x="1797" y="444"/>
                </a:lnTo>
                <a:lnTo>
                  <a:pt x="1797" y="437"/>
                </a:lnTo>
                <a:lnTo>
                  <a:pt x="1790" y="437"/>
                </a:lnTo>
                <a:lnTo>
                  <a:pt x="1790" y="444"/>
                </a:lnTo>
                <a:close/>
                <a:moveTo>
                  <a:pt x="1806" y="444"/>
                </a:moveTo>
                <a:lnTo>
                  <a:pt x="1814" y="444"/>
                </a:lnTo>
                <a:lnTo>
                  <a:pt x="1814" y="437"/>
                </a:lnTo>
                <a:lnTo>
                  <a:pt x="1806" y="437"/>
                </a:lnTo>
                <a:lnTo>
                  <a:pt x="1806" y="444"/>
                </a:lnTo>
                <a:close/>
                <a:moveTo>
                  <a:pt x="1823" y="444"/>
                </a:moveTo>
                <a:lnTo>
                  <a:pt x="1830" y="444"/>
                </a:lnTo>
                <a:lnTo>
                  <a:pt x="1830" y="437"/>
                </a:lnTo>
                <a:lnTo>
                  <a:pt x="1823" y="437"/>
                </a:lnTo>
                <a:lnTo>
                  <a:pt x="1823" y="444"/>
                </a:lnTo>
                <a:close/>
                <a:moveTo>
                  <a:pt x="1840" y="444"/>
                </a:moveTo>
                <a:lnTo>
                  <a:pt x="1847" y="444"/>
                </a:lnTo>
                <a:lnTo>
                  <a:pt x="1847" y="437"/>
                </a:lnTo>
                <a:lnTo>
                  <a:pt x="1840" y="437"/>
                </a:lnTo>
                <a:lnTo>
                  <a:pt x="1840" y="444"/>
                </a:lnTo>
                <a:close/>
                <a:moveTo>
                  <a:pt x="1856" y="444"/>
                </a:moveTo>
                <a:lnTo>
                  <a:pt x="1863" y="444"/>
                </a:lnTo>
                <a:lnTo>
                  <a:pt x="1863" y="437"/>
                </a:lnTo>
                <a:lnTo>
                  <a:pt x="1856" y="437"/>
                </a:lnTo>
                <a:lnTo>
                  <a:pt x="1856" y="444"/>
                </a:lnTo>
                <a:close/>
                <a:moveTo>
                  <a:pt x="1873" y="444"/>
                </a:moveTo>
                <a:lnTo>
                  <a:pt x="1880" y="444"/>
                </a:lnTo>
                <a:lnTo>
                  <a:pt x="1880" y="437"/>
                </a:lnTo>
                <a:lnTo>
                  <a:pt x="1873" y="437"/>
                </a:lnTo>
                <a:lnTo>
                  <a:pt x="1873" y="444"/>
                </a:lnTo>
                <a:close/>
                <a:moveTo>
                  <a:pt x="1889" y="444"/>
                </a:moveTo>
                <a:lnTo>
                  <a:pt x="1896" y="444"/>
                </a:lnTo>
                <a:lnTo>
                  <a:pt x="1896" y="437"/>
                </a:lnTo>
                <a:lnTo>
                  <a:pt x="1889" y="437"/>
                </a:lnTo>
                <a:lnTo>
                  <a:pt x="1889" y="444"/>
                </a:lnTo>
                <a:close/>
                <a:moveTo>
                  <a:pt x="1908" y="444"/>
                </a:moveTo>
                <a:lnTo>
                  <a:pt x="1915" y="444"/>
                </a:lnTo>
                <a:lnTo>
                  <a:pt x="1915" y="437"/>
                </a:lnTo>
                <a:lnTo>
                  <a:pt x="1908" y="437"/>
                </a:lnTo>
                <a:lnTo>
                  <a:pt x="1908" y="444"/>
                </a:lnTo>
                <a:close/>
                <a:moveTo>
                  <a:pt x="1925" y="444"/>
                </a:moveTo>
                <a:lnTo>
                  <a:pt x="1932" y="444"/>
                </a:lnTo>
                <a:lnTo>
                  <a:pt x="1932" y="437"/>
                </a:lnTo>
                <a:lnTo>
                  <a:pt x="1925" y="437"/>
                </a:lnTo>
                <a:lnTo>
                  <a:pt x="1925" y="444"/>
                </a:lnTo>
                <a:close/>
                <a:moveTo>
                  <a:pt x="1941" y="444"/>
                </a:moveTo>
                <a:lnTo>
                  <a:pt x="1949" y="444"/>
                </a:lnTo>
                <a:lnTo>
                  <a:pt x="1949" y="437"/>
                </a:lnTo>
                <a:lnTo>
                  <a:pt x="1941" y="437"/>
                </a:lnTo>
                <a:lnTo>
                  <a:pt x="1941" y="444"/>
                </a:lnTo>
                <a:close/>
                <a:moveTo>
                  <a:pt x="1958" y="444"/>
                </a:moveTo>
                <a:lnTo>
                  <a:pt x="1965" y="444"/>
                </a:lnTo>
                <a:lnTo>
                  <a:pt x="1965" y="437"/>
                </a:lnTo>
                <a:lnTo>
                  <a:pt x="1958" y="437"/>
                </a:lnTo>
                <a:lnTo>
                  <a:pt x="1958" y="444"/>
                </a:lnTo>
                <a:close/>
                <a:moveTo>
                  <a:pt x="1975" y="444"/>
                </a:moveTo>
                <a:lnTo>
                  <a:pt x="1982" y="444"/>
                </a:lnTo>
                <a:lnTo>
                  <a:pt x="1982" y="437"/>
                </a:lnTo>
                <a:lnTo>
                  <a:pt x="1975" y="437"/>
                </a:lnTo>
                <a:lnTo>
                  <a:pt x="1975" y="444"/>
                </a:lnTo>
                <a:close/>
                <a:moveTo>
                  <a:pt x="1991" y="444"/>
                </a:moveTo>
                <a:lnTo>
                  <a:pt x="1998" y="444"/>
                </a:lnTo>
                <a:lnTo>
                  <a:pt x="1998" y="437"/>
                </a:lnTo>
                <a:lnTo>
                  <a:pt x="1991" y="437"/>
                </a:lnTo>
                <a:lnTo>
                  <a:pt x="1991" y="444"/>
                </a:lnTo>
                <a:close/>
                <a:moveTo>
                  <a:pt x="2008" y="444"/>
                </a:moveTo>
                <a:lnTo>
                  <a:pt x="2015" y="444"/>
                </a:lnTo>
                <a:lnTo>
                  <a:pt x="2015" y="437"/>
                </a:lnTo>
                <a:lnTo>
                  <a:pt x="2008" y="437"/>
                </a:lnTo>
                <a:lnTo>
                  <a:pt x="2008" y="444"/>
                </a:lnTo>
                <a:close/>
                <a:moveTo>
                  <a:pt x="2024" y="444"/>
                </a:moveTo>
                <a:lnTo>
                  <a:pt x="2031" y="444"/>
                </a:lnTo>
                <a:lnTo>
                  <a:pt x="2031" y="437"/>
                </a:lnTo>
                <a:lnTo>
                  <a:pt x="2024" y="437"/>
                </a:lnTo>
                <a:lnTo>
                  <a:pt x="2024" y="444"/>
                </a:lnTo>
                <a:close/>
                <a:moveTo>
                  <a:pt x="2041" y="444"/>
                </a:moveTo>
                <a:lnTo>
                  <a:pt x="2048" y="444"/>
                </a:lnTo>
                <a:lnTo>
                  <a:pt x="2048" y="437"/>
                </a:lnTo>
                <a:lnTo>
                  <a:pt x="2041" y="437"/>
                </a:lnTo>
                <a:lnTo>
                  <a:pt x="2041" y="444"/>
                </a:lnTo>
                <a:close/>
                <a:moveTo>
                  <a:pt x="2057" y="444"/>
                </a:moveTo>
                <a:lnTo>
                  <a:pt x="2065" y="444"/>
                </a:lnTo>
                <a:lnTo>
                  <a:pt x="2065" y="437"/>
                </a:lnTo>
                <a:lnTo>
                  <a:pt x="2057" y="437"/>
                </a:lnTo>
                <a:lnTo>
                  <a:pt x="2057" y="444"/>
                </a:lnTo>
                <a:close/>
                <a:moveTo>
                  <a:pt x="2074" y="444"/>
                </a:moveTo>
                <a:lnTo>
                  <a:pt x="2081" y="444"/>
                </a:lnTo>
                <a:lnTo>
                  <a:pt x="2081" y="437"/>
                </a:lnTo>
                <a:lnTo>
                  <a:pt x="2074" y="437"/>
                </a:lnTo>
                <a:lnTo>
                  <a:pt x="2074" y="444"/>
                </a:lnTo>
                <a:close/>
                <a:moveTo>
                  <a:pt x="2091" y="444"/>
                </a:moveTo>
                <a:lnTo>
                  <a:pt x="2098" y="444"/>
                </a:lnTo>
                <a:lnTo>
                  <a:pt x="2098" y="437"/>
                </a:lnTo>
                <a:lnTo>
                  <a:pt x="2091" y="437"/>
                </a:lnTo>
                <a:lnTo>
                  <a:pt x="2091" y="444"/>
                </a:lnTo>
                <a:close/>
                <a:moveTo>
                  <a:pt x="2107" y="444"/>
                </a:moveTo>
                <a:lnTo>
                  <a:pt x="2114" y="444"/>
                </a:lnTo>
                <a:lnTo>
                  <a:pt x="2114" y="437"/>
                </a:lnTo>
                <a:lnTo>
                  <a:pt x="2107" y="437"/>
                </a:lnTo>
                <a:lnTo>
                  <a:pt x="2107" y="444"/>
                </a:lnTo>
                <a:close/>
                <a:moveTo>
                  <a:pt x="2124" y="444"/>
                </a:moveTo>
                <a:lnTo>
                  <a:pt x="2131" y="444"/>
                </a:lnTo>
                <a:lnTo>
                  <a:pt x="2131" y="437"/>
                </a:lnTo>
                <a:lnTo>
                  <a:pt x="2124" y="437"/>
                </a:lnTo>
                <a:lnTo>
                  <a:pt x="2124" y="444"/>
                </a:lnTo>
                <a:close/>
                <a:moveTo>
                  <a:pt x="2140" y="444"/>
                </a:moveTo>
                <a:lnTo>
                  <a:pt x="2147" y="444"/>
                </a:lnTo>
                <a:lnTo>
                  <a:pt x="2147" y="437"/>
                </a:lnTo>
                <a:lnTo>
                  <a:pt x="2140" y="437"/>
                </a:lnTo>
                <a:lnTo>
                  <a:pt x="2140" y="444"/>
                </a:lnTo>
                <a:close/>
                <a:moveTo>
                  <a:pt x="2159" y="444"/>
                </a:moveTo>
                <a:lnTo>
                  <a:pt x="2164" y="444"/>
                </a:lnTo>
                <a:lnTo>
                  <a:pt x="2164" y="437"/>
                </a:lnTo>
                <a:lnTo>
                  <a:pt x="2159" y="437"/>
                </a:lnTo>
                <a:lnTo>
                  <a:pt x="2159" y="444"/>
                </a:lnTo>
                <a:close/>
                <a:moveTo>
                  <a:pt x="2176" y="444"/>
                </a:moveTo>
                <a:lnTo>
                  <a:pt x="2183" y="444"/>
                </a:lnTo>
                <a:lnTo>
                  <a:pt x="2183" y="437"/>
                </a:lnTo>
                <a:lnTo>
                  <a:pt x="2176" y="437"/>
                </a:lnTo>
                <a:lnTo>
                  <a:pt x="2176" y="444"/>
                </a:lnTo>
                <a:close/>
                <a:moveTo>
                  <a:pt x="2192" y="444"/>
                </a:moveTo>
                <a:lnTo>
                  <a:pt x="2200" y="444"/>
                </a:lnTo>
                <a:lnTo>
                  <a:pt x="2200" y="437"/>
                </a:lnTo>
                <a:lnTo>
                  <a:pt x="2192" y="437"/>
                </a:lnTo>
                <a:lnTo>
                  <a:pt x="2192" y="444"/>
                </a:lnTo>
                <a:close/>
                <a:moveTo>
                  <a:pt x="2209" y="444"/>
                </a:moveTo>
                <a:lnTo>
                  <a:pt x="2216" y="444"/>
                </a:lnTo>
                <a:lnTo>
                  <a:pt x="2216" y="437"/>
                </a:lnTo>
                <a:lnTo>
                  <a:pt x="2209" y="437"/>
                </a:lnTo>
                <a:lnTo>
                  <a:pt x="2209" y="444"/>
                </a:lnTo>
                <a:close/>
                <a:moveTo>
                  <a:pt x="2226" y="444"/>
                </a:moveTo>
                <a:lnTo>
                  <a:pt x="2233" y="444"/>
                </a:lnTo>
                <a:lnTo>
                  <a:pt x="2233" y="437"/>
                </a:lnTo>
                <a:lnTo>
                  <a:pt x="2226" y="437"/>
                </a:lnTo>
                <a:lnTo>
                  <a:pt x="2226" y="444"/>
                </a:lnTo>
                <a:close/>
                <a:moveTo>
                  <a:pt x="2242" y="444"/>
                </a:moveTo>
                <a:lnTo>
                  <a:pt x="2249" y="444"/>
                </a:lnTo>
                <a:lnTo>
                  <a:pt x="2249" y="437"/>
                </a:lnTo>
                <a:lnTo>
                  <a:pt x="2242" y="437"/>
                </a:lnTo>
                <a:lnTo>
                  <a:pt x="2242" y="444"/>
                </a:lnTo>
                <a:close/>
                <a:moveTo>
                  <a:pt x="2259" y="444"/>
                </a:moveTo>
                <a:lnTo>
                  <a:pt x="2266" y="444"/>
                </a:lnTo>
                <a:lnTo>
                  <a:pt x="2266" y="437"/>
                </a:lnTo>
                <a:lnTo>
                  <a:pt x="2259" y="437"/>
                </a:lnTo>
                <a:lnTo>
                  <a:pt x="2259" y="444"/>
                </a:lnTo>
                <a:close/>
                <a:moveTo>
                  <a:pt x="2275" y="444"/>
                </a:moveTo>
                <a:lnTo>
                  <a:pt x="2282" y="444"/>
                </a:lnTo>
                <a:lnTo>
                  <a:pt x="2282" y="437"/>
                </a:lnTo>
                <a:lnTo>
                  <a:pt x="2275" y="437"/>
                </a:lnTo>
                <a:lnTo>
                  <a:pt x="2275" y="444"/>
                </a:lnTo>
                <a:close/>
                <a:moveTo>
                  <a:pt x="2292" y="444"/>
                </a:moveTo>
                <a:lnTo>
                  <a:pt x="2299" y="444"/>
                </a:lnTo>
                <a:lnTo>
                  <a:pt x="2299" y="437"/>
                </a:lnTo>
                <a:lnTo>
                  <a:pt x="2292" y="437"/>
                </a:lnTo>
                <a:lnTo>
                  <a:pt x="2292" y="444"/>
                </a:lnTo>
                <a:close/>
                <a:moveTo>
                  <a:pt x="2308" y="444"/>
                </a:moveTo>
                <a:lnTo>
                  <a:pt x="2316" y="444"/>
                </a:lnTo>
                <a:lnTo>
                  <a:pt x="2316" y="437"/>
                </a:lnTo>
                <a:lnTo>
                  <a:pt x="2308" y="437"/>
                </a:lnTo>
                <a:lnTo>
                  <a:pt x="2308" y="444"/>
                </a:lnTo>
                <a:close/>
                <a:moveTo>
                  <a:pt x="2325" y="444"/>
                </a:moveTo>
                <a:lnTo>
                  <a:pt x="2332" y="444"/>
                </a:lnTo>
                <a:lnTo>
                  <a:pt x="2332" y="437"/>
                </a:lnTo>
                <a:lnTo>
                  <a:pt x="2325" y="437"/>
                </a:lnTo>
                <a:lnTo>
                  <a:pt x="2325" y="444"/>
                </a:lnTo>
                <a:close/>
                <a:moveTo>
                  <a:pt x="2342" y="444"/>
                </a:moveTo>
                <a:lnTo>
                  <a:pt x="2349" y="444"/>
                </a:lnTo>
                <a:lnTo>
                  <a:pt x="2349" y="437"/>
                </a:lnTo>
                <a:lnTo>
                  <a:pt x="2342" y="437"/>
                </a:lnTo>
                <a:lnTo>
                  <a:pt x="2342" y="444"/>
                </a:lnTo>
                <a:close/>
                <a:moveTo>
                  <a:pt x="2358" y="444"/>
                </a:moveTo>
                <a:lnTo>
                  <a:pt x="2365" y="444"/>
                </a:lnTo>
                <a:lnTo>
                  <a:pt x="2365" y="437"/>
                </a:lnTo>
                <a:lnTo>
                  <a:pt x="2358" y="437"/>
                </a:lnTo>
                <a:lnTo>
                  <a:pt x="2358" y="444"/>
                </a:lnTo>
                <a:close/>
                <a:moveTo>
                  <a:pt x="2375" y="444"/>
                </a:moveTo>
                <a:lnTo>
                  <a:pt x="2382" y="444"/>
                </a:lnTo>
                <a:lnTo>
                  <a:pt x="2382" y="437"/>
                </a:lnTo>
                <a:lnTo>
                  <a:pt x="2375" y="437"/>
                </a:lnTo>
                <a:lnTo>
                  <a:pt x="2375" y="444"/>
                </a:lnTo>
                <a:close/>
                <a:moveTo>
                  <a:pt x="2391" y="444"/>
                </a:moveTo>
                <a:lnTo>
                  <a:pt x="2398" y="444"/>
                </a:lnTo>
                <a:lnTo>
                  <a:pt x="2398" y="437"/>
                </a:lnTo>
                <a:lnTo>
                  <a:pt x="2391" y="437"/>
                </a:lnTo>
                <a:lnTo>
                  <a:pt x="2391" y="444"/>
                </a:lnTo>
                <a:close/>
                <a:moveTo>
                  <a:pt x="2408" y="444"/>
                </a:moveTo>
                <a:lnTo>
                  <a:pt x="2415" y="444"/>
                </a:lnTo>
                <a:lnTo>
                  <a:pt x="2415" y="437"/>
                </a:lnTo>
                <a:lnTo>
                  <a:pt x="2408" y="437"/>
                </a:lnTo>
                <a:lnTo>
                  <a:pt x="2408" y="444"/>
                </a:lnTo>
                <a:close/>
                <a:moveTo>
                  <a:pt x="2427" y="444"/>
                </a:moveTo>
                <a:lnTo>
                  <a:pt x="2434" y="444"/>
                </a:lnTo>
                <a:lnTo>
                  <a:pt x="2434" y="437"/>
                </a:lnTo>
                <a:lnTo>
                  <a:pt x="2427" y="437"/>
                </a:lnTo>
                <a:lnTo>
                  <a:pt x="2427" y="444"/>
                </a:lnTo>
                <a:close/>
                <a:moveTo>
                  <a:pt x="2443" y="444"/>
                </a:moveTo>
                <a:lnTo>
                  <a:pt x="2451" y="444"/>
                </a:lnTo>
                <a:lnTo>
                  <a:pt x="2451" y="437"/>
                </a:lnTo>
                <a:lnTo>
                  <a:pt x="2443" y="437"/>
                </a:lnTo>
                <a:lnTo>
                  <a:pt x="2443" y="444"/>
                </a:lnTo>
                <a:close/>
                <a:moveTo>
                  <a:pt x="2460" y="444"/>
                </a:moveTo>
                <a:lnTo>
                  <a:pt x="2467" y="444"/>
                </a:lnTo>
                <a:lnTo>
                  <a:pt x="2467" y="437"/>
                </a:lnTo>
                <a:lnTo>
                  <a:pt x="2460" y="437"/>
                </a:lnTo>
                <a:lnTo>
                  <a:pt x="2460" y="444"/>
                </a:lnTo>
                <a:close/>
                <a:moveTo>
                  <a:pt x="2477" y="444"/>
                </a:moveTo>
                <a:lnTo>
                  <a:pt x="2484" y="444"/>
                </a:lnTo>
                <a:lnTo>
                  <a:pt x="2484" y="437"/>
                </a:lnTo>
                <a:lnTo>
                  <a:pt x="2477" y="437"/>
                </a:lnTo>
                <a:lnTo>
                  <a:pt x="2477" y="444"/>
                </a:lnTo>
                <a:close/>
                <a:moveTo>
                  <a:pt x="2493" y="444"/>
                </a:moveTo>
                <a:lnTo>
                  <a:pt x="2500" y="444"/>
                </a:lnTo>
                <a:lnTo>
                  <a:pt x="2500" y="437"/>
                </a:lnTo>
                <a:lnTo>
                  <a:pt x="2493" y="437"/>
                </a:lnTo>
                <a:lnTo>
                  <a:pt x="2493" y="444"/>
                </a:lnTo>
                <a:close/>
                <a:moveTo>
                  <a:pt x="2510" y="444"/>
                </a:moveTo>
                <a:lnTo>
                  <a:pt x="2517" y="444"/>
                </a:lnTo>
                <a:lnTo>
                  <a:pt x="2517" y="437"/>
                </a:lnTo>
                <a:lnTo>
                  <a:pt x="2510" y="437"/>
                </a:lnTo>
                <a:lnTo>
                  <a:pt x="2510" y="444"/>
                </a:lnTo>
                <a:close/>
                <a:moveTo>
                  <a:pt x="2526" y="444"/>
                </a:moveTo>
                <a:lnTo>
                  <a:pt x="2533" y="444"/>
                </a:lnTo>
                <a:lnTo>
                  <a:pt x="2533" y="437"/>
                </a:lnTo>
                <a:lnTo>
                  <a:pt x="2526" y="437"/>
                </a:lnTo>
                <a:lnTo>
                  <a:pt x="2526" y="444"/>
                </a:lnTo>
                <a:close/>
                <a:moveTo>
                  <a:pt x="2543" y="444"/>
                </a:moveTo>
                <a:lnTo>
                  <a:pt x="2550" y="444"/>
                </a:lnTo>
                <a:lnTo>
                  <a:pt x="2550" y="437"/>
                </a:lnTo>
                <a:lnTo>
                  <a:pt x="2543" y="437"/>
                </a:lnTo>
                <a:lnTo>
                  <a:pt x="2543" y="444"/>
                </a:lnTo>
                <a:close/>
                <a:moveTo>
                  <a:pt x="2560" y="444"/>
                </a:moveTo>
                <a:lnTo>
                  <a:pt x="2567" y="444"/>
                </a:lnTo>
                <a:lnTo>
                  <a:pt x="2567" y="437"/>
                </a:lnTo>
                <a:lnTo>
                  <a:pt x="2560" y="437"/>
                </a:lnTo>
                <a:lnTo>
                  <a:pt x="2560" y="444"/>
                </a:lnTo>
                <a:close/>
                <a:moveTo>
                  <a:pt x="2576" y="444"/>
                </a:moveTo>
                <a:lnTo>
                  <a:pt x="2583" y="444"/>
                </a:lnTo>
                <a:lnTo>
                  <a:pt x="2583" y="437"/>
                </a:lnTo>
                <a:lnTo>
                  <a:pt x="2576" y="437"/>
                </a:lnTo>
                <a:lnTo>
                  <a:pt x="2576" y="444"/>
                </a:lnTo>
                <a:close/>
                <a:moveTo>
                  <a:pt x="2593" y="444"/>
                </a:moveTo>
                <a:lnTo>
                  <a:pt x="2600" y="444"/>
                </a:lnTo>
                <a:lnTo>
                  <a:pt x="2600" y="437"/>
                </a:lnTo>
                <a:lnTo>
                  <a:pt x="2593" y="437"/>
                </a:lnTo>
                <a:lnTo>
                  <a:pt x="2593" y="444"/>
                </a:lnTo>
                <a:close/>
                <a:moveTo>
                  <a:pt x="2609" y="444"/>
                </a:moveTo>
                <a:lnTo>
                  <a:pt x="2616" y="444"/>
                </a:lnTo>
                <a:lnTo>
                  <a:pt x="2616" y="437"/>
                </a:lnTo>
                <a:lnTo>
                  <a:pt x="2609" y="437"/>
                </a:lnTo>
                <a:lnTo>
                  <a:pt x="2609" y="444"/>
                </a:lnTo>
                <a:close/>
                <a:moveTo>
                  <a:pt x="2626" y="444"/>
                </a:moveTo>
                <a:lnTo>
                  <a:pt x="2633" y="444"/>
                </a:lnTo>
                <a:lnTo>
                  <a:pt x="2633" y="437"/>
                </a:lnTo>
                <a:lnTo>
                  <a:pt x="2626" y="437"/>
                </a:lnTo>
                <a:lnTo>
                  <a:pt x="2626" y="444"/>
                </a:lnTo>
                <a:close/>
                <a:moveTo>
                  <a:pt x="2761" y="444"/>
                </a:moveTo>
                <a:lnTo>
                  <a:pt x="2768" y="444"/>
                </a:lnTo>
                <a:lnTo>
                  <a:pt x="2768" y="437"/>
                </a:lnTo>
                <a:lnTo>
                  <a:pt x="2761" y="437"/>
                </a:lnTo>
                <a:lnTo>
                  <a:pt x="2761" y="444"/>
                </a:lnTo>
                <a:close/>
                <a:moveTo>
                  <a:pt x="2777" y="444"/>
                </a:moveTo>
                <a:lnTo>
                  <a:pt x="2784" y="444"/>
                </a:lnTo>
                <a:lnTo>
                  <a:pt x="2784" y="437"/>
                </a:lnTo>
                <a:lnTo>
                  <a:pt x="2777" y="437"/>
                </a:lnTo>
                <a:lnTo>
                  <a:pt x="2777" y="444"/>
                </a:lnTo>
                <a:close/>
                <a:moveTo>
                  <a:pt x="2794" y="444"/>
                </a:moveTo>
                <a:lnTo>
                  <a:pt x="2801" y="444"/>
                </a:lnTo>
                <a:lnTo>
                  <a:pt x="2801" y="437"/>
                </a:lnTo>
                <a:lnTo>
                  <a:pt x="2794" y="437"/>
                </a:lnTo>
                <a:lnTo>
                  <a:pt x="2794" y="444"/>
                </a:lnTo>
                <a:close/>
                <a:moveTo>
                  <a:pt x="2811" y="444"/>
                </a:moveTo>
                <a:lnTo>
                  <a:pt x="2818" y="444"/>
                </a:lnTo>
                <a:lnTo>
                  <a:pt x="2818" y="437"/>
                </a:lnTo>
                <a:lnTo>
                  <a:pt x="2811" y="437"/>
                </a:lnTo>
                <a:lnTo>
                  <a:pt x="2811" y="444"/>
                </a:lnTo>
                <a:close/>
                <a:moveTo>
                  <a:pt x="2827" y="444"/>
                </a:moveTo>
                <a:lnTo>
                  <a:pt x="2834" y="444"/>
                </a:lnTo>
                <a:lnTo>
                  <a:pt x="2834" y="437"/>
                </a:lnTo>
                <a:lnTo>
                  <a:pt x="2827" y="437"/>
                </a:lnTo>
                <a:lnTo>
                  <a:pt x="2827" y="444"/>
                </a:lnTo>
                <a:close/>
                <a:moveTo>
                  <a:pt x="66" y="461"/>
                </a:moveTo>
                <a:lnTo>
                  <a:pt x="73" y="461"/>
                </a:lnTo>
                <a:lnTo>
                  <a:pt x="73" y="454"/>
                </a:lnTo>
                <a:lnTo>
                  <a:pt x="66" y="454"/>
                </a:lnTo>
                <a:lnTo>
                  <a:pt x="66" y="461"/>
                </a:lnTo>
                <a:close/>
                <a:moveTo>
                  <a:pt x="83" y="461"/>
                </a:moveTo>
                <a:lnTo>
                  <a:pt x="90" y="461"/>
                </a:lnTo>
                <a:lnTo>
                  <a:pt x="90" y="454"/>
                </a:lnTo>
                <a:lnTo>
                  <a:pt x="83" y="454"/>
                </a:lnTo>
                <a:lnTo>
                  <a:pt x="83" y="461"/>
                </a:lnTo>
                <a:close/>
                <a:moveTo>
                  <a:pt x="101" y="461"/>
                </a:moveTo>
                <a:lnTo>
                  <a:pt x="106" y="461"/>
                </a:lnTo>
                <a:lnTo>
                  <a:pt x="106" y="454"/>
                </a:lnTo>
                <a:lnTo>
                  <a:pt x="101" y="454"/>
                </a:lnTo>
                <a:lnTo>
                  <a:pt x="101" y="461"/>
                </a:lnTo>
                <a:close/>
                <a:moveTo>
                  <a:pt x="334" y="461"/>
                </a:moveTo>
                <a:lnTo>
                  <a:pt x="341" y="461"/>
                </a:lnTo>
                <a:lnTo>
                  <a:pt x="341" y="454"/>
                </a:lnTo>
                <a:lnTo>
                  <a:pt x="334" y="454"/>
                </a:lnTo>
                <a:lnTo>
                  <a:pt x="334" y="461"/>
                </a:lnTo>
                <a:close/>
                <a:moveTo>
                  <a:pt x="350" y="461"/>
                </a:moveTo>
                <a:lnTo>
                  <a:pt x="357" y="461"/>
                </a:lnTo>
                <a:lnTo>
                  <a:pt x="357" y="454"/>
                </a:lnTo>
                <a:lnTo>
                  <a:pt x="350" y="454"/>
                </a:lnTo>
                <a:lnTo>
                  <a:pt x="350" y="461"/>
                </a:lnTo>
                <a:close/>
                <a:moveTo>
                  <a:pt x="369" y="461"/>
                </a:moveTo>
                <a:lnTo>
                  <a:pt x="376" y="461"/>
                </a:lnTo>
                <a:lnTo>
                  <a:pt x="376" y="454"/>
                </a:lnTo>
                <a:lnTo>
                  <a:pt x="369" y="454"/>
                </a:lnTo>
                <a:lnTo>
                  <a:pt x="369" y="461"/>
                </a:lnTo>
                <a:close/>
                <a:moveTo>
                  <a:pt x="386" y="461"/>
                </a:moveTo>
                <a:lnTo>
                  <a:pt x="393" y="461"/>
                </a:lnTo>
                <a:lnTo>
                  <a:pt x="393" y="454"/>
                </a:lnTo>
                <a:lnTo>
                  <a:pt x="386" y="454"/>
                </a:lnTo>
                <a:lnTo>
                  <a:pt x="386" y="461"/>
                </a:lnTo>
                <a:close/>
                <a:moveTo>
                  <a:pt x="402" y="461"/>
                </a:moveTo>
                <a:lnTo>
                  <a:pt x="409" y="461"/>
                </a:lnTo>
                <a:lnTo>
                  <a:pt x="409" y="454"/>
                </a:lnTo>
                <a:lnTo>
                  <a:pt x="402" y="454"/>
                </a:lnTo>
                <a:lnTo>
                  <a:pt x="402" y="461"/>
                </a:lnTo>
                <a:close/>
                <a:moveTo>
                  <a:pt x="419" y="461"/>
                </a:moveTo>
                <a:lnTo>
                  <a:pt x="426" y="461"/>
                </a:lnTo>
                <a:lnTo>
                  <a:pt x="426" y="454"/>
                </a:lnTo>
                <a:lnTo>
                  <a:pt x="419" y="454"/>
                </a:lnTo>
                <a:lnTo>
                  <a:pt x="419" y="461"/>
                </a:lnTo>
                <a:close/>
                <a:moveTo>
                  <a:pt x="435" y="461"/>
                </a:moveTo>
                <a:lnTo>
                  <a:pt x="442" y="461"/>
                </a:lnTo>
                <a:lnTo>
                  <a:pt x="442" y="454"/>
                </a:lnTo>
                <a:lnTo>
                  <a:pt x="435" y="454"/>
                </a:lnTo>
                <a:lnTo>
                  <a:pt x="435" y="461"/>
                </a:lnTo>
                <a:close/>
                <a:moveTo>
                  <a:pt x="452" y="461"/>
                </a:moveTo>
                <a:lnTo>
                  <a:pt x="459" y="461"/>
                </a:lnTo>
                <a:lnTo>
                  <a:pt x="459" y="454"/>
                </a:lnTo>
                <a:lnTo>
                  <a:pt x="452" y="454"/>
                </a:lnTo>
                <a:lnTo>
                  <a:pt x="452" y="461"/>
                </a:lnTo>
                <a:close/>
                <a:moveTo>
                  <a:pt x="469" y="461"/>
                </a:moveTo>
                <a:lnTo>
                  <a:pt x="476" y="461"/>
                </a:lnTo>
                <a:lnTo>
                  <a:pt x="476" y="454"/>
                </a:lnTo>
                <a:lnTo>
                  <a:pt x="469" y="454"/>
                </a:lnTo>
                <a:lnTo>
                  <a:pt x="469" y="461"/>
                </a:lnTo>
                <a:close/>
                <a:moveTo>
                  <a:pt x="485" y="461"/>
                </a:moveTo>
                <a:lnTo>
                  <a:pt x="492" y="461"/>
                </a:lnTo>
                <a:lnTo>
                  <a:pt x="492" y="454"/>
                </a:lnTo>
                <a:lnTo>
                  <a:pt x="485" y="454"/>
                </a:lnTo>
                <a:lnTo>
                  <a:pt x="485" y="461"/>
                </a:lnTo>
                <a:close/>
                <a:moveTo>
                  <a:pt x="502" y="461"/>
                </a:moveTo>
                <a:lnTo>
                  <a:pt x="509" y="461"/>
                </a:lnTo>
                <a:lnTo>
                  <a:pt x="509" y="454"/>
                </a:lnTo>
                <a:lnTo>
                  <a:pt x="502" y="454"/>
                </a:lnTo>
                <a:lnTo>
                  <a:pt x="502" y="461"/>
                </a:lnTo>
                <a:close/>
                <a:moveTo>
                  <a:pt x="518" y="461"/>
                </a:moveTo>
                <a:lnTo>
                  <a:pt x="525" y="461"/>
                </a:lnTo>
                <a:lnTo>
                  <a:pt x="525" y="454"/>
                </a:lnTo>
                <a:lnTo>
                  <a:pt x="518" y="454"/>
                </a:lnTo>
                <a:lnTo>
                  <a:pt x="518" y="461"/>
                </a:lnTo>
                <a:close/>
                <a:moveTo>
                  <a:pt x="535" y="461"/>
                </a:moveTo>
                <a:lnTo>
                  <a:pt x="542" y="461"/>
                </a:lnTo>
                <a:lnTo>
                  <a:pt x="542" y="454"/>
                </a:lnTo>
                <a:lnTo>
                  <a:pt x="535" y="454"/>
                </a:lnTo>
                <a:lnTo>
                  <a:pt x="535" y="461"/>
                </a:lnTo>
                <a:close/>
                <a:moveTo>
                  <a:pt x="551" y="461"/>
                </a:moveTo>
                <a:lnTo>
                  <a:pt x="559" y="461"/>
                </a:lnTo>
                <a:lnTo>
                  <a:pt x="559" y="454"/>
                </a:lnTo>
                <a:lnTo>
                  <a:pt x="551" y="454"/>
                </a:lnTo>
                <a:lnTo>
                  <a:pt x="551" y="461"/>
                </a:lnTo>
                <a:close/>
                <a:moveTo>
                  <a:pt x="568" y="461"/>
                </a:moveTo>
                <a:lnTo>
                  <a:pt x="575" y="461"/>
                </a:lnTo>
                <a:lnTo>
                  <a:pt x="575" y="454"/>
                </a:lnTo>
                <a:lnTo>
                  <a:pt x="568" y="454"/>
                </a:lnTo>
                <a:lnTo>
                  <a:pt x="568" y="461"/>
                </a:lnTo>
                <a:close/>
                <a:moveTo>
                  <a:pt x="585" y="461"/>
                </a:moveTo>
                <a:lnTo>
                  <a:pt x="592" y="461"/>
                </a:lnTo>
                <a:lnTo>
                  <a:pt x="592" y="454"/>
                </a:lnTo>
                <a:lnTo>
                  <a:pt x="585" y="454"/>
                </a:lnTo>
                <a:lnTo>
                  <a:pt x="585" y="461"/>
                </a:lnTo>
                <a:close/>
                <a:moveTo>
                  <a:pt x="601" y="461"/>
                </a:moveTo>
                <a:lnTo>
                  <a:pt x="608" y="461"/>
                </a:lnTo>
                <a:lnTo>
                  <a:pt x="608" y="454"/>
                </a:lnTo>
                <a:lnTo>
                  <a:pt x="601" y="454"/>
                </a:lnTo>
                <a:lnTo>
                  <a:pt x="601" y="461"/>
                </a:lnTo>
                <a:close/>
                <a:moveTo>
                  <a:pt x="620" y="461"/>
                </a:moveTo>
                <a:lnTo>
                  <a:pt x="625" y="461"/>
                </a:lnTo>
                <a:lnTo>
                  <a:pt x="625" y="454"/>
                </a:lnTo>
                <a:lnTo>
                  <a:pt x="620" y="454"/>
                </a:lnTo>
                <a:lnTo>
                  <a:pt x="620" y="461"/>
                </a:lnTo>
                <a:close/>
                <a:moveTo>
                  <a:pt x="637" y="461"/>
                </a:moveTo>
                <a:lnTo>
                  <a:pt x="644" y="461"/>
                </a:lnTo>
                <a:lnTo>
                  <a:pt x="644" y="454"/>
                </a:lnTo>
                <a:lnTo>
                  <a:pt x="637" y="454"/>
                </a:lnTo>
                <a:lnTo>
                  <a:pt x="637" y="461"/>
                </a:lnTo>
                <a:close/>
                <a:moveTo>
                  <a:pt x="653" y="461"/>
                </a:moveTo>
                <a:lnTo>
                  <a:pt x="660" y="461"/>
                </a:lnTo>
                <a:lnTo>
                  <a:pt x="660" y="454"/>
                </a:lnTo>
                <a:lnTo>
                  <a:pt x="653" y="454"/>
                </a:lnTo>
                <a:lnTo>
                  <a:pt x="653" y="461"/>
                </a:lnTo>
                <a:close/>
                <a:moveTo>
                  <a:pt x="670" y="461"/>
                </a:moveTo>
                <a:lnTo>
                  <a:pt x="677" y="461"/>
                </a:lnTo>
                <a:lnTo>
                  <a:pt x="677" y="454"/>
                </a:lnTo>
                <a:lnTo>
                  <a:pt x="670" y="454"/>
                </a:lnTo>
                <a:lnTo>
                  <a:pt x="670" y="461"/>
                </a:lnTo>
                <a:close/>
                <a:moveTo>
                  <a:pt x="686" y="461"/>
                </a:moveTo>
                <a:lnTo>
                  <a:pt x="693" y="461"/>
                </a:lnTo>
                <a:lnTo>
                  <a:pt x="693" y="454"/>
                </a:lnTo>
                <a:lnTo>
                  <a:pt x="686" y="454"/>
                </a:lnTo>
                <a:lnTo>
                  <a:pt x="686" y="461"/>
                </a:lnTo>
                <a:close/>
                <a:moveTo>
                  <a:pt x="703" y="461"/>
                </a:moveTo>
                <a:lnTo>
                  <a:pt x="710" y="461"/>
                </a:lnTo>
                <a:lnTo>
                  <a:pt x="710" y="454"/>
                </a:lnTo>
                <a:lnTo>
                  <a:pt x="703" y="454"/>
                </a:lnTo>
                <a:lnTo>
                  <a:pt x="703" y="461"/>
                </a:lnTo>
                <a:close/>
                <a:moveTo>
                  <a:pt x="720" y="461"/>
                </a:moveTo>
                <a:lnTo>
                  <a:pt x="727" y="461"/>
                </a:lnTo>
                <a:lnTo>
                  <a:pt x="727" y="454"/>
                </a:lnTo>
                <a:lnTo>
                  <a:pt x="720" y="454"/>
                </a:lnTo>
                <a:lnTo>
                  <a:pt x="720" y="461"/>
                </a:lnTo>
                <a:close/>
                <a:moveTo>
                  <a:pt x="736" y="461"/>
                </a:moveTo>
                <a:lnTo>
                  <a:pt x="743" y="461"/>
                </a:lnTo>
                <a:lnTo>
                  <a:pt x="743" y="454"/>
                </a:lnTo>
                <a:lnTo>
                  <a:pt x="736" y="454"/>
                </a:lnTo>
                <a:lnTo>
                  <a:pt x="736" y="461"/>
                </a:lnTo>
                <a:close/>
                <a:moveTo>
                  <a:pt x="753" y="461"/>
                </a:moveTo>
                <a:lnTo>
                  <a:pt x="760" y="461"/>
                </a:lnTo>
                <a:lnTo>
                  <a:pt x="760" y="454"/>
                </a:lnTo>
                <a:lnTo>
                  <a:pt x="753" y="454"/>
                </a:lnTo>
                <a:lnTo>
                  <a:pt x="753" y="461"/>
                </a:lnTo>
                <a:close/>
                <a:moveTo>
                  <a:pt x="769" y="461"/>
                </a:moveTo>
                <a:lnTo>
                  <a:pt x="776" y="461"/>
                </a:lnTo>
                <a:lnTo>
                  <a:pt x="776" y="454"/>
                </a:lnTo>
                <a:lnTo>
                  <a:pt x="769" y="454"/>
                </a:lnTo>
                <a:lnTo>
                  <a:pt x="769" y="461"/>
                </a:lnTo>
                <a:close/>
                <a:moveTo>
                  <a:pt x="786" y="461"/>
                </a:moveTo>
                <a:lnTo>
                  <a:pt x="793" y="461"/>
                </a:lnTo>
                <a:lnTo>
                  <a:pt x="793" y="454"/>
                </a:lnTo>
                <a:lnTo>
                  <a:pt x="786" y="454"/>
                </a:lnTo>
                <a:lnTo>
                  <a:pt x="786" y="461"/>
                </a:lnTo>
                <a:close/>
                <a:moveTo>
                  <a:pt x="802" y="461"/>
                </a:moveTo>
                <a:lnTo>
                  <a:pt x="810" y="461"/>
                </a:lnTo>
                <a:lnTo>
                  <a:pt x="810" y="454"/>
                </a:lnTo>
                <a:lnTo>
                  <a:pt x="802" y="454"/>
                </a:lnTo>
                <a:lnTo>
                  <a:pt x="802" y="461"/>
                </a:lnTo>
                <a:close/>
                <a:moveTo>
                  <a:pt x="819" y="461"/>
                </a:moveTo>
                <a:lnTo>
                  <a:pt x="826" y="461"/>
                </a:lnTo>
                <a:lnTo>
                  <a:pt x="826" y="454"/>
                </a:lnTo>
                <a:lnTo>
                  <a:pt x="819" y="454"/>
                </a:lnTo>
                <a:lnTo>
                  <a:pt x="819" y="461"/>
                </a:lnTo>
                <a:close/>
                <a:moveTo>
                  <a:pt x="836" y="461"/>
                </a:moveTo>
                <a:lnTo>
                  <a:pt x="843" y="461"/>
                </a:lnTo>
                <a:lnTo>
                  <a:pt x="843" y="454"/>
                </a:lnTo>
                <a:lnTo>
                  <a:pt x="836" y="454"/>
                </a:lnTo>
                <a:lnTo>
                  <a:pt x="836" y="461"/>
                </a:lnTo>
                <a:close/>
                <a:moveTo>
                  <a:pt x="852" y="461"/>
                </a:moveTo>
                <a:lnTo>
                  <a:pt x="859" y="461"/>
                </a:lnTo>
                <a:lnTo>
                  <a:pt x="859" y="454"/>
                </a:lnTo>
                <a:lnTo>
                  <a:pt x="852" y="454"/>
                </a:lnTo>
                <a:lnTo>
                  <a:pt x="852" y="461"/>
                </a:lnTo>
                <a:close/>
                <a:moveTo>
                  <a:pt x="871" y="461"/>
                </a:moveTo>
                <a:lnTo>
                  <a:pt x="876" y="461"/>
                </a:lnTo>
                <a:lnTo>
                  <a:pt x="876" y="454"/>
                </a:lnTo>
                <a:lnTo>
                  <a:pt x="871" y="454"/>
                </a:lnTo>
                <a:lnTo>
                  <a:pt x="871" y="461"/>
                </a:lnTo>
                <a:close/>
                <a:moveTo>
                  <a:pt x="888" y="461"/>
                </a:moveTo>
                <a:lnTo>
                  <a:pt x="895" y="461"/>
                </a:lnTo>
                <a:lnTo>
                  <a:pt x="895" y="454"/>
                </a:lnTo>
                <a:lnTo>
                  <a:pt x="888" y="454"/>
                </a:lnTo>
                <a:lnTo>
                  <a:pt x="888" y="461"/>
                </a:lnTo>
                <a:close/>
                <a:moveTo>
                  <a:pt x="904" y="461"/>
                </a:moveTo>
                <a:lnTo>
                  <a:pt x="911" y="461"/>
                </a:lnTo>
                <a:lnTo>
                  <a:pt x="911" y="454"/>
                </a:lnTo>
                <a:lnTo>
                  <a:pt x="904" y="454"/>
                </a:lnTo>
                <a:lnTo>
                  <a:pt x="904" y="461"/>
                </a:lnTo>
                <a:close/>
                <a:moveTo>
                  <a:pt x="921" y="461"/>
                </a:moveTo>
                <a:lnTo>
                  <a:pt x="928" y="461"/>
                </a:lnTo>
                <a:lnTo>
                  <a:pt x="928" y="454"/>
                </a:lnTo>
                <a:lnTo>
                  <a:pt x="921" y="454"/>
                </a:lnTo>
                <a:lnTo>
                  <a:pt x="921" y="461"/>
                </a:lnTo>
                <a:close/>
                <a:moveTo>
                  <a:pt x="937" y="461"/>
                </a:moveTo>
                <a:lnTo>
                  <a:pt x="944" y="461"/>
                </a:lnTo>
                <a:lnTo>
                  <a:pt x="944" y="454"/>
                </a:lnTo>
                <a:lnTo>
                  <a:pt x="937" y="454"/>
                </a:lnTo>
                <a:lnTo>
                  <a:pt x="937" y="461"/>
                </a:lnTo>
                <a:close/>
                <a:moveTo>
                  <a:pt x="954" y="461"/>
                </a:moveTo>
                <a:lnTo>
                  <a:pt x="961" y="461"/>
                </a:lnTo>
                <a:lnTo>
                  <a:pt x="961" y="454"/>
                </a:lnTo>
                <a:lnTo>
                  <a:pt x="954" y="454"/>
                </a:lnTo>
                <a:lnTo>
                  <a:pt x="954" y="461"/>
                </a:lnTo>
                <a:close/>
                <a:moveTo>
                  <a:pt x="971" y="461"/>
                </a:moveTo>
                <a:lnTo>
                  <a:pt x="978" y="461"/>
                </a:lnTo>
                <a:lnTo>
                  <a:pt x="978" y="454"/>
                </a:lnTo>
                <a:lnTo>
                  <a:pt x="971" y="454"/>
                </a:lnTo>
                <a:lnTo>
                  <a:pt x="971" y="461"/>
                </a:lnTo>
                <a:close/>
                <a:moveTo>
                  <a:pt x="1371" y="461"/>
                </a:moveTo>
                <a:lnTo>
                  <a:pt x="1378" y="461"/>
                </a:lnTo>
                <a:lnTo>
                  <a:pt x="1378" y="454"/>
                </a:lnTo>
                <a:lnTo>
                  <a:pt x="1371" y="454"/>
                </a:lnTo>
                <a:lnTo>
                  <a:pt x="1371" y="461"/>
                </a:lnTo>
                <a:close/>
                <a:moveTo>
                  <a:pt x="1390" y="461"/>
                </a:moveTo>
                <a:lnTo>
                  <a:pt x="1394" y="461"/>
                </a:lnTo>
                <a:lnTo>
                  <a:pt x="1394" y="454"/>
                </a:lnTo>
                <a:lnTo>
                  <a:pt x="1390" y="454"/>
                </a:lnTo>
                <a:lnTo>
                  <a:pt x="1390" y="461"/>
                </a:lnTo>
                <a:close/>
                <a:moveTo>
                  <a:pt x="1406" y="461"/>
                </a:moveTo>
                <a:lnTo>
                  <a:pt x="1413" y="461"/>
                </a:lnTo>
                <a:lnTo>
                  <a:pt x="1413" y="454"/>
                </a:lnTo>
                <a:lnTo>
                  <a:pt x="1406" y="454"/>
                </a:lnTo>
                <a:lnTo>
                  <a:pt x="1406" y="461"/>
                </a:lnTo>
                <a:close/>
                <a:moveTo>
                  <a:pt x="1423" y="461"/>
                </a:moveTo>
                <a:lnTo>
                  <a:pt x="1430" y="461"/>
                </a:lnTo>
                <a:lnTo>
                  <a:pt x="1430" y="454"/>
                </a:lnTo>
                <a:lnTo>
                  <a:pt x="1423" y="454"/>
                </a:lnTo>
                <a:lnTo>
                  <a:pt x="1423" y="461"/>
                </a:lnTo>
                <a:close/>
                <a:moveTo>
                  <a:pt x="1439" y="461"/>
                </a:moveTo>
                <a:lnTo>
                  <a:pt x="1447" y="461"/>
                </a:lnTo>
                <a:lnTo>
                  <a:pt x="1447" y="454"/>
                </a:lnTo>
                <a:lnTo>
                  <a:pt x="1439" y="454"/>
                </a:lnTo>
                <a:lnTo>
                  <a:pt x="1439" y="461"/>
                </a:lnTo>
                <a:close/>
                <a:moveTo>
                  <a:pt x="1456" y="461"/>
                </a:moveTo>
                <a:lnTo>
                  <a:pt x="1463" y="461"/>
                </a:lnTo>
                <a:lnTo>
                  <a:pt x="1463" y="454"/>
                </a:lnTo>
                <a:lnTo>
                  <a:pt x="1456" y="454"/>
                </a:lnTo>
                <a:lnTo>
                  <a:pt x="1456" y="461"/>
                </a:lnTo>
                <a:close/>
                <a:moveTo>
                  <a:pt x="1522" y="461"/>
                </a:moveTo>
                <a:lnTo>
                  <a:pt x="1529" y="461"/>
                </a:lnTo>
                <a:lnTo>
                  <a:pt x="1529" y="454"/>
                </a:lnTo>
                <a:lnTo>
                  <a:pt x="1522" y="454"/>
                </a:lnTo>
                <a:lnTo>
                  <a:pt x="1522" y="461"/>
                </a:lnTo>
                <a:close/>
                <a:moveTo>
                  <a:pt x="1539" y="461"/>
                </a:moveTo>
                <a:lnTo>
                  <a:pt x="1546" y="461"/>
                </a:lnTo>
                <a:lnTo>
                  <a:pt x="1546" y="454"/>
                </a:lnTo>
                <a:lnTo>
                  <a:pt x="1539" y="454"/>
                </a:lnTo>
                <a:lnTo>
                  <a:pt x="1539" y="461"/>
                </a:lnTo>
                <a:close/>
                <a:moveTo>
                  <a:pt x="1555" y="461"/>
                </a:moveTo>
                <a:lnTo>
                  <a:pt x="1563" y="461"/>
                </a:lnTo>
                <a:lnTo>
                  <a:pt x="1563" y="454"/>
                </a:lnTo>
                <a:lnTo>
                  <a:pt x="1555" y="454"/>
                </a:lnTo>
                <a:lnTo>
                  <a:pt x="1555" y="461"/>
                </a:lnTo>
                <a:close/>
                <a:moveTo>
                  <a:pt x="1572" y="461"/>
                </a:moveTo>
                <a:lnTo>
                  <a:pt x="1579" y="461"/>
                </a:lnTo>
                <a:lnTo>
                  <a:pt x="1579" y="454"/>
                </a:lnTo>
                <a:lnTo>
                  <a:pt x="1572" y="454"/>
                </a:lnTo>
                <a:lnTo>
                  <a:pt x="1572" y="461"/>
                </a:lnTo>
                <a:close/>
                <a:moveTo>
                  <a:pt x="1589" y="461"/>
                </a:moveTo>
                <a:lnTo>
                  <a:pt x="1596" y="461"/>
                </a:lnTo>
                <a:lnTo>
                  <a:pt x="1596" y="454"/>
                </a:lnTo>
                <a:lnTo>
                  <a:pt x="1589" y="454"/>
                </a:lnTo>
                <a:lnTo>
                  <a:pt x="1589" y="461"/>
                </a:lnTo>
                <a:close/>
                <a:moveTo>
                  <a:pt x="1605" y="461"/>
                </a:moveTo>
                <a:lnTo>
                  <a:pt x="1612" y="461"/>
                </a:lnTo>
                <a:lnTo>
                  <a:pt x="1612" y="454"/>
                </a:lnTo>
                <a:lnTo>
                  <a:pt x="1605" y="454"/>
                </a:lnTo>
                <a:lnTo>
                  <a:pt x="1605" y="461"/>
                </a:lnTo>
                <a:close/>
                <a:moveTo>
                  <a:pt x="1622" y="461"/>
                </a:moveTo>
                <a:lnTo>
                  <a:pt x="1629" y="461"/>
                </a:lnTo>
                <a:lnTo>
                  <a:pt x="1629" y="454"/>
                </a:lnTo>
                <a:lnTo>
                  <a:pt x="1622" y="454"/>
                </a:lnTo>
                <a:lnTo>
                  <a:pt x="1622" y="461"/>
                </a:lnTo>
                <a:close/>
                <a:moveTo>
                  <a:pt x="1638" y="461"/>
                </a:moveTo>
                <a:lnTo>
                  <a:pt x="1645" y="461"/>
                </a:lnTo>
                <a:lnTo>
                  <a:pt x="1645" y="454"/>
                </a:lnTo>
                <a:lnTo>
                  <a:pt x="1638" y="454"/>
                </a:lnTo>
                <a:lnTo>
                  <a:pt x="1638" y="461"/>
                </a:lnTo>
                <a:close/>
                <a:moveTo>
                  <a:pt x="1657" y="461"/>
                </a:moveTo>
                <a:lnTo>
                  <a:pt x="1664" y="461"/>
                </a:lnTo>
                <a:lnTo>
                  <a:pt x="1664" y="454"/>
                </a:lnTo>
                <a:lnTo>
                  <a:pt x="1657" y="454"/>
                </a:lnTo>
                <a:lnTo>
                  <a:pt x="1657" y="461"/>
                </a:lnTo>
                <a:close/>
                <a:moveTo>
                  <a:pt x="1674" y="461"/>
                </a:moveTo>
                <a:lnTo>
                  <a:pt x="1681" y="461"/>
                </a:lnTo>
                <a:lnTo>
                  <a:pt x="1681" y="454"/>
                </a:lnTo>
                <a:lnTo>
                  <a:pt x="1674" y="454"/>
                </a:lnTo>
                <a:lnTo>
                  <a:pt x="1674" y="461"/>
                </a:lnTo>
                <a:close/>
                <a:moveTo>
                  <a:pt x="1690" y="461"/>
                </a:moveTo>
                <a:lnTo>
                  <a:pt x="1698" y="461"/>
                </a:lnTo>
                <a:lnTo>
                  <a:pt x="1698" y="454"/>
                </a:lnTo>
                <a:lnTo>
                  <a:pt x="1690" y="454"/>
                </a:lnTo>
                <a:lnTo>
                  <a:pt x="1690" y="461"/>
                </a:lnTo>
                <a:close/>
                <a:moveTo>
                  <a:pt x="1707" y="461"/>
                </a:moveTo>
                <a:lnTo>
                  <a:pt x="1714" y="461"/>
                </a:lnTo>
                <a:lnTo>
                  <a:pt x="1714" y="454"/>
                </a:lnTo>
                <a:lnTo>
                  <a:pt x="1707" y="454"/>
                </a:lnTo>
                <a:lnTo>
                  <a:pt x="1707" y="461"/>
                </a:lnTo>
                <a:close/>
                <a:moveTo>
                  <a:pt x="1724" y="461"/>
                </a:moveTo>
                <a:lnTo>
                  <a:pt x="1731" y="461"/>
                </a:lnTo>
                <a:lnTo>
                  <a:pt x="1731" y="454"/>
                </a:lnTo>
                <a:lnTo>
                  <a:pt x="1724" y="454"/>
                </a:lnTo>
                <a:lnTo>
                  <a:pt x="1724" y="461"/>
                </a:lnTo>
                <a:close/>
                <a:moveTo>
                  <a:pt x="1740" y="461"/>
                </a:moveTo>
                <a:lnTo>
                  <a:pt x="1747" y="461"/>
                </a:lnTo>
                <a:lnTo>
                  <a:pt x="1747" y="454"/>
                </a:lnTo>
                <a:lnTo>
                  <a:pt x="1740" y="454"/>
                </a:lnTo>
                <a:lnTo>
                  <a:pt x="1740" y="461"/>
                </a:lnTo>
                <a:close/>
                <a:moveTo>
                  <a:pt x="1757" y="461"/>
                </a:moveTo>
                <a:lnTo>
                  <a:pt x="1764" y="461"/>
                </a:lnTo>
                <a:lnTo>
                  <a:pt x="1764" y="454"/>
                </a:lnTo>
                <a:lnTo>
                  <a:pt x="1757" y="454"/>
                </a:lnTo>
                <a:lnTo>
                  <a:pt x="1757" y="461"/>
                </a:lnTo>
                <a:close/>
                <a:moveTo>
                  <a:pt x="1773" y="461"/>
                </a:moveTo>
                <a:lnTo>
                  <a:pt x="1780" y="461"/>
                </a:lnTo>
                <a:lnTo>
                  <a:pt x="1780" y="454"/>
                </a:lnTo>
                <a:lnTo>
                  <a:pt x="1773" y="454"/>
                </a:lnTo>
                <a:lnTo>
                  <a:pt x="1773" y="461"/>
                </a:lnTo>
                <a:close/>
                <a:moveTo>
                  <a:pt x="1790" y="461"/>
                </a:moveTo>
                <a:lnTo>
                  <a:pt x="1797" y="461"/>
                </a:lnTo>
                <a:lnTo>
                  <a:pt x="1797" y="454"/>
                </a:lnTo>
                <a:lnTo>
                  <a:pt x="1790" y="454"/>
                </a:lnTo>
                <a:lnTo>
                  <a:pt x="1790" y="461"/>
                </a:lnTo>
                <a:close/>
                <a:moveTo>
                  <a:pt x="1806" y="461"/>
                </a:moveTo>
                <a:lnTo>
                  <a:pt x="1814" y="461"/>
                </a:lnTo>
                <a:lnTo>
                  <a:pt x="1814" y="454"/>
                </a:lnTo>
                <a:lnTo>
                  <a:pt x="1806" y="454"/>
                </a:lnTo>
                <a:lnTo>
                  <a:pt x="1806" y="461"/>
                </a:lnTo>
                <a:close/>
                <a:moveTo>
                  <a:pt x="1823" y="461"/>
                </a:moveTo>
                <a:lnTo>
                  <a:pt x="1830" y="461"/>
                </a:lnTo>
                <a:lnTo>
                  <a:pt x="1830" y="454"/>
                </a:lnTo>
                <a:lnTo>
                  <a:pt x="1823" y="454"/>
                </a:lnTo>
                <a:lnTo>
                  <a:pt x="1823" y="461"/>
                </a:lnTo>
                <a:close/>
                <a:moveTo>
                  <a:pt x="1840" y="461"/>
                </a:moveTo>
                <a:lnTo>
                  <a:pt x="1847" y="461"/>
                </a:lnTo>
                <a:lnTo>
                  <a:pt x="1847" y="454"/>
                </a:lnTo>
                <a:lnTo>
                  <a:pt x="1840" y="454"/>
                </a:lnTo>
                <a:lnTo>
                  <a:pt x="1840" y="461"/>
                </a:lnTo>
                <a:close/>
                <a:moveTo>
                  <a:pt x="1856" y="461"/>
                </a:moveTo>
                <a:lnTo>
                  <a:pt x="1863" y="461"/>
                </a:lnTo>
                <a:lnTo>
                  <a:pt x="1863" y="454"/>
                </a:lnTo>
                <a:lnTo>
                  <a:pt x="1856" y="454"/>
                </a:lnTo>
                <a:lnTo>
                  <a:pt x="1856" y="461"/>
                </a:lnTo>
                <a:close/>
                <a:moveTo>
                  <a:pt x="1873" y="461"/>
                </a:moveTo>
                <a:lnTo>
                  <a:pt x="1880" y="461"/>
                </a:lnTo>
                <a:lnTo>
                  <a:pt x="1880" y="454"/>
                </a:lnTo>
                <a:lnTo>
                  <a:pt x="1873" y="454"/>
                </a:lnTo>
                <a:lnTo>
                  <a:pt x="1873" y="461"/>
                </a:lnTo>
                <a:close/>
                <a:moveTo>
                  <a:pt x="1889" y="461"/>
                </a:moveTo>
                <a:lnTo>
                  <a:pt x="1896" y="461"/>
                </a:lnTo>
                <a:lnTo>
                  <a:pt x="1896" y="454"/>
                </a:lnTo>
                <a:lnTo>
                  <a:pt x="1889" y="454"/>
                </a:lnTo>
                <a:lnTo>
                  <a:pt x="1889" y="461"/>
                </a:lnTo>
                <a:close/>
                <a:moveTo>
                  <a:pt x="1908" y="461"/>
                </a:moveTo>
                <a:lnTo>
                  <a:pt x="1915" y="461"/>
                </a:lnTo>
                <a:lnTo>
                  <a:pt x="1915" y="454"/>
                </a:lnTo>
                <a:lnTo>
                  <a:pt x="1908" y="454"/>
                </a:lnTo>
                <a:lnTo>
                  <a:pt x="1908" y="461"/>
                </a:lnTo>
                <a:close/>
                <a:moveTo>
                  <a:pt x="1925" y="461"/>
                </a:moveTo>
                <a:lnTo>
                  <a:pt x="1932" y="461"/>
                </a:lnTo>
                <a:lnTo>
                  <a:pt x="1932" y="454"/>
                </a:lnTo>
                <a:lnTo>
                  <a:pt x="1925" y="454"/>
                </a:lnTo>
                <a:lnTo>
                  <a:pt x="1925" y="461"/>
                </a:lnTo>
                <a:close/>
                <a:moveTo>
                  <a:pt x="1941" y="461"/>
                </a:moveTo>
                <a:lnTo>
                  <a:pt x="1949" y="461"/>
                </a:lnTo>
                <a:lnTo>
                  <a:pt x="1949" y="454"/>
                </a:lnTo>
                <a:lnTo>
                  <a:pt x="1941" y="454"/>
                </a:lnTo>
                <a:lnTo>
                  <a:pt x="1941" y="461"/>
                </a:lnTo>
                <a:close/>
                <a:moveTo>
                  <a:pt x="1958" y="461"/>
                </a:moveTo>
                <a:lnTo>
                  <a:pt x="1965" y="461"/>
                </a:lnTo>
                <a:lnTo>
                  <a:pt x="1965" y="454"/>
                </a:lnTo>
                <a:lnTo>
                  <a:pt x="1958" y="454"/>
                </a:lnTo>
                <a:lnTo>
                  <a:pt x="1958" y="461"/>
                </a:lnTo>
                <a:close/>
                <a:moveTo>
                  <a:pt x="1975" y="461"/>
                </a:moveTo>
                <a:lnTo>
                  <a:pt x="1982" y="461"/>
                </a:lnTo>
                <a:lnTo>
                  <a:pt x="1982" y="454"/>
                </a:lnTo>
                <a:lnTo>
                  <a:pt x="1975" y="454"/>
                </a:lnTo>
                <a:lnTo>
                  <a:pt x="1975" y="461"/>
                </a:lnTo>
                <a:close/>
                <a:moveTo>
                  <a:pt x="1991" y="461"/>
                </a:moveTo>
                <a:lnTo>
                  <a:pt x="1998" y="461"/>
                </a:lnTo>
                <a:lnTo>
                  <a:pt x="1998" y="454"/>
                </a:lnTo>
                <a:lnTo>
                  <a:pt x="1991" y="454"/>
                </a:lnTo>
                <a:lnTo>
                  <a:pt x="1991" y="461"/>
                </a:lnTo>
                <a:close/>
                <a:moveTo>
                  <a:pt x="2008" y="461"/>
                </a:moveTo>
                <a:lnTo>
                  <a:pt x="2015" y="461"/>
                </a:lnTo>
                <a:lnTo>
                  <a:pt x="2015" y="454"/>
                </a:lnTo>
                <a:lnTo>
                  <a:pt x="2008" y="454"/>
                </a:lnTo>
                <a:lnTo>
                  <a:pt x="2008" y="461"/>
                </a:lnTo>
                <a:close/>
                <a:moveTo>
                  <a:pt x="2024" y="461"/>
                </a:moveTo>
                <a:lnTo>
                  <a:pt x="2031" y="461"/>
                </a:lnTo>
                <a:lnTo>
                  <a:pt x="2031" y="454"/>
                </a:lnTo>
                <a:lnTo>
                  <a:pt x="2024" y="454"/>
                </a:lnTo>
                <a:lnTo>
                  <a:pt x="2024" y="461"/>
                </a:lnTo>
                <a:close/>
                <a:moveTo>
                  <a:pt x="2041" y="461"/>
                </a:moveTo>
                <a:lnTo>
                  <a:pt x="2048" y="461"/>
                </a:lnTo>
                <a:lnTo>
                  <a:pt x="2048" y="454"/>
                </a:lnTo>
                <a:lnTo>
                  <a:pt x="2041" y="454"/>
                </a:lnTo>
                <a:lnTo>
                  <a:pt x="2041" y="461"/>
                </a:lnTo>
                <a:close/>
                <a:moveTo>
                  <a:pt x="2057" y="461"/>
                </a:moveTo>
                <a:lnTo>
                  <a:pt x="2065" y="461"/>
                </a:lnTo>
                <a:lnTo>
                  <a:pt x="2065" y="454"/>
                </a:lnTo>
                <a:lnTo>
                  <a:pt x="2057" y="454"/>
                </a:lnTo>
                <a:lnTo>
                  <a:pt x="2057" y="461"/>
                </a:lnTo>
                <a:close/>
                <a:moveTo>
                  <a:pt x="2074" y="461"/>
                </a:moveTo>
                <a:lnTo>
                  <a:pt x="2081" y="461"/>
                </a:lnTo>
                <a:lnTo>
                  <a:pt x="2081" y="454"/>
                </a:lnTo>
                <a:lnTo>
                  <a:pt x="2074" y="454"/>
                </a:lnTo>
                <a:lnTo>
                  <a:pt x="2074" y="461"/>
                </a:lnTo>
                <a:close/>
                <a:moveTo>
                  <a:pt x="2091" y="461"/>
                </a:moveTo>
                <a:lnTo>
                  <a:pt x="2098" y="461"/>
                </a:lnTo>
                <a:lnTo>
                  <a:pt x="2098" y="454"/>
                </a:lnTo>
                <a:lnTo>
                  <a:pt x="2091" y="454"/>
                </a:lnTo>
                <a:lnTo>
                  <a:pt x="2091" y="461"/>
                </a:lnTo>
                <a:close/>
                <a:moveTo>
                  <a:pt x="2107" y="461"/>
                </a:moveTo>
                <a:lnTo>
                  <a:pt x="2114" y="461"/>
                </a:lnTo>
                <a:lnTo>
                  <a:pt x="2114" y="454"/>
                </a:lnTo>
                <a:lnTo>
                  <a:pt x="2107" y="454"/>
                </a:lnTo>
                <a:lnTo>
                  <a:pt x="2107" y="461"/>
                </a:lnTo>
                <a:close/>
                <a:moveTo>
                  <a:pt x="2124" y="461"/>
                </a:moveTo>
                <a:lnTo>
                  <a:pt x="2131" y="461"/>
                </a:lnTo>
                <a:lnTo>
                  <a:pt x="2131" y="454"/>
                </a:lnTo>
                <a:lnTo>
                  <a:pt x="2124" y="454"/>
                </a:lnTo>
                <a:lnTo>
                  <a:pt x="2124" y="461"/>
                </a:lnTo>
                <a:close/>
                <a:moveTo>
                  <a:pt x="2140" y="461"/>
                </a:moveTo>
                <a:lnTo>
                  <a:pt x="2147" y="461"/>
                </a:lnTo>
                <a:lnTo>
                  <a:pt x="2147" y="454"/>
                </a:lnTo>
                <a:lnTo>
                  <a:pt x="2140" y="454"/>
                </a:lnTo>
                <a:lnTo>
                  <a:pt x="2140" y="461"/>
                </a:lnTo>
                <a:close/>
                <a:moveTo>
                  <a:pt x="2159" y="461"/>
                </a:moveTo>
                <a:lnTo>
                  <a:pt x="2164" y="461"/>
                </a:lnTo>
                <a:lnTo>
                  <a:pt x="2164" y="454"/>
                </a:lnTo>
                <a:lnTo>
                  <a:pt x="2159" y="454"/>
                </a:lnTo>
                <a:lnTo>
                  <a:pt x="2159" y="461"/>
                </a:lnTo>
                <a:close/>
                <a:moveTo>
                  <a:pt x="2176" y="461"/>
                </a:moveTo>
                <a:lnTo>
                  <a:pt x="2183" y="461"/>
                </a:lnTo>
                <a:lnTo>
                  <a:pt x="2183" y="454"/>
                </a:lnTo>
                <a:lnTo>
                  <a:pt x="2176" y="454"/>
                </a:lnTo>
                <a:lnTo>
                  <a:pt x="2176" y="461"/>
                </a:lnTo>
                <a:close/>
                <a:moveTo>
                  <a:pt x="2192" y="461"/>
                </a:moveTo>
                <a:lnTo>
                  <a:pt x="2200" y="461"/>
                </a:lnTo>
                <a:lnTo>
                  <a:pt x="2200" y="454"/>
                </a:lnTo>
                <a:lnTo>
                  <a:pt x="2192" y="454"/>
                </a:lnTo>
                <a:lnTo>
                  <a:pt x="2192" y="461"/>
                </a:lnTo>
                <a:close/>
                <a:moveTo>
                  <a:pt x="2209" y="461"/>
                </a:moveTo>
                <a:lnTo>
                  <a:pt x="2216" y="461"/>
                </a:lnTo>
                <a:lnTo>
                  <a:pt x="2216" y="454"/>
                </a:lnTo>
                <a:lnTo>
                  <a:pt x="2209" y="454"/>
                </a:lnTo>
                <a:lnTo>
                  <a:pt x="2209" y="461"/>
                </a:lnTo>
                <a:close/>
                <a:moveTo>
                  <a:pt x="2226" y="461"/>
                </a:moveTo>
                <a:lnTo>
                  <a:pt x="2233" y="461"/>
                </a:lnTo>
                <a:lnTo>
                  <a:pt x="2233" y="454"/>
                </a:lnTo>
                <a:lnTo>
                  <a:pt x="2226" y="454"/>
                </a:lnTo>
                <a:lnTo>
                  <a:pt x="2226" y="461"/>
                </a:lnTo>
                <a:close/>
                <a:moveTo>
                  <a:pt x="2242" y="461"/>
                </a:moveTo>
                <a:lnTo>
                  <a:pt x="2249" y="461"/>
                </a:lnTo>
                <a:lnTo>
                  <a:pt x="2249" y="454"/>
                </a:lnTo>
                <a:lnTo>
                  <a:pt x="2242" y="454"/>
                </a:lnTo>
                <a:lnTo>
                  <a:pt x="2242" y="461"/>
                </a:lnTo>
                <a:close/>
                <a:moveTo>
                  <a:pt x="2259" y="461"/>
                </a:moveTo>
                <a:lnTo>
                  <a:pt x="2266" y="461"/>
                </a:lnTo>
                <a:lnTo>
                  <a:pt x="2266" y="454"/>
                </a:lnTo>
                <a:lnTo>
                  <a:pt x="2259" y="454"/>
                </a:lnTo>
                <a:lnTo>
                  <a:pt x="2259" y="461"/>
                </a:lnTo>
                <a:close/>
                <a:moveTo>
                  <a:pt x="2275" y="461"/>
                </a:moveTo>
                <a:lnTo>
                  <a:pt x="2282" y="461"/>
                </a:lnTo>
                <a:lnTo>
                  <a:pt x="2282" y="454"/>
                </a:lnTo>
                <a:lnTo>
                  <a:pt x="2275" y="454"/>
                </a:lnTo>
                <a:lnTo>
                  <a:pt x="2275" y="461"/>
                </a:lnTo>
                <a:close/>
                <a:moveTo>
                  <a:pt x="2292" y="461"/>
                </a:moveTo>
                <a:lnTo>
                  <a:pt x="2299" y="461"/>
                </a:lnTo>
                <a:lnTo>
                  <a:pt x="2299" y="454"/>
                </a:lnTo>
                <a:lnTo>
                  <a:pt x="2292" y="454"/>
                </a:lnTo>
                <a:lnTo>
                  <a:pt x="2292" y="461"/>
                </a:lnTo>
                <a:close/>
                <a:moveTo>
                  <a:pt x="2308" y="461"/>
                </a:moveTo>
                <a:lnTo>
                  <a:pt x="2316" y="461"/>
                </a:lnTo>
                <a:lnTo>
                  <a:pt x="2316" y="454"/>
                </a:lnTo>
                <a:lnTo>
                  <a:pt x="2308" y="454"/>
                </a:lnTo>
                <a:lnTo>
                  <a:pt x="2308" y="461"/>
                </a:lnTo>
                <a:close/>
                <a:moveTo>
                  <a:pt x="2325" y="461"/>
                </a:moveTo>
                <a:lnTo>
                  <a:pt x="2332" y="461"/>
                </a:lnTo>
                <a:lnTo>
                  <a:pt x="2332" y="454"/>
                </a:lnTo>
                <a:lnTo>
                  <a:pt x="2325" y="454"/>
                </a:lnTo>
                <a:lnTo>
                  <a:pt x="2325" y="461"/>
                </a:lnTo>
                <a:close/>
                <a:moveTo>
                  <a:pt x="2342" y="461"/>
                </a:moveTo>
                <a:lnTo>
                  <a:pt x="2349" y="461"/>
                </a:lnTo>
                <a:lnTo>
                  <a:pt x="2349" y="454"/>
                </a:lnTo>
                <a:lnTo>
                  <a:pt x="2342" y="454"/>
                </a:lnTo>
                <a:lnTo>
                  <a:pt x="2342" y="461"/>
                </a:lnTo>
                <a:close/>
                <a:moveTo>
                  <a:pt x="2358" y="461"/>
                </a:moveTo>
                <a:lnTo>
                  <a:pt x="2365" y="461"/>
                </a:lnTo>
                <a:lnTo>
                  <a:pt x="2365" y="454"/>
                </a:lnTo>
                <a:lnTo>
                  <a:pt x="2358" y="454"/>
                </a:lnTo>
                <a:lnTo>
                  <a:pt x="2358" y="461"/>
                </a:lnTo>
                <a:close/>
                <a:moveTo>
                  <a:pt x="2375" y="461"/>
                </a:moveTo>
                <a:lnTo>
                  <a:pt x="2382" y="461"/>
                </a:lnTo>
                <a:lnTo>
                  <a:pt x="2382" y="454"/>
                </a:lnTo>
                <a:lnTo>
                  <a:pt x="2375" y="454"/>
                </a:lnTo>
                <a:lnTo>
                  <a:pt x="2375" y="461"/>
                </a:lnTo>
                <a:close/>
                <a:moveTo>
                  <a:pt x="2391" y="461"/>
                </a:moveTo>
                <a:lnTo>
                  <a:pt x="2398" y="461"/>
                </a:lnTo>
                <a:lnTo>
                  <a:pt x="2398" y="454"/>
                </a:lnTo>
                <a:lnTo>
                  <a:pt x="2391" y="454"/>
                </a:lnTo>
                <a:lnTo>
                  <a:pt x="2391" y="461"/>
                </a:lnTo>
                <a:close/>
                <a:moveTo>
                  <a:pt x="2408" y="461"/>
                </a:moveTo>
                <a:lnTo>
                  <a:pt x="2415" y="461"/>
                </a:lnTo>
                <a:lnTo>
                  <a:pt x="2415" y="454"/>
                </a:lnTo>
                <a:lnTo>
                  <a:pt x="2408" y="454"/>
                </a:lnTo>
                <a:lnTo>
                  <a:pt x="2408" y="461"/>
                </a:lnTo>
                <a:close/>
                <a:moveTo>
                  <a:pt x="2427" y="461"/>
                </a:moveTo>
                <a:lnTo>
                  <a:pt x="2434" y="461"/>
                </a:lnTo>
                <a:lnTo>
                  <a:pt x="2434" y="454"/>
                </a:lnTo>
                <a:lnTo>
                  <a:pt x="2427" y="454"/>
                </a:lnTo>
                <a:lnTo>
                  <a:pt x="2427" y="461"/>
                </a:lnTo>
                <a:close/>
                <a:moveTo>
                  <a:pt x="2443" y="461"/>
                </a:moveTo>
                <a:lnTo>
                  <a:pt x="2451" y="461"/>
                </a:lnTo>
                <a:lnTo>
                  <a:pt x="2451" y="454"/>
                </a:lnTo>
                <a:lnTo>
                  <a:pt x="2443" y="454"/>
                </a:lnTo>
                <a:lnTo>
                  <a:pt x="2443" y="461"/>
                </a:lnTo>
                <a:close/>
                <a:moveTo>
                  <a:pt x="2460" y="461"/>
                </a:moveTo>
                <a:lnTo>
                  <a:pt x="2467" y="461"/>
                </a:lnTo>
                <a:lnTo>
                  <a:pt x="2467" y="454"/>
                </a:lnTo>
                <a:lnTo>
                  <a:pt x="2460" y="454"/>
                </a:lnTo>
                <a:lnTo>
                  <a:pt x="2460" y="461"/>
                </a:lnTo>
                <a:close/>
                <a:moveTo>
                  <a:pt x="2477" y="461"/>
                </a:moveTo>
                <a:lnTo>
                  <a:pt x="2484" y="461"/>
                </a:lnTo>
                <a:lnTo>
                  <a:pt x="2484" y="454"/>
                </a:lnTo>
                <a:lnTo>
                  <a:pt x="2477" y="454"/>
                </a:lnTo>
                <a:lnTo>
                  <a:pt x="2477" y="461"/>
                </a:lnTo>
                <a:close/>
                <a:moveTo>
                  <a:pt x="2493" y="461"/>
                </a:moveTo>
                <a:lnTo>
                  <a:pt x="2500" y="461"/>
                </a:lnTo>
                <a:lnTo>
                  <a:pt x="2500" y="454"/>
                </a:lnTo>
                <a:lnTo>
                  <a:pt x="2493" y="454"/>
                </a:lnTo>
                <a:lnTo>
                  <a:pt x="2493" y="461"/>
                </a:lnTo>
                <a:close/>
                <a:moveTo>
                  <a:pt x="2510" y="461"/>
                </a:moveTo>
                <a:lnTo>
                  <a:pt x="2517" y="461"/>
                </a:lnTo>
                <a:lnTo>
                  <a:pt x="2517" y="454"/>
                </a:lnTo>
                <a:lnTo>
                  <a:pt x="2510" y="454"/>
                </a:lnTo>
                <a:lnTo>
                  <a:pt x="2510" y="461"/>
                </a:lnTo>
                <a:close/>
                <a:moveTo>
                  <a:pt x="2526" y="461"/>
                </a:moveTo>
                <a:lnTo>
                  <a:pt x="2533" y="461"/>
                </a:lnTo>
                <a:lnTo>
                  <a:pt x="2533" y="454"/>
                </a:lnTo>
                <a:lnTo>
                  <a:pt x="2526" y="454"/>
                </a:lnTo>
                <a:lnTo>
                  <a:pt x="2526" y="461"/>
                </a:lnTo>
                <a:close/>
                <a:moveTo>
                  <a:pt x="2543" y="461"/>
                </a:moveTo>
                <a:lnTo>
                  <a:pt x="2550" y="461"/>
                </a:lnTo>
                <a:lnTo>
                  <a:pt x="2550" y="454"/>
                </a:lnTo>
                <a:lnTo>
                  <a:pt x="2543" y="454"/>
                </a:lnTo>
                <a:lnTo>
                  <a:pt x="2543" y="461"/>
                </a:lnTo>
                <a:close/>
                <a:moveTo>
                  <a:pt x="2560" y="461"/>
                </a:moveTo>
                <a:lnTo>
                  <a:pt x="2567" y="461"/>
                </a:lnTo>
                <a:lnTo>
                  <a:pt x="2567" y="454"/>
                </a:lnTo>
                <a:lnTo>
                  <a:pt x="2560" y="454"/>
                </a:lnTo>
                <a:lnTo>
                  <a:pt x="2560" y="461"/>
                </a:lnTo>
                <a:close/>
                <a:moveTo>
                  <a:pt x="2576" y="461"/>
                </a:moveTo>
                <a:lnTo>
                  <a:pt x="2583" y="461"/>
                </a:lnTo>
                <a:lnTo>
                  <a:pt x="2583" y="454"/>
                </a:lnTo>
                <a:lnTo>
                  <a:pt x="2576" y="454"/>
                </a:lnTo>
                <a:lnTo>
                  <a:pt x="2576" y="461"/>
                </a:lnTo>
                <a:close/>
                <a:moveTo>
                  <a:pt x="2593" y="461"/>
                </a:moveTo>
                <a:lnTo>
                  <a:pt x="2600" y="461"/>
                </a:lnTo>
                <a:lnTo>
                  <a:pt x="2600" y="454"/>
                </a:lnTo>
                <a:lnTo>
                  <a:pt x="2593" y="454"/>
                </a:lnTo>
                <a:lnTo>
                  <a:pt x="2593" y="461"/>
                </a:lnTo>
                <a:close/>
                <a:moveTo>
                  <a:pt x="2609" y="461"/>
                </a:moveTo>
                <a:lnTo>
                  <a:pt x="2616" y="461"/>
                </a:lnTo>
                <a:lnTo>
                  <a:pt x="2616" y="454"/>
                </a:lnTo>
                <a:lnTo>
                  <a:pt x="2609" y="454"/>
                </a:lnTo>
                <a:lnTo>
                  <a:pt x="2609" y="461"/>
                </a:lnTo>
                <a:close/>
                <a:moveTo>
                  <a:pt x="2626" y="461"/>
                </a:moveTo>
                <a:lnTo>
                  <a:pt x="2633" y="461"/>
                </a:lnTo>
                <a:lnTo>
                  <a:pt x="2633" y="454"/>
                </a:lnTo>
                <a:lnTo>
                  <a:pt x="2626" y="454"/>
                </a:lnTo>
                <a:lnTo>
                  <a:pt x="2626" y="461"/>
                </a:lnTo>
                <a:close/>
                <a:moveTo>
                  <a:pt x="2659" y="461"/>
                </a:moveTo>
                <a:lnTo>
                  <a:pt x="2666" y="461"/>
                </a:lnTo>
                <a:lnTo>
                  <a:pt x="2666" y="454"/>
                </a:lnTo>
                <a:lnTo>
                  <a:pt x="2659" y="454"/>
                </a:lnTo>
                <a:lnTo>
                  <a:pt x="2659" y="461"/>
                </a:lnTo>
                <a:close/>
                <a:moveTo>
                  <a:pt x="2761" y="461"/>
                </a:moveTo>
                <a:lnTo>
                  <a:pt x="2768" y="461"/>
                </a:lnTo>
                <a:lnTo>
                  <a:pt x="2768" y="454"/>
                </a:lnTo>
                <a:lnTo>
                  <a:pt x="2761" y="454"/>
                </a:lnTo>
                <a:lnTo>
                  <a:pt x="2761" y="461"/>
                </a:lnTo>
                <a:close/>
                <a:moveTo>
                  <a:pt x="2777" y="461"/>
                </a:moveTo>
                <a:lnTo>
                  <a:pt x="2784" y="461"/>
                </a:lnTo>
                <a:lnTo>
                  <a:pt x="2784" y="454"/>
                </a:lnTo>
                <a:lnTo>
                  <a:pt x="2777" y="454"/>
                </a:lnTo>
                <a:lnTo>
                  <a:pt x="2777" y="461"/>
                </a:lnTo>
                <a:close/>
                <a:moveTo>
                  <a:pt x="2794" y="461"/>
                </a:moveTo>
                <a:lnTo>
                  <a:pt x="2801" y="461"/>
                </a:lnTo>
                <a:lnTo>
                  <a:pt x="2801" y="454"/>
                </a:lnTo>
                <a:lnTo>
                  <a:pt x="2794" y="454"/>
                </a:lnTo>
                <a:lnTo>
                  <a:pt x="2794" y="461"/>
                </a:lnTo>
                <a:close/>
                <a:moveTo>
                  <a:pt x="2811" y="461"/>
                </a:moveTo>
                <a:lnTo>
                  <a:pt x="2818" y="461"/>
                </a:lnTo>
                <a:lnTo>
                  <a:pt x="2818" y="454"/>
                </a:lnTo>
                <a:lnTo>
                  <a:pt x="2811" y="454"/>
                </a:lnTo>
                <a:lnTo>
                  <a:pt x="2811" y="461"/>
                </a:lnTo>
                <a:close/>
                <a:moveTo>
                  <a:pt x="2860" y="461"/>
                </a:moveTo>
                <a:lnTo>
                  <a:pt x="2867" y="461"/>
                </a:lnTo>
                <a:lnTo>
                  <a:pt x="2867" y="454"/>
                </a:lnTo>
                <a:lnTo>
                  <a:pt x="2860" y="454"/>
                </a:lnTo>
                <a:lnTo>
                  <a:pt x="2860" y="461"/>
                </a:lnTo>
                <a:close/>
                <a:moveTo>
                  <a:pt x="2877" y="461"/>
                </a:moveTo>
                <a:lnTo>
                  <a:pt x="2884" y="461"/>
                </a:lnTo>
                <a:lnTo>
                  <a:pt x="2884" y="454"/>
                </a:lnTo>
                <a:lnTo>
                  <a:pt x="2877" y="454"/>
                </a:lnTo>
                <a:lnTo>
                  <a:pt x="2877" y="461"/>
                </a:lnTo>
                <a:close/>
                <a:moveTo>
                  <a:pt x="33" y="477"/>
                </a:moveTo>
                <a:lnTo>
                  <a:pt x="40" y="477"/>
                </a:lnTo>
                <a:lnTo>
                  <a:pt x="40" y="470"/>
                </a:lnTo>
                <a:lnTo>
                  <a:pt x="33" y="470"/>
                </a:lnTo>
                <a:lnTo>
                  <a:pt x="33" y="477"/>
                </a:lnTo>
                <a:close/>
                <a:moveTo>
                  <a:pt x="49" y="477"/>
                </a:moveTo>
                <a:lnTo>
                  <a:pt x="56" y="477"/>
                </a:lnTo>
                <a:lnTo>
                  <a:pt x="56" y="470"/>
                </a:lnTo>
                <a:lnTo>
                  <a:pt x="49" y="470"/>
                </a:lnTo>
                <a:lnTo>
                  <a:pt x="49" y="477"/>
                </a:lnTo>
                <a:close/>
                <a:moveTo>
                  <a:pt x="334" y="477"/>
                </a:moveTo>
                <a:lnTo>
                  <a:pt x="341" y="477"/>
                </a:lnTo>
                <a:lnTo>
                  <a:pt x="341" y="470"/>
                </a:lnTo>
                <a:lnTo>
                  <a:pt x="334" y="470"/>
                </a:lnTo>
                <a:lnTo>
                  <a:pt x="334" y="477"/>
                </a:lnTo>
                <a:close/>
                <a:moveTo>
                  <a:pt x="350" y="477"/>
                </a:moveTo>
                <a:lnTo>
                  <a:pt x="357" y="477"/>
                </a:lnTo>
                <a:lnTo>
                  <a:pt x="357" y="470"/>
                </a:lnTo>
                <a:lnTo>
                  <a:pt x="350" y="470"/>
                </a:lnTo>
                <a:lnTo>
                  <a:pt x="350" y="477"/>
                </a:lnTo>
                <a:close/>
                <a:moveTo>
                  <a:pt x="369" y="477"/>
                </a:moveTo>
                <a:lnTo>
                  <a:pt x="376" y="477"/>
                </a:lnTo>
                <a:lnTo>
                  <a:pt x="376" y="470"/>
                </a:lnTo>
                <a:lnTo>
                  <a:pt x="369" y="470"/>
                </a:lnTo>
                <a:lnTo>
                  <a:pt x="369" y="477"/>
                </a:lnTo>
                <a:close/>
                <a:moveTo>
                  <a:pt x="386" y="477"/>
                </a:moveTo>
                <a:lnTo>
                  <a:pt x="393" y="477"/>
                </a:lnTo>
                <a:lnTo>
                  <a:pt x="393" y="470"/>
                </a:lnTo>
                <a:lnTo>
                  <a:pt x="386" y="470"/>
                </a:lnTo>
                <a:lnTo>
                  <a:pt x="386" y="477"/>
                </a:lnTo>
                <a:close/>
                <a:moveTo>
                  <a:pt x="402" y="477"/>
                </a:moveTo>
                <a:lnTo>
                  <a:pt x="409" y="477"/>
                </a:lnTo>
                <a:lnTo>
                  <a:pt x="409" y="470"/>
                </a:lnTo>
                <a:lnTo>
                  <a:pt x="402" y="470"/>
                </a:lnTo>
                <a:lnTo>
                  <a:pt x="402" y="477"/>
                </a:lnTo>
                <a:close/>
                <a:moveTo>
                  <a:pt x="419" y="477"/>
                </a:moveTo>
                <a:lnTo>
                  <a:pt x="426" y="477"/>
                </a:lnTo>
                <a:lnTo>
                  <a:pt x="426" y="470"/>
                </a:lnTo>
                <a:lnTo>
                  <a:pt x="419" y="470"/>
                </a:lnTo>
                <a:lnTo>
                  <a:pt x="419" y="477"/>
                </a:lnTo>
                <a:close/>
                <a:moveTo>
                  <a:pt x="435" y="477"/>
                </a:moveTo>
                <a:lnTo>
                  <a:pt x="442" y="477"/>
                </a:lnTo>
                <a:lnTo>
                  <a:pt x="442" y="470"/>
                </a:lnTo>
                <a:lnTo>
                  <a:pt x="435" y="470"/>
                </a:lnTo>
                <a:lnTo>
                  <a:pt x="435" y="477"/>
                </a:lnTo>
                <a:close/>
                <a:moveTo>
                  <a:pt x="452" y="477"/>
                </a:moveTo>
                <a:lnTo>
                  <a:pt x="459" y="477"/>
                </a:lnTo>
                <a:lnTo>
                  <a:pt x="459" y="470"/>
                </a:lnTo>
                <a:lnTo>
                  <a:pt x="452" y="470"/>
                </a:lnTo>
                <a:lnTo>
                  <a:pt x="452" y="477"/>
                </a:lnTo>
                <a:close/>
                <a:moveTo>
                  <a:pt x="469" y="477"/>
                </a:moveTo>
                <a:lnTo>
                  <a:pt x="476" y="477"/>
                </a:lnTo>
                <a:lnTo>
                  <a:pt x="476" y="470"/>
                </a:lnTo>
                <a:lnTo>
                  <a:pt x="469" y="470"/>
                </a:lnTo>
                <a:lnTo>
                  <a:pt x="469" y="477"/>
                </a:lnTo>
                <a:close/>
                <a:moveTo>
                  <a:pt x="485" y="477"/>
                </a:moveTo>
                <a:lnTo>
                  <a:pt x="492" y="477"/>
                </a:lnTo>
                <a:lnTo>
                  <a:pt x="492" y="470"/>
                </a:lnTo>
                <a:lnTo>
                  <a:pt x="485" y="470"/>
                </a:lnTo>
                <a:lnTo>
                  <a:pt x="485" y="477"/>
                </a:lnTo>
                <a:close/>
                <a:moveTo>
                  <a:pt x="502" y="477"/>
                </a:moveTo>
                <a:lnTo>
                  <a:pt x="509" y="477"/>
                </a:lnTo>
                <a:lnTo>
                  <a:pt x="509" y="470"/>
                </a:lnTo>
                <a:lnTo>
                  <a:pt x="502" y="470"/>
                </a:lnTo>
                <a:lnTo>
                  <a:pt x="502" y="477"/>
                </a:lnTo>
                <a:close/>
                <a:moveTo>
                  <a:pt x="518" y="477"/>
                </a:moveTo>
                <a:lnTo>
                  <a:pt x="525" y="477"/>
                </a:lnTo>
                <a:lnTo>
                  <a:pt x="525" y="470"/>
                </a:lnTo>
                <a:lnTo>
                  <a:pt x="518" y="470"/>
                </a:lnTo>
                <a:lnTo>
                  <a:pt x="518" y="477"/>
                </a:lnTo>
                <a:close/>
                <a:moveTo>
                  <a:pt x="535" y="477"/>
                </a:moveTo>
                <a:lnTo>
                  <a:pt x="542" y="477"/>
                </a:lnTo>
                <a:lnTo>
                  <a:pt x="542" y="470"/>
                </a:lnTo>
                <a:lnTo>
                  <a:pt x="535" y="470"/>
                </a:lnTo>
                <a:lnTo>
                  <a:pt x="535" y="477"/>
                </a:lnTo>
                <a:close/>
                <a:moveTo>
                  <a:pt x="551" y="477"/>
                </a:moveTo>
                <a:lnTo>
                  <a:pt x="559" y="477"/>
                </a:lnTo>
                <a:lnTo>
                  <a:pt x="559" y="470"/>
                </a:lnTo>
                <a:lnTo>
                  <a:pt x="551" y="470"/>
                </a:lnTo>
                <a:lnTo>
                  <a:pt x="551" y="477"/>
                </a:lnTo>
                <a:close/>
                <a:moveTo>
                  <a:pt x="568" y="477"/>
                </a:moveTo>
                <a:lnTo>
                  <a:pt x="575" y="477"/>
                </a:lnTo>
                <a:lnTo>
                  <a:pt x="575" y="470"/>
                </a:lnTo>
                <a:lnTo>
                  <a:pt x="568" y="470"/>
                </a:lnTo>
                <a:lnTo>
                  <a:pt x="568" y="477"/>
                </a:lnTo>
                <a:close/>
                <a:moveTo>
                  <a:pt x="585" y="477"/>
                </a:moveTo>
                <a:lnTo>
                  <a:pt x="592" y="477"/>
                </a:lnTo>
                <a:lnTo>
                  <a:pt x="592" y="470"/>
                </a:lnTo>
                <a:lnTo>
                  <a:pt x="585" y="470"/>
                </a:lnTo>
                <a:lnTo>
                  <a:pt x="585" y="477"/>
                </a:lnTo>
                <a:close/>
                <a:moveTo>
                  <a:pt x="601" y="477"/>
                </a:moveTo>
                <a:lnTo>
                  <a:pt x="608" y="477"/>
                </a:lnTo>
                <a:lnTo>
                  <a:pt x="608" y="470"/>
                </a:lnTo>
                <a:lnTo>
                  <a:pt x="601" y="470"/>
                </a:lnTo>
                <a:lnTo>
                  <a:pt x="601" y="477"/>
                </a:lnTo>
                <a:close/>
                <a:moveTo>
                  <a:pt x="620" y="477"/>
                </a:moveTo>
                <a:lnTo>
                  <a:pt x="625" y="477"/>
                </a:lnTo>
                <a:lnTo>
                  <a:pt x="625" y="470"/>
                </a:lnTo>
                <a:lnTo>
                  <a:pt x="620" y="470"/>
                </a:lnTo>
                <a:lnTo>
                  <a:pt x="620" y="477"/>
                </a:lnTo>
                <a:close/>
                <a:moveTo>
                  <a:pt x="637" y="477"/>
                </a:moveTo>
                <a:lnTo>
                  <a:pt x="644" y="477"/>
                </a:lnTo>
                <a:lnTo>
                  <a:pt x="644" y="470"/>
                </a:lnTo>
                <a:lnTo>
                  <a:pt x="637" y="470"/>
                </a:lnTo>
                <a:lnTo>
                  <a:pt x="637" y="477"/>
                </a:lnTo>
                <a:close/>
                <a:moveTo>
                  <a:pt x="653" y="477"/>
                </a:moveTo>
                <a:lnTo>
                  <a:pt x="660" y="477"/>
                </a:lnTo>
                <a:lnTo>
                  <a:pt x="660" y="470"/>
                </a:lnTo>
                <a:lnTo>
                  <a:pt x="653" y="470"/>
                </a:lnTo>
                <a:lnTo>
                  <a:pt x="653" y="477"/>
                </a:lnTo>
                <a:close/>
                <a:moveTo>
                  <a:pt x="670" y="477"/>
                </a:moveTo>
                <a:lnTo>
                  <a:pt x="677" y="477"/>
                </a:lnTo>
                <a:lnTo>
                  <a:pt x="677" y="470"/>
                </a:lnTo>
                <a:lnTo>
                  <a:pt x="670" y="470"/>
                </a:lnTo>
                <a:lnTo>
                  <a:pt x="670" y="477"/>
                </a:lnTo>
                <a:close/>
                <a:moveTo>
                  <a:pt x="686" y="477"/>
                </a:moveTo>
                <a:lnTo>
                  <a:pt x="693" y="477"/>
                </a:lnTo>
                <a:lnTo>
                  <a:pt x="693" y="470"/>
                </a:lnTo>
                <a:lnTo>
                  <a:pt x="686" y="470"/>
                </a:lnTo>
                <a:lnTo>
                  <a:pt x="686" y="477"/>
                </a:lnTo>
                <a:close/>
                <a:moveTo>
                  <a:pt x="703" y="477"/>
                </a:moveTo>
                <a:lnTo>
                  <a:pt x="710" y="477"/>
                </a:lnTo>
                <a:lnTo>
                  <a:pt x="710" y="470"/>
                </a:lnTo>
                <a:lnTo>
                  <a:pt x="703" y="470"/>
                </a:lnTo>
                <a:lnTo>
                  <a:pt x="703" y="477"/>
                </a:lnTo>
                <a:close/>
                <a:moveTo>
                  <a:pt x="720" y="477"/>
                </a:moveTo>
                <a:lnTo>
                  <a:pt x="727" y="477"/>
                </a:lnTo>
                <a:lnTo>
                  <a:pt x="727" y="470"/>
                </a:lnTo>
                <a:lnTo>
                  <a:pt x="720" y="470"/>
                </a:lnTo>
                <a:lnTo>
                  <a:pt x="720" y="477"/>
                </a:lnTo>
                <a:close/>
                <a:moveTo>
                  <a:pt x="736" y="477"/>
                </a:moveTo>
                <a:lnTo>
                  <a:pt x="743" y="477"/>
                </a:lnTo>
                <a:lnTo>
                  <a:pt x="743" y="470"/>
                </a:lnTo>
                <a:lnTo>
                  <a:pt x="736" y="470"/>
                </a:lnTo>
                <a:lnTo>
                  <a:pt x="736" y="477"/>
                </a:lnTo>
                <a:close/>
                <a:moveTo>
                  <a:pt x="753" y="477"/>
                </a:moveTo>
                <a:lnTo>
                  <a:pt x="760" y="477"/>
                </a:lnTo>
                <a:lnTo>
                  <a:pt x="760" y="470"/>
                </a:lnTo>
                <a:lnTo>
                  <a:pt x="753" y="470"/>
                </a:lnTo>
                <a:lnTo>
                  <a:pt x="753" y="477"/>
                </a:lnTo>
                <a:close/>
                <a:moveTo>
                  <a:pt x="769" y="477"/>
                </a:moveTo>
                <a:lnTo>
                  <a:pt x="776" y="477"/>
                </a:lnTo>
                <a:lnTo>
                  <a:pt x="776" y="470"/>
                </a:lnTo>
                <a:lnTo>
                  <a:pt x="769" y="470"/>
                </a:lnTo>
                <a:lnTo>
                  <a:pt x="769" y="477"/>
                </a:lnTo>
                <a:close/>
                <a:moveTo>
                  <a:pt x="786" y="477"/>
                </a:moveTo>
                <a:lnTo>
                  <a:pt x="793" y="477"/>
                </a:lnTo>
                <a:lnTo>
                  <a:pt x="793" y="470"/>
                </a:lnTo>
                <a:lnTo>
                  <a:pt x="786" y="470"/>
                </a:lnTo>
                <a:lnTo>
                  <a:pt x="786" y="477"/>
                </a:lnTo>
                <a:close/>
                <a:moveTo>
                  <a:pt x="802" y="477"/>
                </a:moveTo>
                <a:lnTo>
                  <a:pt x="810" y="477"/>
                </a:lnTo>
                <a:lnTo>
                  <a:pt x="810" y="470"/>
                </a:lnTo>
                <a:lnTo>
                  <a:pt x="802" y="470"/>
                </a:lnTo>
                <a:lnTo>
                  <a:pt x="802" y="477"/>
                </a:lnTo>
                <a:close/>
                <a:moveTo>
                  <a:pt x="819" y="477"/>
                </a:moveTo>
                <a:lnTo>
                  <a:pt x="826" y="477"/>
                </a:lnTo>
                <a:lnTo>
                  <a:pt x="826" y="470"/>
                </a:lnTo>
                <a:lnTo>
                  <a:pt x="819" y="470"/>
                </a:lnTo>
                <a:lnTo>
                  <a:pt x="819" y="477"/>
                </a:lnTo>
                <a:close/>
                <a:moveTo>
                  <a:pt x="836" y="477"/>
                </a:moveTo>
                <a:lnTo>
                  <a:pt x="843" y="477"/>
                </a:lnTo>
                <a:lnTo>
                  <a:pt x="843" y="470"/>
                </a:lnTo>
                <a:lnTo>
                  <a:pt x="836" y="470"/>
                </a:lnTo>
                <a:lnTo>
                  <a:pt x="836" y="477"/>
                </a:lnTo>
                <a:close/>
                <a:moveTo>
                  <a:pt x="852" y="477"/>
                </a:moveTo>
                <a:lnTo>
                  <a:pt x="859" y="477"/>
                </a:lnTo>
                <a:lnTo>
                  <a:pt x="859" y="470"/>
                </a:lnTo>
                <a:lnTo>
                  <a:pt x="852" y="470"/>
                </a:lnTo>
                <a:lnTo>
                  <a:pt x="852" y="477"/>
                </a:lnTo>
                <a:close/>
                <a:moveTo>
                  <a:pt x="871" y="477"/>
                </a:moveTo>
                <a:lnTo>
                  <a:pt x="876" y="477"/>
                </a:lnTo>
                <a:lnTo>
                  <a:pt x="876" y="470"/>
                </a:lnTo>
                <a:lnTo>
                  <a:pt x="871" y="470"/>
                </a:lnTo>
                <a:lnTo>
                  <a:pt x="871" y="477"/>
                </a:lnTo>
                <a:close/>
                <a:moveTo>
                  <a:pt x="888" y="477"/>
                </a:moveTo>
                <a:lnTo>
                  <a:pt x="895" y="477"/>
                </a:lnTo>
                <a:lnTo>
                  <a:pt x="895" y="470"/>
                </a:lnTo>
                <a:lnTo>
                  <a:pt x="888" y="470"/>
                </a:lnTo>
                <a:lnTo>
                  <a:pt x="888" y="477"/>
                </a:lnTo>
                <a:close/>
                <a:moveTo>
                  <a:pt x="904" y="477"/>
                </a:moveTo>
                <a:lnTo>
                  <a:pt x="911" y="477"/>
                </a:lnTo>
                <a:lnTo>
                  <a:pt x="911" y="470"/>
                </a:lnTo>
                <a:lnTo>
                  <a:pt x="904" y="470"/>
                </a:lnTo>
                <a:lnTo>
                  <a:pt x="904" y="477"/>
                </a:lnTo>
                <a:close/>
                <a:moveTo>
                  <a:pt x="921" y="477"/>
                </a:moveTo>
                <a:lnTo>
                  <a:pt x="928" y="477"/>
                </a:lnTo>
                <a:lnTo>
                  <a:pt x="928" y="470"/>
                </a:lnTo>
                <a:lnTo>
                  <a:pt x="921" y="470"/>
                </a:lnTo>
                <a:lnTo>
                  <a:pt x="921" y="477"/>
                </a:lnTo>
                <a:close/>
                <a:moveTo>
                  <a:pt x="937" y="477"/>
                </a:moveTo>
                <a:lnTo>
                  <a:pt x="944" y="477"/>
                </a:lnTo>
                <a:lnTo>
                  <a:pt x="944" y="470"/>
                </a:lnTo>
                <a:lnTo>
                  <a:pt x="937" y="470"/>
                </a:lnTo>
                <a:lnTo>
                  <a:pt x="937" y="477"/>
                </a:lnTo>
                <a:close/>
                <a:moveTo>
                  <a:pt x="954" y="477"/>
                </a:moveTo>
                <a:lnTo>
                  <a:pt x="961" y="477"/>
                </a:lnTo>
                <a:lnTo>
                  <a:pt x="961" y="470"/>
                </a:lnTo>
                <a:lnTo>
                  <a:pt x="954" y="470"/>
                </a:lnTo>
                <a:lnTo>
                  <a:pt x="954" y="477"/>
                </a:lnTo>
                <a:close/>
                <a:moveTo>
                  <a:pt x="971" y="477"/>
                </a:moveTo>
                <a:lnTo>
                  <a:pt x="978" y="477"/>
                </a:lnTo>
                <a:lnTo>
                  <a:pt x="978" y="470"/>
                </a:lnTo>
                <a:lnTo>
                  <a:pt x="971" y="470"/>
                </a:lnTo>
                <a:lnTo>
                  <a:pt x="971" y="477"/>
                </a:lnTo>
                <a:close/>
                <a:moveTo>
                  <a:pt x="987" y="477"/>
                </a:moveTo>
                <a:lnTo>
                  <a:pt x="994" y="477"/>
                </a:lnTo>
                <a:lnTo>
                  <a:pt x="994" y="470"/>
                </a:lnTo>
                <a:lnTo>
                  <a:pt x="987" y="470"/>
                </a:lnTo>
                <a:lnTo>
                  <a:pt x="987" y="477"/>
                </a:lnTo>
                <a:close/>
                <a:moveTo>
                  <a:pt x="1371" y="477"/>
                </a:moveTo>
                <a:lnTo>
                  <a:pt x="1378" y="477"/>
                </a:lnTo>
                <a:lnTo>
                  <a:pt x="1378" y="470"/>
                </a:lnTo>
                <a:lnTo>
                  <a:pt x="1371" y="470"/>
                </a:lnTo>
                <a:lnTo>
                  <a:pt x="1371" y="477"/>
                </a:lnTo>
                <a:close/>
                <a:moveTo>
                  <a:pt x="1390" y="477"/>
                </a:moveTo>
                <a:lnTo>
                  <a:pt x="1394" y="477"/>
                </a:lnTo>
                <a:lnTo>
                  <a:pt x="1394" y="470"/>
                </a:lnTo>
                <a:lnTo>
                  <a:pt x="1390" y="470"/>
                </a:lnTo>
                <a:lnTo>
                  <a:pt x="1390" y="477"/>
                </a:lnTo>
                <a:close/>
                <a:moveTo>
                  <a:pt x="1406" y="477"/>
                </a:moveTo>
                <a:lnTo>
                  <a:pt x="1413" y="477"/>
                </a:lnTo>
                <a:lnTo>
                  <a:pt x="1413" y="470"/>
                </a:lnTo>
                <a:lnTo>
                  <a:pt x="1406" y="470"/>
                </a:lnTo>
                <a:lnTo>
                  <a:pt x="1406" y="477"/>
                </a:lnTo>
                <a:close/>
                <a:moveTo>
                  <a:pt x="1423" y="477"/>
                </a:moveTo>
                <a:lnTo>
                  <a:pt x="1430" y="477"/>
                </a:lnTo>
                <a:lnTo>
                  <a:pt x="1430" y="470"/>
                </a:lnTo>
                <a:lnTo>
                  <a:pt x="1423" y="470"/>
                </a:lnTo>
                <a:lnTo>
                  <a:pt x="1423" y="477"/>
                </a:lnTo>
                <a:close/>
                <a:moveTo>
                  <a:pt x="1439" y="477"/>
                </a:moveTo>
                <a:lnTo>
                  <a:pt x="1447" y="477"/>
                </a:lnTo>
                <a:lnTo>
                  <a:pt x="1447" y="470"/>
                </a:lnTo>
                <a:lnTo>
                  <a:pt x="1439" y="470"/>
                </a:lnTo>
                <a:lnTo>
                  <a:pt x="1439" y="477"/>
                </a:lnTo>
                <a:close/>
                <a:moveTo>
                  <a:pt x="1456" y="477"/>
                </a:moveTo>
                <a:lnTo>
                  <a:pt x="1463" y="477"/>
                </a:lnTo>
                <a:lnTo>
                  <a:pt x="1463" y="470"/>
                </a:lnTo>
                <a:lnTo>
                  <a:pt x="1456" y="470"/>
                </a:lnTo>
                <a:lnTo>
                  <a:pt x="1456" y="477"/>
                </a:lnTo>
                <a:close/>
                <a:moveTo>
                  <a:pt x="1473" y="477"/>
                </a:moveTo>
                <a:lnTo>
                  <a:pt x="1480" y="477"/>
                </a:lnTo>
                <a:lnTo>
                  <a:pt x="1480" y="470"/>
                </a:lnTo>
                <a:lnTo>
                  <a:pt x="1473" y="470"/>
                </a:lnTo>
                <a:lnTo>
                  <a:pt x="1473" y="477"/>
                </a:lnTo>
                <a:close/>
                <a:moveTo>
                  <a:pt x="1489" y="477"/>
                </a:moveTo>
                <a:lnTo>
                  <a:pt x="1496" y="477"/>
                </a:lnTo>
                <a:lnTo>
                  <a:pt x="1496" y="470"/>
                </a:lnTo>
                <a:lnTo>
                  <a:pt x="1489" y="470"/>
                </a:lnTo>
                <a:lnTo>
                  <a:pt x="1489" y="477"/>
                </a:lnTo>
                <a:close/>
                <a:moveTo>
                  <a:pt x="1506" y="477"/>
                </a:moveTo>
                <a:lnTo>
                  <a:pt x="1513" y="477"/>
                </a:lnTo>
                <a:lnTo>
                  <a:pt x="1513" y="470"/>
                </a:lnTo>
                <a:lnTo>
                  <a:pt x="1506" y="470"/>
                </a:lnTo>
                <a:lnTo>
                  <a:pt x="1506" y="477"/>
                </a:lnTo>
                <a:close/>
                <a:moveTo>
                  <a:pt x="1522" y="477"/>
                </a:moveTo>
                <a:lnTo>
                  <a:pt x="1529" y="477"/>
                </a:lnTo>
                <a:lnTo>
                  <a:pt x="1529" y="470"/>
                </a:lnTo>
                <a:lnTo>
                  <a:pt x="1522" y="470"/>
                </a:lnTo>
                <a:lnTo>
                  <a:pt x="1522" y="477"/>
                </a:lnTo>
                <a:close/>
                <a:moveTo>
                  <a:pt x="1539" y="477"/>
                </a:moveTo>
                <a:lnTo>
                  <a:pt x="1546" y="477"/>
                </a:lnTo>
                <a:lnTo>
                  <a:pt x="1546" y="470"/>
                </a:lnTo>
                <a:lnTo>
                  <a:pt x="1539" y="470"/>
                </a:lnTo>
                <a:lnTo>
                  <a:pt x="1539" y="477"/>
                </a:lnTo>
                <a:close/>
                <a:moveTo>
                  <a:pt x="1555" y="477"/>
                </a:moveTo>
                <a:lnTo>
                  <a:pt x="1563" y="477"/>
                </a:lnTo>
                <a:lnTo>
                  <a:pt x="1563" y="470"/>
                </a:lnTo>
                <a:lnTo>
                  <a:pt x="1555" y="470"/>
                </a:lnTo>
                <a:lnTo>
                  <a:pt x="1555" y="477"/>
                </a:lnTo>
                <a:close/>
                <a:moveTo>
                  <a:pt x="1572" y="477"/>
                </a:moveTo>
                <a:lnTo>
                  <a:pt x="1579" y="477"/>
                </a:lnTo>
                <a:lnTo>
                  <a:pt x="1579" y="470"/>
                </a:lnTo>
                <a:lnTo>
                  <a:pt x="1572" y="470"/>
                </a:lnTo>
                <a:lnTo>
                  <a:pt x="1572" y="477"/>
                </a:lnTo>
                <a:close/>
                <a:moveTo>
                  <a:pt x="1589" y="477"/>
                </a:moveTo>
                <a:lnTo>
                  <a:pt x="1596" y="477"/>
                </a:lnTo>
                <a:lnTo>
                  <a:pt x="1596" y="470"/>
                </a:lnTo>
                <a:lnTo>
                  <a:pt x="1589" y="470"/>
                </a:lnTo>
                <a:lnTo>
                  <a:pt x="1589" y="477"/>
                </a:lnTo>
                <a:close/>
                <a:moveTo>
                  <a:pt x="1605" y="477"/>
                </a:moveTo>
                <a:lnTo>
                  <a:pt x="1612" y="477"/>
                </a:lnTo>
                <a:lnTo>
                  <a:pt x="1612" y="470"/>
                </a:lnTo>
                <a:lnTo>
                  <a:pt x="1605" y="470"/>
                </a:lnTo>
                <a:lnTo>
                  <a:pt x="1605" y="477"/>
                </a:lnTo>
                <a:close/>
                <a:moveTo>
                  <a:pt x="1622" y="477"/>
                </a:moveTo>
                <a:lnTo>
                  <a:pt x="1629" y="477"/>
                </a:lnTo>
                <a:lnTo>
                  <a:pt x="1629" y="470"/>
                </a:lnTo>
                <a:lnTo>
                  <a:pt x="1622" y="470"/>
                </a:lnTo>
                <a:lnTo>
                  <a:pt x="1622" y="477"/>
                </a:lnTo>
                <a:close/>
                <a:moveTo>
                  <a:pt x="1638" y="477"/>
                </a:moveTo>
                <a:lnTo>
                  <a:pt x="1645" y="477"/>
                </a:lnTo>
                <a:lnTo>
                  <a:pt x="1645" y="470"/>
                </a:lnTo>
                <a:lnTo>
                  <a:pt x="1638" y="470"/>
                </a:lnTo>
                <a:lnTo>
                  <a:pt x="1638" y="477"/>
                </a:lnTo>
                <a:close/>
                <a:moveTo>
                  <a:pt x="1657" y="477"/>
                </a:moveTo>
                <a:lnTo>
                  <a:pt x="1664" y="477"/>
                </a:lnTo>
                <a:lnTo>
                  <a:pt x="1664" y="470"/>
                </a:lnTo>
                <a:lnTo>
                  <a:pt x="1657" y="470"/>
                </a:lnTo>
                <a:lnTo>
                  <a:pt x="1657" y="477"/>
                </a:lnTo>
                <a:close/>
                <a:moveTo>
                  <a:pt x="1674" y="477"/>
                </a:moveTo>
                <a:lnTo>
                  <a:pt x="1681" y="477"/>
                </a:lnTo>
                <a:lnTo>
                  <a:pt x="1681" y="470"/>
                </a:lnTo>
                <a:lnTo>
                  <a:pt x="1674" y="470"/>
                </a:lnTo>
                <a:lnTo>
                  <a:pt x="1674" y="477"/>
                </a:lnTo>
                <a:close/>
                <a:moveTo>
                  <a:pt x="1690" y="477"/>
                </a:moveTo>
                <a:lnTo>
                  <a:pt x="1698" y="477"/>
                </a:lnTo>
                <a:lnTo>
                  <a:pt x="1698" y="470"/>
                </a:lnTo>
                <a:lnTo>
                  <a:pt x="1690" y="470"/>
                </a:lnTo>
                <a:lnTo>
                  <a:pt x="1690" y="477"/>
                </a:lnTo>
                <a:close/>
                <a:moveTo>
                  <a:pt x="1707" y="477"/>
                </a:moveTo>
                <a:lnTo>
                  <a:pt x="1714" y="477"/>
                </a:lnTo>
                <a:lnTo>
                  <a:pt x="1714" y="470"/>
                </a:lnTo>
                <a:lnTo>
                  <a:pt x="1707" y="470"/>
                </a:lnTo>
                <a:lnTo>
                  <a:pt x="1707" y="477"/>
                </a:lnTo>
                <a:close/>
                <a:moveTo>
                  <a:pt x="1724" y="477"/>
                </a:moveTo>
                <a:lnTo>
                  <a:pt x="1731" y="477"/>
                </a:lnTo>
                <a:lnTo>
                  <a:pt x="1731" y="470"/>
                </a:lnTo>
                <a:lnTo>
                  <a:pt x="1724" y="470"/>
                </a:lnTo>
                <a:lnTo>
                  <a:pt x="1724" y="477"/>
                </a:lnTo>
                <a:close/>
                <a:moveTo>
                  <a:pt x="1740" y="477"/>
                </a:moveTo>
                <a:lnTo>
                  <a:pt x="1747" y="477"/>
                </a:lnTo>
                <a:lnTo>
                  <a:pt x="1747" y="470"/>
                </a:lnTo>
                <a:lnTo>
                  <a:pt x="1740" y="470"/>
                </a:lnTo>
                <a:lnTo>
                  <a:pt x="1740" y="477"/>
                </a:lnTo>
                <a:close/>
                <a:moveTo>
                  <a:pt x="1757" y="477"/>
                </a:moveTo>
                <a:lnTo>
                  <a:pt x="1764" y="477"/>
                </a:lnTo>
                <a:lnTo>
                  <a:pt x="1764" y="470"/>
                </a:lnTo>
                <a:lnTo>
                  <a:pt x="1757" y="470"/>
                </a:lnTo>
                <a:lnTo>
                  <a:pt x="1757" y="477"/>
                </a:lnTo>
                <a:close/>
                <a:moveTo>
                  <a:pt x="1773" y="477"/>
                </a:moveTo>
                <a:lnTo>
                  <a:pt x="1780" y="477"/>
                </a:lnTo>
                <a:lnTo>
                  <a:pt x="1780" y="470"/>
                </a:lnTo>
                <a:lnTo>
                  <a:pt x="1773" y="470"/>
                </a:lnTo>
                <a:lnTo>
                  <a:pt x="1773" y="477"/>
                </a:lnTo>
                <a:close/>
                <a:moveTo>
                  <a:pt x="1790" y="477"/>
                </a:moveTo>
                <a:lnTo>
                  <a:pt x="1797" y="477"/>
                </a:lnTo>
                <a:lnTo>
                  <a:pt x="1797" y="470"/>
                </a:lnTo>
                <a:lnTo>
                  <a:pt x="1790" y="470"/>
                </a:lnTo>
                <a:lnTo>
                  <a:pt x="1790" y="477"/>
                </a:lnTo>
                <a:close/>
                <a:moveTo>
                  <a:pt x="1806" y="477"/>
                </a:moveTo>
                <a:lnTo>
                  <a:pt x="1814" y="477"/>
                </a:lnTo>
                <a:lnTo>
                  <a:pt x="1814" y="470"/>
                </a:lnTo>
                <a:lnTo>
                  <a:pt x="1806" y="470"/>
                </a:lnTo>
                <a:lnTo>
                  <a:pt x="1806" y="477"/>
                </a:lnTo>
                <a:close/>
                <a:moveTo>
                  <a:pt x="1823" y="477"/>
                </a:moveTo>
                <a:lnTo>
                  <a:pt x="1830" y="477"/>
                </a:lnTo>
                <a:lnTo>
                  <a:pt x="1830" y="470"/>
                </a:lnTo>
                <a:lnTo>
                  <a:pt x="1823" y="470"/>
                </a:lnTo>
                <a:lnTo>
                  <a:pt x="1823" y="477"/>
                </a:lnTo>
                <a:close/>
                <a:moveTo>
                  <a:pt x="1840" y="477"/>
                </a:moveTo>
                <a:lnTo>
                  <a:pt x="1847" y="477"/>
                </a:lnTo>
                <a:lnTo>
                  <a:pt x="1847" y="470"/>
                </a:lnTo>
                <a:lnTo>
                  <a:pt x="1840" y="470"/>
                </a:lnTo>
                <a:lnTo>
                  <a:pt x="1840" y="477"/>
                </a:lnTo>
                <a:close/>
                <a:moveTo>
                  <a:pt x="1856" y="477"/>
                </a:moveTo>
                <a:lnTo>
                  <a:pt x="1863" y="477"/>
                </a:lnTo>
                <a:lnTo>
                  <a:pt x="1863" y="470"/>
                </a:lnTo>
                <a:lnTo>
                  <a:pt x="1856" y="470"/>
                </a:lnTo>
                <a:lnTo>
                  <a:pt x="1856" y="477"/>
                </a:lnTo>
                <a:close/>
                <a:moveTo>
                  <a:pt x="1873" y="477"/>
                </a:moveTo>
                <a:lnTo>
                  <a:pt x="1880" y="477"/>
                </a:lnTo>
                <a:lnTo>
                  <a:pt x="1880" y="470"/>
                </a:lnTo>
                <a:lnTo>
                  <a:pt x="1873" y="470"/>
                </a:lnTo>
                <a:lnTo>
                  <a:pt x="1873" y="477"/>
                </a:lnTo>
                <a:close/>
                <a:moveTo>
                  <a:pt x="1889" y="477"/>
                </a:moveTo>
                <a:lnTo>
                  <a:pt x="1896" y="477"/>
                </a:lnTo>
                <a:lnTo>
                  <a:pt x="1896" y="470"/>
                </a:lnTo>
                <a:lnTo>
                  <a:pt x="1889" y="470"/>
                </a:lnTo>
                <a:lnTo>
                  <a:pt x="1889" y="477"/>
                </a:lnTo>
                <a:close/>
                <a:moveTo>
                  <a:pt x="1908" y="477"/>
                </a:moveTo>
                <a:lnTo>
                  <a:pt x="1915" y="477"/>
                </a:lnTo>
                <a:lnTo>
                  <a:pt x="1915" y="470"/>
                </a:lnTo>
                <a:lnTo>
                  <a:pt x="1908" y="470"/>
                </a:lnTo>
                <a:lnTo>
                  <a:pt x="1908" y="477"/>
                </a:lnTo>
                <a:close/>
                <a:moveTo>
                  <a:pt x="1925" y="477"/>
                </a:moveTo>
                <a:lnTo>
                  <a:pt x="1932" y="477"/>
                </a:lnTo>
                <a:lnTo>
                  <a:pt x="1932" y="470"/>
                </a:lnTo>
                <a:lnTo>
                  <a:pt x="1925" y="470"/>
                </a:lnTo>
                <a:lnTo>
                  <a:pt x="1925" y="477"/>
                </a:lnTo>
                <a:close/>
                <a:moveTo>
                  <a:pt x="1941" y="477"/>
                </a:moveTo>
                <a:lnTo>
                  <a:pt x="1949" y="477"/>
                </a:lnTo>
                <a:lnTo>
                  <a:pt x="1949" y="470"/>
                </a:lnTo>
                <a:lnTo>
                  <a:pt x="1941" y="470"/>
                </a:lnTo>
                <a:lnTo>
                  <a:pt x="1941" y="477"/>
                </a:lnTo>
                <a:close/>
                <a:moveTo>
                  <a:pt x="1958" y="477"/>
                </a:moveTo>
                <a:lnTo>
                  <a:pt x="1965" y="477"/>
                </a:lnTo>
                <a:lnTo>
                  <a:pt x="1965" y="470"/>
                </a:lnTo>
                <a:lnTo>
                  <a:pt x="1958" y="470"/>
                </a:lnTo>
                <a:lnTo>
                  <a:pt x="1958" y="477"/>
                </a:lnTo>
                <a:close/>
                <a:moveTo>
                  <a:pt x="1975" y="477"/>
                </a:moveTo>
                <a:lnTo>
                  <a:pt x="1982" y="477"/>
                </a:lnTo>
                <a:lnTo>
                  <a:pt x="1982" y="470"/>
                </a:lnTo>
                <a:lnTo>
                  <a:pt x="1975" y="470"/>
                </a:lnTo>
                <a:lnTo>
                  <a:pt x="1975" y="477"/>
                </a:lnTo>
                <a:close/>
                <a:moveTo>
                  <a:pt x="1991" y="477"/>
                </a:moveTo>
                <a:lnTo>
                  <a:pt x="1998" y="477"/>
                </a:lnTo>
                <a:lnTo>
                  <a:pt x="1998" y="470"/>
                </a:lnTo>
                <a:lnTo>
                  <a:pt x="1991" y="470"/>
                </a:lnTo>
                <a:lnTo>
                  <a:pt x="1991" y="477"/>
                </a:lnTo>
                <a:close/>
                <a:moveTo>
                  <a:pt x="2008" y="477"/>
                </a:moveTo>
                <a:lnTo>
                  <a:pt x="2015" y="477"/>
                </a:lnTo>
                <a:lnTo>
                  <a:pt x="2015" y="470"/>
                </a:lnTo>
                <a:lnTo>
                  <a:pt x="2008" y="470"/>
                </a:lnTo>
                <a:lnTo>
                  <a:pt x="2008" y="477"/>
                </a:lnTo>
                <a:close/>
                <a:moveTo>
                  <a:pt x="2024" y="477"/>
                </a:moveTo>
                <a:lnTo>
                  <a:pt x="2031" y="477"/>
                </a:lnTo>
                <a:lnTo>
                  <a:pt x="2031" y="470"/>
                </a:lnTo>
                <a:lnTo>
                  <a:pt x="2024" y="470"/>
                </a:lnTo>
                <a:lnTo>
                  <a:pt x="2024" y="477"/>
                </a:lnTo>
                <a:close/>
                <a:moveTo>
                  <a:pt x="2041" y="477"/>
                </a:moveTo>
                <a:lnTo>
                  <a:pt x="2048" y="477"/>
                </a:lnTo>
                <a:lnTo>
                  <a:pt x="2048" y="470"/>
                </a:lnTo>
                <a:lnTo>
                  <a:pt x="2041" y="470"/>
                </a:lnTo>
                <a:lnTo>
                  <a:pt x="2041" y="477"/>
                </a:lnTo>
                <a:close/>
                <a:moveTo>
                  <a:pt x="2057" y="477"/>
                </a:moveTo>
                <a:lnTo>
                  <a:pt x="2065" y="477"/>
                </a:lnTo>
                <a:lnTo>
                  <a:pt x="2065" y="470"/>
                </a:lnTo>
                <a:lnTo>
                  <a:pt x="2057" y="470"/>
                </a:lnTo>
                <a:lnTo>
                  <a:pt x="2057" y="477"/>
                </a:lnTo>
                <a:close/>
                <a:moveTo>
                  <a:pt x="2074" y="477"/>
                </a:moveTo>
                <a:lnTo>
                  <a:pt x="2081" y="477"/>
                </a:lnTo>
                <a:lnTo>
                  <a:pt x="2081" y="470"/>
                </a:lnTo>
                <a:lnTo>
                  <a:pt x="2074" y="470"/>
                </a:lnTo>
                <a:lnTo>
                  <a:pt x="2074" y="477"/>
                </a:lnTo>
                <a:close/>
                <a:moveTo>
                  <a:pt x="2091" y="477"/>
                </a:moveTo>
                <a:lnTo>
                  <a:pt x="2098" y="477"/>
                </a:lnTo>
                <a:lnTo>
                  <a:pt x="2098" y="470"/>
                </a:lnTo>
                <a:lnTo>
                  <a:pt x="2091" y="470"/>
                </a:lnTo>
                <a:lnTo>
                  <a:pt x="2091" y="477"/>
                </a:lnTo>
                <a:close/>
                <a:moveTo>
                  <a:pt x="2107" y="477"/>
                </a:moveTo>
                <a:lnTo>
                  <a:pt x="2114" y="477"/>
                </a:lnTo>
                <a:lnTo>
                  <a:pt x="2114" y="470"/>
                </a:lnTo>
                <a:lnTo>
                  <a:pt x="2107" y="470"/>
                </a:lnTo>
                <a:lnTo>
                  <a:pt x="2107" y="477"/>
                </a:lnTo>
                <a:close/>
                <a:moveTo>
                  <a:pt x="2124" y="477"/>
                </a:moveTo>
                <a:lnTo>
                  <a:pt x="2131" y="477"/>
                </a:lnTo>
                <a:lnTo>
                  <a:pt x="2131" y="470"/>
                </a:lnTo>
                <a:lnTo>
                  <a:pt x="2124" y="470"/>
                </a:lnTo>
                <a:lnTo>
                  <a:pt x="2124" y="477"/>
                </a:lnTo>
                <a:close/>
                <a:moveTo>
                  <a:pt x="2140" y="477"/>
                </a:moveTo>
                <a:lnTo>
                  <a:pt x="2147" y="477"/>
                </a:lnTo>
                <a:lnTo>
                  <a:pt x="2147" y="470"/>
                </a:lnTo>
                <a:lnTo>
                  <a:pt x="2140" y="470"/>
                </a:lnTo>
                <a:lnTo>
                  <a:pt x="2140" y="477"/>
                </a:lnTo>
                <a:close/>
                <a:moveTo>
                  <a:pt x="2159" y="477"/>
                </a:moveTo>
                <a:lnTo>
                  <a:pt x="2164" y="477"/>
                </a:lnTo>
                <a:lnTo>
                  <a:pt x="2164" y="470"/>
                </a:lnTo>
                <a:lnTo>
                  <a:pt x="2159" y="470"/>
                </a:lnTo>
                <a:lnTo>
                  <a:pt x="2159" y="477"/>
                </a:lnTo>
                <a:close/>
                <a:moveTo>
                  <a:pt x="2176" y="477"/>
                </a:moveTo>
                <a:lnTo>
                  <a:pt x="2183" y="477"/>
                </a:lnTo>
                <a:lnTo>
                  <a:pt x="2183" y="470"/>
                </a:lnTo>
                <a:lnTo>
                  <a:pt x="2176" y="470"/>
                </a:lnTo>
                <a:lnTo>
                  <a:pt x="2176" y="477"/>
                </a:lnTo>
                <a:close/>
                <a:moveTo>
                  <a:pt x="2192" y="477"/>
                </a:moveTo>
                <a:lnTo>
                  <a:pt x="2200" y="477"/>
                </a:lnTo>
                <a:lnTo>
                  <a:pt x="2200" y="470"/>
                </a:lnTo>
                <a:lnTo>
                  <a:pt x="2192" y="470"/>
                </a:lnTo>
                <a:lnTo>
                  <a:pt x="2192" y="477"/>
                </a:lnTo>
                <a:close/>
                <a:moveTo>
                  <a:pt x="2209" y="477"/>
                </a:moveTo>
                <a:lnTo>
                  <a:pt x="2216" y="477"/>
                </a:lnTo>
                <a:lnTo>
                  <a:pt x="2216" y="470"/>
                </a:lnTo>
                <a:lnTo>
                  <a:pt x="2209" y="470"/>
                </a:lnTo>
                <a:lnTo>
                  <a:pt x="2209" y="477"/>
                </a:lnTo>
                <a:close/>
                <a:moveTo>
                  <a:pt x="2226" y="477"/>
                </a:moveTo>
                <a:lnTo>
                  <a:pt x="2233" y="477"/>
                </a:lnTo>
                <a:lnTo>
                  <a:pt x="2233" y="470"/>
                </a:lnTo>
                <a:lnTo>
                  <a:pt x="2226" y="470"/>
                </a:lnTo>
                <a:lnTo>
                  <a:pt x="2226" y="477"/>
                </a:lnTo>
                <a:close/>
                <a:moveTo>
                  <a:pt x="2242" y="477"/>
                </a:moveTo>
                <a:lnTo>
                  <a:pt x="2249" y="477"/>
                </a:lnTo>
                <a:lnTo>
                  <a:pt x="2249" y="470"/>
                </a:lnTo>
                <a:lnTo>
                  <a:pt x="2242" y="470"/>
                </a:lnTo>
                <a:lnTo>
                  <a:pt x="2242" y="477"/>
                </a:lnTo>
                <a:close/>
                <a:moveTo>
                  <a:pt x="2259" y="477"/>
                </a:moveTo>
                <a:lnTo>
                  <a:pt x="2266" y="477"/>
                </a:lnTo>
                <a:lnTo>
                  <a:pt x="2266" y="470"/>
                </a:lnTo>
                <a:lnTo>
                  <a:pt x="2259" y="470"/>
                </a:lnTo>
                <a:lnTo>
                  <a:pt x="2259" y="477"/>
                </a:lnTo>
                <a:close/>
                <a:moveTo>
                  <a:pt x="2275" y="477"/>
                </a:moveTo>
                <a:lnTo>
                  <a:pt x="2282" y="477"/>
                </a:lnTo>
                <a:lnTo>
                  <a:pt x="2282" y="470"/>
                </a:lnTo>
                <a:lnTo>
                  <a:pt x="2275" y="470"/>
                </a:lnTo>
                <a:lnTo>
                  <a:pt x="2275" y="477"/>
                </a:lnTo>
                <a:close/>
                <a:moveTo>
                  <a:pt x="2292" y="477"/>
                </a:moveTo>
                <a:lnTo>
                  <a:pt x="2299" y="477"/>
                </a:lnTo>
                <a:lnTo>
                  <a:pt x="2299" y="470"/>
                </a:lnTo>
                <a:lnTo>
                  <a:pt x="2292" y="470"/>
                </a:lnTo>
                <a:lnTo>
                  <a:pt x="2292" y="477"/>
                </a:lnTo>
                <a:close/>
                <a:moveTo>
                  <a:pt x="2308" y="477"/>
                </a:moveTo>
                <a:lnTo>
                  <a:pt x="2316" y="477"/>
                </a:lnTo>
                <a:lnTo>
                  <a:pt x="2316" y="470"/>
                </a:lnTo>
                <a:lnTo>
                  <a:pt x="2308" y="470"/>
                </a:lnTo>
                <a:lnTo>
                  <a:pt x="2308" y="477"/>
                </a:lnTo>
                <a:close/>
                <a:moveTo>
                  <a:pt x="2325" y="477"/>
                </a:moveTo>
                <a:lnTo>
                  <a:pt x="2332" y="477"/>
                </a:lnTo>
                <a:lnTo>
                  <a:pt x="2332" y="470"/>
                </a:lnTo>
                <a:lnTo>
                  <a:pt x="2325" y="470"/>
                </a:lnTo>
                <a:lnTo>
                  <a:pt x="2325" y="477"/>
                </a:lnTo>
                <a:close/>
                <a:moveTo>
                  <a:pt x="2342" y="477"/>
                </a:moveTo>
                <a:lnTo>
                  <a:pt x="2349" y="477"/>
                </a:lnTo>
                <a:lnTo>
                  <a:pt x="2349" y="470"/>
                </a:lnTo>
                <a:lnTo>
                  <a:pt x="2342" y="470"/>
                </a:lnTo>
                <a:lnTo>
                  <a:pt x="2342" y="477"/>
                </a:lnTo>
                <a:close/>
                <a:moveTo>
                  <a:pt x="2358" y="477"/>
                </a:moveTo>
                <a:lnTo>
                  <a:pt x="2365" y="477"/>
                </a:lnTo>
                <a:lnTo>
                  <a:pt x="2365" y="470"/>
                </a:lnTo>
                <a:lnTo>
                  <a:pt x="2358" y="470"/>
                </a:lnTo>
                <a:lnTo>
                  <a:pt x="2358" y="477"/>
                </a:lnTo>
                <a:close/>
                <a:moveTo>
                  <a:pt x="2375" y="477"/>
                </a:moveTo>
                <a:lnTo>
                  <a:pt x="2382" y="477"/>
                </a:lnTo>
                <a:lnTo>
                  <a:pt x="2382" y="470"/>
                </a:lnTo>
                <a:lnTo>
                  <a:pt x="2375" y="470"/>
                </a:lnTo>
                <a:lnTo>
                  <a:pt x="2375" y="477"/>
                </a:lnTo>
                <a:close/>
                <a:moveTo>
                  <a:pt x="2391" y="477"/>
                </a:moveTo>
                <a:lnTo>
                  <a:pt x="2398" y="477"/>
                </a:lnTo>
                <a:lnTo>
                  <a:pt x="2398" y="470"/>
                </a:lnTo>
                <a:lnTo>
                  <a:pt x="2391" y="470"/>
                </a:lnTo>
                <a:lnTo>
                  <a:pt x="2391" y="477"/>
                </a:lnTo>
                <a:close/>
                <a:moveTo>
                  <a:pt x="2408" y="477"/>
                </a:moveTo>
                <a:lnTo>
                  <a:pt x="2415" y="477"/>
                </a:lnTo>
                <a:lnTo>
                  <a:pt x="2415" y="470"/>
                </a:lnTo>
                <a:lnTo>
                  <a:pt x="2408" y="470"/>
                </a:lnTo>
                <a:lnTo>
                  <a:pt x="2408" y="477"/>
                </a:lnTo>
                <a:close/>
                <a:moveTo>
                  <a:pt x="2427" y="477"/>
                </a:moveTo>
                <a:lnTo>
                  <a:pt x="2434" y="477"/>
                </a:lnTo>
                <a:lnTo>
                  <a:pt x="2434" y="470"/>
                </a:lnTo>
                <a:lnTo>
                  <a:pt x="2427" y="470"/>
                </a:lnTo>
                <a:lnTo>
                  <a:pt x="2427" y="477"/>
                </a:lnTo>
                <a:close/>
                <a:moveTo>
                  <a:pt x="2443" y="477"/>
                </a:moveTo>
                <a:lnTo>
                  <a:pt x="2451" y="477"/>
                </a:lnTo>
                <a:lnTo>
                  <a:pt x="2451" y="470"/>
                </a:lnTo>
                <a:lnTo>
                  <a:pt x="2443" y="470"/>
                </a:lnTo>
                <a:lnTo>
                  <a:pt x="2443" y="477"/>
                </a:lnTo>
                <a:close/>
                <a:moveTo>
                  <a:pt x="2460" y="477"/>
                </a:moveTo>
                <a:lnTo>
                  <a:pt x="2467" y="477"/>
                </a:lnTo>
                <a:lnTo>
                  <a:pt x="2467" y="470"/>
                </a:lnTo>
                <a:lnTo>
                  <a:pt x="2460" y="470"/>
                </a:lnTo>
                <a:lnTo>
                  <a:pt x="2460" y="477"/>
                </a:lnTo>
                <a:close/>
                <a:moveTo>
                  <a:pt x="2477" y="477"/>
                </a:moveTo>
                <a:lnTo>
                  <a:pt x="2484" y="477"/>
                </a:lnTo>
                <a:lnTo>
                  <a:pt x="2484" y="470"/>
                </a:lnTo>
                <a:lnTo>
                  <a:pt x="2477" y="470"/>
                </a:lnTo>
                <a:lnTo>
                  <a:pt x="2477" y="477"/>
                </a:lnTo>
                <a:close/>
                <a:moveTo>
                  <a:pt x="2493" y="477"/>
                </a:moveTo>
                <a:lnTo>
                  <a:pt x="2500" y="477"/>
                </a:lnTo>
                <a:lnTo>
                  <a:pt x="2500" y="470"/>
                </a:lnTo>
                <a:lnTo>
                  <a:pt x="2493" y="470"/>
                </a:lnTo>
                <a:lnTo>
                  <a:pt x="2493" y="477"/>
                </a:lnTo>
                <a:close/>
                <a:moveTo>
                  <a:pt x="2510" y="477"/>
                </a:moveTo>
                <a:lnTo>
                  <a:pt x="2517" y="477"/>
                </a:lnTo>
                <a:lnTo>
                  <a:pt x="2517" y="470"/>
                </a:lnTo>
                <a:lnTo>
                  <a:pt x="2510" y="470"/>
                </a:lnTo>
                <a:lnTo>
                  <a:pt x="2510" y="477"/>
                </a:lnTo>
                <a:close/>
                <a:moveTo>
                  <a:pt x="2526" y="477"/>
                </a:moveTo>
                <a:lnTo>
                  <a:pt x="2533" y="477"/>
                </a:lnTo>
                <a:lnTo>
                  <a:pt x="2533" y="470"/>
                </a:lnTo>
                <a:lnTo>
                  <a:pt x="2526" y="470"/>
                </a:lnTo>
                <a:lnTo>
                  <a:pt x="2526" y="477"/>
                </a:lnTo>
                <a:close/>
                <a:moveTo>
                  <a:pt x="2543" y="477"/>
                </a:moveTo>
                <a:lnTo>
                  <a:pt x="2550" y="477"/>
                </a:lnTo>
                <a:lnTo>
                  <a:pt x="2550" y="470"/>
                </a:lnTo>
                <a:lnTo>
                  <a:pt x="2543" y="470"/>
                </a:lnTo>
                <a:lnTo>
                  <a:pt x="2543" y="477"/>
                </a:lnTo>
                <a:close/>
                <a:moveTo>
                  <a:pt x="2560" y="477"/>
                </a:moveTo>
                <a:lnTo>
                  <a:pt x="2567" y="477"/>
                </a:lnTo>
                <a:lnTo>
                  <a:pt x="2567" y="470"/>
                </a:lnTo>
                <a:lnTo>
                  <a:pt x="2560" y="470"/>
                </a:lnTo>
                <a:lnTo>
                  <a:pt x="2560" y="477"/>
                </a:lnTo>
                <a:close/>
                <a:moveTo>
                  <a:pt x="2576" y="477"/>
                </a:moveTo>
                <a:lnTo>
                  <a:pt x="2583" y="477"/>
                </a:lnTo>
                <a:lnTo>
                  <a:pt x="2583" y="470"/>
                </a:lnTo>
                <a:lnTo>
                  <a:pt x="2576" y="470"/>
                </a:lnTo>
                <a:lnTo>
                  <a:pt x="2576" y="477"/>
                </a:lnTo>
                <a:close/>
                <a:moveTo>
                  <a:pt x="2593" y="477"/>
                </a:moveTo>
                <a:lnTo>
                  <a:pt x="2600" y="477"/>
                </a:lnTo>
                <a:lnTo>
                  <a:pt x="2600" y="470"/>
                </a:lnTo>
                <a:lnTo>
                  <a:pt x="2593" y="470"/>
                </a:lnTo>
                <a:lnTo>
                  <a:pt x="2593" y="477"/>
                </a:lnTo>
                <a:close/>
                <a:moveTo>
                  <a:pt x="2609" y="477"/>
                </a:moveTo>
                <a:lnTo>
                  <a:pt x="2616" y="477"/>
                </a:lnTo>
                <a:lnTo>
                  <a:pt x="2616" y="470"/>
                </a:lnTo>
                <a:lnTo>
                  <a:pt x="2609" y="470"/>
                </a:lnTo>
                <a:lnTo>
                  <a:pt x="2609" y="477"/>
                </a:lnTo>
                <a:close/>
                <a:moveTo>
                  <a:pt x="2626" y="477"/>
                </a:moveTo>
                <a:lnTo>
                  <a:pt x="2633" y="477"/>
                </a:lnTo>
                <a:lnTo>
                  <a:pt x="2633" y="470"/>
                </a:lnTo>
                <a:lnTo>
                  <a:pt x="2626" y="470"/>
                </a:lnTo>
                <a:lnTo>
                  <a:pt x="2626" y="477"/>
                </a:lnTo>
                <a:close/>
                <a:moveTo>
                  <a:pt x="2642" y="477"/>
                </a:moveTo>
                <a:lnTo>
                  <a:pt x="2649" y="477"/>
                </a:lnTo>
                <a:lnTo>
                  <a:pt x="2649" y="470"/>
                </a:lnTo>
                <a:lnTo>
                  <a:pt x="2642" y="470"/>
                </a:lnTo>
                <a:lnTo>
                  <a:pt x="2642" y="477"/>
                </a:lnTo>
                <a:close/>
                <a:moveTo>
                  <a:pt x="2659" y="477"/>
                </a:moveTo>
                <a:lnTo>
                  <a:pt x="2666" y="477"/>
                </a:lnTo>
                <a:lnTo>
                  <a:pt x="2666" y="470"/>
                </a:lnTo>
                <a:lnTo>
                  <a:pt x="2659" y="470"/>
                </a:lnTo>
                <a:lnTo>
                  <a:pt x="2659" y="477"/>
                </a:lnTo>
                <a:close/>
                <a:moveTo>
                  <a:pt x="2761" y="477"/>
                </a:moveTo>
                <a:lnTo>
                  <a:pt x="2768" y="477"/>
                </a:lnTo>
                <a:lnTo>
                  <a:pt x="2768" y="470"/>
                </a:lnTo>
                <a:lnTo>
                  <a:pt x="2761" y="470"/>
                </a:lnTo>
                <a:lnTo>
                  <a:pt x="2761" y="477"/>
                </a:lnTo>
                <a:close/>
                <a:moveTo>
                  <a:pt x="2777" y="477"/>
                </a:moveTo>
                <a:lnTo>
                  <a:pt x="2784" y="477"/>
                </a:lnTo>
                <a:lnTo>
                  <a:pt x="2784" y="470"/>
                </a:lnTo>
                <a:lnTo>
                  <a:pt x="2777" y="470"/>
                </a:lnTo>
                <a:lnTo>
                  <a:pt x="2777" y="477"/>
                </a:lnTo>
                <a:close/>
                <a:moveTo>
                  <a:pt x="2794" y="477"/>
                </a:moveTo>
                <a:lnTo>
                  <a:pt x="2801" y="477"/>
                </a:lnTo>
                <a:lnTo>
                  <a:pt x="2801" y="470"/>
                </a:lnTo>
                <a:lnTo>
                  <a:pt x="2794" y="470"/>
                </a:lnTo>
                <a:lnTo>
                  <a:pt x="2794" y="477"/>
                </a:lnTo>
                <a:close/>
                <a:moveTo>
                  <a:pt x="2811" y="477"/>
                </a:moveTo>
                <a:lnTo>
                  <a:pt x="2818" y="477"/>
                </a:lnTo>
                <a:lnTo>
                  <a:pt x="2818" y="470"/>
                </a:lnTo>
                <a:lnTo>
                  <a:pt x="2811" y="470"/>
                </a:lnTo>
                <a:lnTo>
                  <a:pt x="2811" y="477"/>
                </a:lnTo>
                <a:close/>
                <a:moveTo>
                  <a:pt x="350" y="494"/>
                </a:moveTo>
                <a:lnTo>
                  <a:pt x="357" y="494"/>
                </a:lnTo>
                <a:lnTo>
                  <a:pt x="357" y="487"/>
                </a:lnTo>
                <a:lnTo>
                  <a:pt x="350" y="487"/>
                </a:lnTo>
                <a:lnTo>
                  <a:pt x="350" y="494"/>
                </a:lnTo>
                <a:close/>
                <a:moveTo>
                  <a:pt x="369" y="494"/>
                </a:moveTo>
                <a:lnTo>
                  <a:pt x="376" y="494"/>
                </a:lnTo>
                <a:lnTo>
                  <a:pt x="376" y="487"/>
                </a:lnTo>
                <a:lnTo>
                  <a:pt x="369" y="487"/>
                </a:lnTo>
                <a:lnTo>
                  <a:pt x="369" y="494"/>
                </a:lnTo>
                <a:close/>
                <a:moveTo>
                  <a:pt x="386" y="494"/>
                </a:moveTo>
                <a:lnTo>
                  <a:pt x="393" y="494"/>
                </a:lnTo>
                <a:lnTo>
                  <a:pt x="393" y="487"/>
                </a:lnTo>
                <a:lnTo>
                  <a:pt x="386" y="487"/>
                </a:lnTo>
                <a:lnTo>
                  <a:pt x="386" y="494"/>
                </a:lnTo>
                <a:close/>
                <a:moveTo>
                  <a:pt x="402" y="494"/>
                </a:moveTo>
                <a:lnTo>
                  <a:pt x="409" y="494"/>
                </a:lnTo>
                <a:lnTo>
                  <a:pt x="409" y="487"/>
                </a:lnTo>
                <a:lnTo>
                  <a:pt x="402" y="487"/>
                </a:lnTo>
                <a:lnTo>
                  <a:pt x="402" y="494"/>
                </a:lnTo>
                <a:close/>
                <a:moveTo>
                  <a:pt x="419" y="494"/>
                </a:moveTo>
                <a:lnTo>
                  <a:pt x="426" y="494"/>
                </a:lnTo>
                <a:lnTo>
                  <a:pt x="426" y="487"/>
                </a:lnTo>
                <a:lnTo>
                  <a:pt x="419" y="487"/>
                </a:lnTo>
                <a:lnTo>
                  <a:pt x="419" y="494"/>
                </a:lnTo>
                <a:close/>
                <a:moveTo>
                  <a:pt x="435" y="494"/>
                </a:moveTo>
                <a:lnTo>
                  <a:pt x="442" y="494"/>
                </a:lnTo>
                <a:lnTo>
                  <a:pt x="442" y="487"/>
                </a:lnTo>
                <a:lnTo>
                  <a:pt x="435" y="487"/>
                </a:lnTo>
                <a:lnTo>
                  <a:pt x="435" y="494"/>
                </a:lnTo>
                <a:close/>
                <a:moveTo>
                  <a:pt x="452" y="494"/>
                </a:moveTo>
                <a:lnTo>
                  <a:pt x="459" y="494"/>
                </a:lnTo>
                <a:lnTo>
                  <a:pt x="459" y="487"/>
                </a:lnTo>
                <a:lnTo>
                  <a:pt x="452" y="487"/>
                </a:lnTo>
                <a:lnTo>
                  <a:pt x="452" y="494"/>
                </a:lnTo>
                <a:close/>
                <a:moveTo>
                  <a:pt x="469" y="494"/>
                </a:moveTo>
                <a:lnTo>
                  <a:pt x="476" y="494"/>
                </a:lnTo>
                <a:lnTo>
                  <a:pt x="476" y="487"/>
                </a:lnTo>
                <a:lnTo>
                  <a:pt x="469" y="487"/>
                </a:lnTo>
                <a:lnTo>
                  <a:pt x="469" y="494"/>
                </a:lnTo>
                <a:close/>
                <a:moveTo>
                  <a:pt x="485" y="494"/>
                </a:moveTo>
                <a:lnTo>
                  <a:pt x="492" y="494"/>
                </a:lnTo>
                <a:lnTo>
                  <a:pt x="492" y="487"/>
                </a:lnTo>
                <a:lnTo>
                  <a:pt x="485" y="487"/>
                </a:lnTo>
                <a:lnTo>
                  <a:pt x="485" y="494"/>
                </a:lnTo>
                <a:close/>
                <a:moveTo>
                  <a:pt x="502" y="494"/>
                </a:moveTo>
                <a:lnTo>
                  <a:pt x="509" y="494"/>
                </a:lnTo>
                <a:lnTo>
                  <a:pt x="509" y="487"/>
                </a:lnTo>
                <a:lnTo>
                  <a:pt x="502" y="487"/>
                </a:lnTo>
                <a:lnTo>
                  <a:pt x="502" y="494"/>
                </a:lnTo>
                <a:close/>
                <a:moveTo>
                  <a:pt x="518" y="494"/>
                </a:moveTo>
                <a:lnTo>
                  <a:pt x="525" y="494"/>
                </a:lnTo>
                <a:lnTo>
                  <a:pt x="525" y="487"/>
                </a:lnTo>
                <a:lnTo>
                  <a:pt x="518" y="487"/>
                </a:lnTo>
                <a:lnTo>
                  <a:pt x="518" y="494"/>
                </a:lnTo>
                <a:close/>
                <a:moveTo>
                  <a:pt x="535" y="494"/>
                </a:moveTo>
                <a:lnTo>
                  <a:pt x="542" y="494"/>
                </a:lnTo>
                <a:lnTo>
                  <a:pt x="542" y="487"/>
                </a:lnTo>
                <a:lnTo>
                  <a:pt x="535" y="487"/>
                </a:lnTo>
                <a:lnTo>
                  <a:pt x="535" y="494"/>
                </a:lnTo>
                <a:close/>
                <a:moveTo>
                  <a:pt x="551" y="494"/>
                </a:moveTo>
                <a:lnTo>
                  <a:pt x="559" y="494"/>
                </a:lnTo>
                <a:lnTo>
                  <a:pt x="559" y="487"/>
                </a:lnTo>
                <a:lnTo>
                  <a:pt x="551" y="487"/>
                </a:lnTo>
                <a:lnTo>
                  <a:pt x="551" y="494"/>
                </a:lnTo>
                <a:close/>
                <a:moveTo>
                  <a:pt x="568" y="494"/>
                </a:moveTo>
                <a:lnTo>
                  <a:pt x="575" y="494"/>
                </a:lnTo>
                <a:lnTo>
                  <a:pt x="575" y="487"/>
                </a:lnTo>
                <a:lnTo>
                  <a:pt x="568" y="487"/>
                </a:lnTo>
                <a:lnTo>
                  <a:pt x="568" y="494"/>
                </a:lnTo>
                <a:close/>
                <a:moveTo>
                  <a:pt x="585" y="494"/>
                </a:moveTo>
                <a:lnTo>
                  <a:pt x="592" y="494"/>
                </a:lnTo>
                <a:lnTo>
                  <a:pt x="592" y="487"/>
                </a:lnTo>
                <a:lnTo>
                  <a:pt x="585" y="487"/>
                </a:lnTo>
                <a:lnTo>
                  <a:pt x="585" y="494"/>
                </a:lnTo>
                <a:close/>
                <a:moveTo>
                  <a:pt x="601" y="494"/>
                </a:moveTo>
                <a:lnTo>
                  <a:pt x="608" y="494"/>
                </a:lnTo>
                <a:lnTo>
                  <a:pt x="608" y="487"/>
                </a:lnTo>
                <a:lnTo>
                  <a:pt x="601" y="487"/>
                </a:lnTo>
                <a:lnTo>
                  <a:pt x="601" y="494"/>
                </a:lnTo>
                <a:close/>
                <a:moveTo>
                  <a:pt x="620" y="494"/>
                </a:moveTo>
                <a:lnTo>
                  <a:pt x="625" y="494"/>
                </a:lnTo>
                <a:lnTo>
                  <a:pt x="625" y="487"/>
                </a:lnTo>
                <a:lnTo>
                  <a:pt x="620" y="487"/>
                </a:lnTo>
                <a:lnTo>
                  <a:pt x="620" y="494"/>
                </a:lnTo>
                <a:close/>
                <a:moveTo>
                  <a:pt x="637" y="494"/>
                </a:moveTo>
                <a:lnTo>
                  <a:pt x="644" y="494"/>
                </a:lnTo>
                <a:lnTo>
                  <a:pt x="644" y="487"/>
                </a:lnTo>
                <a:lnTo>
                  <a:pt x="637" y="487"/>
                </a:lnTo>
                <a:lnTo>
                  <a:pt x="637" y="494"/>
                </a:lnTo>
                <a:close/>
                <a:moveTo>
                  <a:pt x="653" y="494"/>
                </a:moveTo>
                <a:lnTo>
                  <a:pt x="660" y="494"/>
                </a:lnTo>
                <a:lnTo>
                  <a:pt x="660" y="487"/>
                </a:lnTo>
                <a:lnTo>
                  <a:pt x="653" y="487"/>
                </a:lnTo>
                <a:lnTo>
                  <a:pt x="653" y="494"/>
                </a:lnTo>
                <a:close/>
                <a:moveTo>
                  <a:pt x="670" y="494"/>
                </a:moveTo>
                <a:lnTo>
                  <a:pt x="677" y="494"/>
                </a:lnTo>
                <a:lnTo>
                  <a:pt x="677" y="487"/>
                </a:lnTo>
                <a:lnTo>
                  <a:pt x="670" y="487"/>
                </a:lnTo>
                <a:lnTo>
                  <a:pt x="670" y="494"/>
                </a:lnTo>
                <a:close/>
                <a:moveTo>
                  <a:pt x="686" y="494"/>
                </a:moveTo>
                <a:lnTo>
                  <a:pt x="693" y="494"/>
                </a:lnTo>
                <a:lnTo>
                  <a:pt x="693" y="487"/>
                </a:lnTo>
                <a:lnTo>
                  <a:pt x="686" y="487"/>
                </a:lnTo>
                <a:lnTo>
                  <a:pt x="686" y="494"/>
                </a:lnTo>
                <a:close/>
                <a:moveTo>
                  <a:pt x="703" y="494"/>
                </a:moveTo>
                <a:lnTo>
                  <a:pt x="710" y="494"/>
                </a:lnTo>
                <a:lnTo>
                  <a:pt x="710" y="487"/>
                </a:lnTo>
                <a:lnTo>
                  <a:pt x="703" y="487"/>
                </a:lnTo>
                <a:lnTo>
                  <a:pt x="703" y="494"/>
                </a:lnTo>
                <a:close/>
                <a:moveTo>
                  <a:pt x="720" y="494"/>
                </a:moveTo>
                <a:lnTo>
                  <a:pt x="727" y="494"/>
                </a:lnTo>
                <a:lnTo>
                  <a:pt x="727" y="487"/>
                </a:lnTo>
                <a:lnTo>
                  <a:pt x="720" y="487"/>
                </a:lnTo>
                <a:lnTo>
                  <a:pt x="720" y="494"/>
                </a:lnTo>
                <a:close/>
                <a:moveTo>
                  <a:pt x="736" y="494"/>
                </a:moveTo>
                <a:lnTo>
                  <a:pt x="743" y="494"/>
                </a:lnTo>
                <a:lnTo>
                  <a:pt x="743" y="487"/>
                </a:lnTo>
                <a:lnTo>
                  <a:pt x="736" y="487"/>
                </a:lnTo>
                <a:lnTo>
                  <a:pt x="736" y="494"/>
                </a:lnTo>
                <a:close/>
                <a:moveTo>
                  <a:pt x="753" y="494"/>
                </a:moveTo>
                <a:lnTo>
                  <a:pt x="760" y="494"/>
                </a:lnTo>
                <a:lnTo>
                  <a:pt x="760" y="487"/>
                </a:lnTo>
                <a:lnTo>
                  <a:pt x="753" y="487"/>
                </a:lnTo>
                <a:lnTo>
                  <a:pt x="753" y="494"/>
                </a:lnTo>
                <a:close/>
                <a:moveTo>
                  <a:pt x="769" y="494"/>
                </a:moveTo>
                <a:lnTo>
                  <a:pt x="776" y="494"/>
                </a:lnTo>
                <a:lnTo>
                  <a:pt x="776" y="487"/>
                </a:lnTo>
                <a:lnTo>
                  <a:pt x="769" y="487"/>
                </a:lnTo>
                <a:lnTo>
                  <a:pt x="769" y="494"/>
                </a:lnTo>
                <a:close/>
                <a:moveTo>
                  <a:pt x="786" y="494"/>
                </a:moveTo>
                <a:lnTo>
                  <a:pt x="793" y="494"/>
                </a:lnTo>
                <a:lnTo>
                  <a:pt x="793" y="487"/>
                </a:lnTo>
                <a:lnTo>
                  <a:pt x="786" y="487"/>
                </a:lnTo>
                <a:lnTo>
                  <a:pt x="786" y="494"/>
                </a:lnTo>
                <a:close/>
                <a:moveTo>
                  <a:pt x="802" y="494"/>
                </a:moveTo>
                <a:lnTo>
                  <a:pt x="810" y="494"/>
                </a:lnTo>
                <a:lnTo>
                  <a:pt x="810" y="487"/>
                </a:lnTo>
                <a:lnTo>
                  <a:pt x="802" y="487"/>
                </a:lnTo>
                <a:lnTo>
                  <a:pt x="802" y="494"/>
                </a:lnTo>
                <a:close/>
                <a:moveTo>
                  <a:pt x="819" y="494"/>
                </a:moveTo>
                <a:lnTo>
                  <a:pt x="826" y="494"/>
                </a:lnTo>
                <a:lnTo>
                  <a:pt x="826" y="487"/>
                </a:lnTo>
                <a:lnTo>
                  <a:pt x="819" y="487"/>
                </a:lnTo>
                <a:lnTo>
                  <a:pt x="819" y="494"/>
                </a:lnTo>
                <a:close/>
                <a:moveTo>
                  <a:pt x="836" y="494"/>
                </a:moveTo>
                <a:lnTo>
                  <a:pt x="843" y="494"/>
                </a:lnTo>
                <a:lnTo>
                  <a:pt x="843" y="487"/>
                </a:lnTo>
                <a:lnTo>
                  <a:pt x="836" y="487"/>
                </a:lnTo>
                <a:lnTo>
                  <a:pt x="836" y="494"/>
                </a:lnTo>
                <a:close/>
                <a:moveTo>
                  <a:pt x="852" y="494"/>
                </a:moveTo>
                <a:lnTo>
                  <a:pt x="859" y="494"/>
                </a:lnTo>
                <a:lnTo>
                  <a:pt x="859" y="487"/>
                </a:lnTo>
                <a:lnTo>
                  <a:pt x="852" y="487"/>
                </a:lnTo>
                <a:lnTo>
                  <a:pt x="852" y="494"/>
                </a:lnTo>
                <a:close/>
                <a:moveTo>
                  <a:pt x="871" y="494"/>
                </a:moveTo>
                <a:lnTo>
                  <a:pt x="876" y="494"/>
                </a:lnTo>
                <a:lnTo>
                  <a:pt x="876" y="487"/>
                </a:lnTo>
                <a:lnTo>
                  <a:pt x="871" y="487"/>
                </a:lnTo>
                <a:lnTo>
                  <a:pt x="871" y="494"/>
                </a:lnTo>
                <a:close/>
                <a:moveTo>
                  <a:pt x="888" y="494"/>
                </a:moveTo>
                <a:lnTo>
                  <a:pt x="895" y="494"/>
                </a:lnTo>
                <a:lnTo>
                  <a:pt x="895" y="487"/>
                </a:lnTo>
                <a:lnTo>
                  <a:pt x="888" y="487"/>
                </a:lnTo>
                <a:lnTo>
                  <a:pt x="888" y="494"/>
                </a:lnTo>
                <a:close/>
                <a:moveTo>
                  <a:pt x="904" y="494"/>
                </a:moveTo>
                <a:lnTo>
                  <a:pt x="911" y="494"/>
                </a:lnTo>
                <a:lnTo>
                  <a:pt x="911" y="487"/>
                </a:lnTo>
                <a:lnTo>
                  <a:pt x="904" y="487"/>
                </a:lnTo>
                <a:lnTo>
                  <a:pt x="904" y="494"/>
                </a:lnTo>
                <a:close/>
                <a:moveTo>
                  <a:pt x="921" y="494"/>
                </a:moveTo>
                <a:lnTo>
                  <a:pt x="928" y="494"/>
                </a:lnTo>
                <a:lnTo>
                  <a:pt x="928" y="487"/>
                </a:lnTo>
                <a:lnTo>
                  <a:pt x="921" y="487"/>
                </a:lnTo>
                <a:lnTo>
                  <a:pt x="921" y="494"/>
                </a:lnTo>
                <a:close/>
                <a:moveTo>
                  <a:pt x="937" y="494"/>
                </a:moveTo>
                <a:lnTo>
                  <a:pt x="944" y="494"/>
                </a:lnTo>
                <a:lnTo>
                  <a:pt x="944" y="487"/>
                </a:lnTo>
                <a:lnTo>
                  <a:pt x="937" y="487"/>
                </a:lnTo>
                <a:lnTo>
                  <a:pt x="937" y="494"/>
                </a:lnTo>
                <a:close/>
                <a:moveTo>
                  <a:pt x="954" y="494"/>
                </a:moveTo>
                <a:lnTo>
                  <a:pt x="961" y="494"/>
                </a:lnTo>
                <a:lnTo>
                  <a:pt x="961" y="487"/>
                </a:lnTo>
                <a:lnTo>
                  <a:pt x="954" y="487"/>
                </a:lnTo>
                <a:lnTo>
                  <a:pt x="954" y="494"/>
                </a:lnTo>
                <a:close/>
                <a:moveTo>
                  <a:pt x="971" y="494"/>
                </a:moveTo>
                <a:lnTo>
                  <a:pt x="978" y="494"/>
                </a:lnTo>
                <a:lnTo>
                  <a:pt x="978" y="487"/>
                </a:lnTo>
                <a:lnTo>
                  <a:pt x="971" y="487"/>
                </a:lnTo>
                <a:lnTo>
                  <a:pt x="971" y="494"/>
                </a:lnTo>
                <a:close/>
                <a:moveTo>
                  <a:pt x="987" y="494"/>
                </a:moveTo>
                <a:lnTo>
                  <a:pt x="994" y="494"/>
                </a:lnTo>
                <a:lnTo>
                  <a:pt x="994" y="487"/>
                </a:lnTo>
                <a:lnTo>
                  <a:pt x="987" y="487"/>
                </a:lnTo>
                <a:lnTo>
                  <a:pt x="987" y="494"/>
                </a:lnTo>
                <a:close/>
                <a:moveTo>
                  <a:pt x="1371" y="494"/>
                </a:moveTo>
                <a:lnTo>
                  <a:pt x="1378" y="494"/>
                </a:lnTo>
                <a:lnTo>
                  <a:pt x="1378" y="487"/>
                </a:lnTo>
                <a:lnTo>
                  <a:pt x="1371" y="487"/>
                </a:lnTo>
                <a:lnTo>
                  <a:pt x="1371" y="494"/>
                </a:lnTo>
                <a:close/>
                <a:moveTo>
                  <a:pt x="1390" y="494"/>
                </a:moveTo>
                <a:lnTo>
                  <a:pt x="1394" y="494"/>
                </a:lnTo>
                <a:lnTo>
                  <a:pt x="1394" y="487"/>
                </a:lnTo>
                <a:lnTo>
                  <a:pt x="1390" y="487"/>
                </a:lnTo>
                <a:lnTo>
                  <a:pt x="1390" y="494"/>
                </a:lnTo>
                <a:close/>
                <a:moveTo>
                  <a:pt x="1406" y="494"/>
                </a:moveTo>
                <a:lnTo>
                  <a:pt x="1413" y="494"/>
                </a:lnTo>
                <a:lnTo>
                  <a:pt x="1413" y="487"/>
                </a:lnTo>
                <a:lnTo>
                  <a:pt x="1406" y="487"/>
                </a:lnTo>
                <a:lnTo>
                  <a:pt x="1406" y="494"/>
                </a:lnTo>
                <a:close/>
                <a:moveTo>
                  <a:pt x="1423" y="494"/>
                </a:moveTo>
                <a:lnTo>
                  <a:pt x="1430" y="494"/>
                </a:lnTo>
                <a:lnTo>
                  <a:pt x="1430" y="487"/>
                </a:lnTo>
                <a:lnTo>
                  <a:pt x="1423" y="487"/>
                </a:lnTo>
                <a:lnTo>
                  <a:pt x="1423" y="494"/>
                </a:lnTo>
                <a:close/>
                <a:moveTo>
                  <a:pt x="1439" y="494"/>
                </a:moveTo>
                <a:lnTo>
                  <a:pt x="1447" y="494"/>
                </a:lnTo>
                <a:lnTo>
                  <a:pt x="1447" y="487"/>
                </a:lnTo>
                <a:lnTo>
                  <a:pt x="1439" y="487"/>
                </a:lnTo>
                <a:lnTo>
                  <a:pt x="1439" y="494"/>
                </a:lnTo>
                <a:close/>
                <a:moveTo>
                  <a:pt x="1456" y="494"/>
                </a:moveTo>
                <a:lnTo>
                  <a:pt x="1463" y="494"/>
                </a:lnTo>
                <a:lnTo>
                  <a:pt x="1463" y="487"/>
                </a:lnTo>
                <a:lnTo>
                  <a:pt x="1456" y="487"/>
                </a:lnTo>
                <a:lnTo>
                  <a:pt x="1456" y="494"/>
                </a:lnTo>
                <a:close/>
                <a:moveTo>
                  <a:pt x="1473" y="494"/>
                </a:moveTo>
                <a:lnTo>
                  <a:pt x="1480" y="494"/>
                </a:lnTo>
                <a:lnTo>
                  <a:pt x="1480" y="487"/>
                </a:lnTo>
                <a:lnTo>
                  <a:pt x="1473" y="487"/>
                </a:lnTo>
                <a:lnTo>
                  <a:pt x="1473" y="494"/>
                </a:lnTo>
                <a:close/>
                <a:moveTo>
                  <a:pt x="1489" y="494"/>
                </a:moveTo>
                <a:lnTo>
                  <a:pt x="1496" y="494"/>
                </a:lnTo>
                <a:lnTo>
                  <a:pt x="1496" y="487"/>
                </a:lnTo>
                <a:lnTo>
                  <a:pt x="1489" y="487"/>
                </a:lnTo>
                <a:lnTo>
                  <a:pt x="1489" y="494"/>
                </a:lnTo>
                <a:close/>
                <a:moveTo>
                  <a:pt x="1506" y="494"/>
                </a:moveTo>
                <a:lnTo>
                  <a:pt x="1513" y="494"/>
                </a:lnTo>
                <a:lnTo>
                  <a:pt x="1513" y="487"/>
                </a:lnTo>
                <a:lnTo>
                  <a:pt x="1506" y="487"/>
                </a:lnTo>
                <a:lnTo>
                  <a:pt x="1506" y="494"/>
                </a:lnTo>
                <a:close/>
                <a:moveTo>
                  <a:pt x="1522" y="494"/>
                </a:moveTo>
                <a:lnTo>
                  <a:pt x="1529" y="494"/>
                </a:lnTo>
                <a:lnTo>
                  <a:pt x="1529" y="487"/>
                </a:lnTo>
                <a:lnTo>
                  <a:pt x="1522" y="487"/>
                </a:lnTo>
                <a:lnTo>
                  <a:pt x="1522" y="494"/>
                </a:lnTo>
                <a:close/>
                <a:moveTo>
                  <a:pt x="1539" y="494"/>
                </a:moveTo>
                <a:lnTo>
                  <a:pt x="1546" y="494"/>
                </a:lnTo>
                <a:lnTo>
                  <a:pt x="1546" y="487"/>
                </a:lnTo>
                <a:lnTo>
                  <a:pt x="1539" y="487"/>
                </a:lnTo>
                <a:lnTo>
                  <a:pt x="1539" y="494"/>
                </a:lnTo>
                <a:close/>
                <a:moveTo>
                  <a:pt x="1555" y="494"/>
                </a:moveTo>
                <a:lnTo>
                  <a:pt x="1563" y="494"/>
                </a:lnTo>
                <a:lnTo>
                  <a:pt x="1563" y="487"/>
                </a:lnTo>
                <a:lnTo>
                  <a:pt x="1555" y="487"/>
                </a:lnTo>
                <a:lnTo>
                  <a:pt x="1555" y="494"/>
                </a:lnTo>
                <a:close/>
                <a:moveTo>
                  <a:pt x="1572" y="494"/>
                </a:moveTo>
                <a:lnTo>
                  <a:pt x="1579" y="494"/>
                </a:lnTo>
                <a:lnTo>
                  <a:pt x="1579" y="487"/>
                </a:lnTo>
                <a:lnTo>
                  <a:pt x="1572" y="487"/>
                </a:lnTo>
                <a:lnTo>
                  <a:pt x="1572" y="494"/>
                </a:lnTo>
                <a:close/>
                <a:moveTo>
                  <a:pt x="1589" y="494"/>
                </a:moveTo>
                <a:lnTo>
                  <a:pt x="1596" y="494"/>
                </a:lnTo>
                <a:lnTo>
                  <a:pt x="1596" y="487"/>
                </a:lnTo>
                <a:lnTo>
                  <a:pt x="1589" y="487"/>
                </a:lnTo>
                <a:lnTo>
                  <a:pt x="1589" y="494"/>
                </a:lnTo>
                <a:close/>
                <a:moveTo>
                  <a:pt x="1605" y="494"/>
                </a:moveTo>
                <a:lnTo>
                  <a:pt x="1612" y="494"/>
                </a:lnTo>
                <a:lnTo>
                  <a:pt x="1612" y="487"/>
                </a:lnTo>
                <a:lnTo>
                  <a:pt x="1605" y="487"/>
                </a:lnTo>
                <a:lnTo>
                  <a:pt x="1605" y="494"/>
                </a:lnTo>
                <a:close/>
                <a:moveTo>
                  <a:pt x="1622" y="494"/>
                </a:moveTo>
                <a:lnTo>
                  <a:pt x="1629" y="494"/>
                </a:lnTo>
                <a:lnTo>
                  <a:pt x="1629" y="487"/>
                </a:lnTo>
                <a:lnTo>
                  <a:pt x="1622" y="487"/>
                </a:lnTo>
                <a:lnTo>
                  <a:pt x="1622" y="494"/>
                </a:lnTo>
                <a:close/>
                <a:moveTo>
                  <a:pt x="1638" y="494"/>
                </a:moveTo>
                <a:lnTo>
                  <a:pt x="1645" y="494"/>
                </a:lnTo>
                <a:lnTo>
                  <a:pt x="1645" y="487"/>
                </a:lnTo>
                <a:lnTo>
                  <a:pt x="1638" y="487"/>
                </a:lnTo>
                <a:lnTo>
                  <a:pt x="1638" y="494"/>
                </a:lnTo>
                <a:close/>
                <a:moveTo>
                  <a:pt x="1657" y="494"/>
                </a:moveTo>
                <a:lnTo>
                  <a:pt x="1664" y="494"/>
                </a:lnTo>
                <a:lnTo>
                  <a:pt x="1664" y="487"/>
                </a:lnTo>
                <a:lnTo>
                  <a:pt x="1657" y="487"/>
                </a:lnTo>
                <a:lnTo>
                  <a:pt x="1657" y="494"/>
                </a:lnTo>
                <a:close/>
                <a:moveTo>
                  <a:pt x="1674" y="494"/>
                </a:moveTo>
                <a:lnTo>
                  <a:pt x="1681" y="494"/>
                </a:lnTo>
                <a:lnTo>
                  <a:pt x="1681" y="487"/>
                </a:lnTo>
                <a:lnTo>
                  <a:pt x="1674" y="487"/>
                </a:lnTo>
                <a:lnTo>
                  <a:pt x="1674" y="494"/>
                </a:lnTo>
                <a:close/>
                <a:moveTo>
                  <a:pt x="1690" y="494"/>
                </a:moveTo>
                <a:lnTo>
                  <a:pt x="1698" y="494"/>
                </a:lnTo>
                <a:lnTo>
                  <a:pt x="1698" y="487"/>
                </a:lnTo>
                <a:lnTo>
                  <a:pt x="1690" y="487"/>
                </a:lnTo>
                <a:lnTo>
                  <a:pt x="1690" y="494"/>
                </a:lnTo>
                <a:close/>
                <a:moveTo>
                  <a:pt x="1707" y="494"/>
                </a:moveTo>
                <a:lnTo>
                  <a:pt x="1714" y="494"/>
                </a:lnTo>
                <a:lnTo>
                  <a:pt x="1714" y="487"/>
                </a:lnTo>
                <a:lnTo>
                  <a:pt x="1707" y="487"/>
                </a:lnTo>
                <a:lnTo>
                  <a:pt x="1707" y="494"/>
                </a:lnTo>
                <a:close/>
                <a:moveTo>
                  <a:pt x="1724" y="494"/>
                </a:moveTo>
                <a:lnTo>
                  <a:pt x="1731" y="494"/>
                </a:lnTo>
                <a:lnTo>
                  <a:pt x="1731" y="487"/>
                </a:lnTo>
                <a:lnTo>
                  <a:pt x="1724" y="487"/>
                </a:lnTo>
                <a:lnTo>
                  <a:pt x="1724" y="494"/>
                </a:lnTo>
                <a:close/>
                <a:moveTo>
                  <a:pt x="1740" y="494"/>
                </a:moveTo>
                <a:lnTo>
                  <a:pt x="1747" y="494"/>
                </a:lnTo>
                <a:lnTo>
                  <a:pt x="1747" y="487"/>
                </a:lnTo>
                <a:lnTo>
                  <a:pt x="1740" y="487"/>
                </a:lnTo>
                <a:lnTo>
                  <a:pt x="1740" y="494"/>
                </a:lnTo>
                <a:close/>
                <a:moveTo>
                  <a:pt x="1757" y="494"/>
                </a:moveTo>
                <a:lnTo>
                  <a:pt x="1764" y="494"/>
                </a:lnTo>
                <a:lnTo>
                  <a:pt x="1764" y="487"/>
                </a:lnTo>
                <a:lnTo>
                  <a:pt x="1757" y="487"/>
                </a:lnTo>
                <a:lnTo>
                  <a:pt x="1757" y="494"/>
                </a:lnTo>
                <a:close/>
                <a:moveTo>
                  <a:pt x="1773" y="494"/>
                </a:moveTo>
                <a:lnTo>
                  <a:pt x="1780" y="494"/>
                </a:lnTo>
                <a:lnTo>
                  <a:pt x="1780" y="487"/>
                </a:lnTo>
                <a:lnTo>
                  <a:pt x="1773" y="487"/>
                </a:lnTo>
                <a:lnTo>
                  <a:pt x="1773" y="494"/>
                </a:lnTo>
                <a:close/>
                <a:moveTo>
                  <a:pt x="1790" y="494"/>
                </a:moveTo>
                <a:lnTo>
                  <a:pt x="1797" y="494"/>
                </a:lnTo>
                <a:lnTo>
                  <a:pt x="1797" y="487"/>
                </a:lnTo>
                <a:lnTo>
                  <a:pt x="1790" y="487"/>
                </a:lnTo>
                <a:lnTo>
                  <a:pt x="1790" y="494"/>
                </a:lnTo>
                <a:close/>
                <a:moveTo>
                  <a:pt x="1806" y="494"/>
                </a:moveTo>
                <a:lnTo>
                  <a:pt x="1814" y="494"/>
                </a:lnTo>
                <a:lnTo>
                  <a:pt x="1814" y="487"/>
                </a:lnTo>
                <a:lnTo>
                  <a:pt x="1806" y="487"/>
                </a:lnTo>
                <a:lnTo>
                  <a:pt x="1806" y="494"/>
                </a:lnTo>
                <a:close/>
                <a:moveTo>
                  <a:pt x="1823" y="494"/>
                </a:moveTo>
                <a:lnTo>
                  <a:pt x="1830" y="494"/>
                </a:lnTo>
                <a:lnTo>
                  <a:pt x="1830" y="487"/>
                </a:lnTo>
                <a:lnTo>
                  <a:pt x="1823" y="487"/>
                </a:lnTo>
                <a:lnTo>
                  <a:pt x="1823" y="494"/>
                </a:lnTo>
                <a:close/>
                <a:moveTo>
                  <a:pt x="1840" y="494"/>
                </a:moveTo>
                <a:lnTo>
                  <a:pt x="1847" y="494"/>
                </a:lnTo>
                <a:lnTo>
                  <a:pt x="1847" y="487"/>
                </a:lnTo>
                <a:lnTo>
                  <a:pt x="1840" y="487"/>
                </a:lnTo>
                <a:lnTo>
                  <a:pt x="1840" y="494"/>
                </a:lnTo>
                <a:close/>
                <a:moveTo>
                  <a:pt x="1856" y="494"/>
                </a:moveTo>
                <a:lnTo>
                  <a:pt x="1863" y="494"/>
                </a:lnTo>
                <a:lnTo>
                  <a:pt x="1863" y="487"/>
                </a:lnTo>
                <a:lnTo>
                  <a:pt x="1856" y="487"/>
                </a:lnTo>
                <a:lnTo>
                  <a:pt x="1856" y="494"/>
                </a:lnTo>
                <a:close/>
                <a:moveTo>
                  <a:pt x="1873" y="494"/>
                </a:moveTo>
                <a:lnTo>
                  <a:pt x="1880" y="494"/>
                </a:lnTo>
                <a:lnTo>
                  <a:pt x="1880" y="487"/>
                </a:lnTo>
                <a:lnTo>
                  <a:pt x="1873" y="487"/>
                </a:lnTo>
                <a:lnTo>
                  <a:pt x="1873" y="494"/>
                </a:lnTo>
                <a:close/>
                <a:moveTo>
                  <a:pt x="1889" y="494"/>
                </a:moveTo>
                <a:lnTo>
                  <a:pt x="1896" y="494"/>
                </a:lnTo>
                <a:lnTo>
                  <a:pt x="1896" y="487"/>
                </a:lnTo>
                <a:lnTo>
                  <a:pt x="1889" y="487"/>
                </a:lnTo>
                <a:lnTo>
                  <a:pt x="1889" y="494"/>
                </a:lnTo>
                <a:close/>
                <a:moveTo>
                  <a:pt x="1908" y="494"/>
                </a:moveTo>
                <a:lnTo>
                  <a:pt x="1915" y="494"/>
                </a:lnTo>
                <a:lnTo>
                  <a:pt x="1915" y="487"/>
                </a:lnTo>
                <a:lnTo>
                  <a:pt x="1908" y="487"/>
                </a:lnTo>
                <a:lnTo>
                  <a:pt x="1908" y="494"/>
                </a:lnTo>
                <a:close/>
                <a:moveTo>
                  <a:pt x="1925" y="494"/>
                </a:moveTo>
                <a:lnTo>
                  <a:pt x="1932" y="494"/>
                </a:lnTo>
                <a:lnTo>
                  <a:pt x="1932" y="487"/>
                </a:lnTo>
                <a:lnTo>
                  <a:pt x="1925" y="487"/>
                </a:lnTo>
                <a:lnTo>
                  <a:pt x="1925" y="494"/>
                </a:lnTo>
                <a:close/>
                <a:moveTo>
                  <a:pt x="1941" y="494"/>
                </a:moveTo>
                <a:lnTo>
                  <a:pt x="1949" y="494"/>
                </a:lnTo>
                <a:lnTo>
                  <a:pt x="1949" y="487"/>
                </a:lnTo>
                <a:lnTo>
                  <a:pt x="1941" y="487"/>
                </a:lnTo>
                <a:lnTo>
                  <a:pt x="1941" y="494"/>
                </a:lnTo>
                <a:close/>
                <a:moveTo>
                  <a:pt x="1958" y="494"/>
                </a:moveTo>
                <a:lnTo>
                  <a:pt x="1965" y="494"/>
                </a:lnTo>
                <a:lnTo>
                  <a:pt x="1965" y="487"/>
                </a:lnTo>
                <a:lnTo>
                  <a:pt x="1958" y="487"/>
                </a:lnTo>
                <a:lnTo>
                  <a:pt x="1958" y="494"/>
                </a:lnTo>
                <a:close/>
                <a:moveTo>
                  <a:pt x="1975" y="494"/>
                </a:moveTo>
                <a:lnTo>
                  <a:pt x="1982" y="494"/>
                </a:lnTo>
                <a:lnTo>
                  <a:pt x="1982" y="487"/>
                </a:lnTo>
                <a:lnTo>
                  <a:pt x="1975" y="487"/>
                </a:lnTo>
                <a:lnTo>
                  <a:pt x="1975" y="494"/>
                </a:lnTo>
                <a:close/>
                <a:moveTo>
                  <a:pt x="1991" y="494"/>
                </a:moveTo>
                <a:lnTo>
                  <a:pt x="1998" y="494"/>
                </a:lnTo>
                <a:lnTo>
                  <a:pt x="1998" y="487"/>
                </a:lnTo>
                <a:lnTo>
                  <a:pt x="1991" y="487"/>
                </a:lnTo>
                <a:lnTo>
                  <a:pt x="1991" y="494"/>
                </a:lnTo>
                <a:close/>
                <a:moveTo>
                  <a:pt x="2008" y="494"/>
                </a:moveTo>
                <a:lnTo>
                  <a:pt x="2015" y="494"/>
                </a:lnTo>
                <a:lnTo>
                  <a:pt x="2015" y="487"/>
                </a:lnTo>
                <a:lnTo>
                  <a:pt x="2008" y="487"/>
                </a:lnTo>
                <a:lnTo>
                  <a:pt x="2008" y="494"/>
                </a:lnTo>
                <a:close/>
                <a:moveTo>
                  <a:pt x="2024" y="494"/>
                </a:moveTo>
                <a:lnTo>
                  <a:pt x="2031" y="494"/>
                </a:lnTo>
                <a:lnTo>
                  <a:pt x="2031" y="487"/>
                </a:lnTo>
                <a:lnTo>
                  <a:pt x="2024" y="487"/>
                </a:lnTo>
                <a:lnTo>
                  <a:pt x="2024" y="494"/>
                </a:lnTo>
                <a:close/>
                <a:moveTo>
                  <a:pt x="2041" y="494"/>
                </a:moveTo>
                <a:lnTo>
                  <a:pt x="2048" y="494"/>
                </a:lnTo>
                <a:lnTo>
                  <a:pt x="2048" y="487"/>
                </a:lnTo>
                <a:lnTo>
                  <a:pt x="2041" y="487"/>
                </a:lnTo>
                <a:lnTo>
                  <a:pt x="2041" y="494"/>
                </a:lnTo>
                <a:close/>
                <a:moveTo>
                  <a:pt x="2057" y="494"/>
                </a:moveTo>
                <a:lnTo>
                  <a:pt x="2065" y="494"/>
                </a:lnTo>
                <a:lnTo>
                  <a:pt x="2065" y="487"/>
                </a:lnTo>
                <a:lnTo>
                  <a:pt x="2057" y="487"/>
                </a:lnTo>
                <a:lnTo>
                  <a:pt x="2057" y="494"/>
                </a:lnTo>
                <a:close/>
                <a:moveTo>
                  <a:pt x="2074" y="494"/>
                </a:moveTo>
                <a:lnTo>
                  <a:pt x="2081" y="494"/>
                </a:lnTo>
                <a:lnTo>
                  <a:pt x="2081" y="487"/>
                </a:lnTo>
                <a:lnTo>
                  <a:pt x="2074" y="487"/>
                </a:lnTo>
                <a:lnTo>
                  <a:pt x="2074" y="494"/>
                </a:lnTo>
                <a:close/>
                <a:moveTo>
                  <a:pt x="2091" y="494"/>
                </a:moveTo>
                <a:lnTo>
                  <a:pt x="2098" y="494"/>
                </a:lnTo>
                <a:lnTo>
                  <a:pt x="2098" y="487"/>
                </a:lnTo>
                <a:lnTo>
                  <a:pt x="2091" y="487"/>
                </a:lnTo>
                <a:lnTo>
                  <a:pt x="2091" y="494"/>
                </a:lnTo>
                <a:close/>
                <a:moveTo>
                  <a:pt x="2107" y="494"/>
                </a:moveTo>
                <a:lnTo>
                  <a:pt x="2114" y="494"/>
                </a:lnTo>
                <a:lnTo>
                  <a:pt x="2114" y="487"/>
                </a:lnTo>
                <a:lnTo>
                  <a:pt x="2107" y="487"/>
                </a:lnTo>
                <a:lnTo>
                  <a:pt x="2107" y="494"/>
                </a:lnTo>
                <a:close/>
                <a:moveTo>
                  <a:pt x="2124" y="494"/>
                </a:moveTo>
                <a:lnTo>
                  <a:pt x="2131" y="494"/>
                </a:lnTo>
                <a:lnTo>
                  <a:pt x="2131" y="487"/>
                </a:lnTo>
                <a:lnTo>
                  <a:pt x="2124" y="487"/>
                </a:lnTo>
                <a:lnTo>
                  <a:pt x="2124" y="494"/>
                </a:lnTo>
                <a:close/>
                <a:moveTo>
                  <a:pt x="2140" y="494"/>
                </a:moveTo>
                <a:lnTo>
                  <a:pt x="2147" y="494"/>
                </a:lnTo>
                <a:lnTo>
                  <a:pt x="2147" y="487"/>
                </a:lnTo>
                <a:lnTo>
                  <a:pt x="2140" y="487"/>
                </a:lnTo>
                <a:lnTo>
                  <a:pt x="2140" y="494"/>
                </a:lnTo>
                <a:close/>
                <a:moveTo>
                  <a:pt x="2159" y="494"/>
                </a:moveTo>
                <a:lnTo>
                  <a:pt x="2164" y="494"/>
                </a:lnTo>
                <a:lnTo>
                  <a:pt x="2164" y="487"/>
                </a:lnTo>
                <a:lnTo>
                  <a:pt x="2159" y="487"/>
                </a:lnTo>
                <a:lnTo>
                  <a:pt x="2159" y="494"/>
                </a:lnTo>
                <a:close/>
                <a:moveTo>
                  <a:pt x="2176" y="494"/>
                </a:moveTo>
                <a:lnTo>
                  <a:pt x="2183" y="494"/>
                </a:lnTo>
                <a:lnTo>
                  <a:pt x="2183" y="487"/>
                </a:lnTo>
                <a:lnTo>
                  <a:pt x="2176" y="487"/>
                </a:lnTo>
                <a:lnTo>
                  <a:pt x="2176" y="494"/>
                </a:lnTo>
                <a:close/>
                <a:moveTo>
                  <a:pt x="2192" y="494"/>
                </a:moveTo>
                <a:lnTo>
                  <a:pt x="2200" y="494"/>
                </a:lnTo>
                <a:lnTo>
                  <a:pt x="2200" y="487"/>
                </a:lnTo>
                <a:lnTo>
                  <a:pt x="2192" y="487"/>
                </a:lnTo>
                <a:lnTo>
                  <a:pt x="2192" y="494"/>
                </a:lnTo>
                <a:close/>
                <a:moveTo>
                  <a:pt x="2209" y="494"/>
                </a:moveTo>
                <a:lnTo>
                  <a:pt x="2216" y="494"/>
                </a:lnTo>
                <a:lnTo>
                  <a:pt x="2216" y="487"/>
                </a:lnTo>
                <a:lnTo>
                  <a:pt x="2209" y="487"/>
                </a:lnTo>
                <a:lnTo>
                  <a:pt x="2209" y="494"/>
                </a:lnTo>
                <a:close/>
                <a:moveTo>
                  <a:pt x="2226" y="494"/>
                </a:moveTo>
                <a:lnTo>
                  <a:pt x="2233" y="494"/>
                </a:lnTo>
                <a:lnTo>
                  <a:pt x="2233" y="487"/>
                </a:lnTo>
                <a:lnTo>
                  <a:pt x="2226" y="487"/>
                </a:lnTo>
                <a:lnTo>
                  <a:pt x="2226" y="494"/>
                </a:lnTo>
                <a:close/>
                <a:moveTo>
                  <a:pt x="2242" y="494"/>
                </a:moveTo>
                <a:lnTo>
                  <a:pt x="2249" y="494"/>
                </a:lnTo>
                <a:lnTo>
                  <a:pt x="2249" y="487"/>
                </a:lnTo>
                <a:lnTo>
                  <a:pt x="2242" y="487"/>
                </a:lnTo>
                <a:lnTo>
                  <a:pt x="2242" y="494"/>
                </a:lnTo>
                <a:close/>
                <a:moveTo>
                  <a:pt x="2259" y="494"/>
                </a:moveTo>
                <a:lnTo>
                  <a:pt x="2266" y="494"/>
                </a:lnTo>
                <a:lnTo>
                  <a:pt x="2266" y="487"/>
                </a:lnTo>
                <a:lnTo>
                  <a:pt x="2259" y="487"/>
                </a:lnTo>
                <a:lnTo>
                  <a:pt x="2259" y="494"/>
                </a:lnTo>
                <a:close/>
                <a:moveTo>
                  <a:pt x="2275" y="494"/>
                </a:moveTo>
                <a:lnTo>
                  <a:pt x="2282" y="494"/>
                </a:lnTo>
                <a:lnTo>
                  <a:pt x="2282" y="487"/>
                </a:lnTo>
                <a:lnTo>
                  <a:pt x="2275" y="487"/>
                </a:lnTo>
                <a:lnTo>
                  <a:pt x="2275" y="494"/>
                </a:lnTo>
                <a:close/>
                <a:moveTo>
                  <a:pt x="2292" y="494"/>
                </a:moveTo>
                <a:lnTo>
                  <a:pt x="2299" y="494"/>
                </a:lnTo>
                <a:lnTo>
                  <a:pt x="2299" y="487"/>
                </a:lnTo>
                <a:lnTo>
                  <a:pt x="2292" y="487"/>
                </a:lnTo>
                <a:lnTo>
                  <a:pt x="2292" y="494"/>
                </a:lnTo>
                <a:close/>
                <a:moveTo>
                  <a:pt x="2308" y="494"/>
                </a:moveTo>
                <a:lnTo>
                  <a:pt x="2316" y="494"/>
                </a:lnTo>
                <a:lnTo>
                  <a:pt x="2316" y="487"/>
                </a:lnTo>
                <a:lnTo>
                  <a:pt x="2308" y="487"/>
                </a:lnTo>
                <a:lnTo>
                  <a:pt x="2308" y="494"/>
                </a:lnTo>
                <a:close/>
                <a:moveTo>
                  <a:pt x="2325" y="494"/>
                </a:moveTo>
                <a:lnTo>
                  <a:pt x="2332" y="494"/>
                </a:lnTo>
                <a:lnTo>
                  <a:pt x="2332" y="487"/>
                </a:lnTo>
                <a:lnTo>
                  <a:pt x="2325" y="487"/>
                </a:lnTo>
                <a:lnTo>
                  <a:pt x="2325" y="494"/>
                </a:lnTo>
                <a:close/>
                <a:moveTo>
                  <a:pt x="2342" y="494"/>
                </a:moveTo>
                <a:lnTo>
                  <a:pt x="2349" y="494"/>
                </a:lnTo>
                <a:lnTo>
                  <a:pt x="2349" y="487"/>
                </a:lnTo>
                <a:lnTo>
                  <a:pt x="2342" y="487"/>
                </a:lnTo>
                <a:lnTo>
                  <a:pt x="2342" y="494"/>
                </a:lnTo>
                <a:close/>
                <a:moveTo>
                  <a:pt x="2358" y="494"/>
                </a:moveTo>
                <a:lnTo>
                  <a:pt x="2365" y="494"/>
                </a:lnTo>
                <a:lnTo>
                  <a:pt x="2365" y="487"/>
                </a:lnTo>
                <a:lnTo>
                  <a:pt x="2358" y="487"/>
                </a:lnTo>
                <a:lnTo>
                  <a:pt x="2358" y="494"/>
                </a:lnTo>
                <a:close/>
                <a:moveTo>
                  <a:pt x="2375" y="494"/>
                </a:moveTo>
                <a:lnTo>
                  <a:pt x="2382" y="494"/>
                </a:lnTo>
                <a:lnTo>
                  <a:pt x="2382" y="487"/>
                </a:lnTo>
                <a:lnTo>
                  <a:pt x="2375" y="487"/>
                </a:lnTo>
                <a:lnTo>
                  <a:pt x="2375" y="494"/>
                </a:lnTo>
                <a:close/>
                <a:moveTo>
                  <a:pt x="2391" y="494"/>
                </a:moveTo>
                <a:lnTo>
                  <a:pt x="2398" y="494"/>
                </a:lnTo>
                <a:lnTo>
                  <a:pt x="2398" y="487"/>
                </a:lnTo>
                <a:lnTo>
                  <a:pt x="2391" y="487"/>
                </a:lnTo>
                <a:lnTo>
                  <a:pt x="2391" y="494"/>
                </a:lnTo>
                <a:close/>
                <a:moveTo>
                  <a:pt x="2408" y="494"/>
                </a:moveTo>
                <a:lnTo>
                  <a:pt x="2415" y="494"/>
                </a:lnTo>
                <a:lnTo>
                  <a:pt x="2415" y="487"/>
                </a:lnTo>
                <a:lnTo>
                  <a:pt x="2408" y="487"/>
                </a:lnTo>
                <a:lnTo>
                  <a:pt x="2408" y="494"/>
                </a:lnTo>
                <a:close/>
                <a:moveTo>
                  <a:pt x="2427" y="494"/>
                </a:moveTo>
                <a:lnTo>
                  <a:pt x="2434" y="494"/>
                </a:lnTo>
                <a:lnTo>
                  <a:pt x="2434" y="487"/>
                </a:lnTo>
                <a:lnTo>
                  <a:pt x="2427" y="487"/>
                </a:lnTo>
                <a:lnTo>
                  <a:pt x="2427" y="494"/>
                </a:lnTo>
                <a:close/>
                <a:moveTo>
                  <a:pt x="2443" y="494"/>
                </a:moveTo>
                <a:lnTo>
                  <a:pt x="2451" y="494"/>
                </a:lnTo>
                <a:lnTo>
                  <a:pt x="2451" y="487"/>
                </a:lnTo>
                <a:lnTo>
                  <a:pt x="2443" y="487"/>
                </a:lnTo>
                <a:lnTo>
                  <a:pt x="2443" y="494"/>
                </a:lnTo>
                <a:close/>
                <a:moveTo>
                  <a:pt x="2460" y="494"/>
                </a:moveTo>
                <a:lnTo>
                  <a:pt x="2467" y="494"/>
                </a:lnTo>
                <a:lnTo>
                  <a:pt x="2467" y="487"/>
                </a:lnTo>
                <a:lnTo>
                  <a:pt x="2460" y="487"/>
                </a:lnTo>
                <a:lnTo>
                  <a:pt x="2460" y="494"/>
                </a:lnTo>
                <a:close/>
                <a:moveTo>
                  <a:pt x="2477" y="494"/>
                </a:moveTo>
                <a:lnTo>
                  <a:pt x="2484" y="494"/>
                </a:lnTo>
                <a:lnTo>
                  <a:pt x="2484" y="487"/>
                </a:lnTo>
                <a:lnTo>
                  <a:pt x="2477" y="487"/>
                </a:lnTo>
                <a:lnTo>
                  <a:pt x="2477" y="494"/>
                </a:lnTo>
                <a:close/>
                <a:moveTo>
                  <a:pt x="2493" y="494"/>
                </a:moveTo>
                <a:lnTo>
                  <a:pt x="2500" y="494"/>
                </a:lnTo>
                <a:lnTo>
                  <a:pt x="2500" y="487"/>
                </a:lnTo>
                <a:lnTo>
                  <a:pt x="2493" y="487"/>
                </a:lnTo>
                <a:lnTo>
                  <a:pt x="2493" y="494"/>
                </a:lnTo>
                <a:close/>
                <a:moveTo>
                  <a:pt x="2510" y="494"/>
                </a:moveTo>
                <a:lnTo>
                  <a:pt x="2517" y="494"/>
                </a:lnTo>
                <a:lnTo>
                  <a:pt x="2517" y="487"/>
                </a:lnTo>
                <a:lnTo>
                  <a:pt x="2510" y="487"/>
                </a:lnTo>
                <a:lnTo>
                  <a:pt x="2510" y="494"/>
                </a:lnTo>
                <a:close/>
                <a:moveTo>
                  <a:pt x="2526" y="494"/>
                </a:moveTo>
                <a:lnTo>
                  <a:pt x="2533" y="494"/>
                </a:lnTo>
                <a:lnTo>
                  <a:pt x="2533" y="487"/>
                </a:lnTo>
                <a:lnTo>
                  <a:pt x="2526" y="487"/>
                </a:lnTo>
                <a:lnTo>
                  <a:pt x="2526" y="494"/>
                </a:lnTo>
                <a:close/>
                <a:moveTo>
                  <a:pt x="2543" y="494"/>
                </a:moveTo>
                <a:lnTo>
                  <a:pt x="2550" y="494"/>
                </a:lnTo>
                <a:lnTo>
                  <a:pt x="2550" y="487"/>
                </a:lnTo>
                <a:lnTo>
                  <a:pt x="2543" y="487"/>
                </a:lnTo>
                <a:lnTo>
                  <a:pt x="2543" y="494"/>
                </a:lnTo>
                <a:close/>
                <a:moveTo>
                  <a:pt x="2560" y="494"/>
                </a:moveTo>
                <a:lnTo>
                  <a:pt x="2567" y="494"/>
                </a:lnTo>
                <a:lnTo>
                  <a:pt x="2567" y="487"/>
                </a:lnTo>
                <a:lnTo>
                  <a:pt x="2560" y="487"/>
                </a:lnTo>
                <a:lnTo>
                  <a:pt x="2560" y="494"/>
                </a:lnTo>
                <a:close/>
                <a:moveTo>
                  <a:pt x="2576" y="494"/>
                </a:moveTo>
                <a:lnTo>
                  <a:pt x="2583" y="494"/>
                </a:lnTo>
                <a:lnTo>
                  <a:pt x="2583" y="487"/>
                </a:lnTo>
                <a:lnTo>
                  <a:pt x="2576" y="487"/>
                </a:lnTo>
                <a:lnTo>
                  <a:pt x="2576" y="494"/>
                </a:lnTo>
                <a:close/>
                <a:moveTo>
                  <a:pt x="2593" y="494"/>
                </a:moveTo>
                <a:lnTo>
                  <a:pt x="2600" y="494"/>
                </a:lnTo>
                <a:lnTo>
                  <a:pt x="2600" y="487"/>
                </a:lnTo>
                <a:lnTo>
                  <a:pt x="2593" y="487"/>
                </a:lnTo>
                <a:lnTo>
                  <a:pt x="2593" y="494"/>
                </a:lnTo>
                <a:close/>
                <a:moveTo>
                  <a:pt x="2609" y="494"/>
                </a:moveTo>
                <a:lnTo>
                  <a:pt x="2616" y="494"/>
                </a:lnTo>
                <a:lnTo>
                  <a:pt x="2616" y="487"/>
                </a:lnTo>
                <a:lnTo>
                  <a:pt x="2609" y="487"/>
                </a:lnTo>
                <a:lnTo>
                  <a:pt x="2609" y="494"/>
                </a:lnTo>
                <a:close/>
                <a:moveTo>
                  <a:pt x="2626" y="494"/>
                </a:moveTo>
                <a:lnTo>
                  <a:pt x="2633" y="494"/>
                </a:lnTo>
                <a:lnTo>
                  <a:pt x="2633" y="487"/>
                </a:lnTo>
                <a:lnTo>
                  <a:pt x="2626" y="487"/>
                </a:lnTo>
                <a:lnTo>
                  <a:pt x="2626" y="494"/>
                </a:lnTo>
                <a:close/>
                <a:moveTo>
                  <a:pt x="2642" y="494"/>
                </a:moveTo>
                <a:lnTo>
                  <a:pt x="2649" y="494"/>
                </a:lnTo>
                <a:lnTo>
                  <a:pt x="2649" y="487"/>
                </a:lnTo>
                <a:lnTo>
                  <a:pt x="2642" y="487"/>
                </a:lnTo>
                <a:lnTo>
                  <a:pt x="2642" y="494"/>
                </a:lnTo>
                <a:close/>
                <a:moveTo>
                  <a:pt x="2659" y="494"/>
                </a:moveTo>
                <a:lnTo>
                  <a:pt x="2666" y="494"/>
                </a:lnTo>
                <a:lnTo>
                  <a:pt x="2666" y="487"/>
                </a:lnTo>
                <a:lnTo>
                  <a:pt x="2659" y="487"/>
                </a:lnTo>
                <a:lnTo>
                  <a:pt x="2659" y="494"/>
                </a:lnTo>
                <a:close/>
                <a:moveTo>
                  <a:pt x="2777" y="494"/>
                </a:moveTo>
                <a:lnTo>
                  <a:pt x="2784" y="494"/>
                </a:lnTo>
                <a:lnTo>
                  <a:pt x="2784" y="487"/>
                </a:lnTo>
                <a:lnTo>
                  <a:pt x="2777" y="487"/>
                </a:lnTo>
                <a:lnTo>
                  <a:pt x="2777" y="494"/>
                </a:lnTo>
                <a:close/>
                <a:moveTo>
                  <a:pt x="2794" y="494"/>
                </a:moveTo>
                <a:lnTo>
                  <a:pt x="2801" y="494"/>
                </a:lnTo>
                <a:lnTo>
                  <a:pt x="2801" y="487"/>
                </a:lnTo>
                <a:lnTo>
                  <a:pt x="2794" y="487"/>
                </a:lnTo>
                <a:lnTo>
                  <a:pt x="2794" y="494"/>
                </a:lnTo>
                <a:close/>
                <a:moveTo>
                  <a:pt x="369" y="511"/>
                </a:moveTo>
                <a:lnTo>
                  <a:pt x="376" y="511"/>
                </a:lnTo>
                <a:lnTo>
                  <a:pt x="376" y="503"/>
                </a:lnTo>
                <a:lnTo>
                  <a:pt x="369" y="503"/>
                </a:lnTo>
                <a:lnTo>
                  <a:pt x="369" y="511"/>
                </a:lnTo>
                <a:close/>
                <a:moveTo>
                  <a:pt x="386" y="511"/>
                </a:moveTo>
                <a:lnTo>
                  <a:pt x="393" y="511"/>
                </a:lnTo>
                <a:lnTo>
                  <a:pt x="393" y="503"/>
                </a:lnTo>
                <a:lnTo>
                  <a:pt x="386" y="503"/>
                </a:lnTo>
                <a:lnTo>
                  <a:pt x="386" y="511"/>
                </a:lnTo>
                <a:close/>
                <a:moveTo>
                  <a:pt x="402" y="511"/>
                </a:moveTo>
                <a:lnTo>
                  <a:pt x="409" y="511"/>
                </a:lnTo>
                <a:lnTo>
                  <a:pt x="409" y="503"/>
                </a:lnTo>
                <a:lnTo>
                  <a:pt x="402" y="503"/>
                </a:lnTo>
                <a:lnTo>
                  <a:pt x="402" y="511"/>
                </a:lnTo>
                <a:close/>
                <a:moveTo>
                  <a:pt x="419" y="511"/>
                </a:moveTo>
                <a:lnTo>
                  <a:pt x="426" y="511"/>
                </a:lnTo>
                <a:lnTo>
                  <a:pt x="426" y="503"/>
                </a:lnTo>
                <a:lnTo>
                  <a:pt x="419" y="503"/>
                </a:lnTo>
                <a:lnTo>
                  <a:pt x="419" y="511"/>
                </a:lnTo>
                <a:close/>
                <a:moveTo>
                  <a:pt x="435" y="511"/>
                </a:moveTo>
                <a:lnTo>
                  <a:pt x="442" y="511"/>
                </a:lnTo>
                <a:lnTo>
                  <a:pt x="442" y="503"/>
                </a:lnTo>
                <a:lnTo>
                  <a:pt x="435" y="503"/>
                </a:lnTo>
                <a:lnTo>
                  <a:pt x="435" y="511"/>
                </a:lnTo>
                <a:close/>
                <a:moveTo>
                  <a:pt x="452" y="511"/>
                </a:moveTo>
                <a:lnTo>
                  <a:pt x="459" y="511"/>
                </a:lnTo>
                <a:lnTo>
                  <a:pt x="459" y="503"/>
                </a:lnTo>
                <a:lnTo>
                  <a:pt x="452" y="503"/>
                </a:lnTo>
                <a:lnTo>
                  <a:pt x="452" y="511"/>
                </a:lnTo>
                <a:close/>
                <a:moveTo>
                  <a:pt x="469" y="511"/>
                </a:moveTo>
                <a:lnTo>
                  <a:pt x="476" y="511"/>
                </a:lnTo>
                <a:lnTo>
                  <a:pt x="476" y="503"/>
                </a:lnTo>
                <a:lnTo>
                  <a:pt x="469" y="503"/>
                </a:lnTo>
                <a:lnTo>
                  <a:pt x="469" y="511"/>
                </a:lnTo>
                <a:close/>
                <a:moveTo>
                  <a:pt x="485" y="511"/>
                </a:moveTo>
                <a:lnTo>
                  <a:pt x="492" y="511"/>
                </a:lnTo>
                <a:lnTo>
                  <a:pt x="492" y="503"/>
                </a:lnTo>
                <a:lnTo>
                  <a:pt x="485" y="503"/>
                </a:lnTo>
                <a:lnTo>
                  <a:pt x="485" y="511"/>
                </a:lnTo>
                <a:close/>
                <a:moveTo>
                  <a:pt x="502" y="511"/>
                </a:moveTo>
                <a:lnTo>
                  <a:pt x="509" y="511"/>
                </a:lnTo>
                <a:lnTo>
                  <a:pt x="509" y="503"/>
                </a:lnTo>
                <a:lnTo>
                  <a:pt x="502" y="503"/>
                </a:lnTo>
                <a:lnTo>
                  <a:pt x="502" y="511"/>
                </a:lnTo>
                <a:close/>
                <a:moveTo>
                  <a:pt x="518" y="511"/>
                </a:moveTo>
                <a:lnTo>
                  <a:pt x="525" y="511"/>
                </a:lnTo>
                <a:lnTo>
                  <a:pt x="525" y="503"/>
                </a:lnTo>
                <a:lnTo>
                  <a:pt x="518" y="503"/>
                </a:lnTo>
                <a:lnTo>
                  <a:pt x="518" y="511"/>
                </a:lnTo>
                <a:close/>
                <a:moveTo>
                  <a:pt x="535" y="511"/>
                </a:moveTo>
                <a:lnTo>
                  <a:pt x="542" y="511"/>
                </a:lnTo>
                <a:lnTo>
                  <a:pt x="542" y="503"/>
                </a:lnTo>
                <a:lnTo>
                  <a:pt x="535" y="503"/>
                </a:lnTo>
                <a:lnTo>
                  <a:pt x="535" y="511"/>
                </a:lnTo>
                <a:close/>
                <a:moveTo>
                  <a:pt x="551" y="511"/>
                </a:moveTo>
                <a:lnTo>
                  <a:pt x="559" y="511"/>
                </a:lnTo>
                <a:lnTo>
                  <a:pt x="559" y="503"/>
                </a:lnTo>
                <a:lnTo>
                  <a:pt x="551" y="503"/>
                </a:lnTo>
                <a:lnTo>
                  <a:pt x="551" y="511"/>
                </a:lnTo>
                <a:close/>
                <a:moveTo>
                  <a:pt x="568" y="511"/>
                </a:moveTo>
                <a:lnTo>
                  <a:pt x="575" y="511"/>
                </a:lnTo>
                <a:lnTo>
                  <a:pt x="575" y="503"/>
                </a:lnTo>
                <a:lnTo>
                  <a:pt x="568" y="503"/>
                </a:lnTo>
                <a:lnTo>
                  <a:pt x="568" y="511"/>
                </a:lnTo>
                <a:close/>
                <a:moveTo>
                  <a:pt x="585" y="511"/>
                </a:moveTo>
                <a:lnTo>
                  <a:pt x="592" y="511"/>
                </a:lnTo>
                <a:lnTo>
                  <a:pt x="592" y="503"/>
                </a:lnTo>
                <a:lnTo>
                  <a:pt x="585" y="503"/>
                </a:lnTo>
                <a:lnTo>
                  <a:pt x="585" y="511"/>
                </a:lnTo>
                <a:close/>
                <a:moveTo>
                  <a:pt x="601" y="511"/>
                </a:moveTo>
                <a:lnTo>
                  <a:pt x="608" y="511"/>
                </a:lnTo>
                <a:lnTo>
                  <a:pt x="608" y="503"/>
                </a:lnTo>
                <a:lnTo>
                  <a:pt x="601" y="503"/>
                </a:lnTo>
                <a:lnTo>
                  <a:pt x="601" y="511"/>
                </a:lnTo>
                <a:close/>
                <a:moveTo>
                  <a:pt x="620" y="511"/>
                </a:moveTo>
                <a:lnTo>
                  <a:pt x="625" y="511"/>
                </a:lnTo>
                <a:lnTo>
                  <a:pt x="625" y="503"/>
                </a:lnTo>
                <a:lnTo>
                  <a:pt x="620" y="503"/>
                </a:lnTo>
                <a:lnTo>
                  <a:pt x="620" y="511"/>
                </a:lnTo>
                <a:close/>
                <a:moveTo>
                  <a:pt x="637" y="511"/>
                </a:moveTo>
                <a:lnTo>
                  <a:pt x="644" y="511"/>
                </a:lnTo>
                <a:lnTo>
                  <a:pt x="644" y="503"/>
                </a:lnTo>
                <a:lnTo>
                  <a:pt x="637" y="503"/>
                </a:lnTo>
                <a:lnTo>
                  <a:pt x="637" y="511"/>
                </a:lnTo>
                <a:close/>
                <a:moveTo>
                  <a:pt x="653" y="511"/>
                </a:moveTo>
                <a:lnTo>
                  <a:pt x="660" y="511"/>
                </a:lnTo>
                <a:lnTo>
                  <a:pt x="660" y="503"/>
                </a:lnTo>
                <a:lnTo>
                  <a:pt x="653" y="503"/>
                </a:lnTo>
                <a:lnTo>
                  <a:pt x="653" y="511"/>
                </a:lnTo>
                <a:close/>
                <a:moveTo>
                  <a:pt x="670" y="511"/>
                </a:moveTo>
                <a:lnTo>
                  <a:pt x="677" y="511"/>
                </a:lnTo>
                <a:lnTo>
                  <a:pt x="677" y="503"/>
                </a:lnTo>
                <a:lnTo>
                  <a:pt x="670" y="503"/>
                </a:lnTo>
                <a:lnTo>
                  <a:pt x="670" y="511"/>
                </a:lnTo>
                <a:close/>
                <a:moveTo>
                  <a:pt x="686" y="511"/>
                </a:moveTo>
                <a:lnTo>
                  <a:pt x="693" y="511"/>
                </a:lnTo>
                <a:lnTo>
                  <a:pt x="693" y="503"/>
                </a:lnTo>
                <a:lnTo>
                  <a:pt x="686" y="503"/>
                </a:lnTo>
                <a:lnTo>
                  <a:pt x="686" y="511"/>
                </a:lnTo>
                <a:close/>
                <a:moveTo>
                  <a:pt x="703" y="511"/>
                </a:moveTo>
                <a:lnTo>
                  <a:pt x="710" y="511"/>
                </a:lnTo>
                <a:lnTo>
                  <a:pt x="710" y="503"/>
                </a:lnTo>
                <a:lnTo>
                  <a:pt x="703" y="503"/>
                </a:lnTo>
                <a:lnTo>
                  <a:pt x="703" y="511"/>
                </a:lnTo>
                <a:close/>
                <a:moveTo>
                  <a:pt x="720" y="511"/>
                </a:moveTo>
                <a:lnTo>
                  <a:pt x="727" y="511"/>
                </a:lnTo>
                <a:lnTo>
                  <a:pt x="727" y="503"/>
                </a:lnTo>
                <a:lnTo>
                  <a:pt x="720" y="503"/>
                </a:lnTo>
                <a:lnTo>
                  <a:pt x="720" y="511"/>
                </a:lnTo>
                <a:close/>
                <a:moveTo>
                  <a:pt x="736" y="511"/>
                </a:moveTo>
                <a:lnTo>
                  <a:pt x="743" y="511"/>
                </a:lnTo>
                <a:lnTo>
                  <a:pt x="743" y="503"/>
                </a:lnTo>
                <a:lnTo>
                  <a:pt x="736" y="503"/>
                </a:lnTo>
                <a:lnTo>
                  <a:pt x="736" y="511"/>
                </a:lnTo>
                <a:close/>
                <a:moveTo>
                  <a:pt x="753" y="511"/>
                </a:moveTo>
                <a:lnTo>
                  <a:pt x="760" y="511"/>
                </a:lnTo>
                <a:lnTo>
                  <a:pt x="760" y="503"/>
                </a:lnTo>
                <a:lnTo>
                  <a:pt x="753" y="503"/>
                </a:lnTo>
                <a:lnTo>
                  <a:pt x="753" y="511"/>
                </a:lnTo>
                <a:close/>
                <a:moveTo>
                  <a:pt x="769" y="511"/>
                </a:moveTo>
                <a:lnTo>
                  <a:pt x="776" y="511"/>
                </a:lnTo>
                <a:lnTo>
                  <a:pt x="776" y="503"/>
                </a:lnTo>
                <a:lnTo>
                  <a:pt x="769" y="503"/>
                </a:lnTo>
                <a:lnTo>
                  <a:pt x="769" y="511"/>
                </a:lnTo>
                <a:close/>
                <a:moveTo>
                  <a:pt x="786" y="511"/>
                </a:moveTo>
                <a:lnTo>
                  <a:pt x="793" y="511"/>
                </a:lnTo>
                <a:lnTo>
                  <a:pt x="793" y="503"/>
                </a:lnTo>
                <a:lnTo>
                  <a:pt x="786" y="503"/>
                </a:lnTo>
                <a:lnTo>
                  <a:pt x="786" y="511"/>
                </a:lnTo>
                <a:close/>
                <a:moveTo>
                  <a:pt x="802" y="511"/>
                </a:moveTo>
                <a:lnTo>
                  <a:pt x="810" y="511"/>
                </a:lnTo>
                <a:lnTo>
                  <a:pt x="810" y="503"/>
                </a:lnTo>
                <a:lnTo>
                  <a:pt x="802" y="503"/>
                </a:lnTo>
                <a:lnTo>
                  <a:pt x="802" y="511"/>
                </a:lnTo>
                <a:close/>
                <a:moveTo>
                  <a:pt x="819" y="511"/>
                </a:moveTo>
                <a:lnTo>
                  <a:pt x="826" y="511"/>
                </a:lnTo>
                <a:lnTo>
                  <a:pt x="826" y="503"/>
                </a:lnTo>
                <a:lnTo>
                  <a:pt x="819" y="503"/>
                </a:lnTo>
                <a:lnTo>
                  <a:pt x="819" y="511"/>
                </a:lnTo>
                <a:close/>
                <a:moveTo>
                  <a:pt x="836" y="511"/>
                </a:moveTo>
                <a:lnTo>
                  <a:pt x="843" y="511"/>
                </a:lnTo>
                <a:lnTo>
                  <a:pt x="843" y="503"/>
                </a:lnTo>
                <a:lnTo>
                  <a:pt x="836" y="503"/>
                </a:lnTo>
                <a:lnTo>
                  <a:pt x="836" y="511"/>
                </a:lnTo>
                <a:close/>
                <a:moveTo>
                  <a:pt x="852" y="511"/>
                </a:moveTo>
                <a:lnTo>
                  <a:pt x="859" y="511"/>
                </a:lnTo>
                <a:lnTo>
                  <a:pt x="859" y="503"/>
                </a:lnTo>
                <a:lnTo>
                  <a:pt x="852" y="503"/>
                </a:lnTo>
                <a:lnTo>
                  <a:pt x="852" y="511"/>
                </a:lnTo>
                <a:close/>
                <a:moveTo>
                  <a:pt x="871" y="511"/>
                </a:moveTo>
                <a:lnTo>
                  <a:pt x="876" y="511"/>
                </a:lnTo>
                <a:lnTo>
                  <a:pt x="876" y="503"/>
                </a:lnTo>
                <a:lnTo>
                  <a:pt x="871" y="503"/>
                </a:lnTo>
                <a:lnTo>
                  <a:pt x="871" y="511"/>
                </a:lnTo>
                <a:close/>
                <a:moveTo>
                  <a:pt x="888" y="511"/>
                </a:moveTo>
                <a:lnTo>
                  <a:pt x="895" y="511"/>
                </a:lnTo>
                <a:lnTo>
                  <a:pt x="895" y="503"/>
                </a:lnTo>
                <a:lnTo>
                  <a:pt x="888" y="503"/>
                </a:lnTo>
                <a:lnTo>
                  <a:pt x="888" y="511"/>
                </a:lnTo>
                <a:close/>
                <a:moveTo>
                  <a:pt x="904" y="511"/>
                </a:moveTo>
                <a:lnTo>
                  <a:pt x="911" y="511"/>
                </a:lnTo>
                <a:lnTo>
                  <a:pt x="911" y="503"/>
                </a:lnTo>
                <a:lnTo>
                  <a:pt x="904" y="503"/>
                </a:lnTo>
                <a:lnTo>
                  <a:pt x="904" y="511"/>
                </a:lnTo>
                <a:close/>
                <a:moveTo>
                  <a:pt x="921" y="511"/>
                </a:moveTo>
                <a:lnTo>
                  <a:pt x="928" y="511"/>
                </a:lnTo>
                <a:lnTo>
                  <a:pt x="928" y="503"/>
                </a:lnTo>
                <a:lnTo>
                  <a:pt x="921" y="503"/>
                </a:lnTo>
                <a:lnTo>
                  <a:pt x="921" y="511"/>
                </a:lnTo>
                <a:close/>
                <a:moveTo>
                  <a:pt x="937" y="511"/>
                </a:moveTo>
                <a:lnTo>
                  <a:pt x="944" y="511"/>
                </a:lnTo>
                <a:lnTo>
                  <a:pt x="944" y="503"/>
                </a:lnTo>
                <a:lnTo>
                  <a:pt x="937" y="503"/>
                </a:lnTo>
                <a:lnTo>
                  <a:pt x="937" y="511"/>
                </a:lnTo>
                <a:close/>
                <a:moveTo>
                  <a:pt x="954" y="511"/>
                </a:moveTo>
                <a:lnTo>
                  <a:pt x="961" y="511"/>
                </a:lnTo>
                <a:lnTo>
                  <a:pt x="961" y="503"/>
                </a:lnTo>
                <a:lnTo>
                  <a:pt x="954" y="503"/>
                </a:lnTo>
                <a:lnTo>
                  <a:pt x="954" y="511"/>
                </a:lnTo>
                <a:close/>
                <a:moveTo>
                  <a:pt x="971" y="511"/>
                </a:moveTo>
                <a:lnTo>
                  <a:pt x="978" y="511"/>
                </a:lnTo>
                <a:lnTo>
                  <a:pt x="978" y="503"/>
                </a:lnTo>
                <a:lnTo>
                  <a:pt x="971" y="503"/>
                </a:lnTo>
                <a:lnTo>
                  <a:pt x="971" y="511"/>
                </a:lnTo>
                <a:close/>
                <a:moveTo>
                  <a:pt x="1406" y="511"/>
                </a:moveTo>
                <a:lnTo>
                  <a:pt x="1413" y="511"/>
                </a:lnTo>
                <a:lnTo>
                  <a:pt x="1413" y="503"/>
                </a:lnTo>
                <a:lnTo>
                  <a:pt x="1406" y="503"/>
                </a:lnTo>
                <a:lnTo>
                  <a:pt x="1406" y="511"/>
                </a:lnTo>
                <a:close/>
                <a:moveTo>
                  <a:pt x="1423" y="511"/>
                </a:moveTo>
                <a:lnTo>
                  <a:pt x="1430" y="511"/>
                </a:lnTo>
                <a:lnTo>
                  <a:pt x="1430" y="503"/>
                </a:lnTo>
                <a:lnTo>
                  <a:pt x="1423" y="503"/>
                </a:lnTo>
                <a:lnTo>
                  <a:pt x="1423" y="511"/>
                </a:lnTo>
                <a:close/>
                <a:moveTo>
                  <a:pt x="1439" y="511"/>
                </a:moveTo>
                <a:lnTo>
                  <a:pt x="1447" y="511"/>
                </a:lnTo>
                <a:lnTo>
                  <a:pt x="1447" y="503"/>
                </a:lnTo>
                <a:lnTo>
                  <a:pt x="1439" y="503"/>
                </a:lnTo>
                <a:lnTo>
                  <a:pt x="1439" y="511"/>
                </a:lnTo>
                <a:close/>
                <a:moveTo>
                  <a:pt x="1456" y="511"/>
                </a:moveTo>
                <a:lnTo>
                  <a:pt x="1463" y="511"/>
                </a:lnTo>
                <a:lnTo>
                  <a:pt x="1463" y="503"/>
                </a:lnTo>
                <a:lnTo>
                  <a:pt x="1456" y="503"/>
                </a:lnTo>
                <a:lnTo>
                  <a:pt x="1456" y="511"/>
                </a:lnTo>
                <a:close/>
                <a:moveTo>
                  <a:pt x="1473" y="511"/>
                </a:moveTo>
                <a:lnTo>
                  <a:pt x="1480" y="511"/>
                </a:lnTo>
                <a:lnTo>
                  <a:pt x="1480" y="503"/>
                </a:lnTo>
                <a:lnTo>
                  <a:pt x="1473" y="503"/>
                </a:lnTo>
                <a:lnTo>
                  <a:pt x="1473" y="511"/>
                </a:lnTo>
                <a:close/>
                <a:moveTo>
                  <a:pt x="1489" y="511"/>
                </a:moveTo>
                <a:lnTo>
                  <a:pt x="1496" y="511"/>
                </a:lnTo>
                <a:lnTo>
                  <a:pt x="1496" y="503"/>
                </a:lnTo>
                <a:lnTo>
                  <a:pt x="1489" y="503"/>
                </a:lnTo>
                <a:lnTo>
                  <a:pt x="1489" y="511"/>
                </a:lnTo>
                <a:close/>
                <a:moveTo>
                  <a:pt x="1506" y="511"/>
                </a:moveTo>
                <a:lnTo>
                  <a:pt x="1513" y="511"/>
                </a:lnTo>
                <a:lnTo>
                  <a:pt x="1513" y="503"/>
                </a:lnTo>
                <a:lnTo>
                  <a:pt x="1506" y="503"/>
                </a:lnTo>
                <a:lnTo>
                  <a:pt x="1506" y="511"/>
                </a:lnTo>
                <a:close/>
                <a:moveTo>
                  <a:pt x="1522" y="511"/>
                </a:moveTo>
                <a:lnTo>
                  <a:pt x="1529" y="511"/>
                </a:lnTo>
                <a:lnTo>
                  <a:pt x="1529" y="503"/>
                </a:lnTo>
                <a:lnTo>
                  <a:pt x="1522" y="503"/>
                </a:lnTo>
                <a:lnTo>
                  <a:pt x="1522" y="511"/>
                </a:lnTo>
                <a:close/>
                <a:moveTo>
                  <a:pt x="1539" y="511"/>
                </a:moveTo>
                <a:lnTo>
                  <a:pt x="1546" y="511"/>
                </a:lnTo>
                <a:lnTo>
                  <a:pt x="1546" y="503"/>
                </a:lnTo>
                <a:lnTo>
                  <a:pt x="1539" y="503"/>
                </a:lnTo>
                <a:lnTo>
                  <a:pt x="1539" y="511"/>
                </a:lnTo>
                <a:close/>
                <a:moveTo>
                  <a:pt x="1555" y="511"/>
                </a:moveTo>
                <a:lnTo>
                  <a:pt x="1563" y="511"/>
                </a:lnTo>
                <a:lnTo>
                  <a:pt x="1563" y="503"/>
                </a:lnTo>
                <a:lnTo>
                  <a:pt x="1555" y="503"/>
                </a:lnTo>
                <a:lnTo>
                  <a:pt x="1555" y="511"/>
                </a:lnTo>
                <a:close/>
                <a:moveTo>
                  <a:pt x="1572" y="511"/>
                </a:moveTo>
                <a:lnTo>
                  <a:pt x="1579" y="511"/>
                </a:lnTo>
                <a:lnTo>
                  <a:pt x="1579" y="503"/>
                </a:lnTo>
                <a:lnTo>
                  <a:pt x="1572" y="503"/>
                </a:lnTo>
                <a:lnTo>
                  <a:pt x="1572" y="511"/>
                </a:lnTo>
                <a:close/>
                <a:moveTo>
                  <a:pt x="1589" y="511"/>
                </a:moveTo>
                <a:lnTo>
                  <a:pt x="1596" y="511"/>
                </a:lnTo>
                <a:lnTo>
                  <a:pt x="1596" y="503"/>
                </a:lnTo>
                <a:lnTo>
                  <a:pt x="1589" y="503"/>
                </a:lnTo>
                <a:lnTo>
                  <a:pt x="1589" y="511"/>
                </a:lnTo>
                <a:close/>
                <a:moveTo>
                  <a:pt x="1605" y="511"/>
                </a:moveTo>
                <a:lnTo>
                  <a:pt x="1612" y="511"/>
                </a:lnTo>
                <a:lnTo>
                  <a:pt x="1612" y="503"/>
                </a:lnTo>
                <a:lnTo>
                  <a:pt x="1605" y="503"/>
                </a:lnTo>
                <a:lnTo>
                  <a:pt x="1605" y="511"/>
                </a:lnTo>
                <a:close/>
                <a:moveTo>
                  <a:pt x="1622" y="511"/>
                </a:moveTo>
                <a:lnTo>
                  <a:pt x="1629" y="511"/>
                </a:lnTo>
                <a:lnTo>
                  <a:pt x="1629" y="503"/>
                </a:lnTo>
                <a:lnTo>
                  <a:pt x="1622" y="503"/>
                </a:lnTo>
                <a:lnTo>
                  <a:pt x="1622" y="511"/>
                </a:lnTo>
                <a:close/>
                <a:moveTo>
                  <a:pt x="1638" y="511"/>
                </a:moveTo>
                <a:lnTo>
                  <a:pt x="1645" y="511"/>
                </a:lnTo>
                <a:lnTo>
                  <a:pt x="1645" y="503"/>
                </a:lnTo>
                <a:lnTo>
                  <a:pt x="1638" y="503"/>
                </a:lnTo>
                <a:lnTo>
                  <a:pt x="1638" y="511"/>
                </a:lnTo>
                <a:close/>
                <a:moveTo>
                  <a:pt x="1657" y="511"/>
                </a:moveTo>
                <a:lnTo>
                  <a:pt x="1664" y="511"/>
                </a:lnTo>
                <a:lnTo>
                  <a:pt x="1664" y="503"/>
                </a:lnTo>
                <a:lnTo>
                  <a:pt x="1657" y="503"/>
                </a:lnTo>
                <a:lnTo>
                  <a:pt x="1657" y="511"/>
                </a:lnTo>
                <a:close/>
                <a:moveTo>
                  <a:pt x="1674" y="511"/>
                </a:moveTo>
                <a:lnTo>
                  <a:pt x="1681" y="511"/>
                </a:lnTo>
                <a:lnTo>
                  <a:pt x="1681" y="503"/>
                </a:lnTo>
                <a:lnTo>
                  <a:pt x="1674" y="503"/>
                </a:lnTo>
                <a:lnTo>
                  <a:pt x="1674" y="511"/>
                </a:lnTo>
                <a:close/>
                <a:moveTo>
                  <a:pt x="1690" y="511"/>
                </a:moveTo>
                <a:lnTo>
                  <a:pt x="1698" y="511"/>
                </a:lnTo>
                <a:lnTo>
                  <a:pt x="1698" y="503"/>
                </a:lnTo>
                <a:lnTo>
                  <a:pt x="1690" y="503"/>
                </a:lnTo>
                <a:lnTo>
                  <a:pt x="1690" y="511"/>
                </a:lnTo>
                <a:close/>
                <a:moveTo>
                  <a:pt x="1707" y="511"/>
                </a:moveTo>
                <a:lnTo>
                  <a:pt x="1714" y="511"/>
                </a:lnTo>
                <a:lnTo>
                  <a:pt x="1714" y="503"/>
                </a:lnTo>
                <a:lnTo>
                  <a:pt x="1707" y="503"/>
                </a:lnTo>
                <a:lnTo>
                  <a:pt x="1707" y="511"/>
                </a:lnTo>
                <a:close/>
                <a:moveTo>
                  <a:pt x="1724" y="511"/>
                </a:moveTo>
                <a:lnTo>
                  <a:pt x="1731" y="511"/>
                </a:lnTo>
                <a:lnTo>
                  <a:pt x="1731" y="503"/>
                </a:lnTo>
                <a:lnTo>
                  <a:pt x="1724" y="503"/>
                </a:lnTo>
                <a:lnTo>
                  <a:pt x="1724" y="511"/>
                </a:lnTo>
                <a:close/>
                <a:moveTo>
                  <a:pt x="1740" y="511"/>
                </a:moveTo>
                <a:lnTo>
                  <a:pt x="1747" y="511"/>
                </a:lnTo>
                <a:lnTo>
                  <a:pt x="1747" y="503"/>
                </a:lnTo>
                <a:lnTo>
                  <a:pt x="1740" y="503"/>
                </a:lnTo>
                <a:lnTo>
                  <a:pt x="1740" y="511"/>
                </a:lnTo>
                <a:close/>
                <a:moveTo>
                  <a:pt x="1757" y="511"/>
                </a:moveTo>
                <a:lnTo>
                  <a:pt x="1764" y="511"/>
                </a:lnTo>
                <a:lnTo>
                  <a:pt x="1764" y="503"/>
                </a:lnTo>
                <a:lnTo>
                  <a:pt x="1757" y="503"/>
                </a:lnTo>
                <a:lnTo>
                  <a:pt x="1757" y="511"/>
                </a:lnTo>
                <a:close/>
                <a:moveTo>
                  <a:pt x="1773" y="511"/>
                </a:moveTo>
                <a:lnTo>
                  <a:pt x="1780" y="511"/>
                </a:lnTo>
                <a:lnTo>
                  <a:pt x="1780" y="503"/>
                </a:lnTo>
                <a:lnTo>
                  <a:pt x="1773" y="503"/>
                </a:lnTo>
                <a:lnTo>
                  <a:pt x="1773" y="511"/>
                </a:lnTo>
                <a:close/>
                <a:moveTo>
                  <a:pt x="1790" y="511"/>
                </a:moveTo>
                <a:lnTo>
                  <a:pt x="1797" y="511"/>
                </a:lnTo>
                <a:lnTo>
                  <a:pt x="1797" y="503"/>
                </a:lnTo>
                <a:lnTo>
                  <a:pt x="1790" y="503"/>
                </a:lnTo>
                <a:lnTo>
                  <a:pt x="1790" y="511"/>
                </a:lnTo>
                <a:close/>
                <a:moveTo>
                  <a:pt x="1806" y="511"/>
                </a:moveTo>
                <a:lnTo>
                  <a:pt x="1814" y="511"/>
                </a:lnTo>
                <a:lnTo>
                  <a:pt x="1814" y="503"/>
                </a:lnTo>
                <a:lnTo>
                  <a:pt x="1806" y="503"/>
                </a:lnTo>
                <a:lnTo>
                  <a:pt x="1806" y="511"/>
                </a:lnTo>
                <a:close/>
                <a:moveTo>
                  <a:pt x="1823" y="511"/>
                </a:moveTo>
                <a:lnTo>
                  <a:pt x="1830" y="511"/>
                </a:lnTo>
                <a:lnTo>
                  <a:pt x="1830" y="503"/>
                </a:lnTo>
                <a:lnTo>
                  <a:pt x="1823" y="503"/>
                </a:lnTo>
                <a:lnTo>
                  <a:pt x="1823" y="511"/>
                </a:lnTo>
                <a:close/>
                <a:moveTo>
                  <a:pt x="1840" y="511"/>
                </a:moveTo>
                <a:lnTo>
                  <a:pt x="1847" y="511"/>
                </a:lnTo>
                <a:lnTo>
                  <a:pt x="1847" y="503"/>
                </a:lnTo>
                <a:lnTo>
                  <a:pt x="1840" y="503"/>
                </a:lnTo>
                <a:lnTo>
                  <a:pt x="1840" y="511"/>
                </a:lnTo>
                <a:close/>
                <a:moveTo>
                  <a:pt x="1856" y="511"/>
                </a:moveTo>
                <a:lnTo>
                  <a:pt x="1863" y="511"/>
                </a:lnTo>
                <a:lnTo>
                  <a:pt x="1863" y="503"/>
                </a:lnTo>
                <a:lnTo>
                  <a:pt x="1856" y="503"/>
                </a:lnTo>
                <a:lnTo>
                  <a:pt x="1856" y="511"/>
                </a:lnTo>
                <a:close/>
                <a:moveTo>
                  <a:pt x="1873" y="511"/>
                </a:moveTo>
                <a:lnTo>
                  <a:pt x="1880" y="511"/>
                </a:lnTo>
                <a:lnTo>
                  <a:pt x="1880" y="503"/>
                </a:lnTo>
                <a:lnTo>
                  <a:pt x="1873" y="503"/>
                </a:lnTo>
                <a:lnTo>
                  <a:pt x="1873" y="511"/>
                </a:lnTo>
                <a:close/>
                <a:moveTo>
                  <a:pt x="1889" y="511"/>
                </a:moveTo>
                <a:lnTo>
                  <a:pt x="1896" y="511"/>
                </a:lnTo>
                <a:lnTo>
                  <a:pt x="1896" y="503"/>
                </a:lnTo>
                <a:lnTo>
                  <a:pt x="1889" y="503"/>
                </a:lnTo>
                <a:lnTo>
                  <a:pt x="1889" y="511"/>
                </a:lnTo>
                <a:close/>
                <a:moveTo>
                  <a:pt x="1908" y="511"/>
                </a:moveTo>
                <a:lnTo>
                  <a:pt x="1915" y="511"/>
                </a:lnTo>
                <a:lnTo>
                  <a:pt x="1915" y="503"/>
                </a:lnTo>
                <a:lnTo>
                  <a:pt x="1908" y="503"/>
                </a:lnTo>
                <a:lnTo>
                  <a:pt x="1908" y="511"/>
                </a:lnTo>
                <a:close/>
                <a:moveTo>
                  <a:pt x="1925" y="511"/>
                </a:moveTo>
                <a:lnTo>
                  <a:pt x="1932" y="511"/>
                </a:lnTo>
                <a:lnTo>
                  <a:pt x="1932" y="503"/>
                </a:lnTo>
                <a:lnTo>
                  <a:pt x="1925" y="503"/>
                </a:lnTo>
                <a:lnTo>
                  <a:pt x="1925" y="511"/>
                </a:lnTo>
                <a:close/>
                <a:moveTo>
                  <a:pt x="1941" y="511"/>
                </a:moveTo>
                <a:lnTo>
                  <a:pt x="1949" y="511"/>
                </a:lnTo>
                <a:lnTo>
                  <a:pt x="1949" y="503"/>
                </a:lnTo>
                <a:lnTo>
                  <a:pt x="1941" y="503"/>
                </a:lnTo>
                <a:lnTo>
                  <a:pt x="1941" y="511"/>
                </a:lnTo>
                <a:close/>
                <a:moveTo>
                  <a:pt x="1958" y="511"/>
                </a:moveTo>
                <a:lnTo>
                  <a:pt x="1965" y="511"/>
                </a:lnTo>
                <a:lnTo>
                  <a:pt x="1965" y="503"/>
                </a:lnTo>
                <a:lnTo>
                  <a:pt x="1958" y="503"/>
                </a:lnTo>
                <a:lnTo>
                  <a:pt x="1958" y="511"/>
                </a:lnTo>
                <a:close/>
                <a:moveTo>
                  <a:pt x="1975" y="511"/>
                </a:moveTo>
                <a:lnTo>
                  <a:pt x="1982" y="511"/>
                </a:lnTo>
                <a:lnTo>
                  <a:pt x="1982" y="503"/>
                </a:lnTo>
                <a:lnTo>
                  <a:pt x="1975" y="503"/>
                </a:lnTo>
                <a:lnTo>
                  <a:pt x="1975" y="511"/>
                </a:lnTo>
                <a:close/>
                <a:moveTo>
                  <a:pt x="1991" y="511"/>
                </a:moveTo>
                <a:lnTo>
                  <a:pt x="1998" y="511"/>
                </a:lnTo>
                <a:lnTo>
                  <a:pt x="1998" y="503"/>
                </a:lnTo>
                <a:lnTo>
                  <a:pt x="1991" y="503"/>
                </a:lnTo>
                <a:lnTo>
                  <a:pt x="1991" y="511"/>
                </a:lnTo>
                <a:close/>
                <a:moveTo>
                  <a:pt x="2008" y="511"/>
                </a:moveTo>
                <a:lnTo>
                  <a:pt x="2015" y="511"/>
                </a:lnTo>
                <a:lnTo>
                  <a:pt x="2015" y="503"/>
                </a:lnTo>
                <a:lnTo>
                  <a:pt x="2008" y="503"/>
                </a:lnTo>
                <a:lnTo>
                  <a:pt x="2008" y="511"/>
                </a:lnTo>
                <a:close/>
                <a:moveTo>
                  <a:pt x="2024" y="511"/>
                </a:moveTo>
                <a:lnTo>
                  <a:pt x="2031" y="511"/>
                </a:lnTo>
                <a:lnTo>
                  <a:pt x="2031" y="503"/>
                </a:lnTo>
                <a:lnTo>
                  <a:pt x="2024" y="503"/>
                </a:lnTo>
                <a:lnTo>
                  <a:pt x="2024" y="511"/>
                </a:lnTo>
                <a:close/>
                <a:moveTo>
                  <a:pt x="2041" y="511"/>
                </a:moveTo>
                <a:lnTo>
                  <a:pt x="2048" y="511"/>
                </a:lnTo>
                <a:lnTo>
                  <a:pt x="2048" y="503"/>
                </a:lnTo>
                <a:lnTo>
                  <a:pt x="2041" y="503"/>
                </a:lnTo>
                <a:lnTo>
                  <a:pt x="2041" y="511"/>
                </a:lnTo>
                <a:close/>
                <a:moveTo>
                  <a:pt x="2057" y="511"/>
                </a:moveTo>
                <a:lnTo>
                  <a:pt x="2065" y="511"/>
                </a:lnTo>
                <a:lnTo>
                  <a:pt x="2065" y="503"/>
                </a:lnTo>
                <a:lnTo>
                  <a:pt x="2057" y="503"/>
                </a:lnTo>
                <a:lnTo>
                  <a:pt x="2057" y="511"/>
                </a:lnTo>
                <a:close/>
                <a:moveTo>
                  <a:pt x="2074" y="511"/>
                </a:moveTo>
                <a:lnTo>
                  <a:pt x="2081" y="511"/>
                </a:lnTo>
                <a:lnTo>
                  <a:pt x="2081" y="503"/>
                </a:lnTo>
                <a:lnTo>
                  <a:pt x="2074" y="503"/>
                </a:lnTo>
                <a:lnTo>
                  <a:pt x="2074" y="511"/>
                </a:lnTo>
                <a:close/>
                <a:moveTo>
                  <a:pt x="2091" y="511"/>
                </a:moveTo>
                <a:lnTo>
                  <a:pt x="2098" y="511"/>
                </a:lnTo>
                <a:lnTo>
                  <a:pt x="2098" y="503"/>
                </a:lnTo>
                <a:lnTo>
                  <a:pt x="2091" y="503"/>
                </a:lnTo>
                <a:lnTo>
                  <a:pt x="2091" y="511"/>
                </a:lnTo>
                <a:close/>
                <a:moveTo>
                  <a:pt x="2107" y="511"/>
                </a:moveTo>
                <a:lnTo>
                  <a:pt x="2114" y="511"/>
                </a:lnTo>
                <a:lnTo>
                  <a:pt x="2114" y="503"/>
                </a:lnTo>
                <a:lnTo>
                  <a:pt x="2107" y="503"/>
                </a:lnTo>
                <a:lnTo>
                  <a:pt x="2107" y="511"/>
                </a:lnTo>
                <a:close/>
                <a:moveTo>
                  <a:pt x="2124" y="511"/>
                </a:moveTo>
                <a:lnTo>
                  <a:pt x="2131" y="511"/>
                </a:lnTo>
                <a:lnTo>
                  <a:pt x="2131" y="503"/>
                </a:lnTo>
                <a:lnTo>
                  <a:pt x="2124" y="503"/>
                </a:lnTo>
                <a:lnTo>
                  <a:pt x="2124" y="511"/>
                </a:lnTo>
                <a:close/>
                <a:moveTo>
                  <a:pt x="2140" y="511"/>
                </a:moveTo>
                <a:lnTo>
                  <a:pt x="2147" y="511"/>
                </a:lnTo>
                <a:lnTo>
                  <a:pt x="2147" y="503"/>
                </a:lnTo>
                <a:lnTo>
                  <a:pt x="2140" y="503"/>
                </a:lnTo>
                <a:lnTo>
                  <a:pt x="2140" y="511"/>
                </a:lnTo>
                <a:close/>
                <a:moveTo>
                  <a:pt x="2159" y="511"/>
                </a:moveTo>
                <a:lnTo>
                  <a:pt x="2164" y="511"/>
                </a:lnTo>
                <a:lnTo>
                  <a:pt x="2164" y="503"/>
                </a:lnTo>
                <a:lnTo>
                  <a:pt x="2159" y="503"/>
                </a:lnTo>
                <a:lnTo>
                  <a:pt x="2159" y="511"/>
                </a:lnTo>
                <a:close/>
                <a:moveTo>
                  <a:pt x="2176" y="511"/>
                </a:moveTo>
                <a:lnTo>
                  <a:pt x="2183" y="511"/>
                </a:lnTo>
                <a:lnTo>
                  <a:pt x="2183" y="503"/>
                </a:lnTo>
                <a:lnTo>
                  <a:pt x="2176" y="503"/>
                </a:lnTo>
                <a:lnTo>
                  <a:pt x="2176" y="511"/>
                </a:lnTo>
                <a:close/>
                <a:moveTo>
                  <a:pt x="2192" y="511"/>
                </a:moveTo>
                <a:lnTo>
                  <a:pt x="2200" y="511"/>
                </a:lnTo>
                <a:lnTo>
                  <a:pt x="2200" y="503"/>
                </a:lnTo>
                <a:lnTo>
                  <a:pt x="2192" y="503"/>
                </a:lnTo>
                <a:lnTo>
                  <a:pt x="2192" y="511"/>
                </a:lnTo>
                <a:close/>
                <a:moveTo>
                  <a:pt x="2209" y="511"/>
                </a:moveTo>
                <a:lnTo>
                  <a:pt x="2216" y="511"/>
                </a:lnTo>
                <a:lnTo>
                  <a:pt x="2216" y="503"/>
                </a:lnTo>
                <a:lnTo>
                  <a:pt x="2209" y="503"/>
                </a:lnTo>
                <a:lnTo>
                  <a:pt x="2209" y="511"/>
                </a:lnTo>
                <a:close/>
                <a:moveTo>
                  <a:pt x="2226" y="511"/>
                </a:moveTo>
                <a:lnTo>
                  <a:pt x="2233" y="511"/>
                </a:lnTo>
                <a:lnTo>
                  <a:pt x="2233" y="503"/>
                </a:lnTo>
                <a:lnTo>
                  <a:pt x="2226" y="503"/>
                </a:lnTo>
                <a:lnTo>
                  <a:pt x="2226" y="511"/>
                </a:lnTo>
                <a:close/>
                <a:moveTo>
                  <a:pt x="2242" y="511"/>
                </a:moveTo>
                <a:lnTo>
                  <a:pt x="2249" y="511"/>
                </a:lnTo>
                <a:lnTo>
                  <a:pt x="2249" y="503"/>
                </a:lnTo>
                <a:lnTo>
                  <a:pt x="2242" y="503"/>
                </a:lnTo>
                <a:lnTo>
                  <a:pt x="2242" y="511"/>
                </a:lnTo>
                <a:close/>
                <a:moveTo>
                  <a:pt x="2259" y="511"/>
                </a:moveTo>
                <a:lnTo>
                  <a:pt x="2266" y="511"/>
                </a:lnTo>
                <a:lnTo>
                  <a:pt x="2266" y="503"/>
                </a:lnTo>
                <a:lnTo>
                  <a:pt x="2259" y="503"/>
                </a:lnTo>
                <a:lnTo>
                  <a:pt x="2259" y="511"/>
                </a:lnTo>
                <a:close/>
                <a:moveTo>
                  <a:pt x="2275" y="511"/>
                </a:moveTo>
                <a:lnTo>
                  <a:pt x="2282" y="511"/>
                </a:lnTo>
                <a:lnTo>
                  <a:pt x="2282" y="503"/>
                </a:lnTo>
                <a:lnTo>
                  <a:pt x="2275" y="503"/>
                </a:lnTo>
                <a:lnTo>
                  <a:pt x="2275" y="511"/>
                </a:lnTo>
                <a:close/>
                <a:moveTo>
                  <a:pt x="2292" y="511"/>
                </a:moveTo>
                <a:lnTo>
                  <a:pt x="2299" y="511"/>
                </a:lnTo>
                <a:lnTo>
                  <a:pt x="2299" y="503"/>
                </a:lnTo>
                <a:lnTo>
                  <a:pt x="2292" y="503"/>
                </a:lnTo>
                <a:lnTo>
                  <a:pt x="2292" y="511"/>
                </a:lnTo>
                <a:close/>
                <a:moveTo>
                  <a:pt x="2308" y="511"/>
                </a:moveTo>
                <a:lnTo>
                  <a:pt x="2316" y="511"/>
                </a:lnTo>
                <a:lnTo>
                  <a:pt x="2316" y="503"/>
                </a:lnTo>
                <a:lnTo>
                  <a:pt x="2308" y="503"/>
                </a:lnTo>
                <a:lnTo>
                  <a:pt x="2308" y="511"/>
                </a:lnTo>
                <a:close/>
                <a:moveTo>
                  <a:pt x="2325" y="511"/>
                </a:moveTo>
                <a:lnTo>
                  <a:pt x="2332" y="511"/>
                </a:lnTo>
                <a:lnTo>
                  <a:pt x="2332" y="503"/>
                </a:lnTo>
                <a:lnTo>
                  <a:pt x="2325" y="503"/>
                </a:lnTo>
                <a:lnTo>
                  <a:pt x="2325" y="511"/>
                </a:lnTo>
                <a:close/>
                <a:moveTo>
                  <a:pt x="2342" y="511"/>
                </a:moveTo>
                <a:lnTo>
                  <a:pt x="2349" y="511"/>
                </a:lnTo>
                <a:lnTo>
                  <a:pt x="2349" y="503"/>
                </a:lnTo>
                <a:lnTo>
                  <a:pt x="2342" y="503"/>
                </a:lnTo>
                <a:lnTo>
                  <a:pt x="2342" y="511"/>
                </a:lnTo>
                <a:close/>
                <a:moveTo>
                  <a:pt x="2358" y="511"/>
                </a:moveTo>
                <a:lnTo>
                  <a:pt x="2365" y="511"/>
                </a:lnTo>
                <a:lnTo>
                  <a:pt x="2365" y="503"/>
                </a:lnTo>
                <a:lnTo>
                  <a:pt x="2358" y="503"/>
                </a:lnTo>
                <a:lnTo>
                  <a:pt x="2358" y="511"/>
                </a:lnTo>
                <a:close/>
                <a:moveTo>
                  <a:pt x="2375" y="511"/>
                </a:moveTo>
                <a:lnTo>
                  <a:pt x="2382" y="511"/>
                </a:lnTo>
                <a:lnTo>
                  <a:pt x="2382" y="503"/>
                </a:lnTo>
                <a:lnTo>
                  <a:pt x="2375" y="503"/>
                </a:lnTo>
                <a:lnTo>
                  <a:pt x="2375" y="511"/>
                </a:lnTo>
                <a:close/>
                <a:moveTo>
                  <a:pt x="2391" y="511"/>
                </a:moveTo>
                <a:lnTo>
                  <a:pt x="2398" y="511"/>
                </a:lnTo>
                <a:lnTo>
                  <a:pt x="2398" y="503"/>
                </a:lnTo>
                <a:lnTo>
                  <a:pt x="2391" y="503"/>
                </a:lnTo>
                <a:lnTo>
                  <a:pt x="2391" y="511"/>
                </a:lnTo>
                <a:close/>
                <a:moveTo>
                  <a:pt x="2408" y="511"/>
                </a:moveTo>
                <a:lnTo>
                  <a:pt x="2415" y="511"/>
                </a:lnTo>
                <a:lnTo>
                  <a:pt x="2415" y="503"/>
                </a:lnTo>
                <a:lnTo>
                  <a:pt x="2408" y="503"/>
                </a:lnTo>
                <a:lnTo>
                  <a:pt x="2408" y="511"/>
                </a:lnTo>
                <a:close/>
                <a:moveTo>
                  <a:pt x="2427" y="511"/>
                </a:moveTo>
                <a:lnTo>
                  <a:pt x="2434" y="511"/>
                </a:lnTo>
                <a:lnTo>
                  <a:pt x="2434" y="503"/>
                </a:lnTo>
                <a:lnTo>
                  <a:pt x="2427" y="503"/>
                </a:lnTo>
                <a:lnTo>
                  <a:pt x="2427" y="511"/>
                </a:lnTo>
                <a:close/>
                <a:moveTo>
                  <a:pt x="2443" y="511"/>
                </a:moveTo>
                <a:lnTo>
                  <a:pt x="2451" y="511"/>
                </a:lnTo>
                <a:lnTo>
                  <a:pt x="2451" y="503"/>
                </a:lnTo>
                <a:lnTo>
                  <a:pt x="2443" y="503"/>
                </a:lnTo>
                <a:lnTo>
                  <a:pt x="2443" y="511"/>
                </a:lnTo>
                <a:close/>
                <a:moveTo>
                  <a:pt x="2460" y="511"/>
                </a:moveTo>
                <a:lnTo>
                  <a:pt x="2467" y="511"/>
                </a:lnTo>
                <a:lnTo>
                  <a:pt x="2467" y="503"/>
                </a:lnTo>
                <a:lnTo>
                  <a:pt x="2460" y="503"/>
                </a:lnTo>
                <a:lnTo>
                  <a:pt x="2460" y="511"/>
                </a:lnTo>
                <a:close/>
                <a:moveTo>
                  <a:pt x="2477" y="511"/>
                </a:moveTo>
                <a:lnTo>
                  <a:pt x="2484" y="511"/>
                </a:lnTo>
                <a:lnTo>
                  <a:pt x="2484" y="503"/>
                </a:lnTo>
                <a:lnTo>
                  <a:pt x="2477" y="503"/>
                </a:lnTo>
                <a:lnTo>
                  <a:pt x="2477" y="511"/>
                </a:lnTo>
                <a:close/>
                <a:moveTo>
                  <a:pt x="2493" y="511"/>
                </a:moveTo>
                <a:lnTo>
                  <a:pt x="2500" y="511"/>
                </a:lnTo>
                <a:lnTo>
                  <a:pt x="2500" y="503"/>
                </a:lnTo>
                <a:lnTo>
                  <a:pt x="2493" y="503"/>
                </a:lnTo>
                <a:lnTo>
                  <a:pt x="2493" y="511"/>
                </a:lnTo>
                <a:close/>
                <a:moveTo>
                  <a:pt x="2510" y="511"/>
                </a:moveTo>
                <a:lnTo>
                  <a:pt x="2517" y="511"/>
                </a:lnTo>
                <a:lnTo>
                  <a:pt x="2517" y="503"/>
                </a:lnTo>
                <a:lnTo>
                  <a:pt x="2510" y="503"/>
                </a:lnTo>
                <a:lnTo>
                  <a:pt x="2510" y="511"/>
                </a:lnTo>
                <a:close/>
                <a:moveTo>
                  <a:pt x="2526" y="511"/>
                </a:moveTo>
                <a:lnTo>
                  <a:pt x="2533" y="511"/>
                </a:lnTo>
                <a:lnTo>
                  <a:pt x="2533" y="503"/>
                </a:lnTo>
                <a:lnTo>
                  <a:pt x="2526" y="503"/>
                </a:lnTo>
                <a:lnTo>
                  <a:pt x="2526" y="511"/>
                </a:lnTo>
                <a:close/>
                <a:moveTo>
                  <a:pt x="2543" y="511"/>
                </a:moveTo>
                <a:lnTo>
                  <a:pt x="2550" y="511"/>
                </a:lnTo>
                <a:lnTo>
                  <a:pt x="2550" y="503"/>
                </a:lnTo>
                <a:lnTo>
                  <a:pt x="2543" y="503"/>
                </a:lnTo>
                <a:lnTo>
                  <a:pt x="2543" y="511"/>
                </a:lnTo>
                <a:close/>
                <a:moveTo>
                  <a:pt x="2560" y="511"/>
                </a:moveTo>
                <a:lnTo>
                  <a:pt x="2567" y="511"/>
                </a:lnTo>
                <a:lnTo>
                  <a:pt x="2567" y="503"/>
                </a:lnTo>
                <a:lnTo>
                  <a:pt x="2560" y="503"/>
                </a:lnTo>
                <a:lnTo>
                  <a:pt x="2560" y="511"/>
                </a:lnTo>
                <a:close/>
                <a:moveTo>
                  <a:pt x="2576" y="511"/>
                </a:moveTo>
                <a:lnTo>
                  <a:pt x="2583" y="511"/>
                </a:lnTo>
                <a:lnTo>
                  <a:pt x="2583" y="503"/>
                </a:lnTo>
                <a:lnTo>
                  <a:pt x="2576" y="503"/>
                </a:lnTo>
                <a:lnTo>
                  <a:pt x="2576" y="511"/>
                </a:lnTo>
                <a:close/>
                <a:moveTo>
                  <a:pt x="2593" y="511"/>
                </a:moveTo>
                <a:lnTo>
                  <a:pt x="2600" y="511"/>
                </a:lnTo>
                <a:lnTo>
                  <a:pt x="2600" y="503"/>
                </a:lnTo>
                <a:lnTo>
                  <a:pt x="2593" y="503"/>
                </a:lnTo>
                <a:lnTo>
                  <a:pt x="2593" y="511"/>
                </a:lnTo>
                <a:close/>
                <a:moveTo>
                  <a:pt x="2609" y="511"/>
                </a:moveTo>
                <a:lnTo>
                  <a:pt x="2616" y="511"/>
                </a:lnTo>
                <a:lnTo>
                  <a:pt x="2616" y="503"/>
                </a:lnTo>
                <a:lnTo>
                  <a:pt x="2609" y="503"/>
                </a:lnTo>
                <a:lnTo>
                  <a:pt x="2609" y="511"/>
                </a:lnTo>
                <a:close/>
                <a:moveTo>
                  <a:pt x="2626" y="511"/>
                </a:moveTo>
                <a:lnTo>
                  <a:pt x="2633" y="511"/>
                </a:lnTo>
                <a:lnTo>
                  <a:pt x="2633" y="503"/>
                </a:lnTo>
                <a:lnTo>
                  <a:pt x="2626" y="503"/>
                </a:lnTo>
                <a:lnTo>
                  <a:pt x="2626" y="511"/>
                </a:lnTo>
                <a:close/>
                <a:moveTo>
                  <a:pt x="2642" y="511"/>
                </a:moveTo>
                <a:lnTo>
                  <a:pt x="2649" y="511"/>
                </a:lnTo>
                <a:lnTo>
                  <a:pt x="2649" y="503"/>
                </a:lnTo>
                <a:lnTo>
                  <a:pt x="2642" y="503"/>
                </a:lnTo>
                <a:lnTo>
                  <a:pt x="2642" y="511"/>
                </a:lnTo>
                <a:close/>
                <a:moveTo>
                  <a:pt x="2659" y="511"/>
                </a:moveTo>
                <a:lnTo>
                  <a:pt x="2666" y="511"/>
                </a:lnTo>
                <a:lnTo>
                  <a:pt x="2666" y="503"/>
                </a:lnTo>
                <a:lnTo>
                  <a:pt x="2659" y="503"/>
                </a:lnTo>
                <a:lnTo>
                  <a:pt x="2659" y="511"/>
                </a:lnTo>
                <a:close/>
                <a:moveTo>
                  <a:pt x="2678" y="511"/>
                </a:moveTo>
                <a:lnTo>
                  <a:pt x="2683" y="511"/>
                </a:lnTo>
                <a:lnTo>
                  <a:pt x="2683" y="503"/>
                </a:lnTo>
                <a:lnTo>
                  <a:pt x="2678" y="503"/>
                </a:lnTo>
                <a:lnTo>
                  <a:pt x="2678" y="511"/>
                </a:lnTo>
                <a:close/>
                <a:moveTo>
                  <a:pt x="2761" y="511"/>
                </a:moveTo>
                <a:lnTo>
                  <a:pt x="2768" y="511"/>
                </a:lnTo>
                <a:lnTo>
                  <a:pt x="2768" y="503"/>
                </a:lnTo>
                <a:lnTo>
                  <a:pt x="2761" y="503"/>
                </a:lnTo>
                <a:lnTo>
                  <a:pt x="2761" y="511"/>
                </a:lnTo>
                <a:close/>
                <a:moveTo>
                  <a:pt x="2777" y="511"/>
                </a:moveTo>
                <a:lnTo>
                  <a:pt x="2784" y="511"/>
                </a:lnTo>
                <a:lnTo>
                  <a:pt x="2784" y="503"/>
                </a:lnTo>
                <a:lnTo>
                  <a:pt x="2777" y="503"/>
                </a:lnTo>
                <a:lnTo>
                  <a:pt x="2777" y="511"/>
                </a:lnTo>
                <a:close/>
                <a:moveTo>
                  <a:pt x="386" y="527"/>
                </a:moveTo>
                <a:lnTo>
                  <a:pt x="393" y="527"/>
                </a:lnTo>
                <a:lnTo>
                  <a:pt x="393" y="520"/>
                </a:lnTo>
                <a:lnTo>
                  <a:pt x="386" y="520"/>
                </a:lnTo>
                <a:lnTo>
                  <a:pt x="386" y="527"/>
                </a:lnTo>
                <a:close/>
                <a:moveTo>
                  <a:pt x="402" y="527"/>
                </a:moveTo>
                <a:lnTo>
                  <a:pt x="409" y="527"/>
                </a:lnTo>
                <a:lnTo>
                  <a:pt x="409" y="520"/>
                </a:lnTo>
                <a:lnTo>
                  <a:pt x="402" y="520"/>
                </a:lnTo>
                <a:lnTo>
                  <a:pt x="402" y="527"/>
                </a:lnTo>
                <a:close/>
                <a:moveTo>
                  <a:pt x="419" y="527"/>
                </a:moveTo>
                <a:lnTo>
                  <a:pt x="426" y="527"/>
                </a:lnTo>
                <a:lnTo>
                  <a:pt x="426" y="520"/>
                </a:lnTo>
                <a:lnTo>
                  <a:pt x="419" y="520"/>
                </a:lnTo>
                <a:lnTo>
                  <a:pt x="419" y="527"/>
                </a:lnTo>
                <a:close/>
                <a:moveTo>
                  <a:pt x="435" y="527"/>
                </a:moveTo>
                <a:lnTo>
                  <a:pt x="442" y="527"/>
                </a:lnTo>
                <a:lnTo>
                  <a:pt x="442" y="520"/>
                </a:lnTo>
                <a:lnTo>
                  <a:pt x="435" y="520"/>
                </a:lnTo>
                <a:lnTo>
                  <a:pt x="435" y="527"/>
                </a:lnTo>
                <a:close/>
                <a:moveTo>
                  <a:pt x="452" y="527"/>
                </a:moveTo>
                <a:lnTo>
                  <a:pt x="459" y="527"/>
                </a:lnTo>
                <a:lnTo>
                  <a:pt x="459" y="520"/>
                </a:lnTo>
                <a:lnTo>
                  <a:pt x="452" y="520"/>
                </a:lnTo>
                <a:lnTo>
                  <a:pt x="452" y="527"/>
                </a:lnTo>
                <a:close/>
                <a:moveTo>
                  <a:pt x="469" y="527"/>
                </a:moveTo>
                <a:lnTo>
                  <a:pt x="476" y="527"/>
                </a:lnTo>
                <a:lnTo>
                  <a:pt x="476" y="520"/>
                </a:lnTo>
                <a:lnTo>
                  <a:pt x="469" y="520"/>
                </a:lnTo>
                <a:lnTo>
                  <a:pt x="469" y="527"/>
                </a:lnTo>
                <a:close/>
                <a:moveTo>
                  <a:pt x="485" y="527"/>
                </a:moveTo>
                <a:lnTo>
                  <a:pt x="492" y="527"/>
                </a:lnTo>
                <a:lnTo>
                  <a:pt x="492" y="520"/>
                </a:lnTo>
                <a:lnTo>
                  <a:pt x="485" y="520"/>
                </a:lnTo>
                <a:lnTo>
                  <a:pt x="485" y="527"/>
                </a:lnTo>
                <a:close/>
                <a:moveTo>
                  <a:pt x="502" y="527"/>
                </a:moveTo>
                <a:lnTo>
                  <a:pt x="509" y="527"/>
                </a:lnTo>
                <a:lnTo>
                  <a:pt x="509" y="520"/>
                </a:lnTo>
                <a:lnTo>
                  <a:pt x="502" y="520"/>
                </a:lnTo>
                <a:lnTo>
                  <a:pt x="502" y="527"/>
                </a:lnTo>
                <a:close/>
                <a:moveTo>
                  <a:pt x="518" y="527"/>
                </a:moveTo>
                <a:lnTo>
                  <a:pt x="525" y="527"/>
                </a:lnTo>
                <a:lnTo>
                  <a:pt x="525" y="520"/>
                </a:lnTo>
                <a:lnTo>
                  <a:pt x="518" y="520"/>
                </a:lnTo>
                <a:lnTo>
                  <a:pt x="518" y="527"/>
                </a:lnTo>
                <a:close/>
                <a:moveTo>
                  <a:pt x="535" y="527"/>
                </a:moveTo>
                <a:lnTo>
                  <a:pt x="542" y="527"/>
                </a:lnTo>
                <a:lnTo>
                  <a:pt x="542" y="520"/>
                </a:lnTo>
                <a:lnTo>
                  <a:pt x="535" y="520"/>
                </a:lnTo>
                <a:lnTo>
                  <a:pt x="535" y="527"/>
                </a:lnTo>
                <a:close/>
                <a:moveTo>
                  <a:pt x="551" y="527"/>
                </a:moveTo>
                <a:lnTo>
                  <a:pt x="559" y="527"/>
                </a:lnTo>
                <a:lnTo>
                  <a:pt x="559" y="520"/>
                </a:lnTo>
                <a:lnTo>
                  <a:pt x="551" y="520"/>
                </a:lnTo>
                <a:lnTo>
                  <a:pt x="551" y="527"/>
                </a:lnTo>
                <a:close/>
                <a:moveTo>
                  <a:pt x="568" y="527"/>
                </a:moveTo>
                <a:lnTo>
                  <a:pt x="575" y="527"/>
                </a:lnTo>
                <a:lnTo>
                  <a:pt x="575" y="520"/>
                </a:lnTo>
                <a:lnTo>
                  <a:pt x="568" y="520"/>
                </a:lnTo>
                <a:lnTo>
                  <a:pt x="568" y="527"/>
                </a:lnTo>
                <a:close/>
                <a:moveTo>
                  <a:pt x="585" y="527"/>
                </a:moveTo>
                <a:lnTo>
                  <a:pt x="592" y="527"/>
                </a:lnTo>
                <a:lnTo>
                  <a:pt x="592" y="520"/>
                </a:lnTo>
                <a:lnTo>
                  <a:pt x="585" y="520"/>
                </a:lnTo>
                <a:lnTo>
                  <a:pt x="585" y="527"/>
                </a:lnTo>
                <a:close/>
                <a:moveTo>
                  <a:pt x="601" y="527"/>
                </a:moveTo>
                <a:lnTo>
                  <a:pt x="608" y="527"/>
                </a:lnTo>
                <a:lnTo>
                  <a:pt x="608" y="520"/>
                </a:lnTo>
                <a:lnTo>
                  <a:pt x="601" y="520"/>
                </a:lnTo>
                <a:lnTo>
                  <a:pt x="601" y="527"/>
                </a:lnTo>
                <a:close/>
                <a:moveTo>
                  <a:pt x="620" y="527"/>
                </a:moveTo>
                <a:lnTo>
                  <a:pt x="625" y="527"/>
                </a:lnTo>
                <a:lnTo>
                  <a:pt x="625" y="520"/>
                </a:lnTo>
                <a:lnTo>
                  <a:pt x="620" y="520"/>
                </a:lnTo>
                <a:lnTo>
                  <a:pt x="620" y="527"/>
                </a:lnTo>
                <a:close/>
                <a:moveTo>
                  <a:pt x="637" y="527"/>
                </a:moveTo>
                <a:lnTo>
                  <a:pt x="644" y="527"/>
                </a:lnTo>
                <a:lnTo>
                  <a:pt x="644" y="520"/>
                </a:lnTo>
                <a:lnTo>
                  <a:pt x="637" y="520"/>
                </a:lnTo>
                <a:lnTo>
                  <a:pt x="637" y="527"/>
                </a:lnTo>
                <a:close/>
                <a:moveTo>
                  <a:pt x="653" y="527"/>
                </a:moveTo>
                <a:lnTo>
                  <a:pt x="660" y="527"/>
                </a:lnTo>
                <a:lnTo>
                  <a:pt x="660" y="520"/>
                </a:lnTo>
                <a:lnTo>
                  <a:pt x="653" y="520"/>
                </a:lnTo>
                <a:lnTo>
                  <a:pt x="653" y="527"/>
                </a:lnTo>
                <a:close/>
                <a:moveTo>
                  <a:pt x="670" y="527"/>
                </a:moveTo>
                <a:lnTo>
                  <a:pt x="677" y="527"/>
                </a:lnTo>
                <a:lnTo>
                  <a:pt x="677" y="520"/>
                </a:lnTo>
                <a:lnTo>
                  <a:pt x="670" y="520"/>
                </a:lnTo>
                <a:lnTo>
                  <a:pt x="670" y="527"/>
                </a:lnTo>
                <a:close/>
                <a:moveTo>
                  <a:pt x="686" y="527"/>
                </a:moveTo>
                <a:lnTo>
                  <a:pt x="693" y="527"/>
                </a:lnTo>
                <a:lnTo>
                  <a:pt x="693" y="520"/>
                </a:lnTo>
                <a:lnTo>
                  <a:pt x="686" y="520"/>
                </a:lnTo>
                <a:lnTo>
                  <a:pt x="686" y="527"/>
                </a:lnTo>
                <a:close/>
                <a:moveTo>
                  <a:pt x="703" y="527"/>
                </a:moveTo>
                <a:lnTo>
                  <a:pt x="710" y="527"/>
                </a:lnTo>
                <a:lnTo>
                  <a:pt x="710" y="520"/>
                </a:lnTo>
                <a:lnTo>
                  <a:pt x="703" y="520"/>
                </a:lnTo>
                <a:lnTo>
                  <a:pt x="703" y="527"/>
                </a:lnTo>
                <a:close/>
                <a:moveTo>
                  <a:pt x="720" y="527"/>
                </a:moveTo>
                <a:lnTo>
                  <a:pt x="727" y="527"/>
                </a:lnTo>
                <a:lnTo>
                  <a:pt x="727" y="520"/>
                </a:lnTo>
                <a:lnTo>
                  <a:pt x="720" y="520"/>
                </a:lnTo>
                <a:lnTo>
                  <a:pt x="720" y="527"/>
                </a:lnTo>
                <a:close/>
                <a:moveTo>
                  <a:pt x="736" y="527"/>
                </a:moveTo>
                <a:lnTo>
                  <a:pt x="743" y="527"/>
                </a:lnTo>
                <a:lnTo>
                  <a:pt x="743" y="520"/>
                </a:lnTo>
                <a:lnTo>
                  <a:pt x="736" y="520"/>
                </a:lnTo>
                <a:lnTo>
                  <a:pt x="736" y="527"/>
                </a:lnTo>
                <a:close/>
                <a:moveTo>
                  <a:pt x="753" y="527"/>
                </a:moveTo>
                <a:lnTo>
                  <a:pt x="760" y="527"/>
                </a:lnTo>
                <a:lnTo>
                  <a:pt x="760" y="520"/>
                </a:lnTo>
                <a:lnTo>
                  <a:pt x="753" y="520"/>
                </a:lnTo>
                <a:lnTo>
                  <a:pt x="753" y="527"/>
                </a:lnTo>
                <a:close/>
                <a:moveTo>
                  <a:pt x="769" y="527"/>
                </a:moveTo>
                <a:lnTo>
                  <a:pt x="776" y="527"/>
                </a:lnTo>
                <a:lnTo>
                  <a:pt x="776" y="520"/>
                </a:lnTo>
                <a:lnTo>
                  <a:pt x="769" y="520"/>
                </a:lnTo>
                <a:lnTo>
                  <a:pt x="769" y="527"/>
                </a:lnTo>
                <a:close/>
                <a:moveTo>
                  <a:pt x="786" y="527"/>
                </a:moveTo>
                <a:lnTo>
                  <a:pt x="793" y="527"/>
                </a:lnTo>
                <a:lnTo>
                  <a:pt x="793" y="520"/>
                </a:lnTo>
                <a:lnTo>
                  <a:pt x="786" y="520"/>
                </a:lnTo>
                <a:lnTo>
                  <a:pt x="786" y="527"/>
                </a:lnTo>
                <a:close/>
                <a:moveTo>
                  <a:pt x="802" y="527"/>
                </a:moveTo>
                <a:lnTo>
                  <a:pt x="810" y="527"/>
                </a:lnTo>
                <a:lnTo>
                  <a:pt x="810" y="520"/>
                </a:lnTo>
                <a:lnTo>
                  <a:pt x="802" y="520"/>
                </a:lnTo>
                <a:lnTo>
                  <a:pt x="802" y="527"/>
                </a:lnTo>
                <a:close/>
                <a:moveTo>
                  <a:pt x="819" y="527"/>
                </a:moveTo>
                <a:lnTo>
                  <a:pt x="826" y="527"/>
                </a:lnTo>
                <a:lnTo>
                  <a:pt x="826" y="520"/>
                </a:lnTo>
                <a:lnTo>
                  <a:pt x="819" y="520"/>
                </a:lnTo>
                <a:lnTo>
                  <a:pt x="819" y="527"/>
                </a:lnTo>
                <a:close/>
                <a:moveTo>
                  <a:pt x="836" y="527"/>
                </a:moveTo>
                <a:lnTo>
                  <a:pt x="843" y="527"/>
                </a:lnTo>
                <a:lnTo>
                  <a:pt x="843" y="520"/>
                </a:lnTo>
                <a:lnTo>
                  <a:pt x="836" y="520"/>
                </a:lnTo>
                <a:lnTo>
                  <a:pt x="836" y="527"/>
                </a:lnTo>
                <a:close/>
                <a:moveTo>
                  <a:pt x="852" y="527"/>
                </a:moveTo>
                <a:lnTo>
                  <a:pt x="859" y="527"/>
                </a:lnTo>
                <a:lnTo>
                  <a:pt x="859" y="520"/>
                </a:lnTo>
                <a:lnTo>
                  <a:pt x="852" y="520"/>
                </a:lnTo>
                <a:lnTo>
                  <a:pt x="852" y="527"/>
                </a:lnTo>
                <a:close/>
                <a:moveTo>
                  <a:pt x="871" y="527"/>
                </a:moveTo>
                <a:lnTo>
                  <a:pt x="876" y="527"/>
                </a:lnTo>
                <a:lnTo>
                  <a:pt x="876" y="520"/>
                </a:lnTo>
                <a:lnTo>
                  <a:pt x="871" y="520"/>
                </a:lnTo>
                <a:lnTo>
                  <a:pt x="871" y="527"/>
                </a:lnTo>
                <a:close/>
                <a:moveTo>
                  <a:pt x="888" y="527"/>
                </a:moveTo>
                <a:lnTo>
                  <a:pt x="895" y="527"/>
                </a:lnTo>
                <a:lnTo>
                  <a:pt x="895" y="520"/>
                </a:lnTo>
                <a:lnTo>
                  <a:pt x="888" y="520"/>
                </a:lnTo>
                <a:lnTo>
                  <a:pt x="888" y="527"/>
                </a:lnTo>
                <a:close/>
                <a:moveTo>
                  <a:pt x="904" y="527"/>
                </a:moveTo>
                <a:lnTo>
                  <a:pt x="911" y="527"/>
                </a:lnTo>
                <a:lnTo>
                  <a:pt x="911" y="520"/>
                </a:lnTo>
                <a:lnTo>
                  <a:pt x="904" y="520"/>
                </a:lnTo>
                <a:lnTo>
                  <a:pt x="904" y="527"/>
                </a:lnTo>
                <a:close/>
                <a:moveTo>
                  <a:pt x="921" y="527"/>
                </a:moveTo>
                <a:lnTo>
                  <a:pt x="928" y="527"/>
                </a:lnTo>
                <a:lnTo>
                  <a:pt x="928" y="520"/>
                </a:lnTo>
                <a:lnTo>
                  <a:pt x="921" y="520"/>
                </a:lnTo>
                <a:lnTo>
                  <a:pt x="921" y="527"/>
                </a:lnTo>
                <a:close/>
                <a:moveTo>
                  <a:pt x="1423" y="527"/>
                </a:moveTo>
                <a:lnTo>
                  <a:pt x="1430" y="527"/>
                </a:lnTo>
                <a:lnTo>
                  <a:pt x="1430" y="520"/>
                </a:lnTo>
                <a:lnTo>
                  <a:pt x="1423" y="520"/>
                </a:lnTo>
                <a:lnTo>
                  <a:pt x="1423" y="527"/>
                </a:lnTo>
                <a:close/>
                <a:moveTo>
                  <a:pt x="1439" y="527"/>
                </a:moveTo>
                <a:lnTo>
                  <a:pt x="1447" y="527"/>
                </a:lnTo>
                <a:lnTo>
                  <a:pt x="1447" y="520"/>
                </a:lnTo>
                <a:lnTo>
                  <a:pt x="1439" y="520"/>
                </a:lnTo>
                <a:lnTo>
                  <a:pt x="1439" y="527"/>
                </a:lnTo>
                <a:close/>
                <a:moveTo>
                  <a:pt x="1456" y="527"/>
                </a:moveTo>
                <a:lnTo>
                  <a:pt x="1463" y="527"/>
                </a:lnTo>
                <a:lnTo>
                  <a:pt x="1463" y="520"/>
                </a:lnTo>
                <a:lnTo>
                  <a:pt x="1456" y="520"/>
                </a:lnTo>
                <a:lnTo>
                  <a:pt x="1456" y="527"/>
                </a:lnTo>
                <a:close/>
                <a:moveTo>
                  <a:pt x="1473" y="527"/>
                </a:moveTo>
                <a:lnTo>
                  <a:pt x="1480" y="527"/>
                </a:lnTo>
                <a:lnTo>
                  <a:pt x="1480" y="520"/>
                </a:lnTo>
                <a:lnTo>
                  <a:pt x="1473" y="520"/>
                </a:lnTo>
                <a:lnTo>
                  <a:pt x="1473" y="527"/>
                </a:lnTo>
                <a:close/>
                <a:moveTo>
                  <a:pt x="1489" y="527"/>
                </a:moveTo>
                <a:lnTo>
                  <a:pt x="1496" y="527"/>
                </a:lnTo>
                <a:lnTo>
                  <a:pt x="1496" y="520"/>
                </a:lnTo>
                <a:lnTo>
                  <a:pt x="1489" y="520"/>
                </a:lnTo>
                <a:lnTo>
                  <a:pt x="1489" y="527"/>
                </a:lnTo>
                <a:close/>
                <a:moveTo>
                  <a:pt x="1506" y="527"/>
                </a:moveTo>
                <a:lnTo>
                  <a:pt x="1513" y="527"/>
                </a:lnTo>
                <a:lnTo>
                  <a:pt x="1513" y="520"/>
                </a:lnTo>
                <a:lnTo>
                  <a:pt x="1506" y="520"/>
                </a:lnTo>
                <a:lnTo>
                  <a:pt x="1506" y="527"/>
                </a:lnTo>
                <a:close/>
                <a:moveTo>
                  <a:pt x="1522" y="527"/>
                </a:moveTo>
                <a:lnTo>
                  <a:pt x="1529" y="527"/>
                </a:lnTo>
                <a:lnTo>
                  <a:pt x="1529" y="520"/>
                </a:lnTo>
                <a:lnTo>
                  <a:pt x="1522" y="520"/>
                </a:lnTo>
                <a:lnTo>
                  <a:pt x="1522" y="527"/>
                </a:lnTo>
                <a:close/>
                <a:moveTo>
                  <a:pt x="1539" y="527"/>
                </a:moveTo>
                <a:lnTo>
                  <a:pt x="1546" y="527"/>
                </a:lnTo>
                <a:lnTo>
                  <a:pt x="1546" y="520"/>
                </a:lnTo>
                <a:lnTo>
                  <a:pt x="1539" y="520"/>
                </a:lnTo>
                <a:lnTo>
                  <a:pt x="1539" y="527"/>
                </a:lnTo>
                <a:close/>
                <a:moveTo>
                  <a:pt x="1555" y="527"/>
                </a:moveTo>
                <a:lnTo>
                  <a:pt x="1563" y="527"/>
                </a:lnTo>
                <a:lnTo>
                  <a:pt x="1563" y="520"/>
                </a:lnTo>
                <a:lnTo>
                  <a:pt x="1555" y="520"/>
                </a:lnTo>
                <a:lnTo>
                  <a:pt x="1555" y="527"/>
                </a:lnTo>
                <a:close/>
                <a:moveTo>
                  <a:pt x="1572" y="527"/>
                </a:moveTo>
                <a:lnTo>
                  <a:pt x="1579" y="527"/>
                </a:lnTo>
                <a:lnTo>
                  <a:pt x="1579" y="520"/>
                </a:lnTo>
                <a:lnTo>
                  <a:pt x="1572" y="520"/>
                </a:lnTo>
                <a:lnTo>
                  <a:pt x="1572" y="527"/>
                </a:lnTo>
                <a:close/>
                <a:moveTo>
                  <a:pt x="1589" y="527"/>
                </a:moveTo>
                <a:lnTo>
                  <a:pt x="1596" y="527"/>
                </a:lnTo>
                <a:lnTo>
                  <a:pt x="1596" y="520"/>
                </a:lnTo>
                <a:lnTo>
                  <a:pt x="1589" y="520"/>
                </a:lnTo>
                <a:lnTo>
                  <a:pt x="1589" y="527"/>
                </a:lnTo>
                <a:close/>
                <a:moveTo>
                  <a:pt x="1605" y="527"/>
                </a:moveTo>
                <a:lnTo>
                  <a:pt x="1612" y="527"/>
                </a:lnTo>
                <a:lnTo>
                  <a:pt x="1612" y="520"/>
                </a:lnTo>
                <a:lnTo>
                  <a:pt x="1605" y="520"/>
                </a:lnTo>
                <a:lnTo>
                  <a:pt x="1605" y="527"/>
                </a:lnTo>
                <a:close/>
                <a:moveTo>
                  <a:pt x="1622" y="527"/>
                </a:moveTo>
                <a:lnTo>
                  <a:pt x="1629" y="527"/>
                </a:lnTo>
                <a:lnTo>
                  <a:pt x="1629" y="520"/>
                </a:lnTo>
                <a:lnTo>
                  <a:pt x="1622" y="520"/>
                </a:lnTo>
                <a:lnTo>
                  <a:pt x="1622" y="527"/>
                </a:lnTo>
                <a:close/>
                <a:moveTo>
                  <a:pt x="1638" y="527"/>
                </a:moveTo>
                <a:lnTo>
                  <a:pt x="1645" y="527"/>
                </a:lnTo>
                <a:lnTo>
                  <a:pt x="1645" y="520"/>
                </a:lnTo>
                <a:lnTo>
                  <a:pt x="1638" y="520"/>
                </a:lnTo>
                <a:lnTo>
                  <a:pt x="1638" y="527"/>
                </a:lnTo>
                <a:close/>
                <a:moveTo>
                  <a:pt x="1657" y="527"/>
                </a:moveTo>
                <a:lnTo>
                  <a:pt x="1664" y="527"/>
                </a:lnTo>
                <a:lnTo>
                  <a:pt x="1664" y="520"/>
                </a:lnTo>
                <a:lnTo>
                  <a:pt x="1657" y="520"/>
                </a:lnTo>
                <a:lnTo>
                  <a:pt x="1657" y="527"/>
                </a:lnTo>
                <a:close/>
                <a:moveTo>
                  <a:pt x="1674" y="527"/>
                </a:moveTo>
                <a:lnTo>
                  <a:pt x="1681" y="527"/>
                </a:lnTo>
                <a:lnTo>
                  <a:pt x="1681" y="520"/>
                </a:lnTo>
                <a:lnTo>
                  <a:pt x="1674" y="520"/>
                </a:lnTo>
                <a:lnTo>
                  <a:pt x="1674" y="527"/>
                </a:lnTo>
                <a:close/>
                <a:moveTo>
                  <a:pt x="1690" y="527"/>
                </a:moveTo>
                <a:lnTo>
                  <a:pt x="1698" y="527"/>
                </a:lnTo>
                <a:lnTo>
                  <a:pt x="1698" y="520"/>
                </a:lnTo>
                <a:lnTo>
                  <a:pt x="1690" y="520"/>
                </a:lnTo>
                <a:lnTo>
                  <a:pt x="1690" y="527"/>
                </a:lnTo>
                <a:close/>
                <a:moveTo>
                  <a:pt x="1707" y="527"/>
                </a:moveTo>
                <a:lnTo>
                  <a:pt x="1714" y="527"/>
                </a:lnTo>
                <a:lnTo>
                  <a:pt x="1714" y="520"/>
                </a:lnTo>
                <a:lnTo>
                  <a:pt x="1707" y="520"/>
                </a:lnTo>
                <a:lnTo>
                  <a:pt x="1707" y="527"/>
                </a:lnTo>
                <a:close/>
                <a:moveTo>
                  <a:pt x="1724" y="527"/>
                </a:moveTo>
                <a:lnTo>
                  <a:pt x="1731" y="527"/>
                </a:lnTo>
                <a:lnTo>
                  <a:pt x="1731" y="520"/>
                </a:lnTo>
                <a:lnTo>
                  <a:pt x="1724" y="520"/>
                </a:lnTo>
                <a:lnTo>
                  <a:pt x="1724" y="527"/>
                </a:lnTo>
                <a:close/>
                <a:moveTo>
                  <a:pt x="1740" y="527"/>
                </a:moveTo>
                <a:lnTo>
                  <a:pt x="1747" y="527"/>
                </a:lnTo>
                <a:lnTo>
                  <a:pt x="1747" y="520"/>
                </a:lnTo>
                <a:lnTo>
                  <a:pt x="1740" y="520"/>
                </a:lnTo>
                <a:lnTo>
                  <a:pt x="1740" y="527"/>
                </a:lnTo>
                <a:close/>
                <a:moveTo>
                  <a:pt x="1757" y="527"/>
                </a:moveTo>
                <a:lnTo>
                  <a:pt x="1764" y="527"/>
                </a:lnTo>
                <a:lnTo>
                  <a:pt x="1764" y="520"/>
                </a:lnTo>
                <a:lnTo>
                  <a:pt x="1757" y="520"/>
                </a:lnTo>
                <a:lnTo>
                  <a:pt x="1757" y="527"/>
                </a:lnTo>
                <a:close/>
                <a:moveTo>
                  <a:pt x="1773" y="527"/>
                </a:moveTo>
                <a:lnTo>
                  <a:pt x="1780" y="527"/>
                </a:lnTo>
                <a:lnTo>
                  <a:pt x="1780" y="520"/>
                </a:lnTo>
                <a:lnTo>
                  <a:pt x="1773" y="520"/>
                </a:lnTo>
                <a:lnTo>
                  <a:pt x="1773" y="527"/>
                </a:lnTo>
                <a:close/>
                <a:moveTo>
                  <a:pt x="1790" y="527"/>
                </a:moveTo>
                <a:lnTo>
                  <a:pt x="1797" y="527"/>
                </a:lnTo>
                <a:lnTo>
                  <a:pt x="1797" y="520"/>
                </a:lnTo>
                <a:lnTo>
                  <a:pt x="1790" y="520"/>
                </a:lnTo>
                <a:lnTo>
                  <a:pt x="1790" y="527"/>
                </a:lnTo>
                <a:close/>
                <a:moveTo>
                  <a:pt x="1806" y="527"/>
                </a:moveTo>
                <a:lnTo>
                  <a:pt x="1814" y="527"/>
                </a:lnTo>
                <a:lnTo>
                  <a:pt x="1814" y="520"/>
                </a:lnTo>
                <a:lnTo>
                  <a:pt x="1806" y="520"/>
                </a:lnTo>
                <a:lnTo>
                  <a:pt x="1806" y="527"/>
                </a:lnTo>
                <a:close/>
                <a:moveTo>
                  <a:pt x="1823" y="527"/>
                </a:moveTo>
                <a:lnTo>
                  <a:pt x="1830" y="527"/>
                </a:lnTo>
                <a:lnTo>
                  <a:pt x="1830" y="520"/>
                </a:lnTo>
                <a:lnTo>
                  <a:pt x="1823" y="520"/>
                </a:lnTo>
                <a:lnTo>
                  <a:pt x="1823" y="527"/>
                </a:lnTo>
                <a:close/>
                <a:moveTo>
                  <a:pt x="1840" y="527"/>
                </a:moveTo>
                <a:lnTo>
                  <a:pt x="1847" y="527"/>
                </a:lnTo>
                <a:lnTo>
                  <a:pt x="1847" y="520"/>
                </a:lnTo>
                <a:lnTo>
                  <a:pt x="1840" y="520"/>
                </a:lnTo>
                <a:lnTo>
                  <a:pt x="1840" y="527"/>
                </a:lnTo>
                <a:close/>
                <a:moveTo>
                  <a:pt x="1856" y="527"/>
                </a:moveTo>
                <a:lnTo>
                  <a:pt x="1863" y="527"/>
                </a:lnTo>
                <a:lnTo>
                  <a:pt x="1863" y="520"/>
                </a:lnTo>
                <a:lnTo>
                  <a:pt x="1856" y="520"/>
                </a:lnTo>
                <a:lnTo>
                  <a:pt x="1856" y="527"/>
                </a:lnTo>
                <a:close/>
                <a:moveTo>
                  <a:pt x="1873" y="527"/>
                </a:moveTo>
                <a:lnTo>
                  <a:pt x="1880" y="527"/>
                </a:lnTo>
                <a:lnTo>
                  <a:pt x="1880" y="520"/>
                </a:lnTo>
                <a:lnTo>
                  <a:pt x="1873" y="520"/>
                </a:lnTo>
                <a:lnTo>
                  <a:pt x="1873" y="527"/>
                </a:lnTo>
                <a:close/>
                <a:moveTo>
                  <a:pt x="1889" y="527"/>
                </a:moveTo>
                <a:lnTo>
                  <a:pt x="1896" y="527"/>
                </a:lnTo>
                <a:lnTo>
                  <a:pt x="1896" y="520"/>
                </a:lnTo>
                <a:lnTo>
                  <a:pt x="1889" y="520"/>
                </a:lnTo>
                <a:lnTo>
                  <a:pt x="1889" y="527"/>
                </a:lnTo>
                <a:close/>
                <a:moveTo>
                  <a:pt x="1908" y="527"/>
                </a:moveTo>
                <a:lnTo>
                  <a:pt x="1915" y="527"/>
                </a:lnTo>
                <a:lnTo>
                  <a:pt x="1915" y="520"/>
                </a:lnTo>
                <a:lnTo>
                  <a:pt x="1908" y="520"/>
                </a:lnTo>
                <a:lnTo>
                  <a:pt x="1908" y="527"/>
                </a:lnTo>
                <a:close/>
                <a:moveTo>
                  <a:pt x="1925" y="527"/>
                </a:moveTo>
                <a:lnTo>
                  <a:pt x="1932" y="527"/>
                </a:lnTo>
                <a:lnTo>
                  <a:pt x="1932" y="520"/>
                </a:lnTo>
                <a:lnTo>
                  <a:pt x="1925" y="520"/>
                </a:lnTo>
                <a:lnTo>
                  <a:pt x="1925" y="527"/>
                </a:lnTo>
                <a:close/>
                <a:moveTo>
                  <a:pt x="1941" y="527"/>
                </a:moveTo>
                <a:lnTo>
                  <a:pt x="1949" y="527"/>
                </a:lnTo>
                <a:lnTo>
                  <a:pt x="1949" y="520"/>
                </a:lnTo>
                <a:lnTo>
                  <a:pt x="1941" y="520"/>
                </a:lnTo>
                <a:lnTo>
                  <a:pt x="1941" y="527"/>
                </a:lnTo>
                <a:close/>
                <a:moveTo>
                  <a:pt x="1958" y="527"/>
                </a:moveTo>
                <a:lnTo>
                  <a:pt x="1965" y="527"/>
                </a:lnTo>
                <a:lnTo>
                  <a:pt x="1965" y="520"/>
                </a:lnTo>
                <a:lnTo>
                  <a:pt x="1958" y="520"/>
                </a:lnTo>
                <a:lnTo>
                  <a:pt x="1958" y="527"/>
                </a:lnTo>
                <a:close/>
                <a:moveTo>
                  <a:pt x="1975" y="527"/>
                </a:moveTo>
                <a:lnTo>
                  <a:pt x="1982" y="527"/>
                </a:lnTo>
                <a:lnTo>
                  <a:pt x="1982" y="520"/>
                </a:lnTo>
                <a:lnTo>
                  <a:pt x="1975" y="520"/>
                </a:lnTo>
                <a:lnTo>
                  <a:pt x="1975" y="527"/>
                </a:lnTo>
                <a:close/>
                <a:moveTo>
                  <a:pt x="1991" y="527"/>
                </a:moveTo>
                <a:lnTo>
                  <a:pt x="1998" y="527"/>
                </a:lnTo>
                <a:lnTo>
                  <a:pt x="1998" y="520"/>
                </a:lnTo>
                <a:lnTo>
                  <a:pt x="1991" y="520"/>
                </a:lnTo>
                <a:lnTo>
                  <a:pt x="1991" y="527"/>
                </a:lnTo>
                <a:close/>
                <a:moveTo>
                  <a:pt x="2008" y="527"/>
                </a:moveTo>
                <a:lnTo>
                  <a:pt x="2015" y="527"/>
                </a:lnTo>
                <a:lnTo>
                  <a:pt x="2015" y="520"/>
                </a:lnTo>
                <a:lnTo>
                  <a:pt x="2008" y="520"/>
                </a:lnTo>
                <a:lnTo>
                  <a:pt x="2008" y="527"/>
                </a:lnTo>
                <a:close/>
                <a:moveTo>
                  <a:pt x="2024" y="527"/>
                </a:moveTo>
                <a:lnTo>
                  <a:pt x="2031" y="527"/>
                </a:lnTo>
                <a:lnTo>
                  <a:pt x="2031" y="520"/>
                </a:lnTo>
                <a:lnTo>
                  <a:pt x="2024" y="520"/>
                </a:lnTo>
                <a:lnTo>
                  <a:pt x="2024" y="527"/>
                </a:lnTo>
                <a:close/>
                <a:moveTo>
                  <a:pt x="2041" y="527"/>
                </a:moveTo>
                <a:lnTo>
                  <a:pt x="2048" y="527"/>
                </a:lnTo>
                <a:lnTo>
                  <a:pt x="2048" y="520"/>
                </a:lnTo>
                <a:lnTo>
                  <a:pt x="2041" y="520"/>
                </a:lnTo>
                <a:lnTo>
                  <a:pt x="2041" y="527"/>
                </a:lnTo>
                <a:close/>
                <a:moveTo>
                  <a:pt x="2057" y="527"/>
                </a:moveTo>
                <a:lnTo>
                  <a:pt x="2065" y="527"/>
                </a:lnTo>
                <a:lnTo>
                  <a:pt x="2065" y="520"/>
                </a:lnTo>
                <a:lnTo>
                  <a:pt x="2057" y="520"/>
                </a:lnTo>
                <a:lnTo>
                  <a:pt x="2057" y="527"/>
                </a:lnTo>
                <a:close/>
                <a:moveTo>
                  <a:pt x="2074" y="527"/>
                </a:moveTo>
                <a:lnTo>
                  <a:pt x="2081" y="527"/>
                </a:lnTo>
                <a:lnTo>
                  <a:pt x="2081" y="520"/>
                </a:lnTo>
                <a:lnTo>
                  <a:pt x="2074" y="520"/>
                </a:lnTo>
                <a:lnTo>
                  <a:pt x="2074" y="527"/>
                </a:lnTo>
                <a:close/>
                <a:moveTo>
                  <a:pt x="2091" y="527"/>
                </a:moveTo>
                <a:lnTo>
                  <a:pt x="2098" y="527"/>
                </a:lnTo>
                <a:lnTo>
                  <a:pt x="2098" y="520"/>
                </a:lnTo>
                <a:lnTo>
                  <a:pt x="2091" y="520"/>
                </a:lnTo>
                <a:lnTo>
                  <a:pt x="2091" y="527"/>
                </a:lnTo>
                <a:close/>
                <a:moveTo>
                  <a:pt x="2107" y="527"/>
                </a:moveTo>
                <a:lnTo>
                  <a:pt x="2114" y="527"/>
                </a:lnTo>
                <a:lnTo>
                  <a:pt x="2114" y="520"/>
                </a:lnTo>
                <a:lnTo>
                  <a:pt x="2107" y="520"/>
                </a:lnTo>
                <a:lnTo>
                  <a:pt x="2107" y="527"/>
                </a:lnTo>
                <a:close/>
                <a:moveTo>
                  <a:pt x="2124" y="527"/>
                </a:moveTo>
                <a:lnTo>
                  <a:pt x="2131" y="527"/>
                </a:lnTo>
                <a:lnTo>
                  <a:pt x="2131" y="520"/>
                </a:lnTo>
                <a:lnTo>
                  <a:pt x="2124" y="520"/>
                </a:lnTo>
                <a:lnTo>
                  <a:pt x="2124" y="527"/>
                </a:lnTo>
                <a:close/>
                <a:moveTo>
                  <a:pt x="2140" y="527"/>
                </a:moveTo>
                <a:lnTo>
                  <a:pt x="2147" y="527"/>
                </a:lnTo>
                <a:lnTo>
                  <a:pt x="2147" y="520"/>
                </a:lnTo>
                <a:lnTo>
                  <a:pt x="2140" y="520"/>
                </a:lnTo>
                <a:lnTo>
                  <a:pt x="2140" y="527"/>
                </a:lnTo>
                <a:close/>
                <a:moveTo>
                  <a:pt x="2159" y="527"/>
                </a:moveTo>
                <a:lnTo>
                  <a:pt x="2164" y="527"/>
                </a:lnTo>
                <a:lnTo>
                  <a:pt x="2164" y="520"/>
                </a:lnTo>
                <a:lnTo>
                  <a:pt x="2159" y="520"/>
                </a:lnTo>
                <a:lnTo>
                  <a:pt x="2159" y="527"/>
                </a:lnTo>
                <a:close/>
                <a:moveTo>
                  <a:pt x="2176" y="527"/>
                </a:moveTo>
                <a:lnTo>
                  <a:pt x="2183" y="527"/>
                </a:lnTo>
                <a:lnTo>
                  <a:pt x="2183" y="520"/>
                </a:lnTo>
                <a:lnTo>
                  <a:pt x="2176" y="520"/>
                </a:lnTo>
                <a:lnTo>
                  <a:pt x="2176" y="527"/>
                </a:lnTo>
                <a:close/>
                <a:moveTo>
                  <a:pt x="2192" y="527"/>
                </a:moveTo>
                <a:lnTo>
                  <a:pt x="2200" y="527"/>
                </a:lnTo>
                <a:lnTo>
                  <a:pt x="2200" y="520"/>
                </a:lnTo>
                <a:lnTo>
                  <a:pt x="2192" y="520"/>
                </a:lnTo>
                <a:lnTo>
                  <a:pt x="2192" y="527"/>
                </a:lnTo>
                <a:close/>
                <a:moveTo>
                  <a:pt x="2209" y="527"/>
                </a:moveTo>
                <a:lnTo>
                  <a:pt x="2216" y="527"/>
                </a:lnTo>
                <a:lnTo>
                  <a:pt x="2216" y="520"/>
                </a:lnTo>
                <a:lnTo>
                  <a:pt x="2209" y="520"/>
                </a:lnTo>
                <a:lnTo>
                  <a:pt x="2209" y="527"/>
                </a:lnTo>
                <a:close/>
                <a:moveTo>
                  <a:pt x="2226" y="527"/>
                </a:moveTo>
                <a:lnTo>
                  <a:pt x="2233" y="527"/>
                </a:lnTo>
                <a:lnTo>
                  <a:pt x="2233" y="520"/>
                </a:lnTo>
                <a:lnTo>
                  <a:pt x="2226" y="520"/>
                </a:lnTo>
                <a:lnTo>
                  <a:pt x="2226" y="527"/>
                </a:lnTo>
                <a:close/>
                <a:moveTo>
                  <a:pt x="2242" y="527"/>
                </a:moveTo>
                <a:lnTo>
                  <a:pt x="2249" y="527"/>
                </a:lnTo>
                <a:lnTo>
                  <a:pt x="2249" y="520"/>
                </a:lnTo>
                <a:lnTo>
                  <a:pt x="2242" y="520"/>
                </a:lnTo>
                <a:lnTo>
                  <a:pt x="2242" y="527"/>
                </a:lnTo>
                <a:close/>
                <a:moveTo>
                  <a:pt x="2259" y="527"/>
                </a:moveTo>
                <a:lnTo>
                  <a:pt x="2266" y="527"/>
                </a:lnTo>
                <a:lnTo>
                  <a:pt x="2266" y="520"/>
                </a:lnTo>
                <a:lnTo>
                  <a:pt x="2259" y="520"/>
                </a:lnTo>
                <a:lnTo>
                  <a:pt x="2259" y="527"/>
                </a:lnTo>
                <a:close/>
                <a:moveTo>
                  <a:pt x="2275" y="527"/>
                </a:moveTo>
                <a:lnTo>
                  <a:pt x="2282" y="527"/>
                </a:lnTo>
                <a:lnTo>
                  <a:pt x="2282" y="520"/>
                </a:lnTo>
                <a:lnTo>
                  <a:pt x="2275" y="520"/>
                </a:lnTo>
                <a:lnTo>
                  <a:pt x="2275" y="527"/>
                </a:lnTo>
                <a:close/>
                <a:moveTo>
                  <a:pt x="2292" y="527"/>
                </a:moveTo>
                <a:lnTo>
                  <a:pt x="2299" y="527"/>
                </a:lnTo>
                <a:lnTo>
                  <a:pt x="2299" y="520"/>
                </a:lnTo>
                <a:lnTo>
                  <a:pt x="2292" y="520"/>
                </a:lnTo>
                <a:lnTo>
                  <a:pt x="2292" y="527"/>
                </a:lnTo>
                <a:close/>
                <a:moveTo>
                  <a:pt x="2308" y="527"/>
                </a:moveTo>
                <a:lnTo>
                  <a:pt x="2316" y="527"/>
                </a:lnTo>
                <a:lnTo>
                  <a:pt x="2316" y="520"/>
                </a:lnTo>
                <a:lnTo>
                  <a:pt x="2308" y="520"/>
                </a:lnTo>
                <a:lnTo>
                  <a:pt x="2308" y="527"/>
                </a:lnTo>
                <a:close/>
                <a:moveTo>
                  <a:pt x="2325" y="527"/>
                </a:moveTo>
                <a:lnTo>
                  <a:pt x="2332" y="527"/>
                </a:lnTo>
                <a:lnTo>
                  <a:pt x="2332" y="520"/>
                </a:lnTo>
                <a:lnTo>
                  <a:pt x="2325" y="520"/>
                </a:lnTo>
                <a:lnTo>
                  <a:pt x="2325" y="527"/>
                </a:lnTo>
                <a:close/>
                <a:moveTo>
                  <a:pt x="2342" y="527"/>
                </a:moveTo>
                <a:lnTo>
                  <a:pt x="2349" y="527"/>
                </a:lnTo>
                <a:lnTo>
                  <a:pt x="2349" y="520"/>
                </a:lnTo>
                <a:lnTo>
                  <a:pt x="2342" y="520"/>
                </a:lnTo>
                <a:lnTo>
                  <a:pt x="2342" y="527"/>
                </a:lnTo>
                <a:close/>
                <a:moveTo>
                  <a:pt x="2358" y="527"/>
                </a:moveTo>
                <a:lnTo>
                  <a:pt x="2365" y="527"/>
                </a:lnTo>
                <a:lnTo>
                  <a:pt x="2365" y="520"/>
                </a:lnTo>
                <a:lnTo>
                  <a:pt x="2358" y="520"/>
                </a:lnTo>
                <a:lnTo>
                  <a:pt x="2358" y="527"/>
                </a:lnTo>
                <a:close/>
                <a:moveTo>
                  <a:pt x="2375" y="527"/>
                </a:moveTo>
                <a:lnTo>
                  <a:pt x="2382" y="527"/>
                </a:lnTo>
                <a:lnTo>
                  <a:pt x="2382" y="520"/>
                </a:lnTo>
                <a:lnTo>
                  <a:pt x="2375" y="520"/>
                </a:lnTo>
                <a:lnTo>
                  <a:pt x="2375" y="527"/>
                </a:lnTo>
                <a:close/>
                <a:moveTo>
                  <a:pt x="2391" y="527"/>
                </a:moveTo>
                <a:lnTo>
                  <a:pt x="2398" y="527"/>
                </a:lnTo>
                <a:lnTo>
                  <a:pt x="2398" y="520"/>
                </a:lnTo>
                <a:lnTo>
                  <a:pt x="2391" y="520"/>
                </a:lnTo>
                <a:lnTo>
                  <a:pt x="2391" y="527"/>
                </a:lnTo>
                <a:close/>
                <a:moveTo>
                  <a:pt x="2408" y="527"/>
                </a:moveTo>
                <a:lnTo>
                  <a:pt x="2415" y="527"/>
                </a:lnTo>
                <a:lnTo>
                  <a:pt x="2415" y="520"/>
                </a:lnTo>
                <a:lnTo>
                  <a:pt x="2408" y="520"/>
                </a:lnTo>
                <a:lnTo>
                  <a:pt x="2408" y="527"/>
                </a:lnTo>
                <a:close/>
                <a:moveTo>
                  <a:pt x="2427" y="527"/>
                </a:moveTo>
                <a:lnTo>
                  <a:pt x="2434" y="527"/>
                </a:lnTo>
                <a:lnTo>
                  <a:pt x="2434" y="520"/>
                </a:lnTo>
                <a:lnTo>
                  <a:pt x="2427" y="520"/>
                </a:lnTo>
                <a:lnTo>
                  <a:pt x="2427" y="527"/>
                </a:lnTo>
                <a:close/>
                <a:moveTo>
                  <a:pt x="2443" y="527"/>
                </a:moveTo>
                <a:lnTo>
                  <a:pt x="2451" y="527"/>
                </a:lnTo>
                <a:lnTo>
                  <a:pt x="2451" y="520"/>
                </a:lnTo>
                <a:lnTo>
                  <a:pt x="2443" y="520"/>
                </a:lnTo>
                <a:lnTo>
                  <a:pt x="2443" y="527"/>
                </a:lnTo>
                <a:close/>
                <a:moveTo>
                  <a:pt x="2460" y="527"/>
                </a:moveTo>
                <a:lnTo>
                  <a:pt x="2467" y="527"/>
                </a:lnTo>
                <a:lnTo>
                  <a:pt x="2467" y="520"/>
                </a:lnTo>
                <a:lnTo>
                  <a:pt x="2460" y="520"/>
                </a:lnTo>
                <a:lnTo>
                  <a:pt x="2460" y="527"/>
                </a:lnTo>
                <a:close/>
                <a:moveTo>
                  <a:pt x="2477" y="527"/>
                </a:moveTo>
                <a:lnTo>
                  <a:pt x="2484" y="527"/>
                </a:lnTo>
                <a:lnTo>
                  <a:pt x="2484" y="520"/>
                </a:lnTo>
                <a:lnTo>
                  <a:pt x="2477" y="520"/>
                </a:lnTo>
                <a:lnTo>
                  <a:pt x="2477" y="527"/>
                </a:lnTo>
                <a:close/>
                <a:moveTo>
                  <a:pt x="2493" y="527"/>
                </a:moveTo>
                <a:lnTo>
                  <a:pt x="2500" y="527"/>
                </a:lnTo>
                <a:lnTo>
                  <a:pt x="2500" y="520"/>
                </a:lnTo>
                <a:lnTo>
                  <a:pt x="2493" y="520"/>
                </a:lnTo>
                <a:lnTo>
                  <a:pt x="2493" y="527"/>
                </a:lnTo>
                <a:close/>
                <a:moveTo>
                  <a:pt x="2510" y="527"/>
                </a:moveTo>
                <a:lnTo>
                  <a:pt x="2517" y="527"/>
                </a:lnTo>
                <a:lnTo>
                  <a:pt x="2517" y="520"/>
                </a:lnTo>
                <a:lnTo>
                  <a:pt x="2510" y="520"/>
                </a:lnTo>
                <a:lnTo>
                  <a:pt x="2510" y="527"/>
                </a:lnTo>
                <a:close/>
                <a:moveTo>
                  <a:pt x="2526" y="527"/>
                </a:moveTo>
                <a:lnTo>
                  <a:pt x="2533" y="527"/>
                </a:lnTo>
                <a:lnTo>
                  <a:pt x="2533" y="520"/>
                </a:lnTo>
                <a:lnTo>
                  <a:pt x="2526" y="520"/>
                </a:lnTo>
                <a:lnTo>
                  <a:pt x="2526" y="527"/>
                </a:lnTo>
                <a:close/>
                <a:moveTo>
                  <a:pt x="2543" y="527"/>
                </a:moveTo>
                <a:lnTo>
                  <a:pt x="2550" y="527"/>
                </a:lnTo>
                <a:lnTo>
                  <a:pt x="2550" y="520"/>
                </a:lnTo>
                <a:lnTo>
                  <a:pt x="2543" y="520"/>
                </a:lnTo>
                <a:lnTo>
                  <a:pt x="2543" y="527"/>
                </a:lnTo>
                <a:close/>
                <a:moveTo>
                  <a:pt x="2560" y="527"/>
                </a:moveTo>
                <a:lnTo>
                  <a:pt x="2567" y="527"/>
                </a:lnTo>
                <a:lnTo>
                  <a:pt x="2567" y="520"/>
                </a:lnTo>
                <a:lnTo>
                  <a:pt x="2560" y="520"/>
                </a:lnTo>
                <a:lnTo>
                  <a:pt x="2560" y="527"/>
                </a:lnTo>
                <a:close/>
                <a:moveTo>
                  <a:pt x="2576" y="527"/>
                </a:moveTo>
                <a:lnTo>
                  <a:pt x="2583" y="527"/>
                </a:lnTo>
                <a:lnTo>
                  <a:pt x="2583" y="520"/>
                </a:lnTo>
                <a:lnTo>
                  <a:pt x="2576" y="520"/>
                </a:lnTo>
                <a:lnTo>
                  <a:pt x="2576" y="527"/>
                </a:lnTo>
                <a:close/>
                <a:moveTo>
                  <a:pt x="2593" y="527"/>
                </a:moveTo>
                <a:lnTo>
                  <a:pt x="2600" y="527"/>
                </a:lnTo>
                <a:lnTo>
                  <a:pt x="2600" y="520"/>
                </a:lnTo>
                <a:lnTo>
                  <a:pt x="2593" y="520"/>
                </a:lnTo>
                <a:lnTo>
                  <a:pt x="2593" y="527"/>
                </a:lnTo>
                <a:close/>
                <a:moveTo>
                  <a:pt x="2609" y="527"/>
                </a:moveTo>
                <a:lnTo>
                  <a:pt x="2616" y="527"/>
                </a:lnTo>
                <a:lnTo>
                  <a:pt x="2616" y="520"/>
                </a:lnTo>
                <a:lnTo>
                  <a:pt x="2609" y="520"/>
                </a:lnTo>
                <a:lnTo>
                  <a:pt x="2609" y="527"/>
                </a:lnTo>
                <a:close/>
                <a:moveTo>
                  <a:pt x="2626" y="527"/>
                </a:moveTo>
                <a:lnTo>
                  <a:pt x="2633" y="527"/>
                </a:lnTo>
                <a:lnTo>
                  <a:pt x="2633" y="520"/>
                </a:lnTo>
                <a:lnTo>
                  <a:pt x="2626" y="520"/>
                </a:lnTo>
                <a:lnTo>
                  <a:pt x="2626" y="527"/>
                </a:lnTo>
                <a:close/>
                <a:moveTo>
                  <a:pt x="2642" y="527"/>
                </a:moveTo>
                <a:lnTo>
                  <a:pt x="2649" y="527"/>
                </a:lnTo>
                <a:lnTo>
                  <a:pt x="2649" y="520"/>
                </a:lnTo>
                <a:lnTo>
                  <a:pt x="2642" y="520"/>
                </a:lnTo>
                <a:lnTo>
                  <a:pt x="2642" y="527"/>
                </a:lnTo>
                <a:close/>
                <a:moveTo>
                  <a:pt x="2659" y="527"/>
                </a:moveTo>
                <a:lnTo>
                  <a:pt x="2666" y="527"/>
                </a:lnTo>
                <a:lnTo>
                  <a:pt x="2666" y="520"/>
                </a:lnTo>
                <a:lnTo>
                  <a:pt x="2659" y="520"/>
                </a:lnTo>
                <a:lnTo>
                  <a:pt x="2659" y="527"/>
                </a:lnTo>
                <a:close/>
                <a:moveTo>
                  <a:pt x="2678" y="527"/>
                </a:moveTo>
                <a:lnTo>
                  <a:pt x="2683" y="527"/>
                </a:lnTo>
                <a:lnTo>
                  <a:pt x="2683" y="520"/>
                </a:lnTo>
                <a:lnTo>
                  <a:pt x="2678" y="520"/>
                </a:lnTo>
                <a:lnTo>
                  <a:pt x="2678" y="527"/>
                </a:lnTo>
                <a:close/>
                <a:moveTo>
                  <a:pt x="2761" y="527"/>
                </a:moveTo>
                <a:lnTo>
                  <a:pt x="2768" y="527"/>
                </a:lnTo>
                <a:lnTo>
                  <a:pt x="2768" y="520"/>
                </a:lnTo>
                <a:lnTo>
                  <a:pt x="2761" y="520"/>
                </a:lnTo>
                <a:lnTo>
                  <a:pt x="2761" y="527"/>
                </a:lnTo>
                <a:close/>
                <a:moveTo>
                  <a:pt x="402" y="544"/>
                </a:moveTo>
                <a:lnTo>
                  <a:pt x="409" y="544"/>
                </a:lnTo>
                <a:lnTo>
                  <a:pt x="409" y="537"/>
                </a:lnTo>
                <a:lnTo>
                  <a:pt x="402" y="537"/>
                </a:lnTo>
                <a:lnTo>
                  <a:pt x="402" y="544"/>
                </a:lnTo>
                <a:close/>
                <a:moveTo>
                  <a:pt x="419" y="544"/>
                </a:moveTo>
                <a:lnTo>
                  <a:pt x="426" y="544"/>
                </a:lnTo>
                <a:lnTo>
                  <a:pt x="426" y="537"/>
                </a:lnTo>
                <a:lnTo>
                  <a:pt x="419" y="537"/>
                </a:lnTo>
                <a:lnTo>
                  <a:pt x="419" y="544"/>
                </a:lnTo>
                <a:close/>
                <a:moveTo>
                  <a:pt x="435" y="544"/>
                </a:moveTo>
                <a:lnTo>
                  <a:pt x="442" y="544"/>
                </a:lnTo>
                <a:lnTo>
                  <a:pt x="442" y="537"/>
                </a:lnTo>
                <a:lnTo>
                  <a:pt x="435" y="537"/>
                </a:lnTo>
                <a:lnTo>
                  <a:pt x="435" y="544"/>
                </a:lnTo>
                <a:close/>
                <a:moveTo>
                  <a:pt x="452" y="544"/>
                </a:moveTo>
                <a:lnTo>
                  <a:pt x="459" y="544"/>
                </a:lnTo>
                <a:lnTo>
                  <a:pt x="459" y="537"/>
                </a:lnTo>
                <a:lnTo>
                  <a:pt x="452" y="537"/>
                </a:lnTo>
                <a:lnTo>
                  <a:pt x="452" y="544"/>
                </a:lnTo>
                <a:close/>
                <a:moveTo>
                  <a:pt x="469" y="544"/>
                </a:moveTo>
                <a:lnTo>
                  <a:pt x="476" y="544"/>
                </a:lnTo>
                <a:lnTo>
                  <a:pt x="476" y="537"/>
                </a:lnTo>
                <a:lnTo>
                  <a:pt x="469" y="537"/>
                </a:lnTo>
                <a:lnTo>
                  <a:pt x="469" y="544"/>
                </a:lnTo>
                <a:close/>
                <a:moveTo>
                  <a:pt x="485" y="544"/>
                </a:moveTo>
                <a:lnTo>
                  <a:pt x="492" y="544"/>
                </a:lnTo>
                <a:lnTo>
                  <a:pt x="492" y="537"/>
                </a:lnTo>
                <a:lnTo>
                  <a:pt x="485" y="537"/>
                </a:lnTo>
                <a:lnTo>
                  <a:pt x="485" y="544"/>
                </a:lnTo>
                <a:close/>
                <a:moveTo>
                  <a:pt x="502" y="544"/>
                </a:moveTo>
                <a:lnTo>
                  <a:pt x="509" y="544"/>
                </a:lnTo>
                <a:lnTo>
                  <a:pt x="509" y="537"/>
                </a:lnTo>
                <a:lnTo>
                  <a:pt x="502" y="537"/>
                </a:lnTo>
                <a:lnTo>
                  <a:pt x="502" y="544"/>
                </a:lnTo>
                <a:close/>
                <a:moveTo>
                  <a:pt x="518" y="544"/>
                </a:moveTo>
                <a:lnTo>
                  <a:pt x="525" y="544"/>
                </a:lnTo>
                <a:lnTo>
                  <a:pt x="525" y="537"/>
                </a:lnTo>
                <a:lnTo>
                  <a:pt x="518" y="537"/>
                </a:lnTo>
                <a:lnTo>
                  <a:pt x="518" y="544"/>
                </a:lnTo>
                <a:close/>
                <a:moveTo>
                  <a:pt x="535" y="544"/>
                </a:moveTo>
                <a:lnTo>
                  <a:pt x="542" y="544"/>
                </a:lnTo>
                <a:lnTo>
                  <a:pt x="542" y="537"/>
                </a:lnTo>
                <a:lnTo>
                  <a:pt x="535" y="537"/>
                </a:lnTo>
                <a:lnTo>
                  <a:pt x="535" y="544"/>
                </a:lnTo>
                <a:close/>
                <a:moveTo>
                  <a:pt x="551" y="544"/>
                </a:moveTo>
                <a:lnTo>
                  <a:pt x="559" y="544"/>
                </a:lnTo>
                <a:lnTo>
                  <a:pt x="559" y="537"/>
                </a:lnTo>
                <a:lnTo>
                  <a:pt x="551" y="537"/>
                </a:lnTo>
                <a:lnTo>
                  <a:pt x="551" y="544"/>
                </a:lnTo>
                <a:close/>
                <a:moveTo>
                  <a:pt x="568" y="544"/>
                </a:moveTo>
                <a:lnTo>
                  <a:pt x="575" y="544"/>
                </a:lnTo>
                <a:lnTo>
                  <a:pt x="575" y="537"/>
                </a:lnTo>
                <a:lnTo>
                  <a:pt x="568" y="537"/>
                </a:lnTo>
                <a:lnTo>
                  <a:pt x="568" y="544"/>
                </a:lnTo>
                <a:close/>
                <a:moveTo>
                  <a:pt x="585" y="544"/>
                </a:moveTo>
                <a:lnTo>
                  <a:pt x="592" y="544"/>
                </a:lnTo>
                <a:lnTo>
                  <a:pt x="592" y="537"/>
                </a:lnTo>
                <a:lnTo>
                  <a:pt x="585" y="537"/>
                </a:lnTo>
                <a:lnTo>
                  <a:pt x="585" y="544"/>
                </a:lnTo>
                <a:close/>
                <a:moveTo>
                  <a:pt x="601" y="544"/>
                </a:moveTo>
                <a:lnTo>
                  <a:pt x="608" y="544"/>
                </a:lnTo>
                <a:lnTo>
                  <a:pt x="608" y="537"/>
                </a:lnTo>
                <a:lnTo>
                  <a:pt x="601" y="537"/>
                </a:lnTo>
                <a:lnTo>
                  <a:pt x="601" y="544"/>
                </a:lnTo>
                <a:close/>
                <a:moveTo>
                  <a:pt x="620" y="544"/>
                </a:moveTo>
                <a:lnTo>
                  <a:pt x="625" y="544"/>
                </a:lnTo>
                <a:lnTo>
                  <a:pt x="625" y="537"/>
                </a:lnTo>
                <a:lnTo>
                  <a:pt x="620" y="537"/>
                </a:lnTo>
                <a:lnTo>
                  <a:pt x="620" y="544"/>
                </a:lnTo>
                <a:close/>
                <a:moveTo>
                  <a:pt x="637" y="544"/>
                </a:moveTo>
                <a:lnTo>
                  <a:pt x="644" y="544"/>
                </a:lnTo>
                <a:lnTo>
                  <a:pt x="644" y="537"/>
                </a:lnTo>
                <a:lnTo>
                  <a:pt x="637" y="537"/>
                </a:lnTo>
                <a:lnTo>
                  <a:pt x="637" y="544"/>
                </a:lnTo>
                <a:close/>
                <a:moveTo>
                  <a:pt x="653" y="544"/>
                </a:moveTo>
                <a:lnTo>
                  <a:pt x="660" y="544"/>
                </a:lnTo>
                <a:lnTo>
                  <a:pt x="660" y="537"/>
                </a:lnTo>
                <a:lnTo>
                  <a:pt x="653" y="537"/>
                </a:lnTo>
                <a:lnTo>
                  <a:pt x="653" y="544"/>
                </a:lnTo>
                <a:close/>
                <a:moveTo>
                  <a:pt x="670" y="544"/>
                </a:moveTo>
                <a:lnTo>
                  <a:pt x="677" y="544"/>
                </a:lnTo>
                <a:lnTo>
                  <a:pt x="677" y="537"/>
                </a:lnTo>
                <a:lnTo>
                  <a:pt x="670" y="537"/>
                </a:lnTo>
                <a:lnTo>
                  <a:pt x="670" y="544"/>
                </a:lnTo>
                <a:close/>
                <a:moveTo>
                  <a:pt x="686" y="544"/>
                </a:moveTo>
                <a:lnTo>
                  <a:pt x="693" y="544"/>
                </a:lnTo>
                <a:lnTo>
                  <a:pt x="693" y="537"/>
                </a:lnTo>
                <a:lnTo>
                  <a:pt x="686" y="537"/>
                </a:lnTo>
                <a:lnTo>
                  <a:pt x="686" y="544"/>
                </a:lnTo>
                <a:close/>
                <a:moveTo>
                  <a:pt x="703" y="544"/>
                </a:moveTo>
                <a:lnTo>
                  <a:pt x="710" y="544"/>
                </a:lnTo>
                <a:lnTo>
                  <a:pt x="710" y="537"/>
                </a:lnTo>
                <a:lnTo>
                  <a:pt x="703" y="537"/>
                </a:lnTo>
                <a:lnTo>
                  <a:pt x="703" y="544"/>
                </a:lnTo>
                <a:close/>
                <a:moveTo>
                  <a:pt x="720" y="544"/>
                </a:moveTo>
                <a:lnTo>
                  <a:pt x="727" y="544"/>
                </a:lnTo>
                <a:lnTo>
                  <a:pt x="727" y="537"/>
                </a:lnTo>
                <a:lnTo>
                  <a:pt x="720" y="537"/>
                </a:lnTo>
                <a:lnTo>
                  <a:pt x="720" y="544"/>
                </a:lnTo>
                <a:close/>
                <a:moveTo>
                  <a:pt x="736" y="544"/>
                </a:moveTo>
                <a:lnTo>
                  <a:pt x="743" y="544"/>
                </a:lnTo>
                <a:lnTo>
                  <a:pt x="743" y="537"/>
                </a:lnTo>
                <a:lnTo>
                  <a:pt x="736" y="537"/>
                </a:lnTo>
                <a:lnTo>
                  <a:pt x="736" y="544"/>
                </a:lnTo>
                <a:close/>
                <a:moveTo>
                  <a:pt x="753" y="544"/>
                </a:moveTo>
                <a:lnTo>
                  <a:pt x="760" y="544"/>
                </a:lnTo>
                <a:lnTo>
                  <a:pt x="760" y="537"/>
                </a:lnTo>
                <a:lnTo>
                  <a:pt x="753" y="537"/>
                </a:lnTo>
                <a:lnTo>
                  <a:pt x="753" y="544"/>
                </a:lnTo>
                <a:close/>
                <a:moveTo>
                  <a:pt x="769" y="544"/>
                </a:moveTo>
                <a:lnTo>
                  <a:pt x="776" y="544"/>
                </a:lnTo>
                <a:lnTo>
                  <a:pt x="776" y="537"/>
                </a:lnTo>
                <a:lnTo>
                  <a:pt x="769" y="537"/>
                </a:lnTo>
                <a:lnTo>
                  <a:pt x="769" y="544"/>
                </a:lnTo>
                <a:close/>
                <a:moveTo>
                  <a:pt x="786" y="544"/>
                </a:moveTo>
                <a:lnTo>
                  <a:pt x="793" y="544"/>
                </a:lnTo>
                <a:lnTo>
                  <a:pt x="793" y="537"/>
                </a:lnTo>
                <a:lnTo>
                  <a:pt x="786" y="537"/>
                </a:lnTo>
                <a:lnTo>
                  <a:pt x="786" y="544"/>
                </a:lnTo>
                <a:close/>
                <a:moveTo>
                  <a:pt x="802" y="544"/>
                </a:moveTo>
                <a:lnTo>
                  <a:pt x="810" y="544"/>
                </a:lnTo>
                <a:lnTo>
                  <a:pt x="810" y="537"/>
                </a:lnTo>
                <a:lnTo>
                  <a:pt x="802" y="537"/>
                </a:lnTo>
                <a:lnTo>
                  <a:pt x="802" y="544"/>
                </a:lnTo>
                <a:close/>
                <a:moveTo>
                  <a:pt x="819" y="544"/>
                </a:moveTo>
                <a:lnTo>
                  <a:pt x="826" y="544"/>
                </a:lnTo>
                <a:lnTo>
                  <a:pt x="826" y="537"/>
                </a:lnTo>
                <a:lnTo>
                  <a:pt x="819" y="537"/>
                </a:lnTo>
                <a:lnTo>
                  <a:pt x="819" y="544"/>
                </a:lnTo>
                <a:close/>
                <a:moveTo>
                  <a:pt x="836" y="544"/>
                </a:moveTo>
                <a:lnTo>
                  <a:pt x="843" y="544"/>
                </a:lnTo>
                <a:lnTo>
                  <a:pt x="843" y="537"/>
                </a:lnTo>
                <a:lnTo>
                  <a:pt x="836" y="537"/>
                </a:lnTo>
                <a:lnTo>
                  <a:pt x="836" y="544"/>
                </a:lnTo>
                <a:close/>
                <a:moveTo>
                  <a:pt x="852" y="544"/>
                </a:moveTo>
                <a:lnTo>
                  <a:pt x="859" y="544"/>
                </a:lnTo>
                <a:lnTo>
                  <a:pt x="859" y="537"/>
                </a:lnTo>
                <a:lnTo>
                  <a:pt x="852" y="537"/>
                </a:lnTo>
                <a:lnTo>
                  <a:pt x="852" y="544"/>
                </a:lnTo>
                <a:close/>
                <a:moveTo>
                  <a:pt x="871" y="544"/>
                </a:moveTo>
                <a:lnTo>
                  <a:pt x="876" y="544"/>
                </a:lnTo>
                <a:lnTo>
                  <a:pt x="876" y="537"/>
                </a:lnTo>
                <a:lnTo>
                  <a:pt x="871" y="537"/>
                </a:lnTo>
                <a:lnTo>
                  <a:pt x="871" y="544"/>
                </a:lnTo>
                <a:close/>
                <a:moveTo>
                  <a:pt x="888" y="544"/>
                </a:moveTo>
                <a:lnTo>
                  <a:pt x="895" y="544"/>
                </a:lnTo>
                <a:lnTo>
                  <a:pt x="895" y="537"/>
                </a:lnTo>
                <a:lnTo>
                  <a:pt x="888" y="537"/>
                </a:lnTo>
                <a:lnTo>
                  <a:pt x="888" y="544"/>
                </a:lnTo>
                <a:close/>
                <a:moveTo>
                  <a:pt x="904" y="544"/>
                </a:moveTo>
                <a:lnTo>
                  <a:pt x="911" y="544"/>
                </a:lnTo>
                <a:lnTo>
                  <a:pt x="911" y="537"/>
                </a:lnTo>
                <a:lnTo>
                  <a:pt x="904" y="537"/>
                </a:lnTo>
                <a:lnTo>
                  <a:pt x="904" y="544"/>
                </a:lnTo>
                <a:close/>
                <a:moveTo>
                  <a:pt x="921" y="544"/>
                </a:moveTo>
                <a:lnTo>
                  <a:pt x="928" y="544"/>
                </a:lnTo>
                <a:lnTo>
                  <a:pt x="928" y="537"/>
                </a:lnTo>
                <a:lnTo>
                  <a:pt x="921" y="537"/>
                </a:lnTo>
                <a:lnTo>
                  <a:pt x="921" y="544"/>
                </a:lnTo>
                <a:close/>
                <a:moveTo>
                  <a:pt x="937" y="544"/>
                </a:moveTo>
                <a:lnTo>
                  <a:pt x="944" y="544"/>
                </a:lnTo>
                <a:lnTo>
                  <a:pt x="944" y="537"/>
                </a:lnTo>
                <a:lnTo>
                  <a:pt x="937" y="537"/>
                </a:lnTo>
                <a:lnTo>
                  <a:pt x="937" y="544"/>
                </a:lnTo>
                <a:close/>
                <a:moveTo>
                  <a:pt x="954" y="544"/>
                </a:moveTo>
                <a:lnTo>
                  <a:pt x="961" y="544"/>
                </a:lnTo>
                <a:lnTo>
                  <a:pt x="961" y="537"/>
                </a:lnTo>
                <a:lnTo>
                  <a:pt x="954" y="537"/>
                </a:lnTo>
                <a:lnTo>
                  <a:pt x="954" y="544"/>
                </a:lnTo>
                <a:close/>
                <a:moveTo>
                  <a:pt x="1423" y="544"/>
                </a:moveTo>
                <a:lnTo>
                  <a:pt x="1430" y="544"/>
                </a:lnTo>
                <a:lnTo>
                  <a:pt x="1430" y="537"/>
                </a:lnTo>
                <a:lnTo>
                  <a:pt x="1423" y="537"/>
                </a:lnTo>
                <a:lnTo>
                  <a:pt x="1423" y="544"/>
                </a:lnTo>
                <a:close/>
                <a:moveTo>
                  <a:pt x="1439" y="544"/>
                </a:moveTo>
                <a:lnTo>
                  <a:pt x="1447" y="544"/>
                </a:lnTo>
                <a:lnTo>
                  <a:pt x="1447" y="537"/>
                </a:lnTo>
                <a:lnTo>
                  <a:pt x="1439" y="537"/>
                </a:lnTo>
                <a:lnTo>
                  <a:pt x="1439" y="544"/>
                </a:lnTo>
                <a:close/>
                <a:moveTo>
                  <a:pt x="1456" y="544"/>
                </a:moveTo>
                <a:lnTo>
                  <a:pt x="1463" y="544"/>
                </a:lnTo>
                <a:lnTo>
                  <a:pt x="1463" y="537"/>
                </a:lnTo>
                <a:lnTo>
                  <a:pt x="1456" y="537"/>
                </a:lnTo>
                <a:lnTo>
                  <a:pt x="1456" y="544"/>
                </a:lnTo>
                <a:close/>
                <a:moveTo>
                  <a:pt x="1473" y="544"/>
                </a:moveTo>
                <a:lnTo>
                  <a:pt x="1480" y="544"/>
                </a:lnTo>
                <a:lnTo>
                  <a:pt x="1480" y="537"/>
                </a:lnTo>
                <a:lnTo>
                  <a:pt x="1473" y="537"/>
                </a:lnTo>
                <a:lnTo>
                  <a:pt x="1473" y="544"/>
                </a:lnTo>
                <a:close/>
                <a:moveTo>
                  <a:pt x="1489" y="544"/>
                </a:moveTo>
                <a:lnTo>
                  <a:pt x="1496" y="544"/>
                </a:lnTo>
                <a:lnTo>
                  <a:pt x="1496" y="537"/>
                </a:lnTo>
                <a:lnTo>
                  <a:pt x="1489" y="537"/>
                </a:lnTo>
                <a:lnTo>
                  <a:pt x="1489" y="544"/>
                </a:lnTo>
                <a:close/>
                <a:moveTo>
                  <a:pt x="1506" y="544"/>
                </a:moveTo>
                <a:lnTo>
                  <a:pt x="1513" y="544"/>
                </a:lnTo>
                <a:lnTo>
                  <a:pt x="1513" y="537"/>
                </a:lnTo>
                <a:lnTo>
                  <a:pt x="1506" y="537"/>
                </a:lnTo>
                <a:lnTo>
                  <a:pt x="1506" y="544"/>
                </a:lnTo>
                <a:close/>
                <a:moveTo>
                  <a:pt x="1522" y="544"/>
                </a:moveTo>
                <a:lnTo>
                  <a:pt x="1529" y="544"/>
                </a:lnTo>
                <a:lnTo>
                  <a:pt x="1529" y="537"/>
                </a:lnTo>
                <a:lnTo>
                  <a:pt x="1522" y="537"/>
                </a:lnTo>
                <a:lnTo>
                  <a:pt x="1522" y="544"/>
                </a:lnTo>
                <a:close/>
                <a:moveTo>
                  <a:pt x="1539" y="544"/>
                </a:moveTo>
                <a:lnTo>
                  <a:pt x="1546" y="544"/>
                </a:lnTo>
                <a:lnTo>
                  <a:pt x="1546" y="537"/>
                </a:lnTo>
                <a:lnTo>
                  <a:pt x="1539" y="537"/>
                </a:lnTo>
                <a:lnTo>
                  <a:pt x="1539" y="544"/>
                </a:lnTo>
                <a:close/>
                <a:moveTo>
                  <a:pt x="1555" y="544"/>
                </a:moveTo>
                <a:lnTo>
                  <a:pt x="1563" y="544"/>
                </a:lnTo>
                <a:lnTo>
                  <a:pt x="1563" y="537"/>
                </a:lnTo>
                <a:lnTo>
                  <a:pt x="1555" y="537"/>
                </a:lnTo>
                <a:lnTo>
                  <a:pt x="1555" y="544"/>
                </a:lnTo>
                <a:close/>
                <a:moveTo>
                  <a:pt x="1572" y="544"/>
                </a:moveTo>
                <a:lnTo>
                  <a:pt x="1579" y="544"/>
                </a:lnTo>
                <a:lnTo>
                  <a:pt x="1579" y="537"/>
                </a:lnTo>
                <a:lnTo>
                  <a:pt x="1572" y="537"/>
                </a:lnTo>
                <a:lnTo>
                  <a:pt x="1572" y="544"/>
                </a:lnTo>
                <a:close/>
                <a:moveTo>
                  <a:pt x="1589" y="544"/>
                </a:moveTo>
                <a:lnTo>
                  <a:pt x="1596" y="544"/>
                </a:lnTo>
                <a:lnTo>
                  <a:pt x="1596" y="537"/>
                </a:lnTo>
                <a:lnTo>
                  <a:pt x="1589" y="537"/>
                </a:lnTo>
                <a:lnTo>
                  <a:pt x="1589" y="544"/>
                </a:lnTo>
                <a:close/>
                <a:moveTo>
                  <a:pt x="1605" y="544"/>
                </a:moveTo>
                <a:lnTo>
                  <a:pt x="1612" y="544"/>
                </a:lnTo>
                <a:lnTo>
                  <a:pt x="1612" y="537"/>
                </a:lnTo>
                <a:lnTo>
                  <a:pt x="1605" y="537"/>
                </a:lnTo>
                <a:lnTo>
                  <a:pt x="1605" y="544"/>
                </a:lnTo>
                <a:close/>
                <a:moveTo>
                  <a:pt x="1622" y="544"/>
                </a:moveTo>
                <a:lnTo>
                  <a:pt x="1629" y="544"/>
                </a:lnTo>
                <a:lnTo>
                  <a:pt x="1629" y="537"/>
                </a:lnTo>
                <a:lnTo>
                  <a:pt x="1622" y="537"/>
                </a:lnTo>
                <a:lnTo>
                  <a:pt x="1622" y="544"/>
                </a:lnTo>
                <a:close/>
                <a:moveTo>
                  <a:pt x="1638" y="544"/>
                </a:moveTo>
                <a:lnTo>
                  <a:pt x="1645" y="544"/>
                </a:lnTo>
                <a:lnTo>
                  <a:pt x="1645" y="537"/>
                </a:lnTo>
                <a:lnTo>
                  <a:pt x="1638" y="537"/>
                </a:lnTo>
                <a:lnTo>
                  <a:pt x="1638" y="544"/>
                </a:lnTo>
                <a:close/>
                <a:moveTo>
                  <a:pt x="1657" y="544"/>
                </a:moveTo>
                <a:lnTo>
                  <a:pt x="1664" y="544"/>
                </a:lnTo>
                <a:lnTo>
                  <a:pt x="1664" y="537"/>
                </a:lnTo>
                <a:lnTo>
                  <a:pt x="1657" y="537"/>
                </a:lnTo>
                <a:lnTo>
                  <a:pt x="1657" y="544"/>
                </a:lnTo>
                <a:close/>
                <a:moveTo>
                  <a:pt x="1674" y="544"/>
                </a:moveTo>
                <a:lnTo>
                  <a:pt x="1681" y="544"/>
                </a:lnTo>
                <a:lnTo>
                  <a:pt x="1681" y="537"/>
                </a:lnTo>
                <a:lnTo>
                  <a:pt x="1674" y="537"/>
                </a:lnTo>
                <a:lnTo>
                  <a:pt x="1674" y="544"/>
                </a:lnTo>
                <a:close/>
                <a:moveTo>
                  <a:pt x="1690" y="544"/>
                </a:moveTo>
                <a:lnTo>
                  <a:pt x="1698" y="544"/>
                </a:lnTo>
                <a:lnTo>
                  <a:pt x="1698" y="537"/>
                </a:lnTo>
                <a:lnTo>
                  <a:pt x="1690" y="537"/>
                </a:lnTo>
                <a:lnTo>
                  <a:pt x="1690" y="544"/>
                </a:lnTo>
                <a:close/>
                <a:moveTo>
                  <a:pt x="1707" y="544"/>
                </a:moveTo>
                <a:lnTo>
                  <a:pt x="1714" y="544"/>
                </a:lnTo>
                <a:lnTo>
                  <a:pt x="1714" y="537"/>
                </a:lnTo>
                <a:lnTo>
                  <a:pt x="1707" y="537"/>
                </a:lnTo>
                <a:lnTo>
                  <a:pt x="1707" y="544"/>
                </a:lnTo>
                <a:close/>
                <a:moveTo>
                  <a:pt x="1724" y="544"/>
                </a:moveTo>
                <a:lnTo>
                  <a:pt x="1731" y="544"/>
                </a:lnTo>
                <a:lnTo>
                  <a:pt x="1731" y="537"/>
                </a:lnTo>
                <a:lnTo>
                  <a:pt x="1724" y="537"/>
                </a:lnTo>
                <a:lnTo>
                  <a:pt x="1724" y="544"/>
                </a:lnTo>
                <a:close/>
                <a:moveTo>
                  <a:pt x="1740" y="544"/>
                </a:moveTo>
                <a:lnTo>
                  <a:pt x="1747" y="544"/>
                </a:lnTo>
                <a:lnTo>
                  <a:pt x="1747" y="537"/>
                </a:lnTo>
                <a:lnTo>
                  <a:pt x="1740" y="537"/>
                </a:lnTo>
                <a:lnTo>
                  <a:pt x="1740" y="544"/>
                </a:lnTo>
                <a:close/>
                <a:moveTo>
                  <a:pt x="1757" y="544"/>
                </a:moveTo>
                <a:lnTo>
                  <a:pt x="1764" y="544"/>
                </a:lnTo>
                <a:lnTo>
                  <a:pt x="1764" y="537"/>
                </a:lnTo>
                <a:lnTo>
                  <a:pt x="1757" y="537"/>
                </a:lnTo>
                <a:lnTo>
                  <a:pt x="1757" y="544"/>
                </a:lnTo>
                <a:close/>
                <a:moveTo>
                  <a:pt x="1773" y="544"/>
                </a:moveTo>
                <a:lnTo>
                  <a:pt x="1780" y="544"/>
                </a:lnTo>
                <a:lnTo>
                  <a:pt x="1780" y="537"/>
                </a:lnTo>
                <a:lnTo>
                  <a:pt x="1773" y="537"/>
                </a:lnTo>
                <a:lnTo>
                  <a:pt x="1773" y="544"/>
                </a:lnTo>
                <a:close/>
                <a:moveTo>
                  <a:pt x="1790" y="544"/>
                </a:moveTo>
                <a:lnTo>
                  <a:pt x="1797" y="544"/>
                </a:lnTo>
                <a:lnTo>
                  <a:pt x="1797" y="537"/>
                </a:lnTo>
                <a:lnTo>
                  <a:pt x="1790" y="537"/>
                </a:lnTo>
                <a:lnTo>
                  <a:pt x="1790" y="544"/>
                </a:lnTo>
                <a:close/>
                <a:moveTo>
                  <a:pt x="1806" y="544"/>
                </a:moveTo>
                <a:lnTo>
                  <a:pt x="1814" y="544"/>
                </a:lnTo>
                <a:lnTo>
                  <a:pt x="1814" y="537"/>
                </a:lnTo>
                <a:lnTo>
                  <a:pt x="1806" y="537"/>
                </a:lnTo>
                <a:lnTo>
                  <a:pt x="1806" y="544"/>
                </a:lnTo>
                <a:close/>
                <a:moveTo>
                  <a:pt x="1823" y="544"/>
                </a:moveTo>
                <a:lnTo>
                  <a:pt x="1830" y="544"/>
                </a:lnTo>
                <a:lnTo>
                  <a:pt x="1830" y="537"/>
                </a:lnTo>
                <a:lnTo>
                  <a:pt x="1823" y="537"/>
                </a:lnTo>
                <a:lnTo>
                  <a:pt x="1823" y="544"/>
                </a:lnTo>
                <a:close/>
                <a:moveTo>
                  <a:pt x="1840" y="544"/>
                </a:moveTo>
                <a:lnTo>
                  <a:pt x="1847" y="544"/>
                </a:lnTo>
                <a:lnTo>
                  <a:pt x="1847" y="537"/>
                </a:lnTo>
                <a:lnTo>
                  <a:pt x="1840" y="537"/>
                </a:lnTo>
                <a:lnTo>
                  <a:pt x="1840" y="544"/>
                </a:lnTo>
                <a:close/>
                <a:moveTo>
                  <a:pt x="1856" y="544"/>
                </a:moveTo>
                <a:lnTo>
                  <a:pt x="1863" y="544"/>
                </a:lnTo>
                <a:lnTo>
                  <a:pt x="1863" y="537"/>
                </a:lnTo>
                <a:lnTo>
                  <a:pt x="1856" y="537"/>
                </a:lnTo>
                <a:lnTo>
                  <a:pt x="1856" y="544"/>
                </a:lnTo>
                <a:close/>
                <a:moveTo>
                  <a:pt x="1873" y="544"/>
                </a:moveTo>
                <a:lnTo>
                  <a:pt x="1880" y="544"/>
                </a:lnTo>
                <a:lnTo>
                  <a:pt x="1880" y="537"/>
                </a:lnTo>
                <a:lnTo>
                  <a:pt x="1873" y="537"/>
                </a:lnTo>
                <a:lnTo>
                  <a:pt x="1873" y="544"/>
                </a:lnTo>
                <a:close/>
                <a:moveTo>
                  <a:pt x="1889" y="544"/>
                </a:moveTo>
                <a:lnTo>
                  <a:pt x="1896" y="544"/>
                </a:lnTo>
                <a:lnTo>
                  <a:pt x="1896" y="537"/>
                </a:lnTo>
                <a:lnTo>
                  <a:pt x="1889" y="537"/>
                </a:lnTo>
                <a:lnTo>
                  <a:pt x="1889" y="544"/>
                </a:lnTo>
                <a:close/>
                <a:moveTo>
                  <a:pt x="1908" y="544"/>
                </a:moveTo>
                <a:lnTo>
                  <a:pt x="1915" y="544"/>
                </a:lnTo>
                <a:lnTo>
                  <a:pt x="1915" y="537"/>
                </a:lnTo>
                <a:lnTo>
                  <a:pt x="1908" y="537"/>
                </a:lnTo>
                <a:lnTo>
                  <a:pt x="1908" y="544"/>
                </a:lnTo>
                <a:close/>
                <a:moveTo>
                  <a:pt x="1925" y="544"/>
                </a:moveTo>
                <a:lnTo>
                  <a:pt x="1932" y="544"/>
                </a:lnTo>
                <a:lnTo>
                  <a:pt x="1932" y="537"/>
                </a:lnTo>
                <a:lnTo>
                  <a:pt x="1925" y="537"/>
                </a:lnTo>
                <a:lnTo>
                  <a:pt x="1925" y="544"/>
                </a:lnTo>
                <a:close/>
                <a:moveTo>
                  <a:pt x="1941" y="544"/>
                </a:moveTo>
                <a:lnTo>
                  <a:pt x="1949" y="544"/>
                </a:lnTo>
                <a:lnTo>
                  <a:pt x="1949" y="537"/>
                </a:lnTo>
                <a:lnTo>
                  <a:pt x="1941" y="537"/>
                </a:lnTo>
                <a:lnTo>
                  <a:pt x="1941" y="544"/>
                </a:lnTo>
                <a:close/>
                <a:moveTo>
                  <a:pt x="1958" y="544"/>
                </a:moveTo>
                <a:lnTo>
                  <a:pt x="1965" y="544"/>
                </a:lnTo>
                <a:lnTo>
                  <a:pt x="1965" y="537"/>
                </a:lnTo>
                <a:lnTo>
                  <a:pt x="1958" y="537"/>
                </a:lnTo>
                <a:lnTo>
                  <a:pt x="1958" y="544"/>
                </a:lnTo>
                <a:close/>
                <a:moveTo>
                  <a:pt x="1975" y="544"/>
                </a:moveTo>
                <a:lnTo>
                  <a:pt x="1982" y="544"/>
                </a:lnTo>
                <a:lnTo>
                  <a:pt x="1982" y="537"/>
                </a:lnTo>
                <a:lnTo>
                  <a:pt x="1975" y="537"/>
                </a:lnTo>
                <a:lnTo>
                  <a:pt x="1975" y="544"/>
                </a:lnTo>
                <a:close/>
                <a:moveTo>
                  <a:pt x="1991" y="544"/>
                </a:moveTo>
                <a:lnTo>
                  <a:pt x="1998" y="544"/>
                </a:lnTo>
                <a:lnTo>
                  <a:pt x="1998" y="537"/>
                </a:lnTo>
                <a:lnTo>
                  <a:pt x="1991" y="537"/>
                </a:lnTo>
                <a:lnTo>
                  <a:pt x="1991" y="544"/>
                </a:lnTo>
                <a:close/>
                <a:moveTo>
                  <a:pt x="2008" y="544"/>
                </a:moveTo>
                <a:lnTo>
                  <a:pt x="2015" y="544"/>
                </a:lnTo>
                <a:lnTo>
                  <a:pt x="2015" y="537"/>
                </a:lnTo>
                <a:lnTo>
                  <a:pt x="2008" y="537"/>
                </a:lnTo>
                <a:lnTo>
                  <a:pt x="2008" y="544"/>
                </a:lnTo>
                <a:close/>
                <a:moveTo>
                  <a:pt x="2024" y="544"/>
                </a:moveTo>
                <a:lnTo>
                  <a:pt x="2031" y="544"/>
                </a:lnTo>
                <a:lnTo>
                  <a:pt x="2031" y="537"/>
                </a:lnTo>
                <a:lnTo>
                  <a:pt x="2024" y="537"/>
                </a:lnTo>
                <a:lnTo>
                  <a:pt x="2024" y="544"/>
                </a:lnTo>
                <a:close/>
                <a:moveTo>
                  <a:pt x="2041" y="544"/>
                </a:moveTo>
                <a:lnTo>
                  <a:pt x="2048" y="544"/>
                </a:lnTo>
                <a:lnTo>
                  <a:pt x="2048" y="537"/>
                </a:lnTo>
                <a:lnTo>
                  <a:pt x="2041" y="537"/>
                </a:lnTo>
                <a:lnTo>
                  <a:pt x="2041" y="544"/>
                </a:lnTo>
                <a:close/>
                <a:moveTo>
                  <a:pt x="2057" y="544"/>
                </a:moveTo>
                <a:lnTo>
                  <a:pt x="2065" y="544"/>
                </a:lnTo>
                <a:lnTo>
                  <a:pt x="2065" y="537"/>
                </a:lnTo>
                <a:lnTo>
                  <a:pt x="2057" y="537"/>
                </a:lnTo>
                <a:lnTo>
                  <a:pt x="2057" y="544"/>
                </a:lnTo>
                <a:close/>
                <a:moveTo>
                  <a:pt x="2074" y="544"/>
                </a:moveTo>
                <a:lnTo>
                  <a:pt x="2081" y="544"/>
                </a:lnTo>
                <a:lnTo>
                  <a:pt x="2081" y="537"/>
                </a:lnTo>
                <a:lnTo>
                  <a:pt x="2074" y="537"/>
                </a:lnTo>
                <a:lnTo>
                  <a:pt x="2074" y="544"/>
                </a:lnTo>
                <a:close/>
                <a:moveTo>
                  <a:pt x="2091" y="544"/>
                </a:moveTo>
                <a:lnTo>
                  <a:pt x="2098" y="544"/>
                </a:lnTo>
                <a:lnTo>
                  <a:pt x="2098" y="537"/>
                </a:lnTo>
                <a:lnTo>
                  <a:pt x="2091" y="537"/>
                </a:lnTo>
                <a:lnTo>
                  <a:pt x="2091" y="544"/>
                </a:lnTo>
                <a:close/>
                <a:moveTo>
                  <a:pt x="2107" y="544"/>
                </a:moveTo>
                <a:lnTo>
                  <a:pt x="2114" y="544"/>
                </a:lnTo>
                <a:lnTo>
                  <a:pt x="2114" y="537"/>
                </a:lnTo>
                <a:lnTo>
                  <a:pt x="2107" y="537"/>
                </a:lnTo>
                <a:lnTo>
                  <a:pt x="2107" y="544"/>
                </a:lnTo>
                <a:close/>
                <a:moveTo>
                  <a:pt x="2124" y="544"/>
                </a:moveTo>
                <a:lnTo>
                  <a:pt x="2131" y="544"/>
                </a:lnTo>
                <a:lnTo>
                  <a:pt x="2131" y="537"/>
                </a:lnTo>
                <a:lnTo>
                  <a:pt x="2124" y="537"/>
                </a:lnTo>
                <a:lnTo>
                  <a:pt x="2124" y="544"/>
                </a:lnTo>
                <a:close/>
                <a:moveTo>
                  <a:pt x="2140" y="544"/>
                </a:moveTo>
                <a:lnTo>
                  <a:pt x="2147" y="544"/>
                </a:lnTo>
                <a:lnTo>
                  <a:pt x="2147" y="537"/>
                </a:lnTo>
                <a:lnTo>
                  <a:pt x="2140" y="537"/>
                </a:lnTo>
                <a:lnTo>
                  <a:pt x="2140" y="544"/>
                </a:lnTo>
                <a:close/>
                <a:moveTo>
                  <a:pt x="2159" y="544"/>
                </a:moveTo>
                <a:lnTo>
                  <a:pt x="2164" y="544"/>
                </a:lnTo>
                <a:lnTo>
                  <a:pt x="2164" y="537"/>
                </a:lnTo>
                <a:lnTo>
                  <a:pt x="2159" y="537"/>
                </a:lnTo>
                <a:lnTo>
                  <a:pt x="2159" y="544"/>
                </a:lnTo>
                <a:close/>
                <a:moveTo>
                  <a:pt x="2176" y="544"/>
                </a:moveTo>
                <a:lnTo>
                  <a:pt x="2183" y="544"/>
                </a:lnTo>
                <a:lnTo>
                  <a:pt x="2183" y="537"/>
                </a:lnTo>
                <a:lnTo>
                  <a:pt x="2176" y="537"/>
                </a:lnTo>
                <a:lnTo>
                  <a:pt x="2176" y="544"/>
                </a:lnTo>
                <a:close/>
                <a:moveTo>
                  <a:pt x="2192" y="544"/>
                </a:moveTo>
                <a:lnTo>
                  <a:pt x="2200" y="544"/>
                </a:lnTo>
                <a:lnTo>
                  <a:pt x="2200" y="537"/>
                </a:lnTo>
                <a:lnTo>
                  <a:pt x="2192" y="537"/>
                </a:lnTo>
                <a:lnTo>
                  <a:pt x="2192" y="544"/>
                </a:lnTo>
                <a:close/>
                <a:moveTo>
                  <a:pt x="2209" y="544"/>
                </a:moveTo>
                <a:lnTo>
                  <a:pt x="2216" y="544"/>
                </a:lnTo>
                <a:lnTo>
                  <a:pt x="2216" y="537"/>
                </a:lnTo>
                <a:lnTo>
                  <a:pt x="2209" y="537"/>
                </a:lnTo>
                <a:lnTo>
                  <a:pt x="2209" y="544"/>
                </a:lnTo>
                <a:close/>
                <a:moveTo>
                  <a:pt x="2226" y="544"/>
                </a:moveTo>
                <a:lnTo>
                  <a:pt x="2233" y="544"/>
                </a:lnTo>
                <a:lnTo>
                  <a:pt x="2233" y="537"/>
                </a:lnTo>
                <a:lnTo>
                  <a:pt x="2226" y="537"/>
                </a:lnTo>
                <a:lnTo>
                  <a:pt x="2226" y="544"/>
                </a:lnTo>
                <a:close/>
                <a:moveTo>
                  <a:pt x="2242" y="544"/>
                </a:moveTo>
                <a:lnTo>
                  <a:pt x="2249" y="544"/>
                </a:lnTo>
                <a:lnTo>
                  <a:pt x="2249" y="537"/>
                </a:lnTo>
                <a:lnTo>
                  <a:pt x="2242" y="537"/>
                </a:lnTo>
                <a:lnTo>
                  <a:pt x="2242" y="544"/>
                </a:lnTo>
                <a:close/>
                <a:moveTo>
                  <a:pt x="2259" y="544"/>
                </a:moveTo>
                <a:lnTo>
                  <a:pt x="2266" y="544"/>
                </a:lnTo>
                <a:lnTo>
                  <a:pt x="2266" y="537"/>
                </a:lnTo>
                <a:lnTo>
                  <a:pt x="2259" y="537"/>
                </a:lnTo>
                <a:lnTo>
                  <a:pt x="2259" y="544"/>
                </a:lnTo>
                <a:close/>
                <a:moveTo>
                  <a:pt x="2275" y="544"/>
                </a:moveTo>
                <a:lnTo>
                  <a:pt x="2282" y="544"/>
                </a:lnTo>
                <a:lnTo>
                  <a:pt x="2282" y="537"/>
                </a:lnTo>
                <a:lnTo>
                  <a:pt x="2275" y="537"/>
                </a:lnTo>
                <a:lnTo>
                  <a:pt x="2275" y="544"/>
                </a:lnTo>
                <a:close/>
                <a:moveTo>
                  <a:pt x="2292" y="544"/>
                </a:moveTo>
                <a:lnTo>
                  <a:pt x="2299" y="544"/>
                </a:lnTo>
                <a:lnTo>
                  <a:pt x="2299" y="537"/>
                </a:lnTo>
                <a:lnTo>
                  <a:pt x="2292" y="537"/>
                </a:lnTo>
                <a:lnTo>
                  <a:pt x="2292" y="544"/>
                </a:lnTo>
                <a:close/>
                <a:moveTo>
                  <a:pt x="2308" y="544"/>
                </a:moveTo>
                <a:lnTo>
                  <a:pt x="2316" y="544"/>
                </a:lnTo>
                <a:lnTo>
                  <a:pt x="2316" y="537"/>
                </a:lnTo>
                <a:lnTo>
                  <a:pt x="2308" y="537"/>
                </a:lnTo>
                <a:lnTo>
                  <a:pt x="2308" y="544"/>
                </a:lnTo>
                <a:close/>
                <a:moveTo>
                  <a:pt x="2325" y="544"/>
                </a:moveTo>
                <a:lnTo>
                  <a:pt x="2332" y="544"/>
                </a:lnTo>
                <a:lnTo>
                  <a:pt x="2332" y="537"/>
                </a:lnTo>
                <a:lnTo>
                  <a:pt x="2325" y="537"/>
                </a:lnTo>
                <a:lnTo>
                  <a:pt x="2325" y="544"/>
                </a:lnTo>
                <a:close/>
                <a:moveTo>
                  <a:pt x="2342" y="544"/>
                </a:moveTo>
                <a:lnTo>
                  <a:pt x="2349" y="544"/>
                </a:lnTo>
                <a:lnTo>
                  <a:pt x="2349" y="537"/>
                </a:lnTo>
                <a:lnTo>
                  <a:pt x="2342" y="537"/>
                </a:lnTo>
                <a:lnTo>
                  <a:pt x="2342" y="544"/>
                </a:lnTo>
                <a:close/>
                <a:moveTo>
                  <a:pt x="2358" y="544"/>
                </a:moveTo>
                <a:lnTo>
                  <a:pt x="2365" y="544"/>
                </a:lnTo>
                <a:lnTo>
                  <a:pt x="2365" y="537"/>
                </a:lnTo>
                <a:lnTo>
                  <a:pt x="2358" y="537"/>
                </a:lnTo>
                <a:lnTo>
                  <a:pt x="2358" y="544"/>
                </a:lnTo>
                <a:close/>
                <a:moveTo>
                  <a:pt x="2375" y="544"/>
                </a:moveTo>
                <a:lnTo>
                  <a:pt x="2382" y="544"/>
                </a:lnTo>
                <a:lnTo>
                  <a:pt x="2382" y="537"/>
                </a:lnTo>
                <a:lnTo>
                  <a:pt x="2375" y="537"/>
                </a:lnTo>
                <a:lnTo>
                  <a:pt x="2375" y="544"/>
                </a:lnTo>
                <a:close/>
                <a:moveTo>
                  <a:pt x="2391" y="544"/>
                </a:moveTo>
                <a:lnTo>
                  <a:pt x="2398" y="544"/>
                </a:lnTo>
                <a:lnTo>
                  <a:pt x="2398" y="537"/>
                </a:lnTo>
                <a:lnTo>
                  <a:pt x="2391" y="537"/>
                </a:lnTo>
                <a:lnTo>
                  <a:pt x="2391" y="544"/>
                </a:lnTo>
                <a:close/>
                <a:moveTo>
                  <a:pt x="2408" y="544"/>
                </a:moveTo>
                <a:lnTo>
                  <a:pt x="2415" y="544"/>
                </a:lnTo>
                <a:lnTo>
                  <a:pt x="2415" y="537"/>
                </a:lnTo>
                <a:lnTo>
                  <a:pt x="2408" y="537"/>
                </a:lnTo>
                <a:lnTo>
                  <a:pt x="2408" y="544"/>
                </a:lnTo>
                <a:close/>
                <a:moveTo>
                  <a:pt x="2427" y="544"/>
                </a:moveTo>
                <a:lnTo>
                  <a:pt x="2434" y="544"/>
                </a:lnTo>
                <a:lnTo>
                  <a:pt x="2434" y="537"/>
                </a:lnTo>
                <a:lnTo>
                  <a:pt x="2427" y="537"/>
                </a:lnTo>
                <a:lnTo>
                  <a:pt x="2427" y="544"/>
                </a:lnTo>
                <a:close/>
                <a:moveTo>
                  <a:pt x="2443" y="544"/>
                </a:moveTo>
                <a:lnTo>
                  <a:pt x="2451" y="544"/>
                </a:lnTo>
                <a:lnTo>
                  <a:pt x="2451" y="537"/>
                </a:lnTo>
                <a:lnTo>
                  <a:pt x="2443" y="537"/>
                </a:lnTo>
                <a:lnTo>
                  <a:pt x="2443" y="544"/>
                </a:lnTo>
                <a:close/>
                <a:moveTo>
                  <a:pt x="2460" y="544"/>
                </a:moveTo>
                <a:lnTo>
                  <a:pt x="2467" y="544"/>
                </a:lnTo>
                <a:lnTo>
                  <a:pt x="2467" y="537"/>
                </a:lnTo>
                <a:lnTo>
                  <a:pt x="2460" y="537"/>
                </a:lnTo>
                <a:lnTo>
                  <a:pt x="2460" y="544"/>
                </a:lnTo>
                <a:close/>
                <a:moveTo>
                  <a:pt x="2477" y="544"/>
                </a:moveTo>
                <a:lnTo>
                  <a:pt x="2484" y="544"/>
                </a:lnTo>
                <a:lnTo>
                  <a:pt x="2484" y="537"/>
                </a:lnTo>
                <a:lnTo>
                  <a:pt x="2477" y="537"/>
                </a:lnTo>
                <a:lnTo>
                  <a:pt x="2477" y="544"/>
                </a:lnTo>
                <a:close/>
                <a:moveTo>
                  <a:pt x="2493" y="544"/>
                </a:moveTo>
                <a:lnTo>
                  <a:pt x="2500" y="544"/>
                </a:lnTo>
                <a:lnTo>
                  <a:pt x="2500" y="537"/>
                </a:lnTo>
                <a:lnTo>
                  <a:pt x="2493" y="537"/>
                </a:lnTo>
                <a:lnTo>
                  <a:pt x="2493" y="544"/>
                </a:lnTo>
                <a:close/>
                <a:moveTo>
                  <a:pt x="2510" y="544"/>
                </a:moveTo>
                <a:lnTo>
                  <a:pt x="2517" y="544"/>
                </a:lnTo>
                <a:lnTo>
                  <a:pt x="2517" y="537"/>
                </a:lnTo>
                <a:lnTo>
                  <a:pt x="2510" y="537"/>
                </a:lnTo>
                <a:lnTo>
                  <a:pt x="2510" y="544"/>
                </a:lnTo>
                <a:close/>
                <a:moveTo>
                  <a:pt x="2526" y="544"/>
                </a:moveTo>
                <a:lnTo>
                  <a:pt x="2533" y="544"/>
                </a:lnTo>
                <a:lnTo>
                  <a:pt x="2533" y="537"/>
                </a:lnTo>
                <a:lnTo>
                  <a:pt x="2526" y="537"/>
                </a:lnTo>
                <a:lnTo>
                  <a:pt x="2526" y="544"/>
                </a:lnTo>
                <a:close/>
                <a:moveTo>
                  <a:pt x="2543" y="544"/>
                </a:moveTo>
                <a:lnTo>
                  <a:pt x="2550" y="544"/>
                </a:lnTo>
                <a:lnTo>
                  <a:pt x="2550" y="537"/>
                </a:lnTo>
                <a:lnTo>
                  <a:pt x="2543" y="537"/>
                </a:lnTo>
                <a:lnTo>
                  <a:pt x="2543" y="544"/>
                </a:lnTo>
                <a:close/>
                <a:moveTo>
                  <a:pt x="2560" y="544"/>
                </a:moveTo>
                <a:lnTo>
                  <a:pt x="2567" y="544"/>
                </a:lnTo>
                <a:lnTo>
                  <a:pt x="2567" y="537"/>
                </a:lnTo>
                <a:lnTo>
                  <a:pt x="2560" y="537"/>
                </a:lnTo>
                <a:lnTo>
                  <a:pt x="2560" y="544"/>
                </a:lnTo>
                <a:close/>
                <a:moveTo>
                  <a:pt x="2576" y="544"/>
                </a:moveTo>
                <a:lnTo>
                  <a:pt x="2583" y="544"/>
                </a:lnTo>
                <a:lnTo>
                  <a:pt x="2583" y="537"/>
                </a:lnTo>
                <a:lnTo>
                  <a:pt x="2576" y="537"/>
                </a:lnTo>
                <a:lnTo>
                  <a:pt x="2576" y="544"/>
                </a:lnTo>
                <a:close/>
                <a:moveTo>
                  <a:pt x="2593" y="544"/>
                </a:moveTo>
                <a:lnTo>
                  <a:pt x="2600" y="544"/>
                </a:lnTo>
                <a:lnTo>
                  <a:pt x="2600" y="537"/>
                </a:lnTo>
                <a:lnTo>
                  <a:pt x="2593" y="537"/>
                </a:lnTo>
                <a:lnTo>
                  <a:pt x="2593" y="544"/>
                </a:lnTo>
                <a:close/>
                <a:moveTo>
                  <a:pt x="2609" y="544"/>
                </a:moveTo>
                <a:lnTo>
                  <a:pt x="2616" y="544"/>
                </a:lnTo>
                <a:lnTo>
                  <a:pt x="2616" y="537"/>
                </a:lnTo>
                <a:lnTo>
                  <a:pt x="2609" y="537"/>
                </a:lnTo>
                <a:lnTo>
                  <a:pt x="2609" y="544"/>
                </a:lnTo>
                <a:close/>
                <a:moveTo>
                  <a:pt x="2626" y="544"/>
                </a:moveTo>
                <a:lnTo>
                  <a:pt x="2633" y="544"/>
                </a:lnTo>
                <a:lnTo>
                  <a:pt x="2633" y="537"/>
                </a:lnTo>
                <a:lnTo>
                  <a:pt x="2626" y="537"/>
                </a:lnTo>
                <a:lnTo>
                  <a:pt x="2626" y="544"/>
                </a:lnTo>
                <a:close/>
                <a:moveTo>
                  <a:pt x="2642" y="544"/>
                </a:moveTo>
                <a:lnTo>
                  <a:pt x="2649" y="544"/>
                </a:lnTo>
                <a:lnTo>
                  <a:pt x="2649" y="537"/>
                </a:lnTo>
                <a:lnTo>
                  <a:pt x="2642" y="537"/>
                </a:lnTo>
                <a:lnTo>
                  <a:pt x="2642" y="544"/>
                </a:lnTo>
                <a:close/>
                <a:moveTo>
                  <a:pt x="2659" y="544"/>
                </a:moveTo>
                <a:lnTo>
                  <a:pt x="2666" y="544"/>
                </a:lnTo>
                <a:lnTo>
                  <a:pt x="2666" y="537"/>
                </a:lnTo>
                <a:lnTo>
                  <a:pt x="2659" y="537"/>
                </a:lnTo>
                <a:lnTo>
                  <a:pt x="2659" y="544"/>
                </a:lnTo>
                <a:close/>
                <a:moveTo>
                  <a:pt x="2728" y="544"/>
                </a:moveTo>
                <a:lnTo>
                  <a:pt x="2735" y="544"/>
                </a:lnTo>
                <a:lnTo>
                  <a:pt x="2735" y="537"/>
                </a:lnTo>
                <a:lnTo>
                  <a:pt x="2728" y="537"/>
                </a:lnTo>
                <a:lnTo>
                  <a:pt x="2728" y="544"/>
                </a:lnTo>
                <a:close/>
                <a:moveTo>
                  <a:pt x="2744" y="544"/>
                </a:moveTo>
                <a:lnTo>
                  <a:pt x="2751" y="544"/>
                </a:lnTo>
                <a:lnTo>
                  <a:pt x="2751" y="537"/>
                </a:lnTo>
                <a:lnTo>
                  <a:pt x="2744" y="537"/>
                </a:lnTo>
                <a:lnTo>
                  <a:pt x="2744" y="544"/>
                </a:lnTo>
                <a:close/>
                <a:moveTo>
                  <a:pt x="419" y="560"/>
                </a:moveTo>
                <a:lnTo>
                  <a:pt x="426" y="560"/>
                </a:lnTo>
                <a:lnTo>
                  <a:pt x="426" y="553"/>
                </a:lnTo>
                <a:lnTo>
                  <a:pt x="419" y="553"/>
                </a:lnTo>
                <a:lnTo>
                  <a:pt x="419" y="560"/>
                </a:lnTo>
                <a:close/>
                <a:moveTo>
                  <a:pt x="435" y="560"/>
                </a:moveTo>
                <a:lnTo>
                  <a:pt x="442" y="560"/>
                </a:lnTo>
                <a:lnTo>
                  <a:pt x="442" y="553"/>
                </a:lnTo>
                <a:lnTo>
                  <a:pt x="435" y="553"/>
                </a:lnTo>
                <a:lnTo>
                  <a:pt x="435" y="560"/>
                </a:lnTo>
                <a:close/>
                <a:moveTo>
                  <a:pt x="452" y="560"/>
                </a:moveTo>
                <a:lnTo>
                  <a:pt x="459" y="560"/>
                </a:lnTo>
                <a:lnTo>
                  <a:pt x="459" y="553"/>
                </a:lnTo>
                <a:lnTo>
                  <a:pt x="452" y="553"/>
                </a:lnTo>
                <a:lnTo>
                  <a:pt x="452" y="560"/>
                </a:lnTo>
                <a:close/>
                <a:moveTo>
                  <a:pt x="469" y="560"/>
                </a:moveTo>
                <a:lnTo>
                  <a:pt x="476" y="560"/>
                </a:lnTo>
                <a:lnTo>
                  <a:pt x="476" y="553"/>
                </a:lnTo>
                <a:lnTo>
                  <a:pt x="469" y="553"/>
                </a:lnTo>
                <a:lnTo>
                  <a:pt x="469" y="560"/>
                </a:lnTo>
                <a:close/>
                <a:moveTo>
                  <a:pt x="485" y="560"/>
                </a:moveTo>
                <a:lnTo>
                  <a:pt x="492" y="560"/>
                </a:lnTo>
                <a:lnTo>
                  <a:pt x="492" y="553"/>
                </a:lnTo>
                <a:lnTo>
                  <a:pt x="485" y="553"/>
                </a:lnTo>
                <a:lnTo>
                  <a:pt x="485" y="560"/>
                </a:lnTo>
                <a:close/>
                <a:moveTo>
                  <a:pt x="502" y="560"/>
                </a:moveTo>
                <a:lnTo>
                  <a:pt x="509" y="560"/>
                </a:lnTo>
                <a:lnTo>
                  <a:pt x="509" y="553"/>
                </a:lnTo>
                <a:lnTo>
                  <a:pt x="502" y="553"/>
                </a:lnTo>
                <a:lnTo>
                  <a:pt x="502" y="560"/>
                </a:lnTo>
                <a:close/>
                <a:moveTo>
                  <a:pt x="518" y="560"/>
                </a:moveTo>
                <a:lnTo>
                  <a:pt x="525" y="560"/>
                </a:lnTo>
                <a:lnTo>
                  <a:pt x="525" y="553"/>
                </a:lnTo>
                <a:lnTo>
                  <a:pt x="518" y="553"/>
                </a:lnTo>
                <a:lnTo>
                  <a:pt x="518" y="560"/>
                </a:lnTo>
                <a:close/>
                <a:moveTo>
                  <a:pt x="535" y="560"/>
                </a:moveTo>
                <a:lnTo>
                  <a:pt x="542" y="560"/>
                </a:lnTo>
                <a:lnTo>
                  <a:pt x="542" y="553"/>
                </a:lnTo>
                <a:lnTo>
                  <a:pt x="535" y="553"/>
                </a:lnTo>
                <a:lnTo>
                  <a:pt x="535" y="560"/>
                </a:lnTo>
                <a:close/>
                <a:moveTo>
                  <a:pt x="551" y="560"/>
                </a:moveTo>
                <a:lnTo>
                  <a:pt x="559" y="560"/>
                </a:lnTo>
                <a:lnTo>
                  <a:pt x="559" y="553"/>
                </a:lnTo>
                <a:lnTo>
                  <a:pt x="551" y="553"/>
                </a:lnTo>
                <a:lnTo>
                  <a:pt x="551" y="560"/>
                </a:lnTo>
                <a:close/>
                <a:moveTo>
                  <a:pt x="568" y="560"/>
                </a:moveTo>
                <a:lnTo>
                  <a:pt x="575" y="560"/>
                </a:lnTo>
                <a:lnTo>
                  <a:pt x="575" y="553"/>
                </a:lnTo>
                <a:lnTo>
                  <a:pt x="568" y="553"/>
                </a:lnTo>
                <a:lnTo>
                  <a:pt x="568" y="560"/>
                </a:lnTo>
                <a:close/>
                <a:moveTo>
                  <a:pt x="585" y="560"/>
                </a:moveTo>
                <a:lnTo>
                  <a:pt x="592" y="560"/>
                </a:lnTo>
                <a:lnTo>
                  <a:pt x="592" y="553"/>
                </a:lnTo>
                <a:lnTo>
                  <a:pt x="585" y="553"/>
                </a:lnTo>
                <a:lnTo>
                  <a:pt x="585" y="560"/>
                </a:lnTo>
                <a:close/>
                <a:moveTo>
                  <a:pt x="601" y="560"/>
                </a:moveTo>
                <a:lnTo>
                  <a:pt x="608" y="560"/>
                </a:lnTo>
                <a:lnTo>
                  <a:pt x="608" y="553"/>
                </a:lnTo>
                <a:lnTo>
                  <a:pt x="601" y="553"/>
                </a:lnTo>
                <a:lnTo>
                  <a:pt x="601" y="560"/>
                </a:lnTo>
                <a:close/>
                <a:moveTo>
                  <a:pt x="620" y="560"/>
                </a:moveTo>
                <a:lnTo>
                  <a:pt x="625" y="560"/>
                </a:lnTo>
                <a:lnTo>
                  <a:pt x="625" y="553"/>
                </a:lnTo>
                <a:lnTo>
                  <a:pt x="620" y="553"/>
                </a:lnTo>
                <a:lnTo>
                  <a:pt x="620" y="560"/>
                </a:lnTo>
                <a:close/>
                <a:moveTo>
                  <a:pt x="637" y="560"/>
                </a:moveTo>
                <a:lnTo>
                  <a:pt x="644" y="560"/>
                </a:lnTo>
                <a:lnTo>
                  <a:pt x="644" y="553"/>
                </a:lnTo>
                <a:lnTo>
                  <a:pt x="637" y="553"/>
                </a:lnTo>
                <a:lnTo>
                  <a:pt x="637" y="560"/>
                </a:lnTo>
                <a:close/>
                <a:moveTo>
                  <a:pt x="653" y="560"/>
                </a:moveTo>
                <a:lnTo>
                  <a:pt x="660" y="560"/>
                </a:lnTo>
                <a:lnTo>
                  <a:pt x="660" y="553"/>
                </a:lnTo>
                <a:lnTo>
                  <a:pt x="653" y="553"/>
                </a:lnTo>
                <a:lnTo>
                  <a:pt x="653" y="560"/>
                </a:lnTo>
                <a:close/>
                <a:moveTo>
                  <a:pt x="670" y="560"/>
                </a:moveTo>
                <a:lnTo>
                  <a:pt x="677" y="560"/>
                </a:lnTo>
                <a:lnTo>
                  <a:pt x="677" y="553"/>
                </a:lnTo>
                <a:lnTo>
                  <a:pt x="670" y="553"/>
                </a:lnTo>
                <a:lnTo>
                  <a:pt x="670" y="560"/>
                </a:lnTo>
                <a:close/>
                <a:moveTo>
                  <a:pt x="686" y="560"/>
                </a:moveTo>
                <a:lnTo>
                  <a:pt x="693" y="560"/>
                </a:lnTo>
                <a:lnTo>
                  <a:pt x="693" y="553"/>
                </a:lnTo>
                <a:lnTo>
                  <a:pt x="686" y="553"/>
                </a:lnTo>
                <a:lnTo>
                  <a:pt x="686" y="560"/>
                </a:lnTo>
                <a:close/>
                <a:moveTo>
                  <a:pt x="703" y="560"/>
                </a:moveTo>
                <a:lnTo>
                  <a:pt x="710" y="560"/>
                </a:lnTo>
                <a:lnTo>
                  <a:pt x="710" y="553"/>
                </a:lnTo>
                <a:lnTo>
                  <a:pt x="703" y="553"/>
                </a:lnTo>
                <a:lnTo>
                  <a:pt x="703" y="560"/>
                </a:lnTo>
                <a:close/>
                <a:moveTo>
                  <a:pt x="720" y="560"/>
                </a:moveTo>
                <a:lnTo>
                  <a:pt x="727" y="560"/>
                </a:lnTo>
                <a:lnTo>
                  <a:pt x="727" y="553"/>
                </a:lnTo>
                <a:lnTo>
                  <a:pt x="720" y="553"/>
                </a:lnTo>
                <a:lnTo>
                  <a:pt x="720" y="560"/>
                </a:lnTo>
                <a:close/>
                <a:moveTo>
                  <a:pt x="736" y="560"/>
                </a:moveTo>
                <a:lnTo>
                  <a:pt x="743" y="560"/>
                </a:lnTo>
                <a:lnTo>
                  <a:pt x="743" y="553"/>
                </a:lnTo>
                <a:lnTo>
                  <a:pt x="736" y="553"/>
                </a:lnTo>
                <a:lnTo>
                  <a:pt x="736" y="560"/>
                </a:lnTo>
                <a:close/>
                <a:moveTo>
                  <a:pt x="753" y="560"/>
                </a:moveTo>
                <a:lnTo>
                  <a:pt x="760" y="560"/>
                </a:lnTo>
                <a:lnTo>
                  <a:pt x="760" y="553"/>
                </a:lnTo>
                <a:lnTo>
                  <a:pt x="753" y="553"/>
                </a:lnTo>
                <a:lnTo>
                  <a:pt x="753" y="560"/>
                </a:lnTo>
                <a:close/>
                <a:moveTo>
                  <a:pt x="769" y="560"/>
                </a:moveTo>
                <a:lnTo>
                  <a:pt x="776" y="560"/>
                </a:lnTo>
                <a:lnTo>
                  <a:pt x="776" y="553"/>
                </a:lnTo>
                <a:lnTo>
                  <a:pt x="769" y="553"/>
                </a:lnTo>
                <a:lnTo>
                  <a:pt x="769" y="560"/>
                </a:lnTo>
                <a:close/>
                <a:moveTo>
                  <a:pt x="786" y="560"/>
                </a:moveTo>
                <a:lnTo>
                  <a:pt x="793" y="560"/>
                </a:lnTo>
                <a:lnTo>
                  <a:pt x="793" y="553"/>
                </a:lnTo>
                <a:lnTo>
                  <a:pt x="786" y="553"/>
                </a:lnTo>
                <a:lnTo>
                  <a:pt x="786" y="560"/>
                </a:lnTo>
                <a:close/>
                <a:moveTo>
                  <a:pt x="802" y="560"/>
                </a:moveTo>
                <a:lnTo>
                  <a:pt x="810" y="560"/>
                </a:lnTo>
                <a:lnTo>
                  <a:pt x="810" y="553"/>
                </a:lnTo>
                <a:lnTo>
                  <a:pt x="802" y="553"/>
                </a:lnTo>
                <a:lnTo>
                  <a:pt x="802" y="560"/>
                </a:lnTo>
                <a:close/>
                <a:moveTo>
                  <a:pt x="819" y="560"/>
                </a:moveTo>
                <a:lnTo>
                  <a:pt x="826" y="560"/>
                </a:lnTo>
                <a:lnTo>
                  <a:pt x="826" y="553"/>
                </a:lnTo>
                <a:lnTo>
                  <a:pt x="819" y="553"/>
                </a:lnTo>
                <a:lnTo>
                  <a:pt x="819" y="560"/>
                </a:lnTo>
                <a:close/>
                <a:moveTo>
                  <a:pt x="836" y="560"/>
                </a:moveTo>
                <a:lnTo>
                  <a:pt x="843" y="560"/>
                </a:lnTo>
                <a:lnTo>
                  <a:pt x="843" y="553"/>
                </a:lnTo>
                <a:lnTo>
                  <a:pt x="836" y="553"/>
                </a:lnTo>
                <a:lnTo>
                  <a:pt x="836" y="560"/>
                </a:lnTo>
                <a:close/>
                <a:moveTo>
                  <a:pt x="852" y="560"/>
                </a:moveTo>
                <a:lnTo>
                  <a:pt x="859" y="560"/>
                </a:lnTo>
                <a:lnTo>
                  <a:pt x="859" y="553"/>
                </a:lnTo>
                <a:lnTo>
                  <a:pt x="852" y="553"/>
                </a:lnTo>
                <a:lnTo>
                  <a:pt x="852" y="560"/>
                </a:lnTo>
                <a:close/>
                <a:moveTo>
                  <a:pt x="871" y="560"/>
                </a:moveTo>
                <a:lnTo>
                  <a:pt x="876" y="560"/>
                </a:lnTo>
                <a:lnTo>
                  <a:pt x="876" y="553"/>
                </a:lnTo>
                <a:lnTo>
                  <a:pt x="871" y="553"/>
                </a:lnTo>
                <a:lnTo>
                  <a:pt x="871" y="560"/>
                </a:lnTo>
                <a:close/>
                <a:moveTo>
                  <a:pt x="888" y="560"/>
                </a:moveTo>
                <a:lnTo>
                  <a:pt x="895" y="560"/>
                </a:lnTo>
                <a:lnTo>
                  <a:pt x="895" y="553"/>
                </a:lnTo>
                <a:lnTo>
                  <a:pt x="888" y="553"/>
                </a:lnTo>
                <a:lnTo>
                  <a:pt x="888" y="560"/>
                </a:lnTo>
                <a:close/>
                <a:moveTo>
                  <a:pt x="904" y="560"/>
                </a:moveTo>
                <a:lnTo>
                  <a:pt x="911" y="560"/>
                </a:lnTo>
                <a:lnTo>
                  <a:pt x="911" y="553"/>
                </a:lnTo>
                <a:lnTo>
                  <a:pt x="904" y="553"/>
                </a:lnTo>
                <a:lnTo>
                  <a:pt x="904" y="560"/>
                </a:lnTo>
                <a:close/>
                <a:moveTo>
                  <a:pt x="921" y="560"/>
                </a:moveTo>
                <a:lnTo>
                  <a:pt x="928" y="560"/>
                </a:lnTo>
                <a:lnTo>
                  <a:pt x="928" y="553"/>
                </a:lnTo>
                <a:lnTo>
                  <a:pt x="921" y="553"/>
                </a:lnTo>
                <a:lnTo>
                  <a:pt x="921" y="560"/>
                </a:lnTo>
                <a:close/>
                <a:moveTo>
                  <a:pt x="937" y="560"/>
                </a:moveTo>
                <a:lnTo>
                  <a:pt x="944" y="560"/>
                </a:lnTo>
                <a:lnTo>
                  <a:pt x="944" y="553"/>
                </a:lnTo>
                <a:lnTo>
                  <a:pt x="937" y="553"/>
                </a:lnTo>
                <a:lnTo>
                  <a:pt x="937" y="560"/>
                </a:lnTo>
                <a:close/>
                <a:moveTo>
                  <a:pt x="954" y="560"/>
                </a:moveTo>
                <a:lnTo>
                  <a:pt x="961" y="560"/>
                </a:lnTo>
                <a:lnTo>
                  <a:pt x="961" y="553"/>
                </a:lnTo>
                <a:lnTo>
                  <a:pt x="954" y="553"/>
                </a:lnTo>
                <a:lnTo>
                  <a:pt x="954" y="560"/>
                </a:lnTo>
                <a:close/>
                <a:moveTo>
                  <a:pt x="1439" y="560"/>
                </a:moveTo>
                <a:lnTo>
                  <a:pt x="1447" y="560"/>
                </a:lnTo>
                <a:lnTo>
                  <a:pt x="1447" y="553"/>
                </a:lnTo>
                <a:lnTo>
                  <a:pt x="1439" y="553"/>
                </a:lnTo>
                <a:lnTo>
                  <a:pt x="1439" y="560"/>
                </a:lnTo>
                <a:close/>
                <a:moveTo>
                  <a:pt x="1456" y="560"/>
                </a:moveTo>
                <a:lnTo>
                  <a:pt x="1463" y="560"/>
                </a:lnTo>
                <a:lnTo>
                  <a:pt x="1463" y="553"/>
                </a:lnTo>
                <a:lnTo>
                  <a:pt x="1456" y="553"/>
                </a:lnTo>
                <a:lnTo>
                  <a:pt x="1456" y="560"/>
                </a:lnTo>
                <a:close/>
                <a:moveTo>
                  <a:pt x="1473" y="560"/>
                </a:moveTo>
                <a:lnTo>
                  <a:pt x="1480" y="560"/>
                </a:lnTo>
                <a:lnTo>
                  <a:pt x="1480" y="553"/>
                </a:lnTo>
                <a:lnTo>
                  <a:pt x="1473" y="553"/>
                </a:lnTo>
                <a:lnTo>
                  <a:pt x="1473" y="560"/>
                </a:lnTo>
                <a:close/>
                <a:moveTo>
                  <a:pt x="1489" y="560"/>
                </a:moveTo>
                <a:lnTo>
                  <a:pt x="1496" y="560"/>
                </a:lnTo>
                <a:lnTo>
                  <a:pt x="1496" y="553"/>
                </a:lnTo>
                <a:lnTo>
                  <a:pt x="1489" y="553"/>
                </a:lnTo>
                <a:lnTo>
                  <a:pt x="1489" y="560"/>
                </a:lnTo>
                <a:close/>
                <a:moveTo>
                  <a:pt x="1506" y="560"/>
                </a:moveTo>
                <a:lnTo>
                  <a:pt x="1513" y="560"/>
                </a:lnTo>
                <a:lnTo>
                  <a:pt x="1513" y="553"/>
                </a:lnTo>
                <a:lnTo>
                  <a:pt x="1506" y="553"/>
                </a:lnTo>
                <a:lnTo>
                  <a:pt x="1506" y="560"/>
                </a:lnTo>
                <a:close/>
                <a:moveTo>
                  <a:pt x="1522" y="560"/>
                </a:moveTo>
                <a:lnTo>
                  <a:pt x="1529" y="560"/>
                </a:lnTo>
                <a:lnTo>
                  <a:pt x="1529" y="553"/>
                </a:lnTo>
                <a:lnTo>
                  <a:pt x="1522" y="553"/>
                </a:lnTo>
                <a:lnTo>
                  <a:pt x="1522" y="560"/>
                </a:lnTo>
                <a:close/>
                <a:moveTo>
                  <a:pt x="1539" y="560"/>
                </a:moveTo>
                <a:lnTo>
                  <a:pt x="1546" y="560"/>
                </a:lnTo>
                <a:lnTo>
                  <a:pt x="1546" y="553"/>
                </a:lnTo>
                <a:lnTo>
                  <a:pt x="1539" y="553"/>
                </a:lnTo>
                <a:lnTo>
                  <a:pt x="1539" y="560"/>
                </a:lnTo>
                <a:close/>
                <a:moveTo>
                  <a:pt x="1555" y="560"/>
                </a:moveTo>
                <a:lnTo>
                  <a:pt x="1563" y="560"/>
                </a:lnTo>
                <a:lnTo>
                  <a:pt x="1563" y="553"/>
                </a:lnTo>
                <a:lnTo>
                  <a:pt x="1555" y="553"/>
                </a:lnTo>
                <a:lnTo>
                  <a:pt x="1555" y="560"/>
                </a:lnTo>
                <a:close/>
                <a:moveTo>
                  <a:pt x="1572" y="560"/>
                </a:moveTo>
                <a:lnTo>
                  <a:pt x="1579" y="560"/>
                </a:lnTo>
                <a:lnTo>
                  <a:pt x="1579" y="553"/>
                </a:lnTo>
                <a:lnTo>
                  <a:pt x="1572" y="553"/>
                </a:lnTo>
                <a:lnTo>
                  <a:pt x="1572" y="560"/>
                </a:lnTo>
                <a:close/>
                <a:moveTo>
                  <a:pt x="1589" y="560"/>
                </a:moveTo>
                <a:lnTo>
                  <a:pt x="1596" y="560"/>
                </a:lnTo>
                <a:lnTo>
                  <a:pt x="1596" y="553"/>
                </a:lnTo>
                <a:lnTo>
                  <a:pt x="1589" y="553"/>
                </a:lnTo>
                <a:lnTo>
                  <a:pt x="1589" y="560"/>
                </a:lnTo>
                <a:close/>
                <a:moveTo>
                  <a:pt x="1605" y="560"/>
                </a:moveTo>
                <a:lnTo>
                  <a:pt x="1612" y="560"/>
                </a:lnTo>
                <a:lnTo>
                  <a:pt x="1612" y="553"/>
                </a:lnTo>
                <a:lnTo>
                  <a:pt x="1605" y="553"/>
                </a:lnTo>
                <a:lnTo>
                  <a:pt x="1605" y="560"/>
                </a:lnTo>
                <a:close/>
                <a:moveTo>
                  <a:pt x="1622" y="560"/>
                </a:moveTo>
                <a:lnTo>
                  <a:pt x="1629" y="560"/>
                </a:lnTo>
                <a:lnTo>
                  <a:pt x="1629" y="553"/>
                </a:lnTo>
                <a:lnTo>
                  <a:pt x="1622" y="553"/>
                </a:lnTo>
                <a:lnTo>
                  <a:pt x="1622" y="560"/>
                </a:lnTo>
                <a:close/>
                <a:moveTo>
                  <a:pt x="1638" y="560"/>
                </a:moveTo>
                <a:lnTo>
                  <a:pt x="1645" y="560"/>
                </a:lnTo>
                <a:lnTo>
                  <a:pt x="1645" y="553"/>
                </a:lnTo>
                <a:lnTo>
                  <a:pt x="1638" y="553"/>
                </a:lnTo>
                <a:lnTo>
                  <a:pt x="1638" y="560"/>
                </a:lnTo>
                <a:close/>
                <a:moveTo>
                  <a:pt x="1657" y="560"/>
                </a:moveTo>
                <a:lnTo>
                  <a:pt x="1664" y="560"/>
                </a:lnTo>
                <a:lnTo>
                  <a:pt x="1664" y="553"/>
                </a:lnTo>
                <a:lnTo>
                  <a:pt x="1657" y="553"/>
                </a:lnTo>
                <a:lnTo>
                  <a:pt x="1657" y="560"/>
                </a:lnTo>
                <a:close/>
                <a:moveTo>
                  <a:pt x="1674" y="560"/>
                </a:moveTo>
                <a:lnTo>
                  <a:pt x="1681" y="560"/>
                </a:lnTo>
                <a:lnTo>
                  <a:pt x="1681" y="553"/>
                </a:lnTo>
                <a:lnTo>
                  <a:pt x="1674" y="553"/>
                </a:lnTo>
                <a:lnTo>
                  <a:pt x="1674" y="560"/>
                </a:lnTo>
                <a:close/>
                <a:moveTo>
                  <a:pt x="1690" y="560"/>
                </a:moveTo>
                <a:lnTo>
                  <a:pt x="1698" y="560"/>
                </a:lnTo>
                <a:lnTo>
                  <a:pt x="1698" y="553"/>
                </a:lnTo>
                <a:lnTo>
                  <a:pt x="1690" y="553"/>
                </a:lnTo>
                <a:lnTo>
                  <a:pt x="1690" y="560"/>
                </a:lnTo>
                <a:close/>
                <a:moveTo>
                  <a:pt x="1707" y="560"/>
                </a:moveTo>
                <a:lnTo>
                  <a:pt x="1714" y="560"/>
                </a:lnTo>
                <a:lnTo>
                  <a:pt x="1714" y="553"/>
                </a:lnTo>
                <a:lnTo>
                  <a:pt x="1707" y="553"/>
                </a:lnTo>
                <a:lnTo>
                  <a:pt x="1707" y="560"/>
                </a:lnTo>
                <a:close/>
                <a:moveTo>
                  <a:pt x="1724" y="560"/>
                </a:moveTo>
                <a:lnTo>
                  <a:pt x="1731" y="560"/>
                </a:lnTo>
                <a:lnTo>
                  <a:pt x="1731" y="553"/>
                </a:lnTo>
                <a:lnTo>
                  <a:pt x="1724" y="553"/>
                </a:lnTo>
                <a:lnTo>
                  <a:pt x="1724" y="560"/>
                </a:lnTo>
                <a:close/>
                <a:moveTo>
                  <a:pt x="1740" y="560"/>
                </a:moveTo>
                <a:lnTo>
                  <a:pt x="1747" y="560"/>
                </a:lnTo>
                <a:lnTo>
                  <a:pt x="1747" y="553"/>
                </a:lnTo>
                <a:lnTo>
                  <a:pt x="1740" y="553"/>
                </a:lnTo>
                <a:lnTo>
                  <a:pt x="1740" y="560"/>
                </a:lnTo>
                <a:close/>
                <a:moveTo>
                  <a:pt x="1757" y="560"/>
                </a:moveTo>
                <a:lnTo>
                  <a:pt x="1764" y="560"/>
                </a:lnTo>
                <a:lnTo>
                  <a:pt x="1764" y="553"/>
                </a:lnTo>
                <a:lnTo>
                  <a:pt x="1757" y="553"/>
                </a:lnTo>
                <a:lnTo>
                  <a:pt x="1757" y="560"/>
                </a:lnTo>
                <a:close/>
                <a:moveTo>
                  <a:pt x="1773" y="560"/>
                </a:moveTo>
                <a:lnTo>
                  <a:pt x="1780" y="560"/>
                </a:lnTo>
                <a:lnTo>
                  <a:pt x="1780" y="553"/>
                </a:lnTo>
                <a:lnTo>
                  <a:pt x="1773" y="553"/>
                </a:lnTo>
                <a:lnTo>
                  <a:pt x="1773" y="560"/>
                </a:lnTo>
                <a:close/>
                <a:moveTo>
                  <a:pt x="1790" y="560"/>
                </a:moveTo>
                <a:lnTo>
                  <a:pt x="1797" y="560"/>
                </a:lnTo>
                <a:lnTo>
                  <a:pt x="1797" y="553"/>
                </a:lnTo>
                <a:lnTo>
                  <a:pt x="1790" y="553"/>
                </a:lnTo>
                <a:lnTo>
                  <a:pt x="1790" y="560"/>
                </a:lnTo>
                <a:close/>
                <a:moveTo>
                  <a:pt x="1806" y="560"/>
                </a:moveTo>
                <a:lnTo>
                  <a:pt x="1814" y="560"/>
                </a:lnTo>
                <a:lnTo>
                  <a:pt x="1814" y="553"/>
                </a:lnTo>
                <a:lnTo>
                  <a:pt x="1806" y="553"/>
                </a:lnTo>
                <a:lnTo>
                  <a:pt x="1806" y="560"/>
                </a:lnTo>
                <a:close/>
                <a:moveTo>
                  <a:pt x="1823" y="560"/>
                </a:moveTo>
                <a:lnTo>
                  <a:pt x="1830" y="560"/>
                </a:lnTo>
                <a:lnTo>
                  <a:pt x="1830" y="553"/>
                </a:lnTo>
                <a:lnTo>
                  <a:pt x="1823" y="553"/>
                </a:lnTo>
                <a:lnTo>
                  <a:pt x="1823" y="560"/>
                </a:lnTo>
                <a:close/>
                <a:moveTo>
                  <a:pt x="1840" y="560"/>
                </a:moveTo>
                <a:lnTo>
                  <a:pt x="1847" y="560"/>
                </a:lnTo>
                <a:lnTo>
                  <a:pt x="1847" y="553"/>
                </a:lnTo>
                <a:lnTo>
                  <a:pt x="1840" y="553"/>
                </a:lnTo>
                <a:lnTo>
                  <a:pt x="1840" y="560"/>
                </a:lnTo>
                <a:close/>
                <a:moveTo>
                  <a:pt x="1856" y="560"/>
                </a:moveTo>
                <a:lnTo>
                  <a:pt x="1863" y="560"/>
                </a:lnTo>
                <a:lnTo>
                  <a:pt x="1863" y="553"/>
                </a:lnTo>
                <a:lnTo>
                  <a:pt x="1856" y="553"/>
                </a:lnTo>
                <a:lnTo>
                  <a:pt x="1856" y="560"/>
                </a:lnTo>
                <a:close/>
                <a:moveTo>
                  <a:pt x="1873" y="560"/>
                </a:moveTo>
                <a:lnTo>
                  <a:pt x="1880" y="560"/>
                </a:lnTo>
                <a:lnTo>
                  <a:pt x="1880" y="553"/>
                </a:lnTo>
                <a:lnTo>
                  <a:pt x="1873" y="553"/>
                </a:lnTo>
                <a:lnTo>
                  <a:pt x="1873" y="560"/>
                </a:lnTo>
                <a:close/>
                <a:moveTo>
                  <a:pt x="1889" y="560"/>
                </a:moveTo>
                <a:lnTo>
                  <a:pt x="1896" y="560"/>
                </a:lnTo>
                <a:lnTo>
                  <a:pt x="1896" y="553"/>
                </a:lnTo>
                <a:lnTo>
                  <a:pt x="1889" y="553"/>
                </a:lnTo>
                <a:lnTo>
                  <a:pt x="1889" y="560"/>
                </a:lnTo>
                <a:close/>
                <a:moveTo>
                  <a:pt x="1908" y="560"/>
                </a:moveTo>
                <a:lnTo>
                  <a:pt x="1915" y="560"/>
                </a:lnTo>
                <a:lnTo>
                  <a:pt x="1915" y="553"/>
                </a:lnTo>
                <a:lnTo>
                  <a:pt x="1908" y="553"/>
                </a:lnTo>
                <a:lnTo>
                  <a:pt x="1908" y="560"/>
                </a:lnTo>
                <a:close/>
                <a:moveTo>
                  <a:pt x="1925" y="560"/>
                </a:moveTo>
                <a:lnTo>
                  <a:pt x="1932" y="560"/>
                </a:lnTo>
                <a:lnTo>
                  <a:pt x="1932" y="553"/>
                </a:lnTo>
                <a:lnTo>
                  <a:pt x="1925" y="553"/>
                </a:lnTo>
                <a:lnTo>
                  <a:pt x="1925" y="560"/>
                </a:lnTo>
                <a:close/>
                <a:moveTo>
                  <a:pt x="1941" y="560"/>
                </a:moveTo>
                <a:lnTo>
                  <a:pt x="1949" y="560"/>
                </a:lnTo>
                <a:lnTo>
                  <a:pt x="1949" y="553"/>
                </a:lnTo>
                <a:lnTo>
                  <a:pt x="1941" y="553"/>
                </a:lnTo>
                <a:lnTo>
                  <a:pt x="1941" y="560"/>
                </a:lnTo>
                <a:close/>
                <a:moveTo>
                  <a:pt x="1958" y="560"/>
                </a:moveTo>
                <a:lnTo>
                  <a:pt x="1965" y="560"/>
                </a:lnTo>
                <a:lnTo>
                  <a:pt x="1965" y="553"/>
                </a:lnTo>
                <a:lnTo>
                  <a:pt x="1958" y="553"/>
                </a:lnTo>
                <a:lnTo>
                  <a:pt x="1958" y="560"/>
                </a:lnTo>
                <a:close/>
                <a:moveTo>
                  <a:pt x="1975" y="560"/>
                </a:moveTo>
                <a:lnTo>
                  <a:pt x="1982" y="560"/>
                </a:lnTo>
                <a:lnTo>
                  <a:pt x="1982" y="553"/>
                </a:lnTo>
                <a:lnTo>
                  <a:pt x="1975" y="553"/>
                </a:lnTo>
                <a:lnTo>
                  <a:pt x="1975" y="560"/>
                </a:lnTo>
                <a:close/>
                <a:moveTo>
                  <a:pt x="1991" y="560"/>
                </a:moveTo>
                <a:lnTo>
                  <a:pt x="1998" y="560"/>
                </a:lnTo>
                <a:lnTo>
                  <a:pt x="1998" y="553"/>
                </a:lnTo>
                <a:lnTo>
                  <a:pt x="1991" y="553"/>
                </a:lnTo>
                <a:lnTo>
                  <a:pt x="1991" y="560"/>
                </a:lnTo>
                <a:close/>
                <a:moveTo>
                  <a:pt x="2008" y="560"/>
                </a:moveTo>
                <a:lnTo>
                  <a:pt x="2015" y="560"/>
                </a:lnTo>
                <a:lnTo>
                  <a:pt x="2015" y="553"/>
                </a:lnTo>
                <a:lnTo>
                  <a:pt x="2008" y="553"/>
                </a:lnTo>
                <a:lnTo>
                  <a:pt x="2008" y="560"/>
                </a:lnTo>
                <a:close/>
                <a:moveTo>
                  <a:pt x="2024" y="560"/>
                </a:moveTo>
                <a:lnTo>
                  <a:pt x="2031" y="560"/>
                </a:lnTo>
                <a:lnTo>
                  <a:pt x="2031" y="553"/>
                </a:lnTo>
                <a:lnTo>
                  <a:pt x="2024" y="553"/>
                </a:lnTo>
                <a:lnTo>
                  <a:pt x="2024" y="560"/>
                </a:lnTo>
                <a:close/>
                <a:moveTo>
                  <a:pt x="2041" y="560"/>
                </a:moveTo>
                <a:lnTo>
                  <a:pt x="2048" y="560"/>
                </a:lnTo>
                <a:lnTo>
                  <a:pt x="2048" y="553"/>
                </a:lnTo>
                <a:lnTo>
                  <a:pt x="2041" y="553"/>
                </a:lnTo>
                <a:lnTo>
                  <a:pt x="2041" y="560"/>
                </a:lnTo>
                <a:close/>
                <a:moveTo>
                  <a:pt x="2057" y="560"/>
                </a:moveTo>
                <a:lnTo>
                  <a:pt x="2065" y="560"/>
                </a:lnTo>
                <a:lnTo>
                  <a:pt x="2065" y="553"/>
                </a:lnTo>
                <a:lnTo>
                  <a:pt x="2057" y="553"/>
                </a:lnTo>
                <a:lnTo>
                  <a:pt x="2057" y="560"/>
                </a:lnTo>
                <a:close/>
                <a:moveTo>
                  <a:pt x="2074" y="560"/>
                </a:moveTo>
                <a:lnTo>
                  <a:pt x="2081" y="560"/>
                </a:lnTo>
                <a:lnTo>
                  <a:pt x="2081" y="553"/>
                </a:lnTo>
                <a:lnTo>
                  <a:pt x="2074" y="553"/>
                </a:lnTo>
                <a:lnTo>
                  <a:pt x="2074" y="560"/>
                </a:lnTo>
                <a:close/>
                <a:moveTo>
                  <a:pt x="2091" y="560"/>
                </a:moveTo>
                <a:lnTo>
                  <a:pt x="2098" y="560"/>
                </a:lnTo>
                <a:lnTo>
                  <a:pt x="2098" y="553"/>
                </a:lnTo>
                <a:lnTo>
                  <a:pt x="2091" y="553"/>
                </a:lnTo>
                <a:lnTo>
                  <a:pt x="2091" y="560"/>
                </a:lnTo>
                <a:close/>
                <a:moveTo>
                  <a:pt x="2107" y="560"/>
                </a:moveTo>
                <a:lnTo>
                  <a:pt x="2114" y="560"/>
                </a:lnTo>
                <a:lnTo>
                  <a:pt x="2114" y="553"/>
                </a:lnTo>
                <a:lnTo>
                  <a:pt x="2107" y="553"/>
                </a:lnTo>
                <a:lnTo>
                  <a:pt x="2107" y="560"/>
                </a:lnTo>
                <a:close/>
                <a:moveTo>
                  <a:pt x="2124" y="560"/>
                </a:moveTo>
                <a:lnTo>
                  <a:pt x="2131" y="560"/>
                </a:lnTo>
                <a:lnTo>
                  <a:pt x="2131" y="553"/>
                </a:lnTo>
                <a:lnTo>
                  <a:pt x="2124" y="553"/>
                </a:lnTo>
                <a:lnTo>
                  <a:pt x="2124" y="560"/>
                </a:lnTo>
                <a:close/>
                <a:moveTo>
                  <a:pt x="2140" y="560"/>
                </a:moveTo>
                <a:lnTo>
                  <a:pt x="2147" y="560"/>
                </a:lnTo>
                <a:lnTo>
                  <a:pt x="2147" y="553"/>
                </a:lnTo>
                <a:lnTo>
                  <a:pt x="2140" y="553"/>
                </a:lnTo>
                <a:lnTo>
                  <a:pt x="2140" y="560"/>
                </a:lnTo>
                <a:close/>
                <a:moveTo>
                  <a:pt x="2159" y="560"/>
                </a:moveTo>
                <a:lnTo>
                  <a:pt x="2164" y="560"/>
                </a:lnTo>
                <a:lnTo>
                  <a:pt x="2164" y="553"/>
                </a:lnTo>
                <a:lnTo>
                  <a:pt x="2159" y="553"/>
                </a:lnTo>
                <a:lnTo>
                  <a:pt x="2159" y="560"/>
                </a:lnTo>
                <a:close/>
                <a:moveTo>
                  <a:pt x="2176" y="560"/>
                </a:moveTo>
                <a:lnTo>
                  <a:pt x="2183" y="560"/>
                </a:lnTo>
                <a:lnTo>
                  <a:pt x="2183" y="553"/>
                </a:lnTo>
                <a:lnTo>
                  <a:pt x="2176" y="553"/>
                </a:lnTo>
                <a:lnTo>
                  <a:pt x="2176" y="560"/>
                </a:lnTo>
                <a:close/>
                <a:moveTo>
                  <a:pt x="2192" y="560"/>
                </a:moveTo>
                <a:lnTo>
                  <a:pt x="2200" y="560"/>
                </a:lnTo>
                <a:lnTo>
                  <a:pt x="2200" y="553"/>
                </a:lnTo>
                <a:lnTo>
                  <a:pt x="2192" y="553"/>
                </a:lnTo>
                <a:lnTo>
                  <a:pt x="2192" y="560"/>
                </a:lnTo>
                <a:close/>
                <a:moveTo>
                  <a:pt x="2209" y="560"/>
                </a:moveTo>
                <a:lnTo>
                  <a:pt x="2216" y="560"/>
                </a:lnTo>
                <a:lnTo>
                  <a:pt x="2216" y="553"/>
                </a:lnTo>
                <a:lnTo>
                  <a:pt x="2209" y="553"/>
                </a:lnTo>
                <a:lnTo>
                  <a:pt x="2209" y="560"/>
                </a:lnTo>
                <a:close/>
                <a:moveTo>
                  <a:pt x="2226" y="560"/>
                </a:moveTo>
                <a:lnTo>
                  <a:pt x="2233" y="560"/>
                </a:lnTo>
                <a:lnTo>
                  <a:pt x="2233" y="553"/>
                </a:lnTo>
                <a:lnTo>
                  <a:pt x="2226" y="553"/>
                </a:lnTo>
                <a:lnTo>
                  <a:pt x="2226" y="560"/>
                </a:lnTo>
                <a:close/>
                <a:moveTo>
                  <a:pt x="2242" y="560"/>
                </a:moveTo>
                <a:lnTo>
                  <a:pt x="2249" y="560"/>
                </a:lnTo>
                <a:lnTo>
                  <a:pt x="2249" y="553"/>
                </a:lnTo>
                <a:lnTo>
                  <a:pt x="2242" y="553"/>
                </a:lnTo>
                <a:lnTo>
                  <a:pt x="2242" y="560"/>
                </a:lnTo>
                <a:close/>
                <a:moveTo>
                  <a:pt x="2259" y="560"/>
                </a:moveTo>
                <a:lnTo>
                  <a:pt x="2266" y="560"/>
                </a:lnTo>
                <a:lnTo>
                  <a:pt x="2266" y="553"/>
                </a:lnTo>
                <a:lnTo>
                  <a:pt x="2259" y="553"/>
                </a:lnTo>
                <a:lnTo>
                  <a:pt x="2259" y="560"/>
                </a:lnTo>
                <a:close/>
                <a:moveTo>
                  <a:pt x="2275" y="560"/>
                </a:moveTo>
                <a:lnTo>
                  <a:pt x="2282" y="560"/>
                </a:lnTo>
                <a:lnTo>
                  <a:pt x="2282" y="553"/>
                </a:lnTo>
                <a:lnTo>
                  <a:pt x="2275" y="553"/>
                </a:lnTo>
                <a:lnTo>
                  <a:pt x="2275" y="560"/>
                </a:lnTo>
                <a:close/>
                <a:moveTo>
                  <a:pt x="2292" y="560"/>
                </a:moveTo>
                <a:lnTo>
                  <a:pt x="2299" y="560"/>
                </a:lnTo>
                <a:lnTo>
                  <a:pt x="2299" y="553"/>
                </a:lnTo>
                <a:lnTo>
                  <a:pt x="2292" y="553"/>
                </a:lnTo>
                <a:lnTo>
                  <a:pt x="2292" y="560"/>
                </a:lnTo>
                <a:close/>
                <a:moveTo>
                  <a:pt x="2308" y="560"/>
                </a:moveTo>
                <a:lnTo>
                  <a:pt x="2316" y="560"/>
                </a:lnTo>
                <a:lnTo>
                  <a:pt x="2316" y="553"/>
                </a:lnTo>
                <a:lnTo>
                  <a:pt x="2308" y="553"/>
                </a:lnTo>
                <a:lnTo>
                  <a:pt x="2308" y="560"/>
                </a:lnTo>
                <a:close/>
                <a:moveTo>
                  <a:pt x="2325" y="560"/>
                </a:moveTo>
                <a:lnTo>
                  <a:pt x="2332" y="560"/>
                </a:lnTo>
                <a:lnTo>
                  <a:pt x="2332" y="553"/>
                </a:lnTo>
                <a:lnTo>
                  <a:pt x="2325" y="553"/>
                </a:lnTo>
                <a:lnTo>
                  <a:pt x="2325" y="560"/>
                </a:lnTo>
                <a:close/>
                <a:moveTo>
                  <a:pt x="2342" y="560"/>
                </a:moveTo>
                <a:lnTo>
                  <a:pt x="2349" y="560"/>
                </a:lnTo>
                <a:lnTo>
                  <a:pt x="2349" y="553"/>
                </a:lnTo>
                <a:lnTo>
                  <a:pt x="2342" y="553"/>
                </a:lnTo>
                <a:lnTo>
                  <a:pt x="2342" y="560"/>
                </a:lnTo>
                <a:close/>
                <a:moveTo>
                  <a:pt x="2358" y="560"/>
                </a:moveTo>
                <a:lnTo>
                  <a:pt x="2365" y="560"/>
                </a:lnTo>
                <a:lnTo>
                  <a:pt x="2365" y="553"/>
                </a:lnTo>
                <a:lnTo>
                  <a:pt x="2358" y="553"/>
                </a:lnTo>
                <a:lnTo>
                  <a:pt x="2358" y="560"/>
                </a:lnTo>
                <a:close/>
                <a:moveTo>
                  <a:pt x="2375" y="560"/>
                </a:moveTo>
                <a:lnTo>
                  <a:pt x="2382" y="560"/>
                </a:lnTo>
                <a:lnTo>
                  <a:pt x="2382" y="553"/>
                </a:lnTo>
                <a:lnTo>
                  <a:pt x="2375" y="553"/>
                </a:lnTo>
                <a:lnTo>
                  <a:pt x="2375" y="560"/>
                </a:lnTo>
                <a:close/>
                <a:moveTo>
                  <a:pt x="2391" y="560"/>
                </a:moveTo>
                <a:lnTo>
                  <a:pt x="2398" y="560"/>
                </a:lnTo>
                <a:lnTo>
                  <a:pt x="2398" y="553"/>
                </a:lnTo>
                <a:lnTo>
                  <a:pt x="2391" y="553"/>
                </a:lnTo>
                <a:lnTo>
                  <a:pt x="2391" y="560"/>
                </a:lnTo>
                <a:close/>
                <a:moveTo>
                  <a:pt x="2408" y="560"/>
                </a:moveTo>
                <a:lnTo>
                  <a:pt x="2415" y="560"/>
                </a:lnTo>
                <a:lnTo>
                  <a:pt x="2415" y="553"/>
                </a:lnTo>
                <a:lnTo>
                  <a:pt x="2408" y="553"/>
                </a:lnTo>
                <a:lnTo>
                  <a:pt x="2408" y="560"/>
                </a:lnTo>
                <a:close/>
                <a:moveTo>
                  <a:pt x="2427" y="560"/>
                </a:moveTo>
                <a:lnTo>
                  <a:pt x="2434" y="560"/>
                </a:lnTo>
                <a:lnTo>
                  <a:pt x="2434" y="553"/>
                </a:lnTo>
                <a:lnTo>
                  <a:pt x="2427" y="553"/>
                </a:lnTo>
                <a:lnTo>
                  <a:pt x="2427" y="560"/>
                </a:lnTo>
                <a:close/>
                <a:moveTo>
                  <a:pt x="2443" y="560"/>
                </a:moveTo>
                <a:lnTo>
                  <a:pt x="2451" y="560"/>
                </a:lnTo>
                <a:lnTo>
                  <a:pt x="2451" y="553"/>
                </a:lnTo>
                <a:lnTo>
                  <a:pt x="2443" y="553"/>
                </a:lnTo>
                <a:lnTo>
                  <a:pt x="2443" y="560"/>
                </a:lnTo>
                <a:close/>
                <a:moveTo>
                  <a:pt x="2460" y="560"/>
                </a:moveTo>
                <a:lnTo>
                  <a:pt x="2467" y="560"/>
                </a:lnTo>
                <a:lnTo>
                  <a:pt x="2467" y="553"/>
                </a:lnTo>
                <a:lnTo>
                  <a:pt x="2460" y="553"/>
                </a:lnTo>
                <a:lnTo>
                  <a:pt x="2460" y="560"/>
                </a:lnTo>
                <a:close/>
                <a:moveTo>
                  <a:pt x="2477" y="560"/>
                </a:moveTo>
                <a:lnTo>
                  <a:pt x="2484" y="560"/>
                </a:lnTo>
                <a:lnTo>
                  <a:pt x="2484" y="553"/>
                </a:lnTo>
                <a:lnTo>
                  <a:pt x="2477" y="553"/>
                </a:lnTo>
                <a:lnTo>
                  <a:pt x="2477" y="560"/>
                </a:lnTo>
                <a:close/>
                <a:moveTo>
                  <a:pt x="2493" y="560"/>
                </a:moveTo>
                <a:lnTo>
                  <a:pt x="2500" y="560"/>
                </a:lnTo>
                <a:lnTo>
                  <a:pt x="2500" y="553"/>
                </a:lnTo>
                <a:lnTo>
                  <a:pt x="2493" y="553"/>
                </a:lnTo>
                <a:lnTo>
                  <a:pt x="2493" y="560"/>
                </a:lnTo>
                <a:close/>
                <a:moveTo>
                  <a:pt x="2510" y="560"/>
                </a:moveTo>
                <a:lnTo>
                  <a:pt x="2517" y="560"/>
                </a:lnTo>
                <a:lnTo>
                  <a:pt x="2517" y="553"/>
                </a:lnTo>
                <a:lnTo>
                  <a:pt x="2510" y="553"/>
                </a:lnTo>
                <a:lnTo>
                  <a:pt x="2510" y="560"/>
                </a:lnTo>
                <a:close/>
                <a:moveTo>
                  <a:pt x="2526" y="560"/>
                </a:moveTo>
                <a:lnTo>
                  <a:pt x="2533" y="560"/>
                </a:lnTo>
                <a:lnTo>
                  <a:pt x="2533" y="553"/>
                </a:lnTo>
                <a:lnTo>
                  <a:pt x="2526" y="553"/>
                </a:lnTo>
                <a:lnTo>
                  <a:pt x="2526" y="560"/>
                </a:lnTo>
                <a:close/>
                <a:moveTo>
                  <a:pt x="2543" y="560"/>
                </a:moveTo>
                <a:lnTo>
                  <a:pt x="2550" y="560"/>
                </a:lnTo>
                <a:lnTo>
                  <a:pt x="2550" y="553"/>
                </a:lnTo>
                <a:lnTo>
                  <a:pt x="2543" y="553"/>
                </a:lnTo>
                <a:lnTo>
                  <a:pt x="2543" y="560"/>
                </a:lnTo>
                <a:close/>
                <a:moveTo>
                  <a:pt x="2560" y="560"/>
                </a:moveTo>
                <a:lnTo>
                  <a:pt x="2567" y="560"/>
                </a:lnTo>
                <a:lnTo>
                  <a:pt x="2567" y="553"/>
                </a:lnTo>
                <a:lnTo>
                  <a:pt x="2560" y="553"/>
                </a:lnTo>
                <a:lnTo>
                  <a:pt x="2560" y="560"/>
                </a:lnTo>
                <a:close/>
                <a:moveTo>
                  <a:pt x="2576" y="560"/>
                </a:moveTo>
                <a:lnTo>
                  <a:pt x="2583" y="560"/>
                </a:lnTo>
                <a:lnTo>
                  <a:pt x="2583" y="553"/>
                </a:lnTo>
                <a:lnTo>
                  <a:pt x="2576" y="553"/>
                </a:lnTo>
                <a:lnTo>
                  <a:pt x="2576" y="560"/>
                </a:lnTo>
                <a:close/>
                <a:moveTo>
                  <a:pt x="2593" y="560"/>
                </a:moveTo>
                <a:lnTo>
                  <a:pt x="2600" y="560"/>
                </a:lnTo>
                <a:lnTo>
                  <a:pt x="2600" y="553"/>
                </a:lnTo>
                <a:lnTo>
                  <a:pt x="2593" y="553"/>
                </a:lnTo>
                <a:lnTo>
                  <a:pt x="2593" y="560"/>
                </a:lnTo>
                <a:close/>
                <a:moveTo>
                  <a:pt x="2609" y="560"/>
                </a:moveTo>
                <a:lnTo>
                  <a:pt x="2616" y="560"/>
                </a:lnTo>
                <a:lnTo>
                  <a:pt x="2616" y="553"/>
                </a:lnTo>
                <a:lnTo>
                  <a:pt x="2609" y="553"/>
                </a:lnTo>
                <a:lnTo>
                  <a:pt x="2609" y="560"/>
                </a:lnTo>
                <a:close/>
                <a:moveTo>
                  <a:pt x="2626" y="560"/>
                </a:moveTo>
                <a:lnTo>
                  <a:pt x="2633" y="560"/>
                </a:lnTo>
                <a:lnTo>
                  <a:pt x="2633" y="553"/>
                </a:lnTo>
                <a:lnTo>
                  <a:pt x="2626" y="553"/>
                </a:lnTo>
                <a:lnTo>
                  <a:pt x="2626" y="560"/>
                </a:lnTo>
                <a:close/>
                <a:moveTo>
                  <a:pt x="2642" y="560"/>
                </a:moveTo>
                <a:lnTo>
                  <a:pt x="2649" y="560"/>
                </a:lnTo>
                <a:lnTo>
                  <a:pt x="2649" y="553"/>
                </a:lnTo>
                <a:lnTo>
                  <a:pt x="2642" y="553"/>
                </a:lnTo>
                <a:lnTo>
                  <a:pt x="2642" y="560"/>
                </a:lnTo>
                <a:close/>
                <a:moveTo>
                  <a:pt x="2659" y="560"/>
                </a:moveTo>
                <a:lnTo>
                  <a:pt x="2666" y="560"/>
                </a:lnTo>
                <a:lnTo>
                  <a:pt x="2666" y="553"/>
                </a:lnTo>
                <a:lnTo>
                  <a:pt x="2659" y="553"/>
                </a:lnTo>
                <a:lnTo>
                  <a:pt x="2659" y="560"/>
                </a:lnTo>
                <a:close/>
                <a:moveTo>
                  <a:pt x="2694" y="560"/>
                </a:moveTo>
                <a:lnTo>
                  <a:pt x="2702" y="560"/>
                </a:lnTo>
                <a:lnTo>
                  <a:pt x="2702" y="553"/>
                </a:lnTo>
                <a:lnTo>
                  <a:pt x="2694" y="553"/>
                </a:lnTo>
                <a:lnTo>
                  <a:pt x="2694" y="560"/>
                </a:lnTo>
                <a:close/>
                <a:moveTo>
                  <a:pt x="2711" y="560"/>
                </a:moveTo>
                <a:lnTo>
                  <a:pt x="2718" y="560"/>
                </a:lnTo>
                <a:lnTo>
                  <a:pt x="2718" y="553"/>
                </a:lnTo>
                <a:lnTo>
                  <a:pt x="2711" y="553"/>
                </a:lnTo>
                <a:lnTo>
                  <a:pt x="2711" y="560"/>
                </a:lnTo>
                <a:close/>
                <a:moveTo>
                  <a:pt x="2728" y="560"/>
                </a:moveTo>
                <a:lnTo>
                  <a:pt x="2735" y="560"/>
                </a:lnTo>
                <a:lnTo>
                  <a:pt x="2735" y="553"/>
                </a:lnTo>
                <a:lnTo>
                  <a:pt x="2728" y="553"/>
                </a:lnTo>
                <a:lnTo>
                  <a:pt x="2728" y="560"/>
                </a:lnTo>
                <a:close/>
                <a:moveTo>
                  <a:pt x="402" y="577"/>
                </a:moveTo>
                <a:lnTo>
                  <a:pt x="409" y="577"/>
                </a:lnTo>
                <a:lnTo>
                  <a:pt x="409" y="570"/>
                </a:lnTo>
                <a:lnTo>
                  <a:pt x="402" y="570"/>
                </a:lnTo>
                <a:lnTo>
                  <a:pt x="402" y="577"/>
                </a:lnTo>
                <a:close/>
                <a:moveTo>
                  <a:pt x="419" y="577"/>
                </a:moveTo>
                <a:lnTo>
                  <a:pt x="426" y="577"/>
                </a:lnTo>
                <a:lnTo>
                  <a:pt x="426" y="570"/>
                </a:lnTo>
                <a:lnTo>
                  <a:pt x="419" y="570"/>
                </a:lnTo>
                <a:lnTo>
                  <a:pt x="419" y="577"/>
                </a:lnTo>
                <a:close/>
                <a:moveTo>
                  <a:pt x="435" y="577"/>
                </a:moveTo>
                <a:lnTo>
                  <a:pt x="442" y="577"/>
                </a:lnTo>
                <a:lnTo>
                  <a:pt x="442" y="570"/>
                </a:lnTo>
                <a:lnTo>
                  <a:pt x="435" y="570"/>
                </a:lnTo>
                <a:lnTo>
                  <a:pt x="435" y="577"/>
                </a:lnTo>
                <a:close/>
                <a:moveTo>
                  <a:pt x="452" y="577"/>
                </a:moveTo>
                <a:lnTo>
                  <a:pt x="459" y="577"/>
                </a:lnTo>
                <a:lnTo>
                  <a:pt x="459" y="570"/>
                </a:lnTo>
                <a:lnTo>
                  <a:pt x="452" y="570"/>
                </a:lnTo>
                <a:lnTo>
                  <a:pt x="452" y="577"/>
                </a:lnTo>
                <a:close/>
                <a:moveTo>
                  <a:pt x="469" y="577"/>
                </a:moveTo>
                <a:lnTo>
                  <a:pt x="476" y="577"/>
                </a:lnTo>
                <a:lnTo>
                  <a:pt x="476" y="570"/>
                </a:lnTo>
                <a:lnTo>
                  <a:pt x="469" y="570"/>
                </a:lnTo>
                <a:lnTo>
                  <a:pt x="469" y="577"/>
                </a:lnTo>
                <a:close/>
                <a:moveTo>
                  <a:pt x="485" y="577"/>
                </a:moveTo>
                <a:lnTo>
                  <a:pt x="492" y="577"/>
                </a:lnTo>
                <a:lnTo>
                  <a:pt x="492" y="570"/>
                </a:lnTo>
                <a:lnTo>
                  <a:pt x="485" y="570"/>
                </a:lnTo>
                <a:lnTo>
                  <a:pt x="485" y="577"/>
                </a:lnTo>
                <a:close/>
                <a:moveTo>
                  <a:pt x="502" y="577"/>
                </a:moveTo>
                <a:lnTo>
                  <a:pt x="509" y="577"/>
                </a:lnTo>
                <a:lnTo>
                  <a:pt x="509" y="570"/>
                </a:lnTo>
                <a:lnTo>
                  <a:pt x="502" y="570"/>
                </a:lnTo>
                <a:lnTo>
                  <a:pt x="502" y="577"/>
                </a:lnTo>
                <a:close/>
                <a:moveTo>
                  <a:pt x="518" y="577"/>
                </a:moveTo>
                <a:lnTo>
                  <a:pt x="525" y="577"/>
                </a:lnTo>
                <a:lnTo>
                  <a:pt x="525" y="570"/>
                </a:lnTo>
                <a:lnTo>
                  <a:pt x="518" y="570"/>
                </a:lnTo>
                <a:lnTo>
                  <a:pt x="518" y="577"/>
                </a:lnTo>
                <a:close/>
                <a:moveTo>
                  <a:pt x="535" y="577"/>
                </a:moveTo>
                <a:lnTo>
                  <a:pt x="542" y="577"/>
                </a:lnTo>
                <a:lnTo>
                  <a:pt x="542" y="570"/>
                </a:lnTo>
                <a:lnTo>
                  <a:pt x="535" y="570"/>
                </a:lnTo>
                <a:lnTo>
                  <a:pt x="535" y="577"/>
                </a:lnTo>
                <a:close/>
                <a:moveTo>
                  <a:pt x="551" y="577"/>
                </a:moveTo>
                <a:lnTo>
                  <a:pt x="559" y="577"/>
                </a:lnTo>
                <a:lnTo>
                  <a:pt x="559" y="570"/>
                </a:lnTo>
                <a:lnTo>
                  <a:pt x="551" y="570"/>
                </a:lnTo>
                <a:lnTo>
                  <a:pt x="551" y="577"/>
                </a:lnTo>
                <a:close/>
                <a:moveTo>
                  <a:pt x="568" y="577"/>
                </a:moveTo>
                <a:lnTo>
                  <a:pt x="575" y="577"/>
                </a:lnTo>
                <a:lnTo>
                  <a:pt x="575" y="570"/>
                </a:lnTo>
                <a:lnTo>
                  <a:pt x="568" y="570"/>
                </a:lnTo>
                <a:lnTo>
                  <a:pt x="568" y="577"/>
                </a:lnTo>
                <a:close/>
                <a:moveTo>
                  <a:pt x="585" y="577"/>
                </a:moveTo>
                <a:lnTo>
                  <a:pt x="592" y="577"/>
                </a:lnTo>
                <a:lnTo>
                  <a:pt x="592" y="570"/>
                </a:lnTo>
                <a:lnTo>
                  <a:pt x="585" y="570"/>
                </a:lnTo>
                <a:lnTo>
                  <a:pt x="585" y="577"/>
                </a:lnTo>
                <a:close/>
                <a:moveTo>
                  <a:pt x="601" y="577"/>
                </a:moveTo>
                <a:lnTo>
                  <a:pt x="608" y="577"/>
                </a:lnTo>
                <a:lnTo>
                  <a:pt x="608" y="570"/>
                </a:lnTo>
                <a:lnTo>
                  <a:pt x="601" y="570"/>
                </a:lnTo>
                <a:lnTo>
                  <a:pt x="601" y="577"/>
                </a:lnTo>
                <a:close/>
                <a:moveTo>
                  <a:pt x="620" y="577"/>
                </a:moveTo>
                <a:lnTo>
                  <a:pt x="625" y="577"/>
                </a:lnTo>
                <a:lnTo>
                  <a:pt x="625" y="570"/>
                </a:lnTo>
                <a:lnTo>
                  <a:pt x="620" y="570"/>
                </a:lnTo>
                <a:lnTo>
                  <a:pt x="620" y="577"/>
                </a:lnTo>
                <a:close/>
                <a:moveTo>
                  <a:pt x="637" y="577"/>
                </a:moveTo>
                <a:lnTo>
                  <a:pt x="644" y="577"/>
                </a:lnTo>
                <a:lnTo>
                  <a:pt x="644" y="570"/>
                </a:lnTo>
                <a:lnTo>
                  <a:pt x="637" y="570"/>
                </a:lnTo>
                <a:lnTo>
                  <a:pt x="637" y="577"/>
                </a:lnTo>
                <a:close/>
                <a:moveTo>
                  <a:pt x="653" y="577"/>
                </a:moveTo>
                <a:lnTo>
                  <a:pt x="660" y="577"/>
                </a:lnTo>
                <a:lnTo>
                  <a:pt x="660" y="570"/>
                </a:lnTo>
                <a:lnTo>
                  <a:pt x="653" y="570"/>
                </a:lnTo>
                <a:lnTo>
                  <a:pt x="653" y="577"/>
                </a:lnTo>
                <a:close/>
                <a:moveTo>
                  <a:pt x="670" y="577"/>
                </a:moveTo>
                <a:lnTo>
                  <a:pt x="677" y="577"/>
                </a:lnTo>
                <a:lnTo>
                  <a:pt x="677" y="570"/>
                </a:lnTo>
                <a:lnTo>
                  <a:pt x="670" y="570"/>
                </a:lnTo>
                <a:lnTo>
                  <a:pt x="670" y="577"/>
                </a:lnTo>
                <a:close/>
                <a:moveTo>
                  <a:pt x="686" y="577"/>
                </a:moveTo>
                <a:lnTo>
                  <a:pt x="693" y="577"/>
                </a:lnTo>
                <a:lnTo>
                  <a:pt x="693" y="570"/>
                </a:lnTo>
                <a:lnTo>
                  <a:pt x="686" y="570"/>
                </a:lnTo>
                <a:lnTo>
                  <a:pt x="686" y="577"/>
                </a:lnTo>
                <a:close/>
                <a:moveTo>
                  <a:pt x="703" y="577"/>
                </a:moveTo>
                <a:lnTo>
                  <a:pt x="710" y="577"/>
                </a:lnTo>
                <a:lnTo>
                  <a:pt x="710" y="570"/>
                </a:lnTo>
                <a:lnTo>
                  <a:pt x="703" y="570"/>
                </a:lnTo>
                <a:lnTo>
                  <a:pt x="703" y="577"/>
                </a:lnTo>
                <a:close/>
                <a:moveTo>
                  <a:pt x="720" y="577"/>
                </a:moveTo>
                <a:lnTo>
                  <a:pt x="727" y="577"/>
                </a:lnTo>
                <a:lnTo>
                  <a:pt x="727" y="570"/>
                </a:lnTo>
                <a:lnTo>
                  <a:pt x="720" y="570"/>
                </a:lnTo>
                <a:lnTo>
                  <a:pt x="720" y="577"/>
                </a:lnTo>
                <a:close/>
                <a:moveTo>
                  <a:pt x="736" y="577"/>
                </a:moveTo>
                <a:lnTo>
                  <a:pt x="743" y="577"/>
                </a:lnTo>
                <a:lnTo>
                  <a:pt x="743" y="570"/>
                </a:lnTo>
                <a:lnTo>
                  <a:pt x="736" y="570"/>
                </a:lnTo>
                <a:lnTo>
                  <a:pt x="736" y="577"/>
                </a:lnTo>
                <a:close/>
                <a:moveTo>
                  <a:pt x="753" y="577"/>
                </a:moveTo>
                <a:lnTo>
                  <a:pt x="760" y="577"/>
                </a:lnTo>
                <a:lnTo>
                  <a:pt x="760" y="570"/>
                </a:lnTo>
                <a:lnTo>
                  <a:pt x="753" y="570"/>
                </a:lnTo>
                <a:lnTo>
                  <a:pt x="753" y="577"/>
                </a:lnTo>
                <a:close/>
                <a:moveTo>
                  <a:pt x="769" y="577"/>
                </a:moveTo>
                <a:lnTo>
                  <a:pt x="776" y="577"/>
                </a:lnTo>
                <a:lnTo>
                  <a:pt x="776" y="570"/>
                </a:lnTo>
                <a:lnTo>
                  <a:pt x="769" y="570"/>
                </a:lnTo>
                <a:lnTo>
                  <a:pt x="769" y="577"/>
                </a:lnTo>
                <a:close/>
                <a:moveTo>
                  <a:pt x="786" y="577"/>
                </a:moveTo>
                <a:lnTo>
                  <a:pt x="793" y="577"/>
                </a:lnTo>
                <a:lnTo>
                  <a:pt x="793" y="570"/>
                </a:lnTo>
                <a:lnTo>
                  <a:pt x="786" y="570"/>
                </a:lnTo>
                <a:lnTo>
                  <a:pt x="786" y="577"/>
                </a:lnTo>
                <a:close/>
                <a:moveTo>
                  <a:pt x="802" y="577"/>
                </a:moveTo>
                <a:lnTo>
                  <a:pt x="810" y="577"/>
                </a:lnTo>
                <a:lnTo>
                  <a:pt x="810" y="570"/>
                </a:lnTo>
                <a:lnTo>
                  <a:pt x="802" y="570"/>
                </a:lnTo>
                <a:lnTo>
                  <a:pt x="802" y="577"/>
                </a:lnTo>
                <a:close/>
                <a:moveTo>
                  <a:pt x="819" y="577"/>
                </a:moveTo>
                <a:lnTo>
                  <a:pt x="826" y="577"/>
                </a:lnTo>
                <a:lnTo>
                  <a:pt x="826" y="570"/>
                </a:lnTo>
                <a:lnTo>
                  <a:pt x="819" y="570"/>
                </a:lnTo>
                <a:lnTo>
                  <a:pt x="819" y="577"/>
                </a:lnTo>
                <a:close/>
                <a:moveTo>
                  <a:pt x="836" y="577"/>
                </a:moveTo>
                <a:lnTo>
                  <a:pt x="843" y="577"/>
                </a:lnTo>
                <a:lnTo>
                  <a:pt x="843" y="570"/>
                </a:lnTo>
                <a:lnTo>
                  <a:pt x="836" y="570"/>
                </a:lnTo>
                <a:lnTo>
                  <a:pt x="836" y="577"/>
                </a:lnTo>
                <a:close/>
                <a:moveTo>
                  <a:pt x="852" y="577"/>
                </a:moveTo>
                <a:lnTo>
                  <a:pt x="859" y="577"/>
                </a:lnTo>
                <a:lnTo>
                  <a:pt x="859" y="570"/>
                </a:lnTo>
                <a:lnTo>
                  <a:pt x="852" y="570"/>
                </a:lnTo>
                <a:lnTo>
                  <a:pt x="852" y="577"/>
                </a:lnTo>
                <a:close/>
                <a:moveTo>
                  <a:pt x="871" y="577"/>
                </a:moveTo>
                <a:lnTo>
                  <a:pt x="876" y="577"/>
                </a:lnTo>
                <a:lnTo>
                  <a:pt x="876" y="570"/>
                </a:lnTo>
                <a:lnTo>
                  <a:pt x="871" y="570"/>
                </a:lnTo>
                <a:lnTo>
                  <a:pt x="871" y="577"/>
                </a:lnTo>
                <a:close/>
                <a:moveTo>
                  <a:pt x="888" y="577"/>
                </a:moveTo>
                <a:lnTo>
                  <a:pt x="895" y="577"/>
                </a:lnTo>
                <a:lnTo>
                  <a:pt x="895" y="570"/>
                </a:lnTo>
                <a:lnTo>
                  <a:pt x="888" y="570"/>
                </a:lnTo>
                <a:lnTo>
                  <a:pt x="888" y="577"/>
                </a:lnTo>
                <a:close/>
                <a:moveTo>
                  <a:pt x="904" y="577"/>
                </a:moveTo>
                <a:lnTo>
                  <a:pt x="911" y="577"/>
                </a:lnTo>
                <a:lnTo>
                  <a:pt x="911" y="570"/>
                </a:lnTo>
                <a:lnTo>
                  <a:pt x="904" y="570"/>
                </a:lnTo>
                <a:lnTo>
                  <a:pt x="904" y="577"/>
                </a:lnTo>
                <a:close/>
                <a:moveTo>
                  <a:pt x="921" y="577"/>
                </a:moveTo>
                <a:lnTo>
                  <a:pt x="928" y="577"/>
                </a:lnTo>
                <a:lnTo>
                  <a:pt x="928" y="570"/>
                </a:lnTo>
                <a:lnTo>
                  <a:pt x="921" y="570"/>
                </a:lnTo>
                <a:lnTo>
                  <a:pt x="921" y="577"/>
                </a:lnTo>
                <a:close/>
                <a:moveTo>
                  <a:pt x="937" y="577"/>
                </a:moveTo>
                <a:lnTo>
                  <a:pt x="944" y="577"/>
                </a:lnTo>
                <a:lnTo>
                  <a:pt x="944" y="570"/>
                </a:lnTo>
                <a:lnTo>
                  <a:pt x="937" y="570"/>
                </a:lnTo>
                <a:lnTo>
                  <a:pt x="937" y="577"/>
                </a:lnTo>
                <a:close/>
                <a:moveTo>
                  <a:pt x="1390" y="577"/>
                </a:moveTo>
                <a:lnTo>
                  <a:pt x="1394" y="577"/>
                </a:lnTo>
                <a:lnTo>
                  <a:pt x="1394" y="570"/>
                </a:lnTo>
                <a:lnTo>
                  <a:pt x="1390" y="570"/>
                </a:lnTo>
                <a:lnTo>
                  <a:pt x="1390" y="577"/>
                </a:lnTo>
                <a:close/>
                <a:moveTo>
                  <a:pt x="1406" y="577"/>
                </a:moveTo>
                <a:lnTo>
                  <a:pt x="1413" y="577"/>
                </a:lnTo>
                <a:lnTo>
                  <a:pt x="1413" y="570"/>
                </a:lnTo>
                <a:lnTo>
                  <a:pt x="1406" y="570"/>
                </a:lnTo>
                <a:lnTo>
                  <a:pt x="1406" y="577"/>
                </a:lnTo>
                <a:close/>
                <a:moveTo>
                  <a:pt x="1423" y="577"/>
                </a:moveTo>
                <a:lnTo>
                  <a:pt x="1430" y="577"/>
                </a:lnTo>
                <a:lnTo>
                  <a:pt x="1430" y="570"/>
                </a:lnTo>
                <a:lnTo>
                  <a:pt x="1423" y="570"/>
                </a:lnTo>
                <a:lnTo>
                  <a:pt x="1423" y="577"/>
                </a:lnTo>
                <a:close/>
                <a:moveTo>
                  <a:pt x="1439" y="577"/>
                </a:moveTo>
                <a:lnTo>
                  <a:pt x="1447" y="577"/>
                </a:lnTo>
                <a:lnTo>
                  <a:pt x="1447" y="570"/>
                </a:lnTo>
                <a:lnTo>
                  <a:pt x="1439" y="570"/>
                </a:lnTo>
                <a:lnTo>
                  <a:pt x="1439" y="577"/>
                </a:lnTo>
                <a:close/>
                <a:moveTo>
                  <a:pt x="1456" y="577"/>
                </a:moveTo>
                <a:lnTo>
                  <a:pt x="1463" y="577"/>
                </a:lnTo>
                <a:lnTo>
                  <a:pt x="1463" y="570"/>
                </a:lnTo>
                <a:lnTo>
                  <a:pt x="1456" y="570"/>
                </a:lnTo>
                <a:lnTo>
                  <a:pt x="1456" y="577"/>
                </a:lnTo>
                <a:close/>
                <a:moveTo>
                  <a:pt x="1473" y="577"/>
                </a:moveTo>
                <a:lnTo>
                  <a:pt x="1480" y="577"/>
                </a:lnTo>
                <a:lnTo>
                  <a:pt x="1480" y="570"/>
                </a:lnTo>
                <a:lnTo>
                  <a:pt x="1473" y="570"/>
                </a:lnTo>
                <a:lnTo>
                  <a:pt x="1473" y="577"/>
                </a:lnTo>
                <a:close/>
                <a:moveTo>
                  <a:pt x="1489" y="577"/>
                </a:moveTo>
                <a:lnTo>
                  <a:pt x="1496" y="577"/>
                </a:lnTo>
                <a:lnTo>
                  <a:pt x="1496" y="570"/>
                </a:lnTo>
                <a:lnTo>
                  <a:pt x="1489" y="570"/>
                </a:lnTo>
                <a:lnTo>
                  <a:pt x="1489" y="577"/>
                </a:lnTo>
                <a:close/>
                <a:moveTo>
                  <a:pt x="1506" y="577"/>
                </a:moveTo>
                <a:lnTo>
                  <a:pt x="1513" y="577"/>
                </a:lnTo>
                <a:lnTo>
                  <a:pt x="1513" y="570"/>
                </a:lnTo>
                <a:lnTo>
                  <a:pt x="1506" y="570"/>
                </a:lnTo>
                <a:lnTo>
                  <a:pt x="1506" y="577"/>
                </a:lnTo>
                <a:close/>
                <a:moveTo>
                  <a:pt x="1522" y="577"/>
                </a:moveTo>
                <a:lnTo>
                  <a:pt x="1529" y="577"/>
                </a:lnTo>
                <a:lnTo>
                  <a:pt x="1529" y="570"/>
                </a:lnTo>
                <a:lnTo>
                  <a:pt x="1522" y="570"/>
                </a:lnTo>
                <a:lnTo>
                  <a:pt x="1522" y="577"/>
                </a:lnTo>
                <a:close/>
                <a:moveTo>
                  <a:pt x="1539" y="577"/>
                </a:moveTo>
                <a:lnTo>
                  <a:pt x="1546" y="577"/>
                </a:lnTo>
                <a:lnTo>
                  <a:pt x="1546" y="570"/>
                </a:lnTo>
                <a:lnTo>
                  <a:pt x="1539" y="570"/>
                </a:lnTo>
                <a:lnTo>
                  <a:pt x="1539" y="577"/>
                </a:lnTo>
                <a:close/>
                <a:moveTo>
                  <a:pt x="1555" y="577"/>
                </a:moveTo>
                <a:lnTo>
                  <a:pt x="1563" y="577"/>
                </a:lnTo>
                <a:lnTo>
                  <a:pt x="1563" y="570"/>
                </a:lnTo>
                <a:lnTo>
                  <a:pt x="1555" y="570"/>
                </a:lnTo>
                <a:lnTo>
                  <a:pt x="1555" y="577"/>
                </a:lnTo>
                <a:close/>
                <a:moveTo>
                  <a:pt x="1572" y="577"/>
                </a:moveTo>
                <a:lnTo>
                  <a:pt x="1579" y="577"/>
                </a:lnTo>
                <a:lnTo>
                  <a:pt x="1579" y="570"/>
                </a:lnTo>
                <a:lnTo>
                  <a:pt x="1572" y="570"/>
                </a:lnTo>
                <a:lnTo>
                  <a:pt x="1572" y="577"/>
                </a:lnTo>
                <a:close/>
                <a:moveTo>
                  <a:pt x="1589" y="577"/>
                </a:moveTo>
                <a:lnTo>
                  <a:pt x="1596" y="577"/>
                </a:lnTo>
                <a:lnTo>
                  <a:pt x="1596" y="570"/>
                </a:lnTo>
                <a:lnTo>
                  <a:pt x="1589" y="570"/>
                </a:lnTo>
                <a:lnTo>
                  <a:pt x="1589" y="577"/>
                </a:lnTo>
                <a:close/>
                <a:moveTo>
                  <a:pt x="1605" y="577"/>
                </a:moveTo>
                <a:lnTo>
                  <a:pt x="1612" y="577"/>
                </a:lnTo>
                <a:lnTo>
                  <a:pt x="1612" y="570"/>
                </a:lnTo>
                <a:lnTo>
                  <a:pt x="1605" y="570"/>
                </a:lnTo>
                <a:lnTo>
                  <a:pt x="1605" y="577"/>
                </a:lnTo>
                <a:close/>
                <a:moveTo>
                  <a:pt x="1622" y="577"/>
                </a:moveTo>
                <a:lnTo>
                  <a:pt x="1629" y="577"/>
                </a:lnTo>
                <a:lnTo>
                  <a:pt x="1629" y="570"/>
                </a:lnTo>
                <a:lnTo>
                  <a:pt x="1622" y="570"/>
                </a:lnTo>
                <a:lnTo>
                  <a:pt x="1622" y="577"/>
                </a:lnTo>
                <a:close/>
                <a:moveTo>
                  <a:pt x="1638" y="577"/>
                </a:moveTo>
                <a:lnTo>
                  <a:pt x="1645" y="577"/>
                </a:lnTo>
                <a:lnTo>
                  <a:pt x="1645" y="570"/>
                </a:lnTo>
                <a:lnTo>
                  <a:pt x="1638" y="570"/>
                </a:lnTo>
                <a:lnTo>
                  <a:pt x="1638" y="577"/>
                </a:lnTo>
                <a:close/>
                <a:moveTo>
                  <a:pt x="1657" y="577"/>
                </a:moveTo>
                <a:lnTo>
                  <a:pt x="1664" y="577"/>
                </a:lnTo>
                <a:lnTo>
                  <a:pt x="1664" y="570"/>
                </a:lnTo>
                <a:lnTo>
                  <a:pt x="1657" y="570"/>
                </a:lnTo>
                <a:lnTo>
                  <a:pt x="1657" y="577"/>
                </a:lnTo>
                <a:close/>
                <a:moveTo>
                  <a:pt x="1674" y="577"/>
                </a:moveTo>
                <a:lnTo>
                  <a:pt x="1681" y="577"/>
                </a:lnTo>
                <a:lnTo>
                  <a:pt x="1681" y="570"/>
                </a:lnTo>
                <a:lnTo>
                  <a:pt x="1674" y="570"/>
                </a:lnTo>
                <a:lnTo>
                  <a:pt x="1674" y="577"/>
                </a:lnTo>
                <a:close/>
                <a:moveTo>
                  <a:pt x="1690" y="577"/>
                </a:moveTo>
                <a:lnTo>
                  <a:pt x="1698" y="577"/>
                </a:lnTo>
                <a:lnTo>
                  <a:pt x="1698" y="570"/>
                </a:lnTo>
                <a:lnTo>
                  <a:pt x="1690" y="570"/>
                </a:lnTo>
                <a:lnTo>
                  <a:pt x="1690" y="577"/>
                </a:lnTo>
                <a:close/>
                <a:moveTo>
                  <a:pt x="1707" y="577"/>
                </a:moveTo>
                <a:lnTo>
                  <a:pt x="1714" y="577"/>
                </a:lnTo>
                <a:lnTo>
                  <a:pt x="1714" y="570"/>
                </a:lnTo>
                <a:lnTo>
                  <a:pt x="1707" y="570"/>
                </a:lnTo>
                <a:lnTo>
                  <a:pt x="1707" y="577"/>
                </a:lnTo>
                <a:close/>
                <a:moveTo>
                  <a:pt x="1740" y="577"/>
                </a:moveTo>
                <a:lnTo>
                  <a:pt x="1747" y="577"/>
                </a:lnTo>
                <a:lnTo>
                  <a:pt x="1747" y="570"/>
                </a:lnTo>
                <a:lnTo>
                  <a:pt x="1740" y="570"/>
                </a:lnTo>
                <a:lnTo>
                  <a:pt x="1740" y="577"/>
                </a:lnTo>
                <a:close/>
                <a:moveTo>
                  <a:pt x="1757" y="577"/>
                </a:moveTo>
                <a:lnTo>
                  <a:pt x="1764" y="577"/>
                </a:lnTo>
                <a:lnTo>
                  <a:pt x="1764" y="570"/>
                </a:lnTo>
                <a:lnTo>
                  <a:pt x="1757" y="570"/>
                </a:lnTo>
                <a:lnTo>
                  <a:pt x="1757" y="577"/>
                </a:lnTo>
                <a:close/>
                <a:moveTo>
                  <a:pt x="1773" y="577"/>
                </a:moveTo>
                <a:lnTo>
                  <a:pt x="1780" y="577"/>
                </a:lnTo>
                <a:lnTo>
                  <a:pt x="1780" y="570"/>
                </a:lnTo>
                <a:lnTo>
                  <a:pt x="1773" y="570"/>
                </a:lnTo>
                <a:lnTo>
                  <a:pt x="1773" y="577"/>
                </a:lnTo>
                <a:close/>
                <a:moveTo>
                  <a:pt x="1790" y="577"/>
                </a:moveTo>
                <a:lnTo>
                  <a:pt x="1797" y="577"/>
                </a:lnTo>
                <a:lnTo>
                  <a:pt x="1797" y="570"/>
                </a:lnTo>
                <a:lnTo>
                  <a:pt x="1790" y="570"/>
                </a:lnTo>
                <a:lnTo>
                  <a:pt x="1790" y="577"/>
                </a:lnTo>
                <a:close/>
                <a:moveTo>
                  <a:pt x="1806" y="577"/>
                </a:moveTo>
                <a:lnTo>
                  <a:pt x="1814" y="577"/>
                </a:lnTo>
                <a:lnTo>
                  <a:pt x="1814" y="570"/>
                </a:lnTo>
                <a:lnTo>
                  <a:pt x="1806" y="570"/>
                </a:lnTo>
                <a:lnTo>
                  <a:pt x="1806" y="577"/>
                </a:lnTo>
                <a:close/>
                <a:moveTo>
                  <a:pt x="1823" y="577"/>
                </a:moveTo>
                <a:lnTo>
                  <a:pt x="1830" y="577"/>
                </a:lnTo>
                <a:lnTo>
                  <a:pt x="1830" y="570"/>
                </a:lnTo>
                <a:lnTo>
                  <a:pt x="1823" y="570"/>
                </a:lnTo>
                <a:lnTo>
                  <a:pt x="1823" y="577"/>
                </a:lnTo>
                <a:close/>
                <a:moveTo>
                  <a:pt x="1840" y="577"/>
                </a:moveTo>
                <a:lnTo>
                  <a:pt x="1847" y="577"/>
                </a:lnTo>
                <a:lnTo>
                  <a:pt x="1847" y="570"/>
                </a:lnTo>
                <a:lnTo>
                  <a:pt x="1840" y="570"/>
                </a:lnTo>
                <a:lnTo>
                  <a:pt x="1840" y="577"/>
                </a:lnTo>
                <a:close/>
                <a:moveTo>
                  <a:pt x="1856" y="577"/>
                </a:moveTo>
                <a:lnTo>
                  <a:pt x="1863" y="577"/>
                </a:lnTo>
                <a:lnTo>
                  <a:pt x="1863" y="570"/>
                </a:lnTo>
                <a:lnTo>
                  <a:pt x="1856" y="570"/>
                </a:lnTo>
                <a:lnTo>
                  <a:pt x="1856" y="577"/>
                </a:lnTo>
                <a:close/>
                <a:moveTo>
                  <a:pt x="1873" y="577"/>
                </a:moveTo>
                <a:lnTo>
                  <a:pt x="1880" y="577"/>
                </a:lnTo>
                <a:lnTo>
                  <a:pt x="1880" y="570"/>
                </a:lnTo>
                <a:lnTo>
                  <a:pt x="1873" y="570"/>
                </a:lnTo>
                <a:lnTo>
                  <a:pt x="1873" y="577"/>
                </a:lnTo>
                <a:close/>
                <a:moveTo>
                  <a:pt x="1889" y="577"/>
                </a:moveTo>
                <a:lnTo>
                  <a:pt x="1896" y="577"/>
                </a:lnTo>
                <a:lnTo>
                  <a:pt x="1896" y="570"/>
                </a:lnTo>
                <a:lnTo>
                  <a:pt x="1889" y="570"/>
                </a:lnTo>
                <a:lnTo>
                  <a:pt x="1889" y="577"/>
                </a:lnTo>
                <a:close/>
                <a:moveTo>
                  <a:pt x="1908" y="577"/>
                </a:moveTo>
                <a:lnTo>
                  <a:pt x="1915" y="577"/>
                </a:lnTo>
                <a:lnTo>
                  <a:pt x="1915" y="570"/>
                </a:lnTo>
                <a:lnTo>
                  <a:pt x="1908" y="570"/>
                </a:lnTo>
                <a:lnTo>
                  <a:pt x="1908" y="577"/>
                </a:lnTo>
                <a:close/>
                <a:moveTo>
                  <a:pt x="1925" y="577"/>
                </a:moveTo>
                <a:lnTo>
                  <a:pt x="1932" y="577"/>
                </a:lnTo>
                <a:lnTo>
                  <a:pt x="1932" y="570"/>
                </a:lnTo>
                <a:lnTo>
                  <a:pt x="1925" y="570"/>
                </a:lnTo>
                <a:lnTo>
                  <a:pt x="1925" y="577"/>
                </a:lnTo>
                <a:close/>
                <a:moveTo>
                  <a:pt x="1941" y="577"/>
                </a:moveTo>
                <a:lnTo>
                  <a:pt x="1949" y="577"/>
                </a:lnTo>
                <a:lnTo>
                  <a:pt x="1949" y="570"/>
                </a:lnTo>
                <a:lnTo>
                  <a:pt x="1941" y="570"/>
                </a:lnTo>
                <a:lnTo>
                  <a:pt x="1941" y="577"/>
                </a:lnTo>
                <a:close/>
                <a:moveTo>
                  <a:pt x="1958" y="577"/>
                </a:moveTo>
                <a:lnTo>
                  <a:pt x="1965" y="577"/>
                </a:lnTo>
                <a:lnTo>
                  <a:pt x="1965" y="570"/>
                </a:lnTo>
                <a:lnTo>
                  <a:pt x="1958" y="570"/>
                </a:lnTo>
                <a:lnTo>
                  <a:pt x="1958" y="577"/>
                </a:lnTo>
                <a:close/>
                <a:moveTo>
                  <a:pt x="1975" y="577"/>
                </a:moveTo>
                <a:lnTo>
                  <a:pt x="1982" y="577"/>
                </a:lnTo>
                <a:lnTo>
                  <a:pt x="1982" y="570"/>
                </a:lnTo>
                <a:lnTo>
                  <a:pt x="1975" y="570"/>
                </a:lnTo>
                <a:lnTo>
                  <a:pt x="1975" y="577"/>
                </a:lnTo>
                <a:close/>
                <a:moveTo>
                  <a:pt x="1991" y="577"/>
                </a:moveTo>
                <a:lnTo>
                  <a:pt x="1998" y="577"/>
                </a:lnTo>
                <a:lnTo>
                  <a:pt x="1998" y="570"/>
                </a:lnTo>
                <a:lnTo>
                  <a:pt x="1991" y="570"/>
                </a:lnTo>
                <a:lnTo>
                  <a:pt x="1991" y="577"/>
                </a:lnTo>
                <a:close/>
                <a:moveTo>
                  <a:pt x="2008" y="577"/>
                </a:moveTo>
                <a:lnTo>
                  <a:pt x="2015" y="577"/>
                </a:lnTo>
                <a:lnTo>
                  <a:pt x="2015" y="570"/>
                </a:lnTo>
                <a:lnTo>
                  <a:pt x="2008" y="570"/>
                </a:lnTo>
                <a:lnTo>
                  <a:pt x="2008" y="577"/>
                </a:lnTo>
                <a:close/>
                <a:moveTo>
                  <a:pt x="2024" y="577"/>
                </a:moveTo>
                <a:lnTo>
                  <a:pt x="2031" y="577"/>
                </a:lnTo>
                <a:lnTo>
                  <a:pt x="2031" y="570"/>
                </a:lnTo>
                <a:lnTo>
                  <a:pt x="2024" y="570"/>
                </a:lnTo>
                <a:lnTo>
                  <a:pt x="2024" y="577"/>
                </a:lnTo>
                <a:close/>
                <a:moveTo>
                  <a:pt x="2041" y="577"/>
                </a:moveTo>
                <a:lnTo>
                  <a:pt x="2048" y="577"/>
                </a:lnTo>
                <a:lnTo>
                  <a:pt x="2048" y="570"/>
                </a:lnTo>
                <a:lnTo>
                  <a:pt x="2041" y="570"/>
                </a:lnTo>
                <a:lnTo>
                  <a:pt x="2041" y="577"/>
                </a:lnTo>
                <a:close/>
                <a:moveTo>
                  <a:pt x="2057" y="577"/>
                </a:moveTo>
                <a:lnTo>
                  <a:pt x="2065" y="577"/>
                </a:lnTo>
                <a:lnTo>
                  <a:pt x="2065" y="570"/>
                </a:lnTo>
                <a:lnTo>
                  <a:pt x="2057" y="570"/>
                </a:lnTo>
                <a:lnTo>
                  <a:pt x="2057" y="577"/>
                </a:lnTo>
                <a:close/>
                <a:moveTo>
                  <a:pt x="2074" y="577"/>
                </a:moveTo>
                <a:lnTo>
                  <a:pt x="2081" y="577"/>
                </a:lnTo>
                <a:lnTo>
                  <a:pt x="2081" y="570"/>
                </a:lnTo>
                <a:lnTo>
                  <a:pt x="2074" y="570"/>
                </a:lnTo>
                <a:lnTo>
                  <a:pt x="2074" y="577"/>
                </a:lnTo>
                <a:close/>
                <a:moveTo>
                  <a:pt x="2091" y="577"/>
                </a:moveTo>
                <a:lnTo>
                  <a:pt x="2098" y="577"/>
                </a:lnTo>
                <a:lnTo>
                  <a:pt x="2098" y="570"/>
                </a:lnTo>
                <a:lnTo>
                  <a:pt x="2091" y="570"/>
                </a:lnTo>
                <a:lnTo>
                  <a:pt x="2091" y="577"/>
                </a:lnTo>
                <a:close/>
                <a:moveTo>
                  <a:pt x="2107" y="577"/>
                </a:moveTo>
                <a:lnTo>
                  <a:pt x="2114" y="577"/>
                </a:lnTo>
                <a:lnTo>
                  <a:pt x="2114" y="570"/>
                </a:lnTo>
                <a:lnTo>
                  <a:pt x="2107" y="570"/>
                </a:lnTo>
                <a:lnTo>
                  <a:pt x="2107" y="577"/>
                </a:lnTo>
                <a:close/>
                <a:moveTo>
                  <a:pt x="2124" y="577"/>
                </a:moveTo>
                <a:lnTo>
                  <a:pt x="2131" y="577"/>
                </a:lnTo>
                <a:lnTo>
                  <a:pt x="2131" y="570"/>
                </a:lnTo>
                <a:lnTo>
                  <a:pt x="2124" y="570"/>
                </a:lnTo>
                <a:lnTo>
                  <a:pt x="2124" y="577"/>
                </a:lnTo>
                <a:close/>
                <a:moveTo>
                  <a:pt x="2140" y="577"/>
                </a:moveTo>
                <a:lnTo>
                  <a:pt x="2147" y="577"/>
                </a:lnTo>
                <a:lnTo>
                  <a:pt x="2147" y="570"/>
                </a:lnTo>
                <a:lnTo>
                  <a:pt x="2140" y="570"/>
                </a:lnTo>
                <a:lnTo>
                  <a:pt x="2140" y="577"/>
                </a:lnTo>
                <a:close/>
                <a:moveTo>
                  <a:pt x="2159" y="577"/>
                </a:moveTo>
                <a:lnTo>
                  <a:pt x="2164" y="577"/>
                </a:lnTo>
                <a:lnTo>
                  <a:pt x="2164" y="570"/>
                </a:lnTo>
                <a:lnTo>
                  <a:pt x="2159" y="570"/>
                </a:lnTo>
                <a:lnTo>
                  <a:pt x="2159" y="577"/>
                </a:lnTo>
                <a:close/>
                <a:moveTo>
                  <a:pt x="2176" y="577"/>
                </a:moveTo>
                <a:lnTo>
                  <a:pt x="2183" y="577"/>
                </a:lnTo>
                <a:lnTo>
                  <a:pt x="2183" y="570"/>
                </a:lnTo>
                <a:lnTo>
                  <a:pt x="2176" y="570"/>
                </a:lnTo>
                <a:lnTo>
                  <a:pt x="2176" y="577"/>
                </a:lnTo>
                <a:close/>
                <a:moveTo>
                  <a:pt x="2192" y="577"/>
                </a:moveTo>
                <a:lnTo>
                  <a:pt x="2200" y="577"/>
                </a:lnTo>
                <a:lnTo>
                  <a:pt x="2200" y="570"/>
                </a:lnTo>
                <a:lnTo>
                  <a:pt x="2192" y="570"/>
                </a:lnTo>
                <a:lnTo>
                  <a:pt x="2192" y="577"/>
                </a:lnTo>
                <a:close/>
                <a:moveTo>
                  <a:pt x="2209" y="577"/>
                </a:moveTo>
                <a:lnTo>
                  <a:pt x="2216" y="577"/>
                </a:lnTo>
                <a:lnTo>
                  <a:pt x="2216" y="570"/>
                </a:lnTo>
                <a:lnTo>
                  <a:pt x="2209" y="570"/>
                </a:lnTo>
                <a:lnTo>
                  <a:pt x="2209" y="577"/>
                </a:lnTo>
                <a:close/>
                <a:moveTo>
                  <a:pt x="2226" y="577"/>
                </a:moveTo>
                <a:lnTo>
                  <a:pt x="2233" y="577"/>
                </a:lnTo>
                <a:lnTo>
                  <a:pt x="2233" y="570"/>
                </a:lnTo>
                <a:lnTo>
                  <a:pt x="2226" y="570"/>
                </a:lnTo>
                <a:lnTo>
                  <a:pt x="2226" y="577"/>
                </a:lnTo>
                <a:close/>
                <a:moveTo>
                  <a:pt x="2242" y="577"/>
                </a:moveTo>
                <a:lnTo>
                  <a:pt x="2249" y="577"/>
                </a:lnTo>
                <a:lnTo>
                  <a:pt x="2249" y="570"/>
                </a:lnTo>
                <a:lnTo>
                  <a:pt x="2242" y="570"/>
                </a:lnTo>
                <a:lnTo>
                  <a:pt x="2242" y="577"/>
                </a:lnTo>
                <a:close/>
                <a:moveTo>
                  <a:pt x="2259" y="577"/>
                </a:moveTo>
                <a:lnTo>
                  <a:pt x="2266" y="577"/>
                </a:lnTo>
                <a:lnTo>
                  <a:pt x="2266" y="570"/>
                </a:lnTo>
                <a:lnTo>
                  <a:pt x="2259" y="570"/>
                </a:lnTo>
                <a:lnTo>
                  <a:pt x="2259" y="577"/>
                </a:lnTo>
                <a:close/>
                <a:moveTo>
                  <a:pt x="2275" y="577"/>
                </a:moveTo>
                <a:lnTo>
                  <a:pt x="2282" y="577"/>
                </a:lnTo>
                <a:lnTo>
                  <a:pt x="2282" y="570"/>
                </a:lnTo>
                <a:lnTo>
                  <a:pt x="2275" y="570"/>
                </a:lnTo>
                <a:lnTo>
                  <a:pt x="2275" y="577"/>
                </a:lnTo>
                <a:close/>
                <a:moveTo>
                  <a:pt x="2292" y="577"/>
                </a:moveTo>
                <a:lnTo>
                  <a:pt x="2299" y="577"/>
                </a:lnTo>
                <a:lnTo>
                  <a:pt x="2299" y="570"/>
                </a:lnTo>
                <a:lnTo>
                  <a:pt x="2292" y="570"/>
                </a:lnTo>
                <a:lnTo>
                  <a:pt x="2292" y="577"/>
                </a:lnTo>
                <a:close/>
                <a:moveTo>
                  <a:pt x="2308" y="577"/>
                </a:moveTo>
                <a:lnTo>
                  <a:pt x="2316" y="577"/>
                </a:lnTo>
                <a:lnTo>
                  <a:pt x="2316" y="570"/>
                </a:lnTo>
                <a:lnTo>
                  <a:pt x="2308" y="570"/>
                </a:lnTo>
                <a:lnTo>
                  <a:pt x="2308" y="577"/>
                </a:lnTo>
                <a:close/>
                <a:moveTo>
                  <a:pt x="2325" y="577"/>
                </a:moveTo>
                <a:lnTo>
                  <a:pt x="2332" y="577"/>
                </a:lnTo>
                <a:lnTo>
                  <a:pt x="2332" y="570"/>
                </a:lnTo>
                <a:lnTo>
                  <a:pt x="2325" y="570"/>
                </a:lnTo>
                <a:lnTo>
                  <a:pt x="2325" y="577"/>
                </a:lnTo>
                <a:close/>
                <a:moveTo>
                  <a:pt x="2342" y="577"/>
                </a:moveTo>
                <a:lnTo>
                  <a:pt x="2349" y="577"/>
                </a:lnTo>
                <a:lnTo>
                  <a:pt x="2349" y="570"/>
                </a:lnTo>
                <a:lnTo>
                  <a:pt x="2342" y="570"/>
                </a:lnTo>
                <a:lnTo>
                  <a:pt x="2342" y="577"/>
                </a:lnTo>
                <a:close/>
                <a:moveTo>
                  <a:pt x="2358" y="577"/>
                </a:moveTo>
                <a:lnTo>
                  <a:pt x="2365" y="577"/>
                </a:lnTo>
                <a:lnTo>
                  <a:pt x="2365" y="570"/>
                </a:lnTo>
                <a:lnTo>
                  <a:pt x="2358" y="570"/>
                </a:lnTo>
                <a:lnTo>
                  <a:pt x="2358" y="577"/>
                </a:lnTo>
                <a:close/>
                <a:moveTo>
                  <a:pt x="2375" y="577"/>
                </a:moveTo>
                <a:lnTo>
                  <a:pt x="2382" y="577"/>
                </a:lnTo>
                <a:lnTo>
                  <a:pt x="2382" y="570"/>
                </a:lnTo>
                <a:lnTo>
                  <a:pt x="2375" y="570"/>
                </a:lnTo>
                <a:lnTo>
                  <a:pt x="2375" y="577"/>
                </a:lnTo>
                <a:close/>
                <a:moveTo>
                  <a:pt x="2391" y="577"/>
                </a:moveTo>
                <a:lnTo>
                  <a:pt x="2398" y="577"/>
                </a:lnTo>
                <a:lnTo>
                  <a:pt x="2398" y="570"/>
                </a:lnTo>
                <a:lnTo>
                  <a:pt x="2391" y="570"/>
                </a:lnTo>
                <a:lnTo>
                  <a:pt x="2391" y="577"/>
                </a:lnTo>
                <a:close/>
                <a:moveTo>
                  <a:pt x="2408" y="577"/>
                </a:moveTo>
                <a:lnTo>
                  <a:pt x="2415" y="577"/>
                </a:lnTo>
                <a:lnTo>
                  <a:pt x="2415" y="570"/>
                </a:lnTo>
                <a:lnTo>
                  <a:pt x="2408" y="570"/>
                </a:lnTo>
                <a:lnTo>
                  <a:pt x="2408" y="577"/>
                </a:lnTo>
                <a:close/>
                <a:moveTo>
                  <a:pt x="2427" y="577"/>
                </a:moveTo>
                <a:lnTo>
                  <a:pt x="2434" y="577"/>
                </a:lnTo>
                <a:lnTo>
                  <a:pt x="2434" y="570"/>
                </a:lnTo>
                <a:lnTo>
                  <a:pt x="2427" y="570"/>
                </a:lnTo>
                <a:lnTo>
                  <a:pt x="2427" y="577"/>
                </a:lnTo>
                <a:close/>
                <a:moveTo>
                  <a:pt x="2443" y="577"/>
                </a:moveTo>
                <a:lnTo>
                  <a:pt x="2451" y="577"/>
                </a:lnTo>
                <a:lnTo>
                  <a:pt x="2451" y="570"/>
                </a:lnTo>
                <a:lnTo>
                  <a:pt x="2443" y="570"/>
                </a:lnTo>
                <a:lnTo>
                  <a:pt x="2443" y="577"/>
                </a:lnTo>
                <a:close/>
                <a:moveTo>
                  <a:pt x="2460" y="577"/>
                </a:moveTo>
                <a:lnTo>
                  <a:pt x="2467" y="577"/>
                </a:lnTo>
                <a:lnTo>
                  <a:pt x="2467" y="570"/>
                </a:lnTo>
                <a:lnTo>
                  <a:pt x="2460" y="570"/>
                </a:lnTo>
                <a:lnTo>
                  <a:pt x="2460" y="577"/>
                </a:lnTo>
                <a:close/>
                <a:moveTo>
                  <a:pt x="2477" y="577"/>
                </a:moveTo>
                <a:lnTo>
                  <a:pt x="2484" y="577"/>
                </a:lnTo>
                <a:lnTo>
                  <a:pt x="2484" y="570"/>
                </a:lnTo>
                <a:lnTo>
                  <a:pt x="2477" y="570"/>
                </a:lnTo>
                <a:lnTo>
                  <a:pt x="2477" y="577"/>
                </a:lnTo>
                <a:close/>
                <a:moveTo>
                  <a:pt x="2493" y="577"/>
                </a:moveTo>
                <a:lnTo>
                  <a:pt x="2500" y="577"/>
                </a:lnTo>
                <a:lnTo>
                  <a:pt x="2500" y="570"/>
                </a:lnTo>
                <a:lnTo>
                  <a:pt x="2493" y="570"/>
                </a:lnTo>
                <a:lnTo>
                  <a:pt x="2493" y="577"/>
                </a:lnTo>
                <a:close/>
                <a:moveTo>
                  <a:pt x="2510" y="577"/>
                </a:moveTo>
                <a:lnTo>
                  <a:pt x="2517" y="577"/>
                </a:lnTo>
                <a:lnTo>
                  <a:pt x="2517" y="570"/>
                </a:lnTo>
                <a:lnTo>
                  <a:pt x="2510" y="570"/>
                </a:lnTo>
                <a:lnTo>
                  <a:pt x="2510" y="577"/>
                </a:lnTo>
                <a:close/>
                <a:moveTo>
                  <a:pt x="2526" y="577"/>
                </a:moveTo>
                <a:lnTo>
                  <a:pt x="2533" y="577"/>
                </a:lnTo>
                <a:lnTo>
                  <a:pt x="2533" y="570"/>
                </a:lnTo>
                <a:lnTo>
                  <a:pt x="2526" y="570"/>
                </a:lnTo>
                <a:lnTo>
                  <a:pt x="2526" y="577"/>
                </a:lnTo>
                <a:close/>
                <a:moveTo>
                  <a:pt x="2543" y="577"/>
                </a:moveTo>
                <a:lnTo>
                  <a:pt x="2550" y="577"/>
                </a:lnTo>
                <a:lnTo>
                  <a:pt x="2550" y="570"/>
                </a:lnTo>
                <a:lnTo>
                  <a:pt x="2543" y="570"/>
                </a:lnTo>
                <a:lnTo>
                  <a:pt x="2543" y="577"/>
                </a:lnTo>
                <a:close/>
                <a:moveTo>
                  <a:pt x="2560" y="577"/>
                </a:moveTo>
                <a:lnTo>
                  <a:pt x="2567" y="577"/>
                </a:lnTo>
                <a:lnTo>
                  <a:pt x="2567" y="570"/>
                </a:lnTo>
                <a:lnTo>
                  <a:pt x="2560" y="570"/>
                </a:lnTo>
                <a:lnTo>
                  <a:pt x="2560" y="577"/>
                </a:lnTo>
                <a:close/>
                <a:moveTo>
                  <a:pt x="2576" y="577"/>
                </a:moveTo>
                <a:lnTo>
                  <a:pt x="2583" y="577"/>
                </a:lnTo>
                <a:lnTo>
                  <a:pt x="2583" y="570"/>
                </a:lnTo>
                <a:lnTo>
                  <a:pt x="2576" y="570"/>
                </a:lnTo>
                <a:lnTo>
                  <a:pt x="2576" y="577"/>
                </a:lnTo>
                <a:close/>
                <a:moveTo>
                  <a:pt x="2593" y="577"/>
                </a:moveTo>
                <a:lnTo>
                  <a:pt x="2600" y="577"/>
                </a:lnTo>
                <a:lnTo>
                  <a:pt x="2600" y="570"/>
                </a:lnTo>
                <a:lnTo>
                  <a:pt x="2593" y="570"/>
                </a:lnTo>
                <a:lnTo>
                  <a:pt x="2593" y="577"/>
                </a:lnTo>
                <a:close/>
                <a:moveTo>
                  <a:pt x="2609" y="577"/>
                </a:moveTo>
                <a:lnTo>
                  <a:pt x="2616" y="577"/>
                </a:lnTo>
                <a:lnTo>
                  <a:pt x="2616" y="570"/>
                </a:lnTo>
                <a:lnTo>
                  <a:pt x="2609" y="570"/>
                </a:lnTo>
                <a:lnTo>
                  <a:pt x="2609" y="577"/>
                </a:lnTo>
                <a:close/>
                <a:moveTo>
                  <a:pt x="2642" y="577"/>
                </a:moveTo>
                <a:lnTo>
                  <a:pt x="2649" y="577"/>
                </a:lnTo>
                <a:lnTo>
                  <a:pt x="2649" y="570"/>
                </a:lnTo>
                <a:lnTo>
                  <a:pt x="2642" y="570"/>
                </a:lnTo>
                <a:lnTo>
                  <a:pt x="2642" y="577"/>
                </a:lnTo>
                <a:close/>
                <a:moveTo>
                  <a:pt x="2659" y="577"/>
                </a:moveTo>
                <a:lnTo>
                  <a:pt x="2666" y="577"/>
                </a:lnTo>
                <a:lnTo>
                  <a:pt x="2666" y="570"/>
                </a:lnTo>
                <a:lnTo>
                  <a:pt x="2659" y="570"/>
                </a:lnTo>
                <a:lnTo>
                  <a:pt x="2659" y="577"/>
                </a:lnTo>
                <a:close/>
                <a:moveTo>
                  <a:pt x="2678" y="577"/>
                </a:moveTo>
                <a:lnTo>
                  <a:pt x="2683" y="577"/>
                </a:lnTo>
                <a:lnTo>
                  <a:pt x="2683" y="570"/>
                </a:lnTo>
                <a:lnTo>
                  <a:pt x="2678" y="570"/>
                </a:lnTo>
                <a:lnTo>
                  <a:pt x="2678" y="577"/>
                </a:lnTo>
                <a:close/>
                <a:moveTo>
                  <a:pt x="2694" y="577"/>
                </a:moveTo>
                <a:lnTo>
                  <a:pt x="2702" y="577"/>
                </a:lnTo>
                <a:lnTo>
                  <a:pt x="2702" y="570"/>
                </a:lnTo>
                <a:lnTo>
                  <a:pt x="2694" y="570"/>
                </a:lnTo>
                <a:lnTo>
                  <a:pt x="2694" y="577"/>
                </a:lnTo>
                <a:close/>
                <a:moveTo>
                  <a:pt x="402" y="594"/>
                </a:moveTo>
                <a:lnTo>
                  <a:pt x="409" y="594"/>
                </a:lnTo>
                <a:lnTo>
                  <a:pt x="409" y="586"/>
                </a:lnTo>
                <a:lnTo>
                  <a:pt x="402" y="586"/>
                </a:lnTo>
                <a:lnTo>
                  <a:pt x="402" y="594"/>
                </a:lnTo>
                <a:close/>
                <a:moveTo>
                  <a:pt x="419" y="594"/>
                </a:moveTo>
                <a:lnTo>
                  <a:pt x="426" y="594"/>
                </a:lnTo>
                <a:lnTo>
                  <a:pt x="426" y="586"/>
                </a:lnTo>
                <a:lnTo>
                  <a:pt x="419" y="586"/>
                </a:lnTo>
                <a:lnTo>
                  <a:pt x="419" y="594"/>
                </a:lnTo>
                <a:close/>
                <a:moveTo>
                  <a:pt x="435" y="594"/>
                </a:moveTo>
                <a:lnTo>
                  <a:pt x="442" y="594"/>
                </a:lnTo>
                <a:lnTo>
                  <a:pt x="442" y="586"/>
                </a:lnTo>
                <a:lnTo>
                  <a:pt x="435" y="586"/>
                </a:lnTo>
                <a:lnTo>
                  <a:pt x="435" y="594"/>
                </a:lnTo>
                <a:close/>
                <a:moveTo>
                  <a:pt x="452" y="594"/>
                </a:moveTo>
                <a:lnTo>
                  <a:pt x="459" y="594"/>
                </a:lnTo>
                <a:lnTo>
                  <a:pt x="459" y="586"/>
                </a:lnTo>
                <a:lnTo>
                  <a:pt x="452" y="586"/>
                </a:lnTo>
                <a:lnTo>
                  <a:pt x="452" y="594"/>
                </a:lnTo>
                <a:close/>
                <a:moveTo>
                  <a:pt x="469" y="594"/>
                </a:moveTo>
                <a:lnTo>
                  <a:pt x="476" y="594"/>
                </a:lnTo>
                <a:lnTo>
                  <a:pt x="476" y="586"/>
                </a:lnTo>
                <a:lnTo>
                  <a:pt x="469" y="586"/>
                </a:lnTo>
                <a:lnTo>
                  <a:pt x="469" y="594"/>
                </a:lnTo>
                <a:close/>
                <a:moveTo>
                  <a:pt x="485" y="594"/>
                </a:moveTo>
                <a:lnTo>
                  <a:pt x="492" y="594"/>
                </a:lnTo>
                <a:lnTo>
                  <a:pt x="492" y="586"/>
                </a:lnTo>
                <a:lnTo>
                  <a:pt x="485" y="586"/>
                </a:lnTo>
                <a:lnTo>
                  <a:pt x="485" y="594"/>
                </a:lnTo>
                <a:close/>
                <a:moveTo>
                  <a:pt x="502" y="594"/>
                </a:moveTo>
                <a:lnTo>
                  <a:pt x="509" y="594"/>
                </a:lnTo>
                <a:lnTo>
                  <a:pt x="509" y="586"/>
                </a:lnTo>
                <a:lnTo>
                  <a:pt x="502" y="586"/>
                </a:lnTo>
                <a:lnTo>
                  <a:pt x="502" y="594"/>
                </a:lnTo>
                <a:close/>
                <a:moveTo>
                  <a:pt x="518" y="594"/>
                </a:moveTo>
                <a:lnTo>
                  <a:pt x="525" y="594"/>
                </a:lnTo>
                <a:lnTo>
                  <a:pt x="525" y="586"/>
                </a:lnTo>
                <a:lnTo>
                  <a:pt x="518" y="586"/>
                </a:lnTo>
                <a:lnTo>
                  <a:pt x="518" y="594"/>
                </a:lnTo>
                <a:close/>
                <a:moveTo>
                  <a:pt x="535" y="594"/>
                </a:moveTo>
                <a:lnTo>
                  <a:pt x="542" y="594"/>
                </a:lnTo>
                <a:lnTo>
                  <a:pt x="542" y="586"/>
                </a:lnTo>
                <a:lnTo>
                  <a:pt x="535" y="586"/>
                </a:lnTo>
                <a:lnTo>
                  <a:pt x="535" y="594"/>
                </a:lnTo>
                <a:close/>
                <a:moveTo>
                  <a:pt x="551" y="594"/>
                </a:moveTo>
                <a:lnTo>
                  <a:pt x="559" y="594"/>
                </a:lnTo>
                <a:lnTo>
                  <a:pt x="559" y="586"/>
                </a:lnTo>
                <a:lnTo>
                  <a:pt x="551" y="586"/>
                </a:lnTo>
                <a:lnTo>
                  <a:pt x="551" y="594"/>
                </a:lnTo>
                <a:close/>
                <a:moveTo>
                  <a:pt x="568" y="594"/>
                </a:moveTo>
                <a:lnTo>
                  <a:pt x="575" y="594"/>
                </a:lnTo>
                <a:lnTo>
                  <a:pt x="575" y="586"/>
                </a:lnTo>
                <a:lnTo>
                  <a:pt x="568" y="586"/>
                </a:lnTo>
                <a:lnTo>
                  <a:pt x="568" y="594"/>
                </a:lnTo>
                <a:close/>
                <a:moveTo>
                  <a:pt x="585" y="594"/>
                </a:moveTo>
                <a:lnTo>
                  <a:pt x="592" y="594"/>
                </a:lnTo>
                <a:lnTo>
                  <a:pt x="592" y="586"/>
                </a:lnTo>
                <a:lnTo>
                  <a:pt x="585" y="586"/>
                </a:lnTo>
                <a:lnTo>
                  <a:pt x="585" y="594"/>
                </a:lnTo>
                <a:close/>
                <a:moveTo>
                  <a:pt x="601" y="594"/>
                </a:moveTo>
                <a:lnTo>
                  <a:pt x="608" y="594"/>
                </a:lnTo>
                <a:lnTo>
                  <a:pt x="608" y="586"/>
                </a:lnTo>
                <a:lnTo>
                  <a:pt x="601" y="586"/>
                </a:lnTo>
                <a:lnTo>
                  <a:pt x="601" y="594"/>
                </a:lnTo>
                <a:close/>
                <a:moveTo>
                  <a:pt x="620" y="594"/>
                </a:moveTo>
                <a:lnTo>
                  <a:pt x="625" y="594"/>
                </a:lnTo>
                <a:lnTo>
                  <a:pt x="625" y="586"/>
                </a:lnTo>
                <a:lnTo>
                  <a:pt x="620" y="586"/>
                </a:lnTo>
                <a:lnTo>
                  <a:pt x="620" y="594"/>
                </a:lnTo>
                <a:close/>
                <a:moveTo>
                  <a:pt x="637" y="594"/>
                </a:moveTo>
                <a:lnTo>
                  <a:pt x="644" y="594"/>
                </a:lnTo>
                <a:lnTo>
                  <a:pt x="644" y="586"/>
                </a:lnTo>
                <a:lnTo>
                  <a:pt x="637" y="586"/>
                </a:lnTo>
                <a:lnTo>
                  <a:pt x="637" y="594"/>
                </a:lnTo>
                <a:close/>
                <a:moveTo>
                  <a:pt x="653" y="594"/>
                </a:moveTo>
                <a:lnTo>
                  <a:pt x="660" y="594"/>
                </a:lnTo>
                <a:lnTo>
                  <a:pt x="660" y="586"/>
                </a:lnTo>
                <a:lnTo>
                  <a:pt x="653" y="586"/>
                </a:lnTo>
                <a:lnTo>
                  <a:pt x="653" y="594"/>
                </a:lnTo>
                <a:close/>
                <a:moveTo>
                  <a:pt x="670" y="594"/>
                </a:moveTo>
                <a:lnTo>
                  <a:pt x="677" y="594"/>
                </a:lnTo>
                <a:lnTo>
                  <a:pt x="677" y="586"/>
                </a:lnTo>
                <a:lnTo>
                  <a:pt x="670" y="586"/>
                </a:lnTo>
                <a:lnTo>
                  <a:pt x="670" y="594"/>
                </a:lnTo>
                <a:close/>
                <a:moveTo>
                  <a:pt x="686" y="594"/>
                </a:moveTo>
                <a:lnTo>
                  <a:pt x="693" y="594"/>
                </a:lnTo>
                <a:lnTo>
                  <a:pt x="693" y="586"/>
                </a:lnTo>
                <a:lnTo>
                  <a:pt x="686" y="586"/>
                </a:lnTo>
                <a:lnTo>
                  <a:pt x="686" y="594"/>
                </a:lnTo>
                <a:close/>
                <a:moveTo>
                  <a:pt x="703" y="594"/>
                </a:moveTo>
                <a:lnTo>
                  <a:pt x="710" y="594"/>
                </a:lnTo>
                <a:lnTo>
                  <a:pt x="710" y="586"/>
                </a:lnTo>
                <a:lnTo>
                  <a:pt x="703" y="586"/>
                </a:lnTo>
                <a:lnTo>
                  <a:pt x="703" y="594"/>
                </a:lnTo>
                <a:close/>
                <a:moveTo>
                  <a:pt x="720" y="594"/>
                </a:moveTo>
                <a:lnTo>
                  <a:pt x="727" y="594"/>
                </a:lnTo>
                <a:lnTo>
                  <a:pt x="727" y="586"/>
                </a:lnTo>
                <a:lnTo>
                  <a:pt x="720" y="586"/>
                </a:lnTo>
                <a:lnTo>
                  <a:pt x="720" y="594"/>
                </a:lnTo>
                <a:close/>
                <a:moveTo>
                  <a:pt x="736" y="594"/>
                </a:moveTo>
                <a:lnTo>
                  <a:pt x="743" y="594"/>
                </a:lnTo>
                <a:lnTo>
                  <a:pt x="743" y="586"/>
                </a:lnTo>
                <a:lnTo>
                  <a:pt x="736" y="586"/>
                </a:lnTo>
                <a:lnTo>
                  <a:pt x="736" y="594"/>
                </a:lnTo>
                <a:close/>
                <a:moveTo>
                  <a:pt x="753" y="594"/>
                </a:moveTo>
                <a:lnTo>
                  <a:pt x="760" y="594"/>
                </a:lnTo>
                <a:lnTo>
                  <a:pt x="760" y="586"/>
                </a:lnTo>
                <a:lnTo>
                  <a:pt x="753" y="586"/>
                </a:lnTo>
                <a:lnTo>
                  <a:pt x="753" y="594"/>
                </a:lnTo>
                <a:close/>
                <a:moveTo>
                  <a:pt x="769" y="594"/>
                </a:moveTo>
                <a:lnTo>
                  <a:pt x="776" y="594"/>
                </a:lnTo>
                <a:lnTo>
                  <a:pt x="776" y="586"/>
                </a:lnTo>
                <a:lnTo>
                  <a:pt x="769" y="586"/>
                </a:lnTo>
                <a:lnTo>
                  <a:pt x="769" y="594"/>
                </a:lnTo>
                <a:close/>
                <a:moveTo>
                  <a:pt x="786" y="594"/>
                </a:moveTo>
                <a:lnTo>
                  <a:pt x="793" y="594"/>
                </a:lnTo>
                <a:lnTo>
                  <a:pt x="793" y="586"/>
                </a:lnTo>
                <a:lnTo>
                  <a:pt x="786" y="586"/>
                </a:lnTo>
                <a:lnTo>
                  <a:pt x="786" y="594"/>
                </a:lnTo>
                <a:close/>
                <a:moveTo>
                  <a:pt x="802" y="594"/>
                </a:moveTo>
                <a:lnTo>
                  <a:pt x="810" y="594"/>
                </a:lnTo>
                <a:lnTo>
                  <a:pt x="810" y="586"/>
                </a:lnTo>
                <a:lnTo>
                  <a:pt x="802" y="586"/>
                </a:lnTo>
                <a:lnTo>
                  <a:pt x="802" y="594"/>
                </a:lnTo>
                <a:close/>
                <a:moveTo>
                  <a:pt x="819" y="594"/>
                </a:moveTo>
                <a:lnTo>
                  <a:pt x="826" y="594"/>
                </a:lnTo>
                <a:lnTo>
                  <a:pt x="826" y="586"/>
                </a:lnTo>
                <a:lnTo>
                  <a:pt x="819" y="586"/>
                </a:lnTo>
                <a:lnTo>
                  <a:pt x="819" y="594"/>
                </a:lnTo>
                <a:close/>
                <a:moveTo>
                  <a:pt x="836" y="594"/>
                </a:moveTo>
                <a:lnTo>
                  <a:pt x="843" y="594"/>
                </a:lnTo>
                <a:lnTo>
                  <a:pt x="843" y="586"/>
                </a:lnTo>
                <a:lnTo>
                  <a:pt x="836" y="586"/>
                </a:lnTo>
                <a:lnTo>
                  <a:pt x="836" y="594"/>
                </a:lnTo>
                <a:close/>
                <a:moveTo>
                  <a:pt x="852" y="594"/>
                </a:moveTo>
                <a:lnTo>
                  <a:pt x="859" y="594"/>
                </a:lnTo>
                <a:lnTo>
                  <a:pt x="859" y="586"/>
                </a:lnTo>
                <a:lnTo>
                  <a:pt x="852" y="586"/>
                </a:lnTo>
                <a:lnTo>
                  <a:pt x="852" y="594"/>
                </a:lnTo>
                <a:close/>
                <a:moveTo>
                  <a:pt x="871" y="594"/>
                </a:moveTo>
                <a:lnTo>
                  <a:pt x="876" y="594"/>
                </a:lnTo>
                <a:lnTo>
                  <a:pt x="876" y="586"/>
                </a:lnTo>
                <a:lnTo>
                  <a:pt x="871" y="586"/>
                </a:lnTo>
                <a:lnTo>
                  <a:pt x="871" y="594"/>
                </a:lnTo>
                <a:close/>
                <a:moveTo>
                  <a:pt x="1371" y="594"/>
                </a:moveTo>
                <a:lnTo>
                  <a:pt x="1378" y="594"/>
                </a:lnTo>
                <a:lnTo>
                  <a:pt x="1378" y="586"/>
                </a:lnTo>
                <a:lnTo>
                  <a:pt x="1371" y="586"/>
                </a:lnTo>
                <a:lnTo>
                  <a:pt x="1371" y="594"/>
                </a:lnTo>
                <a:close/>
                <a:moveTo>
                  <a:pt x="1390" y="594"/>
                </a:moveTo>
                <a:lnTo>
                  <a:pt x="1394" y="594"/>
                </a:lnTo>
                <a:lnTo>
                  <a:pt x="1394" y="586"/>
                </a:lnTo>
                <a:lnTo>
                  <a:pt x="1390" y="586"/>
                </a:lnTo>
                <a:lnTo>
                  <a:pt x="1390" y="594"/>
                </a:lnTo>
                <a:close/>
                <a:moveTo>
                  <a:pt x="1406" y="594"/>
                </a:moveTo>
                <a:lnTo>
                  <a:pt x="1413" y="594"/>
                </a:lnTo>
                <a:lnTo>
                  <a:pt x="1413" y="586"/>
                </a:lnTo>
                <a:lnTo>
                  <a:pt x="1406" y="586"/>
                </a:lnTo>
                <a:lnTo>
                  <a:pt x="1406" y="594"/>
                </a:lnTo>
                <a:close/>
                <a:moveTo>
                  <a:pt x="1423" y="594"/>
                </a:moveTo>
                <a:lnTo>
                  <a:pt x="1430" y="594"/>
                </a:lnTo>
                <a:lnTo>
                  <a:pt x="1430" y="586"/>
                </a:lnTo>
                <a:lnTo>
                  <a:pt x="1423" y="586"/>
                </a:lnTo>
                <a:lnTo>
                  <a:pt x="1423" y="594"/>
                </a:lnTo>
                <a:close/>
                <a:moveTo>
                  <a:pt x="1439" y="594"/>
                </a:moveTo>
                <a:lnTo>
                  <a:pt x="1447" y="594"/>
                </a:lnTo>
                <a:lnTo>
                  <a:pt x="1447" y="586"/>
                </a:lnTo>
                <a:lnTo>
                  <a:pt x="1439" y="586"/>
                </a:lnTo>
                <a:lnTo>
                  <a:pt x="1439" y="594"/>
                </a:lnTo>
                <a:close/>
                <a:moveTo>
                  <a:pt x="1456" y="594"/>
                </a:moveTo>
                <a:lnTo>
                  <a:pt x="1463" y="594"/>
                </a:lnTo>
                <a:lnTo>
                  <a:pt x="1463" y="586"/>
                </a:lnTo>
                <a:lnTo>
                  <a:pt x="1456" y="586"/>
                </a:lnTo>
                <a:lnTo>
                  <a:pt x="1456" y="594"/>
                </a:lnTo>
                <a:close/>
                <a:moveTo>
                  <a:pt x="1473" y="594"/>
                </a:moveTo>
                <a:lnTo>
                  <a:pt x="1480" y="594"/>
                </a:lnTo>
                <a:lnTo>
                  <a:pt x="1480" y="586"/>
                </a:lnTo>
                <a:lnTo>
                  <a:pt x="1473" y="586"/>
                </a:lnTo>
                <a:lnTo>
                  <a:pt x="1473" y="594"/>
                </a:lnTo>
                <a:close/>
                <a:moveTo>
                  <a:pt x="1489" y="594"/>
                </a:moveTo>
                <a:lnTo>
                  <a:pt x="1496" y="594"/>
                </a:lnTo>
                <a:lnTo>
                  <a:pt x="1496" y="586"/>
                </a:lnTo>
                <a:lnTo>
                  <a:pt x="1489" y="586"/>
                </a:lnTo>
                <a:lnTo>
                  <a:pt x="1489" y="594"/>
                </a:lnTo>
                <a:close/>
                <a:moveTo>
                  <a:pt x="1506" y="594"/>
                </a:moveTo>
                <a:lnTo>
                  <a:pt x="1513" y="594"/>
                </a:lnTo>
                <a:lnTo>
                  <a:pt x="1513" y="586"/>
                </a:lnTo>
                <a:lnTo>
                  <a:pt x="1506" y="586"/>
                </a:lnTo>
                <a:lnTo>
                  <a:pt x="1506" y="594"/>
                </a:lnTo>
                <a:close/>
                <a:moveTo>
                  <a:pt x="1522" y="594"/>
                </a:moveTo>
                <a:lnTo>
                  <a:pt x="1529" y="594"/>
                </a:lnTo>
                <a:lnTo>
                  <a:pt x="1529" y="586"/>
                </a:lnTo>
                <a:lnTo>
                  <a:pt x="1522" y="586"/>
                </a:lnTo>
                <a:lnTo>
                  <a:pt x="1522" y="594"/>
                </a:lnTo>
                <a:close/>
                <a:moveTo>
                  <a:pt x="1539" y="594"/>
                </a:moveTo>
                <a:lnTo>
                  <a:pt x="1546" y="594"/>
                </a:lnTo>
                <a:lnTo>
                  <a:pt x="1546" y="586"/>
                </a:lnTo>
                <a:lnTo>
                  <a:pt x="1539" y="586"/>
                </a:lnTo>
                <a:lnTo>
                  <a:pt x="1539" y="594"/>
                </a:lnTo>
                <a:close/>
                <a:moveTo>
                  <a:pt x="1555" y="594"/>
                </a:moveTo>
                <a:lnTo>
                  <a:pt x="1563" y="594"/>
                </a:lnTo>
                <a:lnTo>
                  <a:pt x="1563" y="586"/>
                </a:lnTo>
                <a:lnTo>
                  <a:pt x="1555" y="586"/>
                </a:lnTo>
                <a:lnTo>
                  <a:pt x="1555" y="594"/>
                </a:lnTo>
                <a:close/>
                <a:moveTo>
                  <a:pt x="1572" y="594"/>
                </a:moveTo>
                <a:lnTo>
                  <a:pt x="1579" y="594"/>
                </a:lnTo>
                <a:lnTo>
                  <a:pt x="1579" y="586"/>
                </a:lnTo>
                <a:lnTo>
                  <a:pt x="1572" y="586"/>
                </a:lnTo>
                <a:lnTo>
                  <a:pt x="1572" y="594"/>
                </a:lnTo>
                <a:close/>
                <a:moveTo>
                  <a:pt x="1589" y="594"/>
                </a:moveTo>
                <a:lnTo>
                  <a:pt x="1596" y="594"/>
                </a:lnTo>
                <a:lnTo>
                  <a:pt x="1596" y="586"/>
                </a:lnTo>
                <a:lnTo>
                  <a:pt x="1589" y="586"/>
                </a:lnTo>
                <a:lnTo>
                  <a:pt x="1589" y="594"/>
                </a:lnTo>
                <a:close/>
                <a:moveTo>
                  <a:pt x="1605" y="594"/>
                </a:moveTo>
                <a:lnTo>
                  <a:pt x="1612" y="594"/>
                </a:lnTo>
                <a:lnTo>
                  <a:pt x="1612" y="586"/>
                </a:lnTo>
                <a:lnTo>
                  <a:pt x="1605" y="586"/>
                </a:lnTo>
                <a:lnTo>
                  <a:pt x="1605" y="594"/>
                </a:lnTo>
                <a:close/>
                <a:moveTo>
                  <a:pt x="1622" y="594"/>
                </a:moveTo>
                <a:lnTo>
                  <a:pt x="1629" y="594"/>
                </a:lnTo>
                <a:lnTo>
                  <a:pt x="1629" y="586"/>
                </a:lnTo>
                <a:lnTo>
                  <a:pt x="1622" y="586"/>
                </a:lnTo>
                <a:lnTo>
                  <a:pt x="1622" y="594"/>
                </a:lnTo>
                <a:close/>
                <a:moveTo>
                  <a:pt x="1638" y="594"/>
                </a:moveTo>
                <a:lnTo>
                  <a:pt x="1645" y="594"/>
                </a:lnTo>
                <a:lnTo>
                  <a:pt x="1645" y="586"/>
                </a:lnTo>
                <a:lnTo>
                  <a:pt x="1638" y="586"/>
                </a:lnTo>
                <a:lnTo>
                  <a:pt x="1638" y="594"/>
                </a:lnTo>
                <a:close/>
                <a:moveTo>
                  <a:pt x="1657" y="594"/>
                </a:moveTo>
                <a:lnTo>
                  <a:pt x="1664" y="594"/>
                </a:lnTo>
                <a:lnTo>
                  <a:pt x="1664" y="586"/>
                </a:lnTo>
                <a:lnTo>
                  <a:pt x="1657" y="586"/>
                </a:lnTo>
                <a:lnTo>
                  <a:pt x="1657" y="594"/>
                </a:lnTo>
                <a:close/>
                <a:moveTo>
                  <a:pt x="1674" y="594"/>
                </a:moveTo>
                <a:lnTo>
                  <a:pt x="1681" y="594"/>
                </a:lnTo>
                <a:lnTo>
                  <a:pt x="1681" y="586"/>
                </a:lnTo>
                <a:lnTo>
                  <a:pt x="1674" y="586"/>
                </a:lnTo>
                <a:lnTo>
                  <a:pt x="1674" y="594"/>
                </a:lnTo>
                <a:close/>
                <a:moveTo>
                  <a:pt x="1690" y="594"/>
                </a:moveTo>
                <a:lnTo>
                  <a:pt x="1698" y="594"/>
                </a:lnTo>
                <a:lnTo>
                  <a:pt x="1698" y="586"/>
                </a:lnTo>
                <a:lnTo>
                  <a:pt x="1690" y="586"/>
                </a:lnTo>
                <a:lnTo>
                  <a:pt x="1690" y="594"/>
                </a:lnTo>
                <a:close/>
                <a:moveTo>
                  <a:pt x="1724" y="594"/>
                </a:moveTo>
                <a:lnTo>
                  <a:pt x="1731" y="594"/>
                </a:lnTo>
                <a:lnTo>
                  <a:pt x="1731" y="586"/>
                </a:lnTo>
                <a:lnTo>
                  <a:pt x="1724" y="586"/>
                </a:lnTo>
                <a:lnTo>
                  <a:pt x="1724" y="594"/>
                </a:lnTo>
                <a:close/>
                <a:moveTo>
                  <a:pt x="1740" y="594"/>
                </a:moveTo>
                <a:lnTo>
                  <a:pt x="1747" y="594"/>
                </a:lnTo>
                <a:lnTo>
                  <a:pt x="1747" y="586"/>
                </a:lnTo>
                <a:lnTo>
                  <a:pt x="1740" y="586"/>
                </a:lnTo>
                <a:lnTo>
                  <a:pt x="1740" y="594"/>
                </a:lnTo>
                <a:close/>
                <a:moveTo>
                  <a:pt x="1757" y="594"/>
                </a:moveTo>
                <a:lnTo>
                  <a:pt x="1764" y="594"/>
                </a:lnTo>
                <a:lnTo>
                  <a:pt x="1764" y="586"/>
                </a:lnTo>
                <a:lnTo>
                  <a:pt x="1757" y="586"/>
                </a:lnTo>
                <a:lnTo>
                  <a:pt x="1757" y="594"/>
                </a:lnTo>
                <a:close/>
                <a:moveTo>
                  <a:pt x="1790" y="594"/>
                </a:moveTo>
                <a:lnTo>
                  <a:pt x="1797" y="594"/>
                </a:lnTo>
                <a:lnTo>
                  <a:pt x="1797" y="586"/>
                </a:lnTo>
                <a:lnTo>
                  <a:pt x="1790" y="586"/>
                </a:lnTo>
                <a:lnTo>
                  <a:pt x="1790" y="594"/>
                </a:lnTo>
                <a:close/>
                <a:moveTo>
                  <a:pt x="1806" y="594"/>
                </a:moveTo>
                <a:lnTo>
                  <a:pt x="1814" y="594"/>
                </a:lnTo>
                <a:lnTo>
                  <a:pt x="1814" y="586"/>
                </a:lnTo>
                <a:lnTo>
                  <a:pt x="1806" y="586"/>
                </a:lnTo>
                <a:lnTo>
                  <a:pt x="1806" y="594"/>
                </a:lnTo>
                <a:close/>
                <a:moveTo>
                  <a:pt x="1823" y="594"/>
                </a:moveTo>
                <a:lnTo>
                  <a:pt x="1830" y="594"/>
                </a:lnTo>
                <a:lnTo>
                  <a:pt x="1830" y="586"/>
                </a:lnTo>
                <a:lnTo>
                  <a:pt x="1823" y="586"/>
                </a:lnTo>
                <a:lnTo>
                  <a:pt x="1823" y="594"/>
                </a:lnTo>
                <a:close/>
                <a:moveTo>
                  <a:pt x="1840" y="594"/>
                </a:moveTo>
                <a:lnTo>
                  <a:pt x="1847" y="594"/>
                </a:lnTo>
                <a:lnTo>
                  <a:pt x="1847" y="586"/>
                </a:lnTo>
                <a:lnTo>
                  <a:pt x="1840" y="586"/>
                </a:lnTo>
                <a:lnTo>
                  <a:pt x="1840" y="594"/>
                </a:lnTo>
                <a:close/>
                <a:moveTo>
                  <a:pt x="1856" y="594"/>
                </a:moveTo>
                <a:lnTo>
                  <a:pt x="1863" y="594"/>
                </a:lnTo>
                <a:lnTo>
                  <a:pt x="1863" y="586"/>
                </a:lnTo>
                <a:lnTo>
                  <a:pt x="1856" y="586"/>
                </a:lnTo>
                <a:lnTo>
                  <a:pt x="1856" y="594"/>
                </a:lnTo>
                <a:close/>
                <a:moveTo>
                  <a:pt x="1873" y="594"/>
                </a:moveTo>
                <a:lnTo>
                  <a:pt x="1880" y="594"/>
                </a:lnTo>
                <a:lnTo>
                  <a:pt x="1880" y="586"/>
                </a:lnTo>
                <a:lnTo>
                  <a:pt x="1873" y="586"/>
                </a:lnTo>
                <a:lnTo>
                  <a:pt x="1873" y="594"/>
                </a:lnTo>
                <a:close/>
                <a:moveTo>
                  <a:pt x="1889" y="594"/>
                </a:moveTo>
                <a:lnTo>
                  <a:pt x="1896" y="594"/>
                </a:lnTo>
                <a:lnTo>
                  <a:pt x="1896" y="586"/>
                </a:lnTo>
                <a:lnTo>
                  <a:pt x="1889" y="586"/>
                </a:lnTo>
                <a:lnTo>
                  <a:pt x="1889" y="594"/>
                </a:lnTo>
                <a:close/>
                <a:moveTo>
                  <a:pt x="1908" y="594"/>
                </a:moveTo>
                <a:lnTo>
                  <a:pt x="1915" y="594"/>
                </a:lnTo>
                <a:lnTo>
                  <a:pt x="1915" y="586"/>
                </a:lnTo>
                <a:lnTo>
                  <a:pt x="1908" y="586"/>
                </a:lnTo>
                <a:lnTo>
                  <a:pt x="1908" y="594"/>
                </a:lnTo>
                <a:close/>
                <a:moveTo>
                  <a:pt x="1925" y="594"/>
                </a:moveTo>
                <a:lnTo>
                  <a:pt x="1932" y="594"/>
                </a:lnTo>
                <a:lnTo>
                  <a:pt x="1932" y="586"/>
                </a:lnTo>
                <a:lnTo>
                  <a:pt x="1925" y="586"/>
                </a:lnTo>
                <a:lnTo>
                  <a:pt x="1925" y="594"/>
                </a:lnTo>
                <a:close/>
                <a:moveTo>
                  <a:pt x="1941" y="594"/>
                </a:moveTo>
                <a:lnTo>
                  <a:pt x="1949" y="594"/>
                </a:lnTo>
                <a:lnTo>
                  <a:pt x="1949" y="586"/>
                </a:lnTo>
                <a:lnTo>
                  <a:pt x="1941" y="586"/>
                </a:lnTo>
                <a:lnTo>
                  <a:pt x="1941" y="594"/>
                </a:lnTo>
                <a:close/>
                <a:moveTo>
                  <a:pt x="1958" y="594"/>
                </a:moveTo>
                <a:lnTo>
                  <a:pt x="1965" y="594"/>
                </a:lnTo>
                <a:lnTo>
                  <a:pt x="1965" y="586"/>
                </a:lnTo>
                <a:lnTo>
                  <a:pt x="1958" y="586"/>
                </a:lnTo>
                <a:lnTo>
                  <a:pt x="1958" y="594"/>
                </a:lnTo>
                <a:close/>
                <a:moveTo>
                  <a:pt x="1975" y="594"/>
                </a:moveTo>
                <a:lnTo>
                  <a:pt x="1982" y="594"/>
                </a:lnTo>
                <a:lnTo>
                  <a:pt x="1982" y="586"/>
                </a:lnTo>
                <a:lnTo>
                  <a:pt x="1975" y="586"/>
                </a:lnTo>
                <a:lnTo>
                  <a:pt x="1975" y="594"/>
                </a:lnTo>
                <a:close/>
                <a:moveTo>
                  <a:pt x="1991" y="594"/>
                </a:moveTo>
                <a:lnTo>
                  <a:pt x="1998" y="594"/>
                </a:lnTo>
                <a:lnTo>
                  <a:pt x="1998" y="586"/>
                </a:lnTo>
                <a:lnTo>
                  <a:pt x="1991" y="586"/>
                </a:lnTo>
                <a:lnTo>
                  <a:pt x="1991" y="594"/>
                </a:lnTo>
                <a:close/>
                <a:moveTo>
                  <a:pt x="2008" y="594"/>
                </a:moveTo>
                <a:lnTo>
                  <a:pt x="2015" y="594"/>
                </a:lnTo>
                <a:lnTo>
                  <a:pt x="2015" y="586"/>
                </a:lnTo>
                <a:lnTo>
                  <a:pt x="2008" y="586"/>
                </a:lnTo>
                <a:lnTo>
                  <a:pt x="2008" y="594"/>
                </a:lnTo>
                <a:close/>
                <a:moveTo>
                  <a:pt x="2024" y="594"/>
                </a:moveTo>
                <a:lnTo>
                  <a:pt x="2031" y="594"/>
                </a:lnTo>
                <a:lnTo>
                  <a:pt x="2031" y="586"/>
                </a:lnTo>
                <a:lnTo>
                  <a:pt x="2024" y="586"/>
                </a:lnTo>
                <a:lnTo>
                  <a:pt x="2024" y="594"/>
                </a:lnTo>
                <a:close/>
                <a:moveTo>
                  <a:pt x="2041" y="594"/>
                </a:moveTo>
                <a:lnTo>
                  <a:pt x="2048" y="594"/>
                </a:lnTo>
                <a:lnTo>
                  <a:pt x="2048" y="586"/>
                </a:lnTo>
                <a:lnTo>
                  <a:pt x="2041" y="586"/>
                </a:lnTo>
                <a:lnTo>
                  <a:pt x="2041" y="594"/>
                </a:lnTo>
                <a:close/>
                <a:moveTo>
                  <a:pt x="2057" y="594"/>
                </a:moveTo>
                <a:lnTo>
                  <a:pt x="2065" y="594"/>
                </a:lnTo>
                <a:lnTo>
                  <a:pt x="2065" y="586"/>
                </a:lnTo>
                <a:lnTo>
                  <a:pt x="2057" y="586"/>
                </a:lnTo>
                <a:lnTo>
                  <a:pt x="2057" y="594"/>
                </a:lnTo>
                <a:close/>
                <a:moveTo>
                  <a:pt x="2074" y="594"/>
                </a:moveTo>
                <a:lnTo>
                  <a:pt x="2081" y="594"/>
                </a:lnTo>
                <a:lnTo>
                  <a:pt x="2081" y="586"/>
                </a:lnTo>
                <a:lnTo>
                  <a:pt x="2074" y="586"/>
                </a:lnTo>
                <a:lnTo>
                  <a:pt x="2074" y="594"/>
                </a:lnTo>
                <a:close/>
                <a:moveTo>
                  <a:pt x="2091" y="594"/>
                </a:moveTo>
                <a:lnTo>
                  <a:pt x="2098" y="594"/>
                </a:lnTo>
                <a:lnTo>
                  <a:pt x="2098" y="586"/>
                </a:lnTo>
                <a:lnTo>
                  <a:pt x="2091" y="586"/>
                </a:lnTo>
                <a:lnTo>
                  <a:pt x="2091" y="594"/>
                </a:lnTo>
                <a:close/>
                <a:moveTo>
                  <a:pt x="2107" y="594"/>
                </a:moveTo>
                <a:lnTo>
                  <a:pt x="2114" y="594"/>
                </a:lnTo>
                <a:lnTo>
                  <a:pt x="2114" y="586"/>
                </a:lnTo>
                <a:lnTo>
                  <a:pt x="2107" y="586"/>
                </a:lnTo>
                <a:lnTo>
                  <a:pt x="2107" y="594"/>
                </a:lnTo>
                <a:close/>
                <a:moveTo>
                  <a:pt x="2124" y="594"/>
                </a:moveTo>
                <a:lnTo>
                  <a:pt x="2131" y="594"/>
                </a:lnTo>
                <a:lnTo>
                  <a:pt x="2131" y="586"/>
                </a:lnTo>
                <a:lnTo>
                  <a:pt x="2124" y="586"/>
                </a:lnTo>
                <a:lnTo>
                  <a:pt x="2124" y="594"/>
                </a:lnTo>
                <a:close/>
                <a:moveTo>
                  <a:pt x="2140" y="594"/>
                </a:moveTo>
                <a:lnTo>
                  <a:pt x="2147" y="594"/>
                </a:lnTo>
                <a:lnTo>
                  <a:pt x="2147" y="586"/>
                </a:lnTo>
                <a:lnTo>
                  <a:pt x="2140" y="586"/>
                </a:lnTo>
                <a:lnTo>
                  <a:pt x="2140" y="594"/>
                </a:lnTo>
                <a:close/>
                <a:moveTo>
                  <a:pt x="2159" y="594"/>
                </a:moveTo>
                <a:lnTo>
                  <a:pt x="2164" y="594"/>
                </a:lnTo>
                <a:lnTo>
                  <a:pt x="2164" y="586"/>
                </a:lnTo>
                <a:lnTo>
                  <a:pt x="2159" y="586"/>
                </a:lnTo>
                <a:lnTo>
                  <a:pt x="2159" y="594"/>
                </a:lnTo>
                <a:close/>
                <a:moveTo>
                  <a:pt x="2176" y="594"/>
                </a:moveTo>
                <a:lnTo>
                  <a:pt x="2183" y="594"/>
                </a:lnTo>
                <a:lnTo>
                  <a:pt x="2183" y="586"/>
                </a:lnTo>
                <a:lnTo>
                  <a:pt x="2176" y="586"/>
                </a:lnTo>
                <a:lnTo>
                  <a:pt x="2176" y="594"/>
                </a:lnTo>
                <a:close/>
                <a:moveTo>
                  <a:pt x="2192" y="594"/>
                </a:moveTo>
                <a:lnTo>
                  <a:pt x="2200" y="594"/>
                </a:lnTo>
                <a:lnTo>
                  <a:pt x="2200" y="586"/>
                </a:lnTo>
                <a:lnTo>
                  <a:pt x="2192" y="586"/>
                </a:lnTo>
                <a:lnTo>
                  <a:pt x="2192" y="594"/>
                </a:lnTo>
                <a:close/>
                <a:moveTo>
                  <a:pt x="2209" y="594"/>
                </a:moveTo>
                <a:lnTo>
                  <a:pt x="2216" y="594"/>
                </a:lnTo>
                <a:lnTo>
                  <a:pt x="2216" y="586"/>
                </a:lnTo>
                <a:lnTo>
                  <a:pt x="2209" y="586"/>
                </a:lnTo>
                <a:lnTo>
                  <a:pt x="2209" y="594"/>
                </a:lnTo>
                <a:close/>
                <a:moveTo>
                  <a:pt x="2226" y="594"/>
                </a:moveTo>
                <a:lnTo>
                  <a:pt x="2233" y="594"/>
                </a:lnTo>
                <a:lnTo>
                  <a:pt x="2233" y="586"/>
                </a:lnTo>
                <a:lnTo>
                  <a:pt x="2226" y="586"/>
                </a:lnTo>
                <a:lnTo>
                  <a:pt x="2226" y="594"/>
                </a:lnTo>
                <a:close/>
                <a:moveTo>
                  <a:pt x="2242" y="594"/>
                </a:moveTo>
                <a:lnTo>
                  <a:pt x="2249" y="594"/>
                </a:lnTo>
                <a:lnTo>
                  <a:pt x="2249" y="586"/>
                </a:lnTo>
                <a:lnTo>
                  <a:pt x="2242" y="586"/>
                </a:lnTo>
                <a:lnTo>
                  <a:pt x="2242" y="594"/>
                </a:lnTo>
                <a:close/>
                <a:moveTo>
                  <a:pt x="2259" y="594"/>
                </a:moveTo>
                <a:lnTo>
                  <a:pt x="2266" y="594"/>
                </a:lnTo>
                <a:lnTo>
                  <a:pt x="2266" y="586"/>
                </a:lnTo>
                <a:lnTo>
                  <a:pt x="2259" y="586"/>
                </a:lnTo>
                <a:lnTo>
                  <a:pt x="2259" y="594"/>
                </a:lnTo>
                <a:close/>
                <a:moveTo>
                  <a:pt x="2275" y="594"/>
                </a:moveTo>
                <a:lnTo>
                  <a:pt x="2282" y="594"/>
                </a:lnTo>
                <a:lnTo>
                  <a:pt x="2282" y="586"/>
                </a:lnTo>
                <a:lnTo>
                  <a:pt x="2275" y="586"/>
                </a:lnTo>
                <a:lnTo>
                  <a:pt x="2275" y="594"/>
                </a:lnTo>
                <a:close/>
                <a:moveTo>
                  <a:pt x="2292" y="594"/>
                </a:moveTo>
                <a:lnTo>
                  <a:pt x="2299" y="594"/>
                </a:lnTo>
                <a:lnTo>
                  <a:pt x="2299" y="586"/>
                </a:lnTo>
                <a:lnTo>
                  <a:pt x="2292" y="586"/>
                </a:lnTo>
                <a:lnTo>
                  <a:pt x="2292" y="594"/>
                </a:lnTo>
                <a:close/>
                <a:moveTo>
                  <a:pt x="2308" y="594"/>
                </a:moveTo>
                <a:lnTo>
                  <a:pt x="2316" y="594"/>
                </a:lnTo>
                <a:lnTo>
                  <a:pt x="2316" y="586"/>
                </a:lnTo>
                <a:lnTo>
                  <a:pt x="2308" y="586"/>
                </a:lnTo>
                <a:lnTo>
                  <a:pt x="2308" y="594"/>
                </a:lnTo>
                <a:close/>
                <a:moveTo>
                  <a:pt x="2325" y="594"/>
                </a:moveTo>
                <a:lnTo>
                  <a:pt x="2332" y="594"/>
                </a:lnTo>
                <a:lnTo>
                  <a:pt x="2332" y="586"/>
                </a:lnTo>
                <a:lnTo>
                  <a:pt x="2325" y="586"/>
                </a:lnTo>
                <a:lnTo>
                  <a:pt x="2325" y="594"/>
                </a:lnTo>
                <a:close/>
                <a:moveTo>
                  <a:pt x="2342" y="594"/>
                </a:moveTo>
                <a:lnTo>
                  <a:pt x="2349" y="594"/>
                </a:lnTo>
                <a:lnTo>
                  <a:pt x="2349" y="586"/>
                </a:lnTo>
                <a:lnTo>
                  <a:pt x="2342" y="586"/>
                </a:lnTo>
                <a:lnTo>
                  <a:pt x="2342" y="594"/>
                </a:lnTo>
                <a:close/>
                <a:moveTo>
                  <a:pt x="2358" y="594"/>
                </a:moveTo>
                <a:lnTo>
                  <a:pt x="2365" y="594"/>
                </a:lnTo>
                <a:lnTo>
                  <a:pt x="2365" y="586"/>
                </a:lnTo>
                <a:lnTo>
                  <a:pt x="2358" y="586"/>
                </a:lnTo>
                <a:lnTo>
                  <a:pt x="2358" y="594"/>
                </a:lnTo>
                <a:close/>
                <a:moveTo>
                  <a:pt x="2375" y="594"/>
                </a:moveTo>
                <a:lnTo>
                  <a:pt x="2382" y="594"/>
                </a:lnTo>
                <a:lnTo>
                  <a:pt x="2382" y="586"/>
                </a:lnTo>
                <a:lnTo>
                  <a:pt x="2375" y="586"/>
                </a:lnTo>
                <a:lnTo>
                  <a:pt x="2375" y="594"/>
                </a:lnTo>
                <a:close/>
                <a:moveTo>
                  <a:pt x="2391" y="594"/>
                </a:moveTo>
                <a:lnTo>
                  <a:pt x="2398" y="594"/>
                </a:lnTo>
                <a:lnTo>
                  <a:pt x="2398" y="586"/>
                </a:lnTo>
                <a:lnTo>
                  <a:pt x="2391" y="586"/>
                </a:lnTo>
                <a:lnTo>
                  <a:pt x="2391" y="594"/>
                </a:lnTo>
                <a:close/>
                <a:moveTo>
                  <a:pt x="2408" y="594"/>
                </a:moveTo>
                <a:lnTo>
                  <a:pt x="2415" y="594"/>
                </a:lnTo>
                <a:lnTo>
                  <a:pt x="2415" y="586"/>
                </a:lnTo>
                <a:lnTo>
                  <a:pt x="2408" y="586"/>
                </a:lnTo>
                <a:lnTo>
                  <a:pt x="2408" y="594"/>
                </a:lnTo>
                <a:close/>
                <a:moveTo>
                  <a:pt x="2427" y="594"/>
                </a:moveTo>
                <a:lnTo>
                  <a:pt x="2434" y="594"/>
                </a:lnTo>
                <a:lnTo>
                  <a:pt x="2434" y="586"/>
                </a:lnTo>
                <a:lnTo>
                  <a:pt x="2427" y="586"/>
                </a:lnTo>
                <a:lnTo>
                  <a:pt x="2427" y="594"/>
                </a:lnTo>
                <a:close/>
                <a:moveTo>
                  <a:pt x="2443" y="594"/>
                </a:moveTo>
                <a:lnTo>
                  <a:pt x="2451" y="594"/>
                </a:lnTo>
                <a:lnTo>
                  <a:pt x="2451" y="586"/>
                </a:lnTo>
                <a:lnTo>
                  <a:pt x="2443" y="586"/>
                </a:lnTo>
                <a:lnTo>
                  <a:pt x="2443" y="594"/>
                </a:lnTo>
                <a:close/>
                <a:moveTo>
                  <a:pt x="2460" y="594"/>
                </a:moveTo>
                <a:lnTo>
                  <a:pt x="2467" y="594"/>
                </a:lnTo>
                <a:lnTo>
                  <a:pt x="2467" y="586"/>
                </a:lnTo>
                <a:lnTo>
                  <a:pt x="2460" y="586"/>
                </a:lnTo>
                <a:lnTo>
                  <a:pt x="2460" y="594"/>
                </a:lnTo>
                <a:close/>
                <a:moveTo>
                  <a:pt x="2477" y="594"/>
                </a:moveTo>
                <a:lnTo>
                  <a:pt x="2484" y="594"/>
                </a:lnTo>
                <a:lnTo>
                  <a:pt x="2484" y="586"/>
                </a:lnTo>
                <a:lnTo>
                  <a:pt x="2477" y="586"/>
                </a:lnTo>
                <a:lnTo>
                  <a:pt x="2477" y="594"/>
                </a:lnTo>
                <a:close/>
                <a:moveTo>
                  <a:pt x="2493" y="594"/>
                </a:moveTo>
                <a:lnTo>
                  <a:pt x="2500" y="594"/>
                </a:lnTo>
                <a:lnTo>
                  <a:pt x="2500" y="586"/>
                </a:lnTo>
                <a:lnTo>
                  <a:pt x="2493" y="586"/>
                </a:lnTo>
                <a:lnTo>
                  <a:pt x="2493" y="594"/>
                </a:lnTo>
                <a:close/>
                <a:moveTo>
                  <a:pt x="2510" y="594"/>
                </a:moveTo>
                <a:lnTo>
                  <a:pt x="2517" y="594"/>
                </a:lnTo>
                <a:lnTo>
                  <a:pt x="2517" y="586"/>
                </a:lnTo>
                <a:lnTo>
                  <a:pt x="2510" y="586"/>
                </a:lnTo>
                <a:lnTo>
                  <a:pt x="2510" y="594"/>
                </a:lnTo>
                <a:close/>
                <a:moveTo>
                  <a:pt x="2526" y="594"/>
                </a:moveTo>
                <a:lnTo>
                  <a:pt x="2533" y="594"/>
                </a:lnTo>
                <a:lnTo>
                  <a:pt x="2533" y="586"/>
                </a:lnTo>
                <a:lnTo>
                  <a:pt x="2526" y="586"/>
                </a:lnTo>
                <a:lnTo>
                  <a:pt x="2526" y="594"/>
                </a:lnTo>
                <a:close/>
                <a:moveTo>
                  <a:pt x="2543" y="594"/>
                </a:moveTo>
                <a:lnTo>
                  <a:pt x="2550" y="594"/>
                </a:lnTo>
                <a:lnTo>
                  <a:pt x="2550" y="586"/>
                </a:lnTo>
                <a:lnTo>
                  <a:pt x="2543" y="586"/>
                </a:lnTo>
                <a:lnTo>
                  <a:pt x="2543" y="594"/>
                </a:lnTo>
                <a:close/>
                <a:moveTo>
                  <a:pt x="2560" y="594"/>
                </a:moveTo>
                <a:lnTo>
                  <a:pt x="2567" y="594"/>
                </a:lnTo>
                <a:lnTo>
                  <a:pt x="2567" y="586"/>
                </a:lnTo>
                <a:lnTo>
                  <a:pt x="2560" y="586"/>
                </a:lnTo>
                <a:lnTo>
                  <a:pt x="2560" y="594"/>
                </a:lnTo>
                <a:close/>
                <a:moveTo>
                  <a:pt x="2576" y="594"/>
                </a:moveTo>
                <a:lnTo>
                  <a:pt x="2583" y="594"/>
                </a:lnTo>
                <a:lnTo>
                  <a:pt x="2583" y="586"/>
                </a:lnTo>
                <a:lnTo>
                  <a:pt x="2576" y="586"/>
                </a:lnTo>
                <a:lnTo>
                  <a:pt x="2576" y="594"/>
                </a:lnTo>
                <a:close/>
                <a:moveTo>
                  <a:pt x="2593" y="594"/>
                </a:moveTo>
                <a:lnTo>
                  <a:pt x="2600" y="594"/>
                </a:lnTo>
                <a:lnTo>
                  <a:pt x="2600" y="586"/>
                </a:lnTo>
                <a:lnTo>
                  <a:pt x="2593" y="586"/>
                </a:lnTo>
                <a:lnTo>
                  <a:pt x="2593" y="594"/>
                </a:lnTo>
                <a:close/>
                <a:moveTo>
                  <a:pt x="2626" y="594"/>
                </a:moveTo>
                <a:lnTo>
                  <a:pt x="2633" y="594"/>
                </a:lnTo>
                <a:lnTo>
                  <a:pt x="2633" y="586"/>
                </a:lnTo>
                <a:lnTo>
                  <a:pt x="2626" y="586"/>
                </a:lnTo>
                <a:lnTo>
                  <a:pt x="2626" y="594"/>
                </a:lnTo>
                <a:close/>
                <a:moveTo>
                  <a:pt x="2642" y="594"/>
                </a:moveTo>
                <a:lnTo>
                  <a:pt x="2649" y="594"/>
                </a:lnTo>
                <a:lnTo>
                  <a:pt x="2649" y="586"/>
                </a:lnTo>
                <a:lnTo>
                  <a:pt x="2642" y="586"/>
                </a:lnTo>
                <a:lnTo>
                  <a:pt x="2642" y="594"/>
                </a:lnTo>
                <a:close/>
                <a:moveTo>
                  <a:pt x="2659" y="594"/>
                </a:moveTo>
                <a:lnTo>
                  <a:pt x="2666" y="594"/>
                </a:lnTo>
                <a:lnTo>
                  <a:pt x="2666" y="586"/>
                </a:lnTo>
                <a:lnTo>
                  <a:pt x="2659" y="586"/>
                </a:lnTo>
                <a:lnTo>
                  <a:pt x="2659" y="594"/>
                </a:lnTo>
                <a:close/>
                <a:moveTo>
                  <a:pt x="2678" y="594"/>
                </a:moveTo>
                <a:lnTo>
                  <a:pt x="2683" y="594"/>
                </a:lnTo>
                <a:lnTo>
                  <a:pt x="2683" y="586"/>
                </a:lnTo>
                <a:lnTo>
                  <a:pt x="2678" y="586"/>
                </a:lnTo>
                <a:lnTo>
                  <a:pt x="2678" y="594"/>
                </a:lnTo>
                <a:close/>
                <a:moveTo>
                  <a:pt x="402" y="610"/>
                </a:moveTo>
                <a:lnTo>
                  <a:pt x="409" y="610"/>
                </a:lnTo>
                <a:lnTo>
                  <a:pt x="409" y="605"/>
                </a:lnTo>
                <a:lnTo>
                  <a:pt x="402" y="605"/>
                </a:lnTo>
                <a:lnTo>
                  <a:pt x="402" y="610"/>
                </a:lnTo>
                <a:close/>
                <a:moveTo>
                  <a:pt x="419" y="610"/>
                </a:moveTo>
                <a:lnTo>
                  <a:pt x="426" y="610"/>
                </a:lnTo>
                <a:lnTo>
                  <a:pt x="426" y="605"/>
                </a:lnTo>
                <a:lnTo>
                  <a:pt x="419" y="605"/>
                </a:lnTo>
                <a:lnTo>
                  <a:pt x="419" y="610"/>
                </a:lnTo>
                <a:close/>
                <a:moveTo>
                  <a:pt x="435" y="610"/>
                </a:moveTo>
                <a:lnTo>
                  <a:pt x="442" y="610"/>
                </a:lnTo>
                <a:lnTo>
                  <a:pt x="442" y="605"/>
                </a:lnTo>
                <a:lnTo>
                  <a:pt x="435" y="605"/>
                </a:lnTo>
                <a:lnTo>
                  <a:pt x="435" y="610"/>
                </a:lnTo>
                <a:close/>
                <a:moveTo>
                  <a:pt x="452" y="610"/>
                </a:moveTo>
                <a:lnTo>
                  <a:pt x="459" y="610"/>
                </a:lnTo>
                <a:lnTo>
                  <a:pt x="459" y="605"/>
                </a:lnTo>
                <a:lnTo>
                  <a:pt x="452" y="605"/>
                </a:lnTo>
                <a:lnTo>
                  <a:pt x="452" y="610"/>
                </a:lnTo>
                <a:close/>
                <a:moveTo>
                  <a:pt x="469" y="610"/>
                </a:moveTo>
                <a:lnTo>
                  <a:pt x="476" y="610"/>
                </a:lnTo>
                <a:lnTo>
                  <a:pt x="476" y="605"/>
                </a:lnTo>
                <a:lnTo>
                  <a:pt x="469" y="605"/>
                </a:lnTo>
                <a:lnTo>
                  <a:pt x="469" y="610"/>
                </a:lnTo>
                <a:close/>
                <a:moveTo>
                  <a:pt x="485" y="610"/>
                </a:moveTo>
                <a:lnTo>
                  <a:pt x="492" y="610"/>
                </a:lnTo>
                <a:lnTo>
                  <a:pt x="492" y="605"/>
                </a:lnTo>
                <a:lnTo>
                  <a:pt x="485" y="605"/>
                </a:lnTo>
                <a:lnTo>
                  <a:pt x="485" y="610"/>
                </a:lnTo>
                <a:close/>
                <a:moveTo>
                  <a:pt x="502" y="610"/>
                </a:moveTo>
                <a:lnTo>
                  <a:pt x="509" y="610"/>
                </a:lnTo>
                <a:lnTo>
                  <a:pt x="509" y="605"/>
                </a:lnTo>
                <a:lnTo>
                  <a:pt x="502" y="605"/>
                </a:lnTo>
                <a:lnTo>
                  <a:pt x="502" y="610"/>
                </a:lnTo>
                <a:close/>
                <a:moveTo>
                  <a:pt x="518" y="610"/>
                </a:moveTo>
                <a:lnTo>
                  <a:pt x="525" y="610"/>
                </a:lnTo>
                <a:lnTo>
                  <a:pt x="525" y="605"/>
                </a:lnTo>
                <a:lnTo>
                  <a:pt x="518" y="605"/>
                </a:lnTo>
                <a:lnTo>
                  <a:pt x="518" y="610"/>
                </a:lnTo>
                <a:close/>
                <a:moveTo>
                  <a:pt x="535" y="610"/>
                </a:moveTo>
                <a:lnTo>
                  <a:pt x="542" y="610"/>
                </a:lnTo>
                <a:lnTo>
                  <a:pt x="542" y="605"/>
                </a:lnTo>
                <a:lnTo>
                  <a:pt x="535" y="605"/>
                </a:lnTo>
                <a:lnTo>
                  <a:pt x="535" y="610"/>
                </a:lnTo>
                <a:close/>
                <a:moveTo>
                  <a:pt x="551" y="610"/>
                </a:moveTo>
                <a:lnTo>
                  <a:pt x="559" y="610"/>
                </a:lnTo>
                <a:lnTo>
                  <a:pt x="559" y="605"/>
                </a:lnTo>
                <a:lnTo>
                  <a:pt x="551" y="605"/>
                </a:lnTo>
                <a:lnTo>
                  <a:pt x="551" y="610"/>
                </a:lnTo>
                <a:close/>
                <a:moveTo>
                  <a:pt x="568" y="610"/>
                </a:moveTo>
                <a:lnTo>
                  <a:pt x="575" y="610"/>
                </a:lnTo>
                <a:lnTo>
                  <a:pt x="575" y="605"/>
                </a:lnTo>
                <a:lnTo>
                  <a:pt x="568" y="605"/>
                </a:lnTo>
                <a:lnTo>
                  <a:pt x="568" y="610"/>
                </a:lnTo>
                <a:close/>
                <a:moveTo>
                  <a:pt x="585" y="610"/>
                </a:moveTo>
                <a:lnTo>
                  <a:pt x="592" y="610"/>
                </a:lnTo>
                <a:lnTo>
                  <a:pt x="592" y="605"/>
                </a:lnTo>
                <a:lnTo>
                  <a:pt x="585" y="605"/>
                </a:lnTo>
                <a:lnTo>
                  <a:pt x="585" y="610"/>
                </a:lnTo>
                <a:close/>
                <a:moveTo>
                  <a:pt x="601" y="610"/>
                </a:moveTo>
                <a:lnTo>
                  <a:pt x="608" y="610"/>
                </a:lnTo>
                <a:lnTo>
                  <a:pt x="608" y="605"/>
                </a:lnTo>
                <a:lnTo>
                  <a:pt x="601" y="605"/>
                </a:lnTo>
                <a:lnTo>
                  <a:pt x="601" y="610"/>
                </a:lnTo>
                <a:close/>
                <a:moveTo>
                  <a:pt x="620" y="610"/>
                </a:moveTo>
                <a:lnTo>
                  <a:pt x="625" y="610"/>
                </a:lnTo>
                <a:lnTo>
                  <a:pt x="625" y="605"/>
                </a:lnTo>
                <a:lnTo>
                  <a:pt x="620" y="605"/>
                </a:lnTo>
                <a:lnTo>
                  <a:pt x="620" y="610"/>
                </a:lnTo>
                <a:close/>
                <a:moveTo>
                  <a:pt x="637" y="610"/>
                </a:moveTo>
                <a:lnTo>
                  <a:pt x="644" y="610"/>
                </a:lnTo>
                <a:lnTo>
                  <a:pt x="644" y="605"/>
                </a:lnTo>
                <a:lnTo>
                  <a:pt x="637" y="605"/>
                </a:lnTo>
                <a:lnTo>
                  <a:pt x="637" y="610"/>
                </a:lnTo>
                <a:close/>
                <a:moveTo>
                  <a:pt x="653" y="610"/>
                </a:moveTo>
                <a:lnTo>
                  <a:pt x="660" y="610"/>
                </a:lnTo>
                <a:lnTo>
                  <a:pt x="660" y="605"/>
                </a:lnTo>
                <a:lnTo>
                  <a:pt x="653" y="605"/>
                </a:lnTo>
                <a:lnTo>
                  <a:pt x="653" y="610"/>
                </a:lnTo>
                <a:close/>
                <a:moveTo>
                  <a:pt x="670" y="610"/>
                </a:moveTo>
                <a:lnTo>
                  <a:pt x="677" y="610"/>
                </a:lnTo>
                <a:lnTo>
                  <a:pt x="677" y="605"/>
                </a:lnTo>
                <a:lnTo>
                  <a:pt x="670" y="605"/>
                </a:lnTo>
                <a:lnTo>
                  <a:pt x="670" y="610"/>
                </a:lnTo>
                <a:close/>
                <a:moveTo>
                  <a:pt x="686" y="610"/>
                </a:moveTo>
                <a:lnTo>
                  <a:pt x="693" y="610"/>
                </a:lnTo>
                <a:lnTo>
                  <a:pt x="693" y="605"/>
                </a:lnTo>
                <a:lnTo>
                  <a:pt x="686" y="605"/>
                </a:lnTo>
                <a:lnTo>
                  <a:pt x="686" y="610"/>
                </a:lnTo>
                <a:close/>
                <a:moveTo>
                  <a:pt x="703" y="610"/>
                </a:moveTo>
                <a:lnTo>
                  <a:pt x="710" y="610"/>
                </a:lnTo>
                <a:lnTo>
                  <a:pt x="710" y="605"/>
                </a:lnTo>
                <a:lnTo>
                  <a:pt x="703" y="605"/>
                </a:lnTo>
                <a:lnTo>
                  <a:pt x="703" y="610"/>
                </a:lnTo>
                <a:close/>
                <a:moveTo>
                  <a:pt x="720" y="610"/>
                </a:moveTo>
                <a:lnTo>
                  <a:pt x="727" y="610"/>
                </a:lnTo>
                <a:lnTo>
                  <a:pt x="727" y="605"/>
                </a:lnTo>
                <a:lnTo>
                  <a:pt x="720" y="605"/>
                </a:lnTo>
                <a:lnTo>
                  <a:pt x="720" y="610"/>
                </a:lnTo>
                <a:close/>
                <a:moveTo>
                  <a:pt x="736" y="610"/>
                </a:moveTo>
                <a:lnTo>
                  <a:pt x="743" y="610"/>
                </a:lnTo>
                <a:lnTo>
                  <a:pt x="743" y="605"/>
                </a:lnTo>
                <a:lnTo>
                  <a:pt x="736" y="605"/>
                </a:lnTo>
                <a:lnTo>
                  <a:pt x="736" y="610"/>
                </a:lnTo>
                <a:close/>
                <a:moveTo>
                  <a:pt x="753" y="610"/>
                </a:moveTo>
                <a:lnTo>
                  <a:pt x="760" y="610"/>
                </a:lnTo>
                <a:lnTo>
                  <a:pt x="760" y="605"/>
                </a:lnTo>
                <a:lnTo>
                  <a:pt x="753" y="605"/>
                </a:lnTo>
                <a:lnTo>
                  <a:pt x="753" y="610"/>
                </a:lnTo>
                <a:close/>
                <a:moveTo>
                  <a:pt x="769" y="610"/>
                </a:moveTo>
                <a:lnTo>
                  <a:pt x="776" y="610"/>
                </a:lnTo>
                <a:lnTo>
                  <a:pt x="776" y="605"/>
                </a:lnTo>
                <a:lnTo>
                  <a:pt x="769" y="605"/>
                </a:lnTo>
                <a:lnTo>
                  <a:pt x="769" y="610"/>
                </a:lnTo>
                <a:close/>
                <a:moveTo>
                  <a:pt x="786" y="610"/>
                </a:moveTo>
                <a:lnTo>
                  <a:pt x="793" y="610"/>
                </a:lnTo>
                <a:lnTo>
                  <a:pt x="793" y="605"/>
                </a:lnTo>
                <a:lnTo>
                  <a:pt x="786" y="605"/>
                </a:lnTo>
                <a:lnTo>
                  <a:pt x="786" y="610"/>
                </a:lnTo>
                <a:close/>
                <a:moveTo>
                  <a:pt x="802" y="610"/>
                </a:moveTo>
                <a:lnTo>
                  <a:pt x="810" y="610"/>
                </a:lnTo>
                <a:lnTo>
                  <a:pt x="810" y="605"/>
                </a:lnTo>
                <a:lnTo>
                  <a:pt x="802" y="605"/>
                </a:lnTo>
                <a:lnTo>
                  <a:pt x="802" y="610"/>
                </a:lnTo>
                <a:close/>
                <a:moveTo>
                  <a:pt x="819" y="610"/>
                </a:moveTo>
                <a:lnTo>
                  <a:pt x="826" y="610"/>
                </a:lnTo>
                <a:lnTo>
                  <a:pt x="826" y="605"/>
                </a:lnTo>
                <a:lnTo>
                  <a:pt x="819" y="605"/>
                </a:lnTo>
                <a:lnTo>
                  <a:pt x="819" y="610"/>
                </a:lnTo>
                <a:close/>
                <a:moveTo>
                  <a:pt x="836" y="610"/>
                </a:moveTo>
                <a:lnTo>
                  <a:pt x="843" y="610"/>
                </a:lnTo>
                <a:lnTo>
                  <a:pt x="843" y="605"/>
                </a:lnTo>
                <a:lnTo>
                  <a:pt x="836" y="605"/>
                </a:lnTo>
                <a:lnTo>
                  <a:pt x="836" y="610"/>
                </a:lnTo>
                <a:close/>
                <a:moveTo>
                  <a:pt x="852" y="610"/>
                </a:moveTo>
                <a:lnTo>
                  <a:pt x="859" y="610"/>
                </a:lnTo>
                <a:lnTo>
                  <a:pt x="859" y="605"/>
                </a:lnTo>
                <a:lnTo>
                  <a:pt x="852" y="605"/>
                </a:lnTo>
                <a:lnTo>
                  <a:pt x="852" y="610"/>
                </a:lnTo>
                <a:close/>
                <a:moveTo>
                  <a:pt x="871" y="610"/>
                </a:moveTo>
                <a:lnTo>
                  <a:pt x="876" y="610"/>
                </a:lnTo>
                <a:lnTo>
                  <a:pt x="876" y="605"/>
                </a:lnTo>
                <a:lnTo>
                  <a:pt x="871" y="605"/>
                </a:lnTo>
                <a:lnTo>
                  <a:pt x="871" y="610"/>
                </a:lnTo>
                <a:close/>
                <a:moveTo>
                  <a:pt x="1371" y="610"/>
                </a:moveTo>
                <a:lnTo>
                  <a:pt x="1378" y="610"/>
                </a:lnTo>
                <a:lnTo>
                  <a:pt x="1378" y="605"/>
                </a:lnTo>
                <a:lnTo>
                  <a:pt x="1371" y="605"/>
                </a:lnTo>
                <a:lnTo>
                  <a:pt x="1371" y="610"/>
                </a:lnTo>
                <a:close/>
                <a:moveTo>
                  <a:pt x="1390" y="610"/>
                </a:moveTo>
                <a:lnTo>
                  <a:pt x="1394" y="610"/>
                </a:lnTo>
                <a:lnTo>
                  <a:pt x="1394" y="605"/>
                </a:lnTo>
                <a:lnTo>
                  <a:pt x="1390" y="605"/>
                </a:lnTo>
                <a:lnTo>
                  <a:pt x="1390" y="610"/>
                </a:lnTo>
                <a:close/>
                <a:moveTo>
                  <a:pt x="1406" y="610"/>
                </a:moveTo>
                <a:lnTo>
                  <a:pt x="1413" y="610"/>
                </a:lnTo>
                <a:lnTo>
                  <a:pt x="1413" y="605"/>
                </a:lnTo>
                <a:lnTo>
                  <a:pt x="1406" y="605"/>
                </a:lnTo>
                <a:lnTo>
                  <a:pt x="1406" y="610"/>
                </a:lnTo>
                <a:close/>
                <a:moveTo>
                  <a:pt x="1423" y="610"/>
                </a:moveTo>
                <a:lnTo>
                  <a:pt x="1430" y="610"/>
                </a:lnTo>
                <a:lnTo>
                  <a:pt x="1430" y="605"/>
                </a:lnTo>
                <a:lnTo>
                  <a:pt x="1423" y="605"/>
                </a:lnTo>
                <a:lnTo>
                  <a:pt x="1423" y="610"/>
                </a:lnTo>
                <a:close/>
                <a:moveTo>
                  <a:pt x="1439" y="610"/>
                </a:moveTo>
                <a:lnTo>
                  <a:pt x="1447" y="610"/>
                </a:lnTo>
                <a:lnTo>
                  <a:pt x="1447" y="605"/>
                </a:lnTo>
                <a:lnTo>
                  <a:pt x="1439" y="605"/>
                </a:lnTo>
                <a:lnTo>
                  <a:pt x="1439" y="610"/>
                </a:lnTo>
                <a:close/>
                <a:moveTo>
                  <a:pt x="1456" y="610"/>
                </a:moveTo>
                <a:lnTo>
                  <a:pt x="1463" y="610"/>
                </a:lnTo>
                <a:lnTo>
                  <a:pt x="1463" y="605"/>
                </a:lnTo>
                <a:lnTo>
                  <a:pt x="1456" y="605"/>
                </a:lnTo>
                <a:lnTo>
                  <a:pt x="1456" y="610"/>
                </a:lnTo>
                <a:close/>
                <a:moveTo>
                  <a:pt x="1473" y="610"/>
                </a:moveTo>
                <a:lnTo>
                  <a:pt x="1480" y="610"/>
                </a:lnTo>
                <a:lnTo>
                  <a:pt x="1480" y="605"/>
                </a:lnTo>
                <a:lnTo>
                  <a:pt x="1473" y="605"/>
                </a:lnTo>
                <a:lnTo>
                  <a:pt x="1473" y="610"/>
                </a:lnTo>
                <a:close/>
                <a:moveTo>
                  <a:pt x="1522" y="610"/>
                </a:moveTo>
                <a:lnTo>
                  <a:pt x="1529" y="610"/>
                </a:lnTo>
                <a:lnTo>
                  <a:pt x="1529" y="605"/>
                </a:lnTo>
                <a:lnTo>
                  <a:pt x="1522" y="605"/>
                </a:lnTo>
                <a:lnTo>
                  <a:pt x="1522" y="610"/>
                </a:lnTo>
                <a:close/>
                <a:moveTo>
                  <a:pt x="1539" y="610"/>
                </a:moveTo>
                <a:lnTo>
                  <a:pt x="1546" y="610"/>
                </a:lnTo>
                <a:lnTo>
                  <a:pt x="1546" y="605"/>
                </a:lnTo>
                <a:lnTo>
                  <a:pt x="1539" y="605"/>
                </a:lnTo>
                <a:lnTo>
                  <a:pt x="1539" y="610"/>
                </a:lnTo>
                <a:close/>
                <a:moveTo>
                  <a:pt x="1555" y="610"/>
                </a:moveTo>
                <a:lnTo>
                  <a:pt x="1563" y="610"/>
                </a:lnTo>
                <a:lnTo>
                  <a:pt x="1563" y="605"/>
                </a:lnTo>
                <a:lnTo>
                  <a:pt x="1555" y="605"/>
                </a:lnTo>
                <a:lnTo>
                  <a:pt x="1555" y="610"/>
                </a:lnTo>
                <a:close/>
                <a:moveTo>
                  <a:pt x="1572" y="610"/>
                </a:moveTo>
                <a:lnTo>
                  <a:pt x="1579" y="610"/>
                </a:lnTo>
                <a:lnTo>
                  <a:pt x="1579" y="605"/>
                </a:lnTo>
                <a:lnTo>
                  <a:pt x="1572" y="605"/>
                </a:lnTo>
                <a:lnTo>
                  <a:pt x="1572" y="610"/>
                </a:lnTo>
                <a:close/>
                <a:moveTo>
                  <a:pt x="1589" y="610"/>
                </a:moveTo>
                <a:lnTo>
                  <a:pt x="1596" y="610"/>
                </a:lnTo>
                <a:lnTo>
                  <a:pt x="1596" y="605"/>
                </a:lnTo>
                <a:lnTo>
                  <a:pt x="1589" y="605"/>
                </a:lnTo>
                <a:lnTo>
                  <a:pt x="1589" y="610"/>
                </a:lnTo>
                <a:close/>
                <a:moveTo>
                  <a:pt x="1605" y="610"/>
                </a:moveTo>
                <a:lnTo>
                  <a:pt x="1612" y="610"/>
                </a:lnTo>
                <a:lnTo>
                  <a:pt x="1612" y="605"/>
                </a:lnTo>
                <a:lnTo>
                  <a:pt x="1605" y="605"/>
                </a:lnTo>
                <a:lnTo>
                  <a:pt x="1605" y="610"/>
                </a:lnTo>
                <a:close/>
                <a:moveTo>
                  <a:pt x="1622" y="610"/>
                </a:moveTo>
                <a:lnTo>
                  <a:pt x="1629" y="610"/>
                </a:lnTo>
                <a:lnTo>
                  <a:pt x="1629" y="605"/>
                </a:lnTo>
                <a:lnTo>
                  <a:pt x="1622" y="605"/>
                </a:lnTo>
                <a:lnTo>
                  <a:pt x="1622" y="610"/>
                </a:lnTo>
                <a:close/>
                <a:moveTo>
                  <a:pt x="1638" y="610"/>
                </a:moveTo>
                <a:lnTo>
                  <a:pt x="1645" y="610"/>
                </a:lnTo>
                <a:lnTo>
                  <a:pt x="1645" y="605"/>
                </a:lnTo>
                <a:lnTo>
                  <a:pt x="1638" y="605"/>
                </a:lnTo>
                <a:lnTo>
                  <a:pt x="1638" y="610"/>
                </a:lnTo>
                <a:close/>
                <a:moveTo>
                  <a:pt x="1657" y="610"/>
                </a:moveTo>
                <a:lnTo>
                  <a:pt x="1664" y="610"/>
                </a:lnTo>
                <a:lnTo>
                  <a:pt x="1664" y="605"/>
                </a:lnTo>
                <a:lnTo>
                  <a:pt x="1657" y="605"/>
                </a:lnTo>
                <a:lnTo>
                  <a:pt x="1657" y="610"/>
                </a:lnTo>
                <a:close/>
                <a:moveTo>
                  <a:pt x="1674" y="610"/>
                </a:moveTo>
                <a:lnTo>
                  <a:pt x="1681" y="610"/>
                </a:lnTo>
                <a:lnTo>
                  <a:pt x="1681" y="605"/>
                </a:lnTo>
                <a:lnTo>
                  <a:pt x="1674" y="605"/>
                </a:lnTo>
                <a:lnTo>
                  <a:pt x="1674" y="610"/>
                </a:lnTo>
                <a:close/>
                <a:moveTo>
                  <a:pt x="1690" y="610"/>
                </a:moveTo>
                <a:lnTo>
                  <a:pt x="1698" y="610"/>
                </a:lnTo>
                <a:lnTo>
                  <a:pt x="1698" y="605"/>
                </a:lnTo>
                <a:lnTo>
                  <a:pt x="1690" y="605"/>
                </a:lnTo>
                <a:lnTo>
                  <a:pt x="1690" y="610"/>
                </a:lnTo>
                <a:close/>
                <a:moveTo>
                  <a:pt x="1707" y="610"/>
                </a:moveTo>
                <a:lnTo>
                  <a:pt x="1714" y="610"/>
                </a:lnTo>
                <a:lnTo>
                  <a:pt x="1714" y="605"/>
                </a:lnTo>
                <a:lnTo>
                  <a:pt x="1707" y="605"/>
                </a:lnTo>
                <a:lnTo>
                  <a:pt x="1707" y="610"/>
                </a:lnTo>
                <a:close/>
                <a:moveTo>
                  <a:pt x="1724" y="610"/>
                </a:moveTo>
                <a:lnTo>
                  <a:pt x="1731" y="610"/>
                </a:lnTo>
                <a:lnTo>
                  <a:pt x="1731" y="605"/>
                </a:lnTo>
                <a:lnTo>
                  <a:pt x="1724" y="605"/>
                </a:lnTo>
                <a:lnTo>
                  <a:pt x="1724" y="610"/>
                </a:lnTo>
                <a:close/>
                <a:moveTo>
                  <a:pt x="1740" y="610"/>
                </a:moveTo>
                <a:lnTo>
                  <a:pt x="1747" y="610"/>
                </a:lnTo>
                <a:lnTo>
                  <a:pt x="1747" y="605"/>
                </a:lnTo>
                <a:lnTo>
                  <a:pt x="1740" y="605"/>
                </a:lnTo>
                <a:lnTo>
                  <a:pt x="1740" y="610"/>
                </a:lnTo>
                <a:close/>
                <a:moveTo>
                  <a:pt x="1757" y="610"/>
                </a:moveTo>
                <a:lnTo>
                  <a:pt x="1764" y="610"/>
                </a:lnTo>
                <a:lnTo>
                  <a:pt x="1764" y="605"/>
                </a:lnTo>
                <a:lnTo>
                  <a:pt x="1757" y="605"/>
                </a:lnTo>
                <a:lnTo>
                  <a:pt x="1757" y="610"/>
                </a:lnTo>
                <a:close/>
                <a:moveTo>
                  <a:pt x="1773" y="610"/>
                </a:moveTo>
                <a:lnTo>
                  <a:pt x="1780" y="610"/>
                </a:lnTo>
                <a:lnTo>
                  <a:pt x="1780" y="605"/>
                </a:lnTo>
                <a:lnTo>
                  <a:pt x="1773" y="605"/>
                </a:lnTo>
                <a:lnTo>
                  <a:pt x="1773" y="610"/>
                </a:lnTo>
                <a:close/>
                <a:moveTo>
                  <a:pt x="1790" y="610"/>
                </a:moveTo>
                <a:lnTo>
                  <a:pt x="1797" y="610"/>
                </a:lnTo>
                <a:lnTo>
                  <a:pt x="1797" y="605"/>
                </a:lnTo>
                <a:lnTo>
                  <a:pt x="1790" y="605"/>
                </a:lnTo>
                <a:lnTo>
                  <a:pt x="1790" y="610"/>
                </a:lnTo>
                <a:close/>
                <a:moveTo>
                  <a:pt x="1806" y="610"/>
                </a:moveTo>
                <a:lnTo>
                  <a:pt x="1814" y="610"/>
                </a:lnTo>
                <a:lnTo>
                  <a:pt x="1814" y="605"/>
                </a:lnTo>
                <a:lnTo>
                  <a:pt x="1806" y="605"/>
                </a:lnTo>
                <a:lnTo>
                  <a:pt x="1806" y="610"/>
                </a:lnTo>
                <a:close/>
                <a:moveTo>
                  <a:pt x="1823" y="610"/>
                </a:moveTo>
                <a:lnTo>
                  <a:pt x="1830" y="610"/>
                </a:lnTo>
                <a:lnTo>
                  <a:pt x="1830" y="605"/>
                </a:lnTo>
                <a:lnTo>
                  <a:pt x="1823" y="605"/>
                </a:lnTo>
                <a:lnTo>
                  <a:pt x="1823" y="610"/>
                </a:lnTo>
                <a:close/>
                <a:moveTo>
                  <a:pt x="1840" y="610"/>
                </a:moveTo>
                <a:lnTo>
                  <a:pt x="1847" y="610"/>
                </a:lnTo>
                <a:lnTo>
                  <a:pt x="1847" y="605"/>
                </a:lnTo>
                <a:lnTo>
                  <a:pt x="1840" y="605"/>
                </a:lnTo>
                <a:lnTo>
                  <a:pt x="1840" y="610"/>
                </a:lnTo>
                <a:close/>
                <a:moveTo>
                  <a:pt x="1856" y="610"/>
                </a:moveTo>
                <a:lnTo>
                  <a:pt x="1863" y="610"/>
                </a:lnTo>
                <a:lnTo>
                  <a:pt x="1863" y="605"/>
                </a:lnTo>
                <a:lnTo>
                  <a:pt x="1856" y="605"/>
                </a:lnTo>
                <a:lnTo>
                  <a:pt x="1856" y="610"/>
                </a:lnTo>
                <a:close/>
                <a:moveTo>
                  <a:pt x="1873" y="610"/>
                </a:moveTo>
                <a:lnTo>
                  <a:pt x="1880" y="610"/>
                </a:lnTo>
                <a:lnTo>
                  <a:pt x="1880" y="605"/>
                </a:lnTo>
                <a:lnTo>
                  <a:pt x="1873" y="605"/>
                </a:lnTo>
                <a:lnTo>
                  <a:pt x="1873" y="610"/>
                </a:lnTo>
                <a:close/>
                <a:moveTo>
                  <a:pt x="1889" y="610"/>
                </a:moveTo>
                <a:lnTo>
                  <a:pt x="1896" y="610"/>
                </a:lnTo>
                <a:lnTo>
                  <a:pt x="1896" y="605"/>
                </a:lnTo>
                <a:lnTo>
                  <a:pt x="1889" y="605"/>
                </a:lnTo>
                <a:lnTo>
                  <a:pt x="1889" y="610"/>
                </a:lnTo>
                <a:close/>
                <a:moveTo>
                  <a:pt x="1908" y="610"/>
                </a:moveTo>
                <a:lnTo>
                  <a:pt x="1915" y="610"/>
                </a:lnTo>
                <a:lnTo>
                  <a:pt x="1915" y="605"/>
                </a:lnTo>
                <a:lnTo>
                  <a:pt x="1908" y="605"/>
                </a:lnTo>
                <a:lnTo>
                  <a:pt x="1908" y="610"/>
                </a:lnTo>
                <a:close/>
                <a:moveTo>
                  <a:pt x="1925" y="610"/>
                </a:moveTo>
                <a:lnTo>
                  <a:pt x="1932" y="610"/>
                </a:lnTo>
                <a:lnTo>
                  <a:pt x="1932" y="605"/>
                </a:lnTo>
                <a:lnTo>
                  <a:pt x="1925" y="605"/>
                </a:lnTo>
                <a:lnTo>
                  <a:pt x="1925" y="610"/>
                </a:lnTo>
                <a:close/>
                <a:moveTo>
                  <a:pt x="1941" y="610"/>
                </a:moveTo>
                <a:lnTo>
                  <a:pt x="1949" y="610"/>
                </a:lnTo>
                <a:lnTo>
                  <a:pt x="1949" y="605"/>
                </a:lnTo>
                <a:lnTo>
                  <a:pt x="1941" y="605"/>
                </a:lnTo>
                <a:lnTo>
                  <a:pt x="1941" y="610"/>
                </a:lnTo>
                <a:close/>
                <a:moveTo>
                  <a:pt x="1958" y="610"/>
                </a:moveTo>
                <a:lnTo>
                  <a:pt x="1965" y="610"/>
                </a:lnTo>
                <a:lnTo>
                  <a:pt x="1965" y="605"/>
                </a:lnTo>
                <a:lnTo>
                  <a:pt x="1958" y="605"/>
                </a:lnTo>
                <a:lnTo>
                  <a:pt x="1958" y="610"/>
                </a:lnTo>
                <a:close/>
                <a:moveTo>
                  <a:pt x="1975" y="610"/>
                </a:moveTo>
                <a:lnTo>
                  <a:pt x="1982" y="610"/>
                </a:lnTo>
                <a:lnTo>
                  <a:pt x="1982" y="605"/>
                </a:lnTo>
                <a:lnTo>
                  <a:pt x="1975" y="605"/>
                </a:lnTo>
                <a:lnTo>
                  <a:pt x="1975" y="610"/>
                </a:lnTo>
                <a:close/>
                <a:moveTo>
                  <a:pt x="1991" y="610"/>
                </a:moveTo>
                <a:lnTo>
                  <a:pt x="1998" y="610"/>
                </a:lnTo>
                <a:lnTo>
                  <a:pt x="1998" y="605"/>
                </a:lnTo>
                <a:lnTo>
                  <a:pt x="1991" y="605"/>
                </a:lnTo>
                <a:lnTo>
                  <a:pt x="1991" y="610"/>
                </a:lnTo>
                <a:close/>
                <a:moveTo>
                  <a:pt x="2008" y="610"/>
                </a:moveTo>
                <a:lnTo>
                  <a:pt x="2015" y="610"/>
                </a:lnTo>
                <a:lnTo>
                  <a:pt x="2015" y="605"/>
                </a:lnTo>
                <a:lnTo>
                  <a:pt x="2008" y="605"/>
                </a:lnTo>
                <a:lnTo>
                  <a:pt x="2008" y="610"/>
                </a:lnTo>
                <a:close/>
                <a:moveTo>
                  <a:pt x="2024" y="610"/>
                </a:moveTo>
                <a:lnTo>
                  <a:pt x="2031" y="610"/>
                </a:lnTo>
                <a:lnTo>
                  <a:pt x="2031" y="605"/>
                </a:lnTo>
                <a:lnTo>
                  <a:pt x="2024" y="605"/>
                </a:lnTo>
                <a:lnTo>
                  <a:pt x="2024" y="610"/>
                </a:lnTo>
                <a:close/>
                <a:moveTo>
                  <a:pt x="2041" y="610"/>
                </a:moveTo>
                <a:lnTo>
                  <a:pt x="2048" y="610"/>
                </a:lnTo>
                <a:lnTo>
                  <a:pt x="2048" y="605"/>
                </a:lnTo>
                <a:lnTo>
                  <a:pt x="2041" y="605"/>
                </a:lnTo>
                <a:lnTo>
                  <a:pt x="2041" y="610"/>
                </a:lnTo>
                <a:close/>
                <a:moveTo>
                  <a:pt x="2057" y="610"/>
                </a:moveTo>
                <a:lnTo>
                  <a:pt x="2065" y="610"/>
                </a:lnTo>
                <a:lnTo>
                  <a:pt x="2065" y="605"/>
                </a:lnTo>
                <a:lnTo>
                  <a:pt x="2057" y="605"/>
                </a:lnTo>
                <a:lnTo>
                  <a:pt x="2057" y="610"/>
                </a:lnTo>
                <a:close/>
                <a:moveTo>
                  <a:pt x="2074" y="610"/>
                </a:moveTo>
                <a:lnTo>
                  <a:pt x="2081" y="610"/>
                </a:lnTo>
                <a:lnTo>
                  <a:pt x="2081" y="605"/>
                </a:lnTo>
                <a:lnTo>
                  <a:pt x="2074" y="605"/>
                </a:lnTo>
                <a:lnTo>
                  <a:pt x="2074" y="610"/>
                </a:lnTo>
                <a:close/>
                <a:moveTo>
                  <a:pt x="2091" y="610"/>
                </a:moveTo>
                <a:lnTo>
                  <a:pt x="2098" y="610"/>
                </a:lnTo>
                <a:lnTo>
                  <a:pt x="2098" y="605"/>
                </a:lnTo>
                <a:lnTo>
                  <a:pt x="2091" y="605"/>
                </a:lnTo>
                <a:lnTo>
                  <a:pt x="2091" y="610"/>
                </a:lnTo>
                <a:close/>
                <a:moveTo>
                  <a:pt x="2107" y="610"/>
                </a:moveTo>
                <a:lnTo>
                  <a:pt x="2114" y="610"/>
                </a:lnTo>
                <a:lnTo>
                  <a:pt x="2114" y="605"/>
                </a:lnTo>
                <a:lnTo>
                  <a:pt x="2107" y="605"/>
                </a:lnTo>
                <a:lnTo>
                  <a:pt x="2107" y="610"/>
                </a:lnTo>
                <a:close/>
                <a:moveTo>
                  <a:pt x="2124" y="610"/>
                </a:moveTo>
                <a:lnTo>
                  <a:pt x="2131" y="610"/>
                </a:lnTo>
                <a:lnTo>
                  <a:pt x="2131" y="605"/>
                </a:lnTo>
                <a:lnTo>
                  <a:pt x="2124" y="605"/>
                </a:lnTo>
                <a:lnTo>
                  <a:pt x="2124" y="610"/>
                </a:lnTo>
                <a:close/>
                <a:moveTo>
                  <a:pt x="2140" y="610"/>
                </a:moveTo>
                <a:lnTo>
                  <a:pt x="2147" y="610"/>
                </a:lnTo>
                <a:lnTo>
                  <a:pt x="2147" y="605"/>
                </a:lnTo>
                <a:lnTo>
                  <a:pt x="2140" y="605"/>
                </a:lnTo>
                <a:lnTo>
                  <a:pt x="2140" y="610"/>
                </a:lnTo>
                <a:close/>
                <a:moveTo>
                  <a:pt x="2159" y="610"/>
                </a:moveTo>
                <a:lnTo>
                  <a:pt x="2164" y="610"/>
                </a:lnTo>
                <a:lnTo>
                  <a:pt x="2164" y="605"/>
                </a:lnTo>
                <a:lnTo>
                  <a:pt x="2159" y="605"/>
                </a:lnTo>
                <a:lnTo>
                  <a:pt x="2159" y="610"/>
                </a:lnTo>
                <a:close/>
                <a:moveTo>
                  <a:pt x="2176" y="610"/>
                </a:moveTo>
                <a:lnTo>
                  <a:pt x="2183" y="610"/>
                </a:lnTo>
                <a:lnTo>
                  <a:pt x="2183" y="605"/>
                </a:lnTo>
                <a:lnTo>
                  <a:pt x="2176" y="605"/>
                </a:lnTo>
                <a:lnTo>
                  <a:pt x="2176" y="610"/>
                </a:lnTo>
                <a:close/>
                <a:moveTo>
                  <a:pt x="2192" y="610"/>
                </a:moveTo>
                <a:lnTo>
                  <a:pt x="2200" y="610"/>
                </a:lnTo>
                <a:lnTo>
                  <a:pt x="2200" y="605"/>
                </a:lnTo>
                <a:lnTo>
                  <a:pt x="2192" y="605"/>
                </a:lnTo>
                <a:lnTo>
                  <a:pt x="2192" y="610"/>
                </a:lnTo>
                <a:close/>
                <a:moveTo>
                  <a:pt x="2209" y="610"/>
                </a:moveTo>
                <a:lnTo>
                  <a:pt x="2216" y="610"/>
                </a:lnTo>
                <a:lnTo>
                  <a:pt x="2216" y="605"/>
                </a:lnTo>
                <a:lnTo>
                  <a:pt x="2209" y="605"/>
                </a:lnTo>
                <a:lnTo>
                  <a:pt x="2209" y="610"/>
                </a:lnTo>
                <a:close/>
                <a:moveTo>
                  <a:pt x="2226" y="610"/>
                </a:moveTo>
                <a:lnTo>
                  <a:pt x="2233" y="610"/>
                </a:lnTo>
                <a:lnTo>
                  <a:pt x="2233" y="605"/>
                </a:lnTo>
                <a:lnTo>
                  <a:pt x="2226" y="605"/>
                </a:lnTo>
                <a:lnTo>
                  <a:pt x="2226" y="610"/>
                </a:lnTo>
                <a:close/>
                <a:moveTo>
                  <a:pt x="2242" y="610"/>
                </a:moveTo>
                <a:lnTo>
                  <a:pt x="2249" y="610"/>
                </a:lnTo>
                <a:lnTo>
                  <a:pt x="2249" y="605"/>
                </a:lnTo>
                <a:lnTo>
                  <a:pt x="2242" y="605"/>
                </a:lnTo>
                <a:lnTo>
                  <a:pt x="2242" y="610"/>
                </a:lnTo>
                <a:close/>
                <a:moveTo>
                  <a:pt x="2259" y="610"/>
                </a:moveTo>
                <a:lnTo>
                  <a:pt x="2266" y="610"/>
                </a:lnTo>
                <a:lnTo>
                  <a:pt x="2266" y="605"/>
                </a:lnTo>
                <a:lnTo>
                  <a:pt x="2259" y="605"/>
                </a:lnTo>
                <a:lnTo>
                  <a:pt x="2259" y="610"/>
                </a:lnTo>
                <a:close/>
                <a:moveTo>
                  <a:pt x="2275" y="610"/>
                </a:moveTo>
                <a:lnTo>
                  <a:pt x="2282" y="610"/>
                </a:lnTo>
                <a:lnTo>
                  <a:pt x="2282" y="605"/>
                </a:lnTo>
                <a:lnTo>
                  <a:pt x="2275" y="605"/>
                </a:lnTo>
                <a:lnTo>
                  <a:pt x="2275" y="610"/>
                </a:lnTo>
                <a:close/>
                <a:moveTo>
                  <a:pt x="2292" y="610"/>
                </a:moveTo>
                <a:lnTo>
                  <a:pt x="2299" y="610"/>
                </a:lnTo>
                <a:lnTo>
                  <a:pt x="2299" y="605"/>
                </a:lnTo>
                <a:lnTo>
                  <a:pt x="2292" y="605"/>
                </a:lnTo>
                <a:lnTo>
                  <a:pt x="2292" y="610"/>
                </a:lnTo>
                <a:close/>
                <a:moveTo>
                  <a:pt x="2308" y="610"/>
                </a:moveTo>
                <a:lnTo>
                  <a:pt x="2316" y="610"/>
                </a:lnTo>
                <a:lnTo>
                  <a:pt x="2316" y="605"/>
                </a:lnTo>
                <a:lnTo>
                  <a:pt x="2308" y="605"/>
                </a:lnTo>
                <a:lnTo>
                  <a:pt x="2308" y="610"/>
                </a:lnTo>
                <a:close/>
                <a:moveTo>
                  <a:pt x="2325" y="610"/>
                </a:moveTo>
                <a:lnTo>
                  <a:pt x="2332" y="610"/>
                </a:lnTo>
                <a:lnTo>
                  <a:pt x="2332" y="605"/>
                </a:lnTo>
                <a:lnTo>
                  <a:pt x="2325" y="605"/>
                </a:lnTo>
                <a:lnTo>
                  <a:pt x="2325" y="610"/>
                </a:lnTo>
                <a:close/>
                <a:moveTo>
                  <a:pt x="2342" y="610"/>
                </a:moveTo>
                <a:lnTo>
                  <a:pt x="2349" y="610"/>
                </a:lnTo>
                <a:lnTo>
                  <a:pt x="2349" y="605"/>
                </a:lnTo>
                <a:lnTo>
                  <a:pt x="2342" y="605"/>
                </a:lnTo>
                <a:lnTo>
                  <a:pt x="2342" y="610"/>
                </a:lnTo>
                <a:close/>
                <a:moveTo>
                  <a:pt x="2358" y="610"/>
                </a:moveTo>
                <a:lnTo>
                  <a:pt x="2365" y="610"/>
                </a:lnTo>
                <a:lnTo>
                  <a:pt x="2365" y="605"/>
                </a:lnTo>
                <a:lnTo>
                  <a:pt x="2358" y="605"/>
                </a:lnTo>
                <a:lnTo>
                  <a:pt x="2358" y="610"/>
                </a:lnTo>
                <a:close/>
                <a:moveTo>
                  <a:pt x="2375" y="610"/>
                </a:moveTo>
                <a:lnTo>
                  <a:pt x="2382" y="610"/>
                </a:lnTo>
                <a:lnTo>
                  <a:pt x="2382" y="605"/>
                </a:lnTo>
                <a:lnTo>
                  <a:pt x="2375" y="605"/>
                </a:lnTo>
                <a:lnTo>
                  <a:pt x="2375" y="610"/>
                </a:lnTo>
                <a:close/>
                <a:moveTo>
                  <a:pt x="2391" y="610"/>
                </a:moveTo>
                <a:lnTo>
                  <a:pt x="2398" y="610"/>
                </a:lnTo>
                <a:lnTo>
                  <a:pt x="2398" y="605"/>
                </a:lnTo>
                <a:lnTo>
                  <a:pt x="2391" y="605"/>
                </a:lnTo>
                <a:lnTo>
                  <a:pt x="2391" y="610"/>
                </a:lnTo>
                <a:close/>
                <a:moveTo>
                  <a:pt x="2408" y="610"/>
                </a:moveTo>
                <a:lnTo>
                  <a:pt x="2415" y="610"/>
                </a:lnTo>
                <a:lnTo>
                  <a:pt x="2415" y="605"/>
                </a:lnTo>
                <a:lnTo>
                  <a:pt x="2408" y="605"/>
                </a:lnTo>
                <a:lnTo>
                  <a:pt x="2408" y="610"/>
                </a:lnTo>
                <a:close/>
                <a:moveTo>
                  <a:pt x="2427" y="610"/>
                </a:moveTo>
                <a:lnTo>
                  <a:pt x="2434" y="610"/>
                </a:lnTo>
                <a:lnTo>
                  <a:pt x="2434" y="605"/>
                </a:lnTo>
                <a:lnTo>
                  <a:pt x="2427" y="605"/>
                </a:lnTo>
                <a:lnTo>
                  <a:pt x="2427" y="610"/>
                </a:lnTo>
                <a:close/>
                <a:moveTo>
                  <a:pt x="2443" y="610"/>
                </a:moveTo>
                <a:lnTo>
                  <a:pt x="2451" y="610"/>
                </a:lnTo>
                <a:lnTo>
                  <a:pt x="2451" y="605"/>
                </a:lnTo>
                <a:lnTo>
                  <a:pt x="2443" y="605"/>
                </a:lnTo>
                <a:lnTo>
                  <a:pt x="2443" y="610"/>
                </a:lnTo>
                <a:close/>
                <a:moveTo>
                  <a:pt x="2460" y="610"/>
                </a:moveTo>
                <a:lnTo>
                  <a:pt x="2467" y="610"/>
                </a:lnTo>
                <a:lnTo>
                  <a:pt x="2467" y="605"/>
                </a:lnTo>
                <a:lnTo>
                  <a:pt x="2460" y="605"/>
                </a:lnTo>
                <a:lnTo>
                  <a:pt x="2460" y="610"/>
                </a:lnTo>
                <a:close/>
                <a:moveTo>
                  <a:pt x="2477" y="610"/>
                </a:moveTo>
                <a:lnTo>
                  <a:pt x="2484" y="610"/>
                </a:lnTo>
                <a:lnTo>
                  <a:pt x="2484" y="605"/>
                </a:lnTo>
                <a:lnTo>
                  <a:pt x="2477" y="605"/>
                </a:lnTo>
                <a:lnTo>
                  <a:pt x="2477" y="610"/>
                </a:lnTo>
                <a:close/>
                <a:moveTo>
                  <a:pt x="2493" y="610"/>
                </a:moveTo>
                <a:lnTo>
                  <a:pt x="2500" y="610"/>
                </a:lnTo>
                <a:lnTo>
                  <a:pt x="2500" y="605"/>
                </a:lnTo>
                <a:lnTo>
                  <a:pt x="2493" y="605"/>
                </a:lnTo>
                <a:lnTo>
                  <a:pt x="2493" y="610"/>
                </a:lnTo>
                <a:close/>
                <a:moveTo>
                  <a:pt x="2510" y="610"/>
                </a:moveTo>
                <a:lnTo>
                  <a:pt x="2517" y="610"/>
                </a:lnTo>
                <a:lnTo>
                  <a:pt x="2517" y="605"/>
                </a:lnTo>
                <a:lnTo>
                  <a:pt x="2510" y="605"/>
                </a:lnTo>
                <a:lnTo>
                  <a:pt x="2510" y="610"/>
                </a:lnTo>
                <a:close/>
                <a:moveTo>
                  <a:pt x="2526" y="610"/>
                </a:moveTo>
                <a:lnTo>
                  <a:pt x="2533" y="610"/>
                </a:lnTo>
                <a:lnTo>
                  <a:pt x="2533" y="605"/>
                </a:lnTo>
                <a:lnTo>
                  <a:pt x="2526" y="605"/>
                </a:lnTo>
                <a:lnTo>
                  <a:pt x="2526" y="610"/>
                </a:lnTo>
                <a:close/>
                <a:moveTo>
                  <a:pt x="2543" y="610"/>
                </a:moveTo>
                <a:lnTo>
                  <a:pt x="2550" y="610"/>
                </a:lnTo>
                <a:lnTo>
                  <a:pt x="2550" y="605"/>
                </a:lnTo>
                <a:lnTo>
                  <a:pt x="2543" y="605"/>
                </a:lnTo>
                <a:lnTo>
                  <a:pt x="2543" y="610"/>
                </a:lnTo>
                <a:close/>
                <a:moveTo>
                  <a:pt x="2626" y="610"/>
                </a:moveTo>
                <a:lnTo>
                  <a:pt x="2633" y="610"/>
                </a:lnTo>
                <a:lnTo>
                  <a:pt x="2633" y="605"/>
                </a:lnTo>
                <a:lnTo>
                  <a:pt x="2626" y="605"/>
                </a:lnTo>
                <a:lnTo>
                  <a:pt x="2626" y="610"/>
                </a:lnTo>
                <a:close/>
                <a:moveTo>
                  <a:pt x="2642" y="610"/>
                </a:moveTo>
                <a:lnTo>
                  <a:pt x="2649" y="610"/>
                </a:lnTo>
                <a:lnTo>
                  <a:pt x="2649" y="605"/>
                </a:lnTo>
                <a:lnTo>
                  <a:pt x="2642" y="605"/>
                </a:lnTo>
                <a:lnTo>
                  <a:pt x="2642" y="610"/>
                </a:lnTo>
                <a:close/>
                <a:moveTo>
                  <a:pt x="419" y="629"/>
                </a:moveTo>
                <a:lnTo>
                  <a:pt x="426" y="629"/>
                </a:lnTo>
                <a:lnTo>
                  <a:pt x="426" y="622"/>
                </a:lnTo>
                <a:lnTo>
                  <a:pt x="419" y="622"/>
                </a:lnTo>
                <a:lnTo>
                  <a:pt x="419" y="629"/>
                </a:lnTo>
                <a:close/>
                <a:moveTo>
                  <a:pt x="435" y="629"/>
                </a:moveTo>
                <a:lnTo>
                  <a:pt x="442" y="629"/>
                </a:lnTo>
                <a:lnTo>
                  <a:pt x="442" y="622"/>
                </a:lnTo>
                <a:lnTo>
                  <a:pt x="435" y="622"/>
                </a:lnTo>
                <a:lnTo>
                  <a:pt x="435" y="629"/>
                </a:lnTo>
                <a:close/>
                <a:moveTo>
                  <a:pt x="452" y="629"/>
                </a:moveTo>
                <a:lnTo>
                  <a:pt x="459" y="629"/>
                </a:lnTo>
                <a:lnTo>
                  <a:pt x="459" y="622"/>
                </a:lnTo>
                <a:lnTo>
                  <a:pt x="452" y="622"/>
                </a:lnTo>
                <a:lnTo>
                  <a:pt x="452" y="629"/>
                </a:lnTo>
                <a:close/>
                <a:moveTo>
                  <a:pt x="469" y="629"/>
                </a:moveTo>
                <a:lnTo>
                  <a:pt x="476" y="629"/>
                </a:lnTo>
                <a:lnTo>
                  <a:pt x="476" y="622"/>
                </a:lnTo>
                <a:lnTo>
                  <a:pt x="469" y="622"/>
                </a:lnTo>
                <a:lnTo>
                  <a:pt x="469" y="629"/>
                </a:lnTo>
                <a:close/>
                <a:moveTo>
                  <a:pt x="485" y="629"/>
                </a:moveTo>
                <a:lnTo>
                  <a:pt x="492" y="629"/>
                </a:lnTo>
                <a:lnTo>
                  <a:pt x="492" y="622"/>
                </a:lnTo>
                <a:lnTo>
                  <a:pt x="485" y="622"/>
                </a:lnTo>
                <a:lnTo>
                  <a:pt x="485" y="629"/>
                </a:lnTo>
                <a:close/>
                <a:moveTo>
                  <a:pt x="502" y="629"/>
                </a:moveTo>
                <a:lnTo>
                  <a:pt x="509" y="629"/>
                </a:lnTo>
                <a:lnTo>
                  <a:pt x="509" y="622"/>
                </a:lnTo>
                <a:lnTo>
                  <a:pt x="502" y="622"/>
                </a:lnTo>
                <a:lnTo>
                  <a:pt x="502" y="629"/>
                </a:lnTo>
                <a:close/>
                <a:moveTo>
                  <a:pt x="518" y="629"/>
                </a:moveTo>
                <a:lnTo>
                  <a:pt x="525" y="629"/>
                </a:lnTo>
                <a:lnTo>
                  <a:pt x="525" y="622"/>
                </a:lnTo>
                <a:lnTo>
                  <a:pt x="518" y="622"/>
                </a:lnTo>
                <a:lnTo>
                  <a:pt x="518" y="629"/>
                </a:lnTo>
                <a:close/>
                <a:moveTo>
                  <a:pt x="535" y="629"/>
                </a:moveTo>
                <a:lnTo>
                  <a:pt x="542" y="629"/>
                </a:lnTo>
                <a:lnTo>
                  <a:pt x="542" y="622"/>
                </a:lnTo>
                <a:lnTo>
                  <a:pt x="535" y="622"/>
                </a:lnTo>
                <a:lnTo>
                  <a:pt x="535" y="629"/>
                </a:lnTo>
                <a:close/>
                <a:moveTo>
                  <a:pt x="551" y="629"/>
                </a:moveTo>
                <a:lnTo>
                  <a:pt x="559" y="629"/>
                </a:lnTo>
                <a:lnTo>
                  <a:pt x="559" y="622"/>
                </a:lnTo>
                <a:lnTo>
                  <a:pt x="551" y="622"/>
                </a:lnTo>
                <a:lnTo>
                  <a:pt x="551" y="629"/>
                </a:lnTo>
                <a:close/>
                <a:moveTo>
                  <a:pt x="568" y="629"/>
                </a:moveTo>
                <a:lnTo>
                  <a:pt x="575" y="629"/>
                </a:lnTo>
                <a:lnTo>
                  <a:pt x="575" y="622"/>
                </a:lnTo>
                <a:lnTo>
                  <a:pt x="568" y="622"/>
                </a:lnTo>
                <a:lnTo>
                  <a:pt x="568" y="629"/>
                </a:lnTo>
                <a:close/>
                <a:moveTo>
                  <a:pt x="585" y="629"/>
                </a:moveTo>
                <a:lnTo>
                  <a:pt x="592" y="629"/>
                </a:lnTo>
                <a:lnTo>
                  <a:pt x="592" y="622"/>
                </a:lnTo>
                <a:lnTo>
                  <a:pt x="585" y="622"/>
                </a:lnTo>
                <a:lnTo>
                  <a:pt x="585" y="629"/>
                </a:lnTo>
                <a:close/>
                <a:moveTo>
                  <a:pt x="601" y="629"/>
                </a:moveTo>
                <a:lnTo>
                  <a:pt x="608" y="629"/>
                </a:lnTo>
                <a:lnTo>
                  <a:pt x="608" y="622"/>
                </a:lnTo>
                <a:lnTo>
                  <a:pt x="601" y="622"/>
                </a:lnTo>
                <a:lnTo>
                  <a:pt x="601" y="629"/>
                </a:lnTo>
                <a:close/>
                <a:moveTo>
                  <a:pt x="620" y="629"/>
                </a:moveTo>
                <a:lnTo>
                  <a:pt x="625" y="629"/>
                </a:lnTo>
                <a:lnTo>
                  <a:pt x="625" y="622"/>
                </a:lnTo>
                <a:lnTo>
                  <a:pt x="620" y="622"/>
                </a:lnTo>
                <a:lnTo>
                  <a:pt x="620" y="629"/>
                </a:lnTo>
                <a:close/>
                <a:moveTo>
                  <a:pt x="637" y="629"/>
                </a:moveTo>
                <a:lnTo>
                  <a:pt x="644" y="629"/>
                </a:lnTo>
                <a:lnTo>
                  <a:pt x="644" y="622"/>
                </a:lnTo>
                <a:lnTo>
                  <a:pt x="637" y="622"/>
                </a:lnTo>
                <a:lnTo>
                  <a:pt x="637" y="629"/>
                </a:lnTo>
                <a:close/>
                <a:moveTo>
                  <a:pt x="653" y="629"/>
                </a:moveTo>
                <a:lnTo>
                  <a:pt x="660" y="629"/>
                </a:lnTo>
                <a:lnTo>
                  <a:pt x="660" y="622"/>
                </a:lnTo>
                <a:lnTo>
                  <a:pt x="653" y="622"/>
                </a:lnTo>
                <a:lnTo>
                  <a:pt x="653" y="629"/>
                </a:lnTo>
                <a:close/>
                <a:moveTo>
                  <a:pt x="670" y="629"/>
                </a:moveTo>
                <a:lnTo>
                  <a:pt x="677" y="629"/>
                </a:lnTo>
                <a:lnTo>
                  <a:pt x="677" y="622"/>
                </a:lnTo>
                <a:lnTo>
                  <a:pt x="670" y="622"/>
                </a:lnTo>
                <a:lnTo>
                  <a:pt x="670" y="629"/>
                </a:lnTo>
                <a:close/>
                <a:moveTo>
                  <a:pt x="686" y="629"/>
                </a:moveTo>
                <a:lnTo>
                  <a:pt x="693" y="629"/>
                </a:lnTo>
                <a:lnTo>
                  <a:pt x="693" y="622"/>
                </a:lnTo>
                <a:lnTo>
                  <a:pt x="686" y="622"/>
                </a:lnTo>
                <a:lnTo>
                  <a:pt x="686" y="629"/>
                </a:lnTo>
                <a:close/>
                <a:moveTo>
                  <a:pt x="703" y="629"/>
                </a:moveTo>
                <a:lnTo>
                  <a:pt x="710" y="629"/>
                </a:lnTo>
                <a:lnTo>
                  <a:pt x="710" y="622"/>
                </a:lnTo>
                <a:lnTo>
                  <a:pt x="703" y="622"/>
                </a:lnTo>
                <a:lnTo>
                  <a:pt x="703" y="629"/>
                </a:lnTo>
                <a:close/>
                <a:moveTo>
                  <a:pt x="720" y="629"/>
                </a:moveTo>
                <a:lnTo>
                  <a:pt x="727" y="629"/>
                </a:lnTo>
                <a:lnTo>
                  <a:pt x="727" y="622"/>
                </a:lnTo>
                <a:lnTo>
                  <a:pt x="720" y="622"/>
                </a:lnTo>
                <a:lnTo>
                  <a:pt x="720" y="629"/>
                </a:lnTo>
                <a:close/>
                <a:moveTo>
                  <a:pt x="736" y="629"/>
                </a:moveTo>
                <a:lnTo>
                  <a:pt x="743" y="629"/>
                </a:lnTo>
                <a:lnTo>
                  <a:pt x="743" y="622"/>
                </a:lnTo>
                <a:lnTo>
                  <a:pt x="736" y="622"/>
                </a:lnTo>
                <a:lnTo>
                  <a:pt x="736" y="629"/>
                </a:lnTo>
                <a:close/>
                <a:moveTo>
                  <a:pt x="753" y="629"/>
                </a:moveTo>
                <a:lnTo>
                  <a:pt x="760" y="629"/>
                </a:lnTo>
                <a:lnTo>
                  <a:pt x="760" y="622"/>
                </a:lnTo>
                <a:lnTo>
                  <a:pt x="753" y="622"/>
                </a:lnTo>
                <a:lnTo>
                  <a:pt x="753" y="629"/>
                </a:lnTo>
                <a:close/>
                <a:moveTo>
                  <a:pt x="769" y="629"/>
                </a:moveTo>
                <a:lnTo>
                  <a:pt x="776" y="629"/>
                </a:lnTo>
                <a:lnTo>
                  <a:pt x="776" y="622"/>
                </a:lnTo>
                <a:lnTo>
                  <a:pt x="769" y="622"/>
                </a:lnTo>
                <a:lnTo>
                  <a:pt x="769" y="629"/>
                </a:lnTo>
                <a:close/>
                <a:moveTo>
                  <a:pt x="786" y="629"/>
                </a:moveTo>
                <a:lnTo>
                  <a:pt x="793" y="629"/>
                </a:lnTo>
                <a:lnTo>
                  <a:pt x="793" y="622"/>
                </a:lnTo>
                <a:lnTo>
                  <a:pt x="786" y="622"/>
                </a:lnTo>
                <a:lnTo>
                  <a:pt x="786" y="629"/>
                </a:lnTo>
                <a:close/>
                <a:moveTo>
                  <a:pt x="802" y="629"/>
                </a:moveTo>
                <a:lnTo>
                  <a:pt x="810" y="629"/>
                </a:lnTo>
                <a:lnTo>
                  <a:pt x="810" y="622"/>
                </a:lnTo>
                <a:lnTo>
                  <a:pt x="802" y="622"/>
                </a:lnTo>
                <a:lnTo>
                  <a:pt x="802" y="629"/>
                </a:lnTo>
                <a:close/>
                <a:moveTo>
                  <a:pt x="819" y="629"/>
                </a:moveTo>
                <a:lnTo>
                  <a:pt x="826" y="629"/>
                </a:lnTo>
                <a:lnTo>
                  <a:pt x="826" y="622"/>
                </a:lnTo>
                <a:lnTo>
                  <a:pt x="819" y="622"/>
                </a:lnTo>
                <a:lnTo>
                  <a:pt x="819" y="629"/>
                </a:lnTo>
                <a:close/>
                <a:moveTo>
                  <a:pt x="836" y="629"/>
                </a:moveTo>
                <a:lnTo>
                  <a:pt x="843" y="629"/>
                </a:lnTo>
                <a:lnTo>
                  <a:pt x="843" y="622"/>
                </a:lnTo>
                <a:lnTo>
                  <a:pt x="836" y="622"/>
                </a:lnTo>
                <a:lnTo>
                  <a:pt x="836" y="629"/>
                </a:lnTo>
                <a:close/>
                <a:moveTo>
                  <a:pt x="1371" y="629"/>
                </a:moveTo>
                <a:lnTo>
                  <a:pt x="1378" y="629"/>
                </a:lnTo>
                <a:lnTo>
                  <a:pt x="1378" y="622"/>
                </a:lnTo>
                <a:lnTo>
                  <a:pt x="1371" y="622"/>
                </a:lnTo>
                <a:lnTo>
                  <a:pt x="1371" y="629"/>
                </a:lnTo>
                <a:close/>
                <a:moveTo>
                  <a:pt x="1390" y="629"/>
                </a:moveTo>
                <a:lnTo>
                  <a:pt x="1394" y="629"/>
                </a:lnTo>
                <a:lnTo>
                  <a:pt x="1394" y="622"/>
                </a:lnTo>
                <a:lnTo>
                  <a:pt x="1390" y="622"/>
                </a:lnTo>
                <a:lnTo>
                  <a:pt x="1390" y="629"/>
                </a:lnTo>
                <a:close/>
                <a:moveTo>
                  <a:pt x="1406" y="629"/>
                </a:moveTo>
                <a:lnTo>
                  <a:pt x="1413" y="629"/>
                </a:lnTo>
                <a:lnTo>
                  <a:pt x="1413" y="622"/>
                </a:lnTo>
                <a:lnTo>
                  <a:pt x="1406" y="622"/>
                </a:lnTo>
                <a:lnTo>
                  <a:pt x="1406" y="629"/>
                </a:lnTo>
                <a:close/>
                <a:moveTo>
                  <a:pt x="1423" y="629"/>
                </a:moveTo>
                <a:lnTo>
                  <a:pt x="1430" y="629"/>
                </a:lnTo>
                <a:lnTo>
                  <a:pt x="1430" y="622"/>
                </a:lnTo>
                <a:lnTo>
                  <a:pt x="1423" y="622"/>
                </a:lnTo>
                <a:lnTo>
                  <a:pt x="1423" y="629"/>
                </a:lnTo>
                <a:close/>
                <a:moveTo>
                  <a:pt x="1439" y="629"/>
                </a:moveTo>
                <a:lnTo>
                  <a:pt x="1447" y="629"/>
                </a:lnTo>
                <a:lnTo>
                  <a:pt x="1447" y="622"/>
                </a:lnTo>
                <a:lnTo>
                  <a:pt x="1439" y="622"/>
                </a:lnTo>
                <a:lnTo>
                  <a:pt x="1439" y="629"/>
                </a:lnTo>
                <a:close/>
                <a:moveTo>
                  <a:pt x="1456" y="629"/>
                </a:moveTo>
                <a:lnTo>
                  <a:pt x="1463" y="629"/>
                </a:lnTo>
                <a:lnTo>
                  <a:pt x="1463" y="622"/>
                </a:lnTo>
                <a:lnTo>
                  <a:pt x="1456" y="622"/>
                </a:lnTo>
                <a:lnTo>
                  <a:pt x="1456" y="629"/>
                </a:lnTo>
                <a:close/>
                <a:moveTo>
                  <a:pt x="1522" y="629"/>
                </a:moveTo>
                <a:lnTo>
                  <a:pt x="1529" y="629"/>
                </a:lnTo>
                <a:lnTo>
                  <a:pt x="1529" y="622"/>
                </a:lnTo>
                <a:lnTo>
                  <a:pt x="1522" y="622"/>
                </a:lnTo>
                <a:lnTo>
                  <a:pt x="1522" y="629"/>
                </a:lnTo>
                <a:close/>
                <a:moveTo>
                  <a:pt x="1539" y="629"/>
                </a:moveTo>
                <a:lnTo>
                  <a:pt x="1546" y="629"/>
                </a:lnTo>
                <a:lnTo>
                  <a:pt x="1546" y="622"/>
                </a:lnTo>
                <a:lnTo>
                  <a:pt x="1539" y="622"/>
                </a:lnTo>
                <a:lnTo>
                  <a:pt x="1539" y="629"/>
                </a:lnTo>
                <a:close/>
                <a:moveTo>
                  <a:pt x="1589" y="629"/>
                </a:moveTo>
                <a:lnTo>
                  <a:pt x="1596" y="629"/>
                </a:lnTo>
                <a:lnTo>
                  <a:pt x="1596" y="622"/>
                </a:lnTo>
                <a:lnTo>
                  <a:pt x="1589" y="622"/>
                </a:lnTo>
                <a:lnTo>
                  <a:pt x="1589" y="629"/>
                </a:lnTo>
                <a:close/>
                <a:moveTo>
                  <a:pt x="1605" y="629"/>
                </a:moveTo>
                <a:lnTo>
                  <a:pt x="1612" y="629"/>
                </a:lnTo>
                <a:lnTo>
                  <a:pt x="1612" y="622"/>
                </a:lnTo>
                <a:lnTo>
                  <a:pt x="1605" y="622"/>
                </a:lnTo>
                <a:lnTo>
                  <a:pt x="1605" y="629"/>
                </a:lnTo>
                <a:close/>
                <a:moveTo>
                  <a:pt x="1622" y="629"/>
                </a:moveTo>
                <a:lnTo>
                  <a:pt x="1629" y="629"/>
                </a:lnTo>
                <a:lnTo>
                  <a:pt x="1629" y="622"/>
                </a:lnTo>
                <a:lnTo>
                  <a:pt x="1622" y="622"/>
                </a:lnTo>
                <a:lnTo>
                  <a:pt x="1622" y="629"/>
                </a:lnTo>
                <a:close/>
                <a:moveTo>
                  <a:pt x="1638" y="629"/>
                </a:moveTo>
                <a:lnTo>
                  <a:pt x="1645" y="629"/>
                </a:lnTo>
                <a:lnTo>
                  <a:pt x="1645" y="622"/>
                </a:lnTo>
                <a:lnTo>
                  <a:pt x="1638" y="622"/>
                </a:lnTo>
                <a:lnTo>
                  <a:pt x="1638" y="629"/>
                </a:lnTo>
                <a:close/>
                <a:moveTo>
                  <a:pt x="1657" y="629"/>
                </a:moveTo>
                <a:lnTo>
                  <a:pt x="1664" y="629"/>
                </a:lnTo>
                <a:lnTo>
                  <a:pt x="1664" y="622"/>
                </a:lnTo>
                <a:lnTo>
                  <a:pt x="1657" y="622"/>
                </a:lnTo>
                <a:lnTo>
                  <a:pt x="1657" y="629"/>
                </a:lnTo>
                <a:close/>
                <a:moveTo>
                  <a:pt x="1674" y="629"/>
                </a:moveTo>
                <a:lnTo>
                  <a:pt x="1681" y="629"/>
                </a:lnTo>
                <a:lnTo>
                  <a:pt x="1681" y="622"/>
                </a:lnTo>
                <a:lnTo>
                  <a:pt x="1674" y="622"/>
                </a:lnTo>
                <a:lnTo>
                  <a:pt x="1674" y="629"/>
                </a:lnTo>
                <a:close/>
                <a:moveTo>
                  <a:pt x="1690" y="629"/>
                </a:moveTo>
                <a:lnTo>
                  <a:pt x="1698" y="629"/>
                </a:lnTo>
                <a:lnTo>
                  <a:pt x="1698" y="622"/>
                </a:lnTo>
                <a:lnTo>
                  <a:pt x="1690" y="622"/>
                </a:lnTo>
                <a:lnTo>
                  <a:pt x="1690" y="629"/>
                </a:lnTo>
                <a:close/>
                <a:moveTo>
                  <a:pt x="1707" y="629"/>
                </a:moveTo>
                <a:lnTo>
                  <a:pt x="1714" y="629"/>
                </a:lnTo>
                <a:lnTo>
                  <a:pt x="1714" y="622"/>
                </a:lnTo>
                <a:lnTo>
                  <a:pt x="1707" y="622"/>
                </a:lnTo>
                <a:lnTo>
                  <a:pt x="1707" y="629"/>
                </a:lnTo>
                <a:close/>
                <a:moveTo>
                  <a:pt x="1724" y="629"/>
                </a:moveTo>
                <a:lnTo>
                  <a:pt x="1731" y="629"/>
                </a:lnTo>
                <a:lnTo>
                  <a:pt x="1731" y="622"/>
                </a:lnTo>
                <a:lnTo>
                  <a:pt x="1724" y="622"/>
                </a:lnTo>
                <a:lnTo>
                  <a:pt x="1724" y="629"/>
                </a:lnTo>
                <a:close/>
                <a:moveTo>
                  <a:pt x="1740" y="629"/>
                </a:moveTo>
                <a:lnTo>
                  <a:pt x="1747" y="629"/>
                </a:lnTo>
                <a:lnTo>
                  <a:pt x="1747" y="622"/>
                </a:lnTo>
                <a:lnTo>
                  <a:pt x="1740" y="622"/>
                </a:lnTo>
                <a:lnTo>
                  <a:pt x="1740" y="629"/>
                </a:lnTo>
                <a:close/>
                <a:moveTo>
                  <a:pt x="1757" y="629"/>
                </a:moveTo>
                <a:lnTo>
                  <a:pt x="1764" y="629"/>
                </a:lnTo>
                <a:lnTo>
                  <a:pt x="1764" y="622"/>
                </a:lnTo>
                <a:lnTo>
                  <a:pt x="1757" y="622"/>
                </a:lnTo>
                <a:lnTo>
                  <a:pt x="1757" y="629"/>
                </a:lnTo>
                <a:close/>
                <a:moveTo>
                  <a:pt x="1773" y="629"/>
                </a:moveTo>
                <a:lnTo>
                  <a:pt x="1780" y="629"/>
                </a:lnTo>
                <a:lnTo>
                  <a:pt x="1780" y="622"/>
                </a:lnTo>
                <a:lnTo>
                  <a:pt x="1773" y="622"/>
                </a:lnTo>
                <a:lnTo>
                  <a:pt x="1773" y="629"/>
                </a:lnTo>
                <a:close/>
                <a:moveTo>
                  <a:pt x="1790" y="629"/>
                </a:moveTo>
                <a:lnTo>
                  <a:pt x="1797" y="629"/>
                </a:lnTo>
                <a:lnTo>
                  <a:pt x="1797" y="622"/>
                </a:lnTo>
                <a:lnTo>
                  <a:pt x="1790" y="622"/>
                </a:lnTo>
                <a:lnTo>
                  <a:pt x="1790" y="629"/>
                </a:lnTo>
                <a:close/>
                <a:moveTo>
                  <a:pt x="1806" y="629"/>
                </a:moveTo>
                <a:lnTo>
                  <a:pt x="1814" y="629"/>
                </a:lnTo>
                <a:lnTo>
                  <a:pt x="1814" y="622"/>
                </a:lnTo>
                <a:lnTo>
                  <a:pt x="1806" y="622"/>
                </a:lnTo>
                <a:lnTo>
                  <a:pt x="1806" y="629"/>
                </a:lnTo>
                <a:close/>
                <a:moveTo>
                  <a:pt x="1823" y="629"/>
                </a:moveTo>
                <a:lnTo>
                  <a:pt x="1830" y="629"/>
                </a:lnTo>
                <a:lnTo>
                  <a:pt x="1830" y="622"/>
                </a:lnTo>
                <a:lnTo>
                  <a:pt x="1823" y="622"/>
                </a:lnTo>
                <a:lnTo>
                  <a:pt x="1823" y="629"/>
                </a:lnTo>
                <a:close/>
                <a:moveTo>
                  <a:pt x="1840" y="629"/>
                </a:moveTo>
                <a:lnTo>
                  <a:pt x="1847" y="629"/>
                </a:lnTo>
                <a:lnTo>
                  <a:pt x="1847" y="622"/>
                </a:lnTo>
                <a:lnTo>
                  <a:pt x="1840" y="622"/>
                </a:lnTo>
                <a:lnTo>
                  <a:pt x="1840" y="629"/>
                </a:lnTo>
                <a:close/>
                <a:moveTo>
                  <a:pt x="1856" y="629"/>
                </a:moveTo>
                <a:lnTo>
                  <a:pt x="1863" y="629"/>
                </a:lnTo>
                <a:lnTo>
                  <a:pt x="1863" y="622"/>
                </a:lnTo>
                <a:lnTo>
                  <a:pt x="1856" y="622"/>
                </a:lnTo>
                <a:lnTo>
                  <a:pt x="1856" y="629"/>
                </a:lnTo>
                <a:close/>
                <a:moveTo>
                  <a:pt x="1873" y="629"/>
                </a:moveTo>
                <a:lnTo>
                  <a:pt x="1880" y="629"/>
                </a:lnTo>
                <a:lnTo>
                  <a:pt x="1880" y="622"/>
                </a:lnTo>
                <a:lnTo>
                  <a:pt x="1873" y="622"/>
                </a:lnTo>
                <a:lnTo>
                  <a:pt x="1873" y="629"/>
                </a:lnTo>
                <a:close/>
                <a:moveTo>
                  <a:pt x="1908" y="629"/>
                </a:moveTo>
                <a:lnTo>
                  <a:pt x="1915" y="629"/>
                </a:lnTo>
                <a:lnTo>
                  <a:pt x="1915" y="622"/>
                </a:lnTo>
                <a:lnTo>
                  <a:pt x="1908" y="622"/>
                </a:lnTo>
                <a:lnTo>
                  <a:pt x="1908" y="629"/>
                </a:lnTo>
                <a:close/>
                <a:moveTo>
                  <a:pt x="1925" y="629"/>
                </a:moveTo>
                <a:lnTo>
                  <a:pt x="1932" y="629"/>
                </a:lnTo>
                <a:lnTo>
                  <a:pt x="1932" y="622"/>
                </a:lnTo>
                <a:lnTo>
                  <a:pt x="1925" y="622"/>
                </a:lnTo>
                <a:lnTo>
                  <a:pt x="1925" y="629"/>
                </a:lnTo>
                <a:close/>
                <a:moveTo>
                  <a:pt x="1941" y="629"/>
                </a:moveTo>
                <a:lnTo>
                  <a:pt x="1949" y="629"/>
                </a:lnTo>
                <a:lnTo>
                  <a:pt x="1949" y="622"/>
                </a:lnTo>
                <a:lnTo>
                  <a:pt x="1941" y="622"/>
                </a:lnTo>
                <a:lnTo>
                  <a:pt x="1941" y="629"/>
                </a:lnTo>
                <a:close/>
                <a:moveTo>
                  <a:pt x="1958" y="629"/>
                </a:moveTo>
                <a:lnTo>
                  <a:pt x="1965" y="629"/>
                </a:lnTo>
                <a:lnTo>
                  <a:pt x="1965" y="622"/>
                </a:lnTo>
                <a:lnTo>
                  <a:pt x="1958" y="622"/>
                </a:lnTo>
                <a:lnTo>
                  <a:pt x="1958" y="629"/>
                </a:lnTo>
                <a:close/>
                <a:moveTo>
                  <a:pt x="1975" y="629"/>
                </a:moveTo>
                <a:lnTo>
                  <a:pt x="1982" y="629"/>
                </a:lnTo>
                <a:lnTo>
                  <a:pt x="1982" y="622"/>
                </a:lnTo>
                <a:lnTo>
                  <a:pt x="1975" y="622"/>
                </a:lnTo>
                <a:lnTo>
                  <a:pt x="1975" y="629"/>
                </a:lnTo>
                <a:close/>
                <a:moveTo>
                  <a:pt x="1991" y="629"/>
                </a:moveTo>
                <a:lnTo>
                  <a:pt x="1998" y="629"/>
                </a:lnTo>
                <a:lnTo>
                  <a:pt x="1998" y="622"/>
                </a:lnTo>
                <a:lnTo>
                  <a:pt x="1991" y="622"/>
                </a:lnTo>
                <a:lnTo>
                  <a:pt x="1991" y="629"/>
                </a:lnTo>
                <a:close/>
                <a:moveTo>
                  <a:pt x="2008" y="629"/>
                </a:moveTo>
                <a:lnTo>
                  <a:pt x="2015" y="629"/>
                </a:lnTo>
                <a:lnTo>
                  <a:pt x="2015" y="622"/>
                </a:lnTo>
                <a:lnTo>
                  <a:pt x="2008" y="622"/>
                </a:lnTo>
                <a:lnTo>
                  <a:pt x="2008" y="629"/>
                </a:lnTo>
                <a:close/>
                <a:moveTo>
                  <a:pt x="2024" y="629"/>
                </a:moveTo>
                <a:lnTo>
                  <a:pt x="2031" y="629"/>
                </a:lnTo>
                <a:lnTo>
                  <a:pt x="2031" y="622"/>
                </a:lnTo>
                <a:lnTo>
                  <a:pt x="2024" y="622"/>
                </a:lnTo>
                <a:lnTo>
                  <a:pt x="2024" y="629"/>
                </a:lnTo>
                <a:close/>
                <a:moveTo>
                  <a:pt x="2041" y="629"/>
                </a:moveTo>
                <a:lnTo>
                  <a:pt x="2048" y="629"/>
                </a:lnTo>
                <a:lnTo>
                  <a:pt x="2048" y="622"/>
                </a:lnTo>
                <a:lnTo>
                  <a:pt x="2041" y="622"/>
                </a:lnTo>
                <a:lnTo>
                  <a:pt x="2041" y="629"/>
                </a:lnTo>
                <a:close/>
                <a:moveTo>
                  <a:pt x="2057" y="629"/>
                </a:moveTo>
                <a:lnTo>
                  <a:pt x="2065" y="629"/>
                </a:lnTo>
                <a:lnTo>
                  <a:pt x="2065" y="622"/>
                </a:lnTo>
                <a:lnTo>
                  <a:pt x="2057" y="622"/>
                </a:lnTo>
                <a:lnTo>
                  <a:pt x="2057" y="629"/>
                </a:lnTo>
                <a:close/>
                <a:moveTo>
                  <a:pt x="2074" y="629"/>
                </a:moveTo>
                <a:lnTo>
                  <a:pt x="2081" y="629"/>
                </a:lnTo>
                <a:lnTo>
                  <a:pt x="2081" y="622"/>
                </a:lnTo>
                <a:lnTo>
                  <a:pt x="2074" y="622"/>
                </a:lnTo>
                <a:lnTo>
                  <a:pt x="2074" y="629"/>
                </a:lnTo>
                <a:close/>
                <a:moveTo>
                  <a:pt x="2091" y="629"/>
                </a:moveTo>
                <a:lnTo>
                  <a:pt x="2098" y="629"/>
                </a:lnTo>
                <a:lnTo>
                  <a:pt x="2098" y="622"/>
                </a:lnTo>
                <a:lnTo>
                  <a:pt x="2091" y="622"/>
                </a:lnTo>
                <a:lnTo>
                  <a:pt x="2091" y="629"/>
                </a:lnTo>
                <a:close/>
                <a:moveTo>
                  <a:pt x="2107" y="629"/>
                </a:moveTo>
                <a:lnTo>
                  <a:pt x="2114" y="629"/>
                </a:lnTo>
                <a:lnTo>
                  <a:pt x="2114" y="622"/>
                </a:lnTo>
                <a:lnTo>
                  <a:pt x="2107" y="622"/>
                </a:lnTo>
                <a:lnTo>
                  <a:pt x="2107" y="629"/>
                </a:lnTo>
                <a:close/>
                <a:moveTo>
                  <a:pt x="2124" y="629"/>
                </a:moveTo>
                <a:lnTo>
                  <a:pt x="2131" y="629"/>
                </a:lnTo>
                <a:lnTo>
                  <a:pt x="2131" y="622"/>
                </a:lnTo>
                <a:lnTo>
                  <a:pt x="2124" y="622"/>
                </a:lnTo>
                <a:lnTo>
                  <a:pt x="2124" y="629"/>
                </a:lnTo>
                <a:close/>
                <a:moveTo>
                  <a:pt x="2140" y="629"/>
                </a:moveTo>
                <a:lnTo>
                  <a:pt x="2147" y="629"/>
                </a:lnTo>
                <a:lnTo>
                  <a:pt x="2147" y="622"/>
                </a:lnTo>
                <a:lnTo>
                  <a:pt x="2140" y="622"/>
                </a:lnTo>
                <a:lnTo>
                  <a:pt x="2140" y="629"/>
                </a:lnTo>
                <a:close/>
                <a:moveTo>
                  <a:pt x="2159" y="629"/>
                </a:moveTo>
                <a:lnTo>
                  <a:pt x="2164" y="629"/>
                </a:lnTo>
                <a:lnTo>
                  <a:pt x="2164" y="622"/>
                </a:lnTo>
                <a:lnTo>
                  <a:pt x="2159" y="622"/>
                </a:lnTo>
                <a:lnTo>
                  <a:pt x="2159" y="629"/>
                </a:lnTo>
                <a:close/>
                <a:moveTo>
                  <a:pt x="2176" y="629"/>
                </a:moveTo>
                <a:lnTo>
                  <a:pt x="2183" y="629"/>
                </a:lnTo>
                <a:lnTo>
                  <a:pt x="2183" y="622"/>
                </a:lnTo>
                <a:lnTo>
                  <a:pt x="2176" y="622"/>
                </a:lnTo>
                <a:lnTo>
                  <a:pt x="2176" y="629"/>
                </a:lnTo>
                <a:close/>
                <a:moveTo>
                  <a:pt x="2192" y="629"/>
                </a:moveTo>
                <a:lnTo>
                  <a:pt x="2200" y="629"/>
                </a:lnTo>
                <a:lnTo>
                  <a:pt x="2200" y="622"/>
                </a:lnTo>
                <a:lnTo>
                  <a:pt x="2192" y="622"/>
                </a:lnTo>
                <a:lnTo>
                  <a:pt x="2192" y="629"/>
                </a:lnTo>
                <a:close/>
                <a:moveTo>
                  <a:pt x="2209" y="629"/>
                </a:moveTo>
                <a:lnTo>
                  <a:pt x="2216" y="629"/>
                </a:lnTo>
                <a:lnTo>
                  <a:pt x="2216" y="622"/>
                </a:lnTo>
                <a:lnTo>
                  <a:pt x="2209" y="622"/>
                </a:lnTo>
                <a:lnTo>
                  <a:pt x="2209" y="629"/>
                </a:lnTo>
                <a:close/>
                <a:moveTo>
                  <a:pt x="2226" y="629"/>
                </a:moveTo>
                <a:lnTo>
                  <a:pt x="2233" y="629"/>
                </a:lnTo>
                <a:lnTo>
                  <a:pt x="2233" y="622"/>
                </a:lnTo>
                <a:lnTo>
                  <a:pt x="2226" y="622"/>
                </a:lnTo>
                <a:lnTo>
                  <a:pt x="2226" y="629"/>
                </a:lnTo>
                <a:close/>
                <a:moveTo>
                  <a:pt x="2242" y="629"/>
                </a:moveTo>
                <a:lnTo>
                  <a:pt x="2249" y="629"/>
                </a:lnTo>
                <a:lnTo>
                  <a:pt x="2249" y="622"/>
                </a:lnTo>
                <a:lnTo>
                  <a:pt x="2242" y="622"/>
                </a:lnTo>
                <a:lnTo>
                  <a:pt x="2242" y="629"/>
                </a:lnTo>
                <a:close/>
                <a:moveTo>
                  <a:pt x="2259" y="629"/>
                </a:moveTo>
                <a:lnTo>
                  <a:pt x="2266" y="629"/>
                </a:lnTo>
                <a:lnTo>
                  <a:pt x="2266" y="622"/>
                </a:lnTo>
                <a:lnTo>
                  <a:pt x="2259" y="622"/>
                </a:lnTo>
                <a:lnTo>
                  <a:pt x="2259" y="629"/>
                </a:lnTo>
                <a:close/>
                <a:moveTo>
                  <a:pt x="2275" y="629"/>
                </a:moveTo>
                <a:lnTo>
                  <a:pt x="2282" y="629"/>
                </a:lnTo>
                <a:lnTo>
                  <a:pt x="2282" y="622"/>
                </a:lnTo>
                <a:lnTo>
                  <a:pt x="2275" y="622"/>
                </a:lnTo>
                <a:lnTo>
                  <a:pt x="2275" y="629"/>
                </a:lnTo>
                <a:close/>
                <a:moveTo>
                  <a:pt x="2292" y="629"/>
                </a:moveTo>
                <a:lnTo>
                  <a:pt x="2299" y="629"/>
                </a:lnTo>
                <a:lnTo>
                  <a:pt x="2299" y="622"/>
                </a:lnTo>
                <a:lnTo>
                  <a:pt x="2292" y="622"/>
                </a:lnTo>
                <a:lnTo>
                  <a:pt x="2292" y="629"/>
                </a:lnTo>
                <a:close/>
                <a:moveTo>
                  <a:pt x="2308" y="629"/>
                </a:moveTo>
                <a:lnTo>
                  <a:pt x="2316" y="629"/>
                </a:lnTo>
                <a:lnTo>
                  <a:pt x="2316" y="622"/>
                </a:lnTo>
                <a:lnTo>
                  <a:pt x="2308" y="622"/>
                </a:lnTo>
                <a:lnTo>
                  <a:pt x="2308" y="629"/>
                </a:lnTo>
                <a:close/>
                <a:moveTo>
                  <a:pt x="2325" y="629"/>
                </a:moveTo>
                <a:lnTo>
                  <a:pt x="2332" y="629"/>
                </a:lnTo>
                <a:lnTo>
                  <a:pt x="2332" y="622"/>
                </a:lnTo>
                <a:lnTo>
                  <a:pt x="2325" y="622"/>
                </a:lnTo>
                <a:lnTo>
                  <a:pt x="2325" y="629"/>
                </a:lnTo>
                <a:close/>
                <a:moveTo>
                  <a:pt x="2342" y="629"/>
                </a:moveTo>
                <a:lnTo>
                  <a:pt x="2349" y="629"/>
                </a:lnTo>
                <a:lnTo>
                  <a:pt x="2349" y="622"/>
                </a:lnTo>
                <a:lnTo>
                  <a:pt x="2342" y="622"/>
                </a:lnTo>
                <a:lnTo>
                  <a:pt x="2342" y="629"/>
                </a:lnTo>
                <a:close/>
                <a:moveTo>
                  <a:pt x="2358" y="629"/>
                </a:moveTo>
                <a:lnTo>
                  <a:pt x="2365" y="629"/>
                </a:lnTo>
                <a:lnTo>
                  <a:pt x="2365" y="622"/>
                </a:lnTo>
                <a:lnTo>
                  <a:pt x="2358" y="622"/>
                </a:lnTo>
                <a:lnTo>
                  <a:pt x="2358" y="629"/>
                </a:lnTo>
                <a:close/>
                <a:moveTo>
                  <a:pt x="2375" y="629"/>
                </a:moveTo>
                <a:lnTo>
                  <a:pt x="2382" y="629"/>
                </a:lnTo>
                <a:lnTo>
                  <a:pt x="2382" y="622"/>
                </a:lnTo>
                <a:lnTo>
                  <a:pt x="2375" y="622"/>
                </a:lnTo>
                <a:lnTo>
                  <a:pt x="2375" y="629"/>
                </a:lnTo>
                <a:close/>
                <a:moveTo>
                  <a:pt x="2391" y="629"/>
                </a:moveTo>
                <a:lnTo>
                  <a:pt x="2398" y="629"/>
                </a:lnTo>
                <a:lnTo>
                  <a:pt x="2398" y="622"/>
                </a:lnTo>
                <a:lnTo>
                  <a:pt x="2391" y="622"/>
                </a:lnTo>
                <a:lnTo>
                  <a:pt x="2391" y="629"/>
                </a:lnTo>
                <a:close/>
                <a:moveTo>
                  <a:pt x="2408" y="629"/>
                </a:moveTo>
                <a:lnTo>
                  <a:pt x="2415" y="629"/>
                </a:lnTo>
                <a:lnTo>
                  <a:pt x="2415" y="622"/>
                </a:lnTo>
                <a:lnTo>
                  <a:pt x="2408" y="622"/>
                </a:lnTo>
                <a:lnTo>
                  <a:pt x="2408" y="629"/>
                </a:lnTo>
                <a:close/>
                <a:moveTo>
                  <a:pt x="2427" y="629"/>
                </a:moveTo>
                <a:lnTo>
                  <a:pt x="2434" y="629"/>
                </a:lnTo>
                <a:lnTo>
                  <a:pt x="2434" y="622"/>
                </a:lnTo>
                <a:lnTo>
                  <a:pt x="2427" y="622"/>
                </a:lnTo>
                <a:lnTo>
                  <a:pt x="2427" y="629"/>
                </a:lnTo>
                <a:close/>
                <a:moveTo>
                  <a:pt x="2443" y="629"/>
                </a:moveTo>
                <a:lnTo>
                  <a:pt x="2451" y="629"/>
                </a:lnTo>
                <a:lnTo>
                  <a:pt x="2451" y="622"/>
                </a:lnTo>
                <a:lnTo>
                  <a:pt x="2443" y="622"/>
                </a:lnTo>
                <a:lnTo>
                  <a:pt x="2443" y="629"/>
                </a:lnTo>
                <a:close/>
                <a:moveTo>
                  <a:pt x="2460" y="629"/>
                </a:moveTo>
                <a:lnTo>
                  <a:pt x="2467" y="629"/>
                </a:lnTo>
                <a:lnTo>
                  <a:pt x="2467" y="622"/>
                </a:lnTo>
                <a:lnTo>
                  <a:pt x="2460" y="622"/>
                </a:lnTo>
                <a:lnTo>
                  <a:pt x="2460" y="629"/>
                </a:lnTo>
                <a:close/>
                <a:moveTo>
                  <a:pt x="2477" y="629"/>
                </a:moveTo>
                <a:lnTo>
                  <a:pt x="2484" y="629"/>
                </a:lnTo>
                <a:lnTo>
                  <a:pt x="2484" y="622"/>
                </a:lnTo>
                <a:lnTo>
                  <a:pt x="2477" y="622"/>
                </a:lnTo>
                <a:lnTo>
                  <a:pt x="2477" y="629"/>
                </a:lnTo>
                <a:close/>
                <a:moveTo>
                  <a:pt x="2493" y="629"/>
                </a:moveTo>
                <a:lnTo>
                  <a:pt x="2500" y="629"/>
                </a:lnTo>
                <a:lnTo>
                  <a:pt x="2500" y="622"/>
                </a:lnTo>
                <a:lnTo>
                  <a:pt x="2493" y="622"/>
                </a:lnTo>
                <a:lnTo>
                  <a:pt x="2493" y="629"/>
                </a:lnTo>
                <a:close/>
                <a:moveTo>
                  <a:pt x="2510" y="629"/>
                </a:moveTo>
                <a:lnTo>
                  <a:pt x="2517" y="629"/>
                </a:lnTo>
                <a:lnTo>
                  <a:pt x="2517" y="622"/>
                </a:lnTo>
                <a:lnTo>
                  <a:pt x="2510" y="622"/>
                </a:lnTo>
                <a:lnTo>
                  <a:pt x="2510" y="629"/>
                </a:lnTo>
                <a:close/>
                <a:moveTo>
                  <a:pt x="2526" y="629"/>
                </a:moveTo>
                <a:lnTo>
                  <a:pt x="2533" y="629"/>
                </a:lnTo>
                <a:lnTo>
                  <a:pt x="2533" y="622"/>
                </a:lnTo>
                <a:lnTo>
                  <a:pt x="2526" y="622"/>
                </a:lnTo>
                <a:lnTo>
                  <a:pt x="2526" y="629"/>
                </a:lnTo>
                <a:close/>
                <a:moveTo>
                  <a:pt x="2543" y="629"/>
                </a:moveTo>
                <a:lnTo>
                  <a:pt x="2550" y="629"/>
                </a:lnTo>
                <a:lnTo>
                  <a:pt x="2550" y="622"/>
                </a:lnTo>
                <a:lnTo>
                  <a:pt x="2543" y="622"/>
                </a:lnTo>
                <a:lnTo>
                  <a:pt x="2543" y="629"/>
                </a:lnTo>
                <a:close/>
                <a:moveTo>
                  <a:pt x="2626" y="629"/>
                </a:moveTo>
                <a:lnTo>
                  <a:pt x="2633" y="629"/>
                </a:lnTo>
                <a:lnTo>
                  <a:pt x="2633" y="622"/>
                </a:lnTo>
                <a:lnTo>
                  <a:pt x="2626" y="622"/>
                </a:lnTo>
                <a:lnTo>
                  <a:pt x="2626" y="629"/>
                </a:lnTo>
                <a:close/>
                <a:moveTo>
                  <a:pt x="2642" y="629"/>
                </a:moveTo>
                <a:lnTo>
                  <a:pt x="2649" y="629"/>
                </a:lnTo>
                <a:lnTo>
                  <a:pt x="2649" y="622"/>
                </a:lnTo>
                <a:lnTo>
                  <a:pt x="2642" y="622"/>
                </a:lnTo>
                <a:lnTo>
                  <a:pt x="2642" y="629"/>
                </a:lnTo>
                <a:close/>
                <a:moveTo>
                  <a:pt x="419" y="646"/>
                </a:moveTo>
                <a:lnTo>
                  <a:pt x="426" y="646"/>
                </a:lnTo>
                <a:lnTo>
                  <a:pt x="426" y="639"/>
                </a:lnTo>
                <a:lnTo>
                  <a:pt x="419" y="639"/>
                </a:lnTo>
                <a:lnTo>
                  <a:pt x="419" y="646"/>
                </a:lnTo>
                <a:close/>
                <a:moveTo>
                  <a:pt x="435" y="646"/>
                </a:moveTo>
                <a:lnTo>
                  <a:pt x="442" y="646"/>
                </a:lnTo>
                <a:lnTo>
                  <a:pt x="442" y="639"/>
                </a:lnTo>
                <a:lnTo>
                  <a:pt x="435" y="639"/>
                </a:lnTo>
                <a:lnTo>
                  <a:pt x="435" y="646"/>
                </a:lnTo>
                <a:close/>
                <a:moveTo>
                  <a:pt x="452" y="646"/>
                </a:moveTo>
                <a:lnTo>
                  <a:pt x="459" y="646"/>
                </a:lnTo>
                <a:lnTo>
                  <a:pt x="459" y="639"/>
                </a:lnTo>
                <a:lnTo>
                  <a:pt x="452" y="639"/>
                </a:lnTo>
                <a:lnTo>
                  <a:pt x="452" y="646"/>
                </a:lnTo>
                <a:close/>
                <a:moveTo>
                  <a:pt x="469" y="646"/>
                </a:moveTo>
                <a:lnTo>
                  <a:pt x="476" y="646"/>
                </a:lnTo>
                <a:lnTo>
                  <a:pt x="476" y="639"/>
                </a:lnTo>
                <a:lnTo>
                  <a:pt x="469" y="639"/>
                </a:lnTo>
                <a:lnTo>
                  <a:pt x="469" y="646"/>
                </a:lnTo>
                <a:close/>
                <a:moveTo>
                  <a:pt x="485" y="646"/>
                </a:moveTo>
                <a:lnTo>
                  <a:pt x="492" y="646"/>
                </a:lnTo>
                <a:lnTo>
                  <a:pt x="492" y="639"/>
                </a:lnTo>
                <a:lnTo>
                  <a:pt x="485" y="639"/>
                </a:lnTo>
                <a:lnTo>
                  <a:pt x="485" y="646"/>
                </a:lnTo>
                <a:close/>
                <a:moveTo>
                  <a:pt x="502" y="646"/>
                </a:moveTo>
                <a:lnTo>
                  <a:pt x="509" y="646"/>
                </a:lnTo>
                <a:lnTo>
                  <a:pt x="509" y="639"/>
                </a:lnTo>
                <a:lnTo>
                  <a:pt x="502" y="639"/>
                </a:lnTo>
                <a:lnTo>
                  <a:pt x="502" y="646"/>
                </a:lnTo>
                <a:close/>
                <a:moveTo>
                  <a:pt x="518" y="646"/>
                </a:moveTo>
                <a:lnTo>
                  <a:pt x="525" y="646"/>
                </a:lnTo>
                <a:lnTo>
                  <a:pt x="525" y="639"/>
                </a:lnTo>
                <a:lnTo>
                  <a:pt x="518" y="639"/>
                </a:lnTo>
                <a:lnTo>
                  <a:pt x="518" y="646"/>
                </a:lnTo>
                <a:close/>
                <a:moveTo>
                  <a:pt x="535" y="646"/>
                </a:moveTo>
                <a:lnTo>
                  <a:pt x="542" y="646"/>
                </a:lnTo>
                <a:lnTo>
                  <a:pt x="542" y="639"/>
                </a:lnTo>
                <a:lnTo>
                  <a:pt x="535" y="639"/>
                </a:lnTo>
                <a:lnTo>
                  <a:pt x="535" y="646"/>
                </a:lnTo>
                <a:close/>
                <a:moveTo>
                  <a:pt x="551" y="646"/>
                </a:moveTo>
                <a:lnTo>
                  <a:pt x="559" y="646"/>
                </a:lnTo>
                <a:lnTo>
                  <a:pt x="559" y="639"/>
                </a:lnTo>
                <a:lnTo>
                  <a:pt x="551" y="639"/>
                </a:lnTo>
                <a:lnTo>
                  <a:pt x="551" y="646"/>
                </a:lnTo>
                <a:close/>
                <a:moveTo>
                  <a:pt x="568" y="646"/>
                </a:moveTo>
                <a:lnTo>
                  <a:pt x="575" y="646"/>
                </a:lnTo>
                <a:lnTo>
                  <a:pt x="575" y="639"/>
                </a:lnTo>
                <a:lnTo>
                  <a:pt x="568" y="639"/>
                </a:lnTo>
                <a:lnTo>
                  <a:pt x="568" y="646"/>
                </a:lnTo>
                <a:close/>
                <a:moveTo>
                  <a:pt x="585" y="646"/>
                </a:moveTo>
                <a:lnTo>
                  <a:pt x="592" y="646"/>
                </a:lnTo>
                <a:lnTo>
                  <a:pt x="592" y="639"/>
                </a:lnTo>
                <a:lnTo>
                  <a:pt x="585" y="639"/>
                </a:lnTo>
                <a:lnTo>
                  <a:pt x="585" y="646"/>
                </a:lnTo>
                <a:close/>
                <a:moveTo>
                  <a:pt x="601" y="646"/>
                </a:moveTo>
                <a:lnTo>
                  <a:pt x="608" y="646"/>
                </a:lnTo>
                <a:lnTo>
                  <a:pt x="608" y="639"/>
                </a:lnTo>
                <a:lnTo>
                  <a:pt x="601" y="639"/>
                </a:lnTo>
                <a:lnTo>
                  <a:pt x="601" y="646"/>
                </a:lnTo>
                <a:close/>
                <a:moveTo>
                  <a:pt x="620" y="646"/>
                </a:moveTo>
                <a:lnTo>
                  <a:pt x="625" y="646"/>
                </a:lnTo>
                <a:lnTo>
                  <a:pt x="625" y="639"/>
                </a:lnTo>
                <a:lnTo>
                  <a:pt x="620" y="639"/>
                </a:lnTo>
                <a:lnTo>
                  <a:pt x="620" y="646"/>
                </a:lnTo>
                <a:close/>
                <a:moveTo>
                  <a:pt x="637" y="646"/>
                </a:moveTo>
                <a:lnTo>
                  <a:pt x="644" y="646"/>
                </a:lnTo>
                <a:lnTo>
                  <a:pt x="644" y="639"/>
                </a:lnTo>
                <a:lnTo>
                  <a:pt x="637" y="639"/>
                </a:lnTo>
                <a:lnTo>
                  <a:pt x="637" y="646"/>
                </a:lnTo>
                <a:close/>
                <a:moveTo>
                  <a:pt x="653" y="646"/>
                </a:moveTo>
                <a:lnTo>
                  <a:pt x="660" y="646"/>
                </a:lnTo>
                <a:lnTo>
                  <a:pt x="660" y="639"/>
                </a:lnTo>
                <a:lnTo>
                  <a:pt x="653" y="639"/>
                </a:lnTo>
                <a:lnTo>
                  <a:pt x="653" y="646"/>
                </a:lnTo>
                <a:close/>
                <a:moveTo>
                  <a:pt x="670" y="646"/>
                </a:moveTo>
                <a:lnTo>
                  <a:pt x="677" y="646"/>
                </a:lnTo>
                <a:lnTo>
                  <a:pt x="677" y="639"/>
                </a:lnTo>
                <a:lnTo>
                  <a:pt x="670" y="639"/>
                </a:lnTo>
                <a:lnTo>
                  <a:pt x="670" y="646"/>
                </a:lnTo>
                <a:close/>
                <a:moveTo>
                  <a:pt x="686" y="646"/>
                </a:moveTo>
                <a:lnTo>
                  <a:pt x="693" y="646"/>
                </a:lnTo>
                <a:lnTo>
                  <a:pt x="693" y="639"/>
                </a:lnTo>
                <a:lnTo>
                  <a:pt x="686" y="639"/>
                </a:lnTo>
                <a:lnTo>
                  <a:pt x="686" y="646"/>
                </a:lnTo>
                <a:close/>
                <a:moveTo>
                  <a:pt x="703" y="646"/>
                </a:moveTo>
                <a:lnTo>
                  <a:pt x="710" y="646"/>
                </a:lnTo>
                <a:lnTo>
                  <a:pt x="710" y="639"/>
                </a:lnTo>
                <a:lnTo>
                  <a:pt x="703" y="639"/>
                </a:lnTo>
                <a:lnTo>
                  <a:pt x="703" y="646"/>
                </a:lnTo>
                <a:close/>
                <a:moveTo>
                  <a:pt x="720" y="646"/>
                </a:moveTo>
                <a:lnTo>
                  <a:pt x="727" y="646"/>
                </a:lnTo>
                <a:lnTo>
                  <a:pt x="727" y="639"/>
                </a:lnTo>
                <a:lnTo>
                  <a:pt x="720" y="639"/>
                </a:lnTo>
                <a:lnTo>
                  <a:pt x="720" y="646"/>
                </a:lnTo>
                <a:close/>
                <a:moveTo>
                  <a:pt x="736" y="646"/>
                </a:moveTo>
                <a:lnTo>
                  <a:pt x="743" y="646"/>
                </a:lnTo>
                <a:lnTo>
                  <a:pt x="743" y="639"/>
                </a:lnTo>
                <a:lnTo>
                  <a:pt x="736" y="639"/>
                </a:lnTo>
                <a:lnTo>
                  <a:pt x="736" y="646"/>
                </a:lnTo>
                <a:close/>
                <a:moveTo>
                  <a:pt x="753" y="646"/>
                </a:moveTo>
                <a:lnTo>
                  <a:pt x="760" y="646"/>
                </a:lnTo>
                <a:lnTo>
                  <a:pt x="760" y="639"/>
                </a:lnTo>
                <a:lnTo>
                  <a:pt x="753" y="639"/>
                </a:lnTo>
                <a:lnTo>
                  <a:pt x="753" y="646"/>
                </a:lnTo>
                <a:close/>
                <a:moveTo>
                  <a:pt x="769" y="646"/>
                </a:moveTo>
                <a:lnTo>
                  <a:pt x="776" y="646"/>
                </a:lnTo>
                <a:lnTo>
                  <a:pt x="776" y="639"/>
                </a:lnTo>
                <a:lnTo>
                  <a:pt x="769" y="639"/>
                </a:lnTo>
                <a:lnTo>
                  <a:pt x="769" y="646"/>
                </a:lnTo>
                <a:close/>
                <a:moveTo>
                  <a:pt x="786" y="646"/>
                </a:moveTo>
                <a:lnTo>
                  <a:pt x="793" y="646"/>
                </a:lnTo>
                <a:lnTo>
                  <a:pt x="793" y="639"/>
                </a:lnTo>
                <a:lnTo>
                  <a:pt x="786" y="639"/>
                </a:lnTo>
                <a:lnTo>
                  <a:pt x="786" y="646"/>
                </a:lnTo>
                <a:close/>
                <a:moveTo>
                  <a:pt x="802" y="646"/>
                </a:moveTo>
                <a:lnTo>
                  <a:pt x="810" y="646"/>
                </a:lnTo>
                <a:lnTo>
                  <a:pt x="810" y="639"/>
                </a:lnTo>
                <a:lnTo>
                  <a:pt x="802" y="639"/>
                </a:lnTo>
                <a:lnTo>
                  <a:pt x="802" y="646"/>
                </a:lnTo>
                <a:close/>
                <a:moveTo>
                  <a:pt x="819" y="646"/>
                </a:moveTo>
                <a:lnTo>
                  <a:pt x="826" y="646"/>
                </a:lnTo>
                <a:lnTo>
                  <a:pt x="826" y="639"/>
                </a:lnTo>
                <a:lnTo>
                  <a:pt x="819" y="639"/>
                </a:lnTo>
                <a:lnTo>
                  <a:pt x="819" y="646"/>
                </a:lnTo>
                <a:close/>
                <a:moveTo>
                  <a:pt x="1390" y="646"/>
                </a:moveTo>
                <a:lnTo>
                  <a:pt x="1394" y="646"/>
                </a:lnTo>
                <a:lnTo>
                  <a:pt x="1394" y="639"/>
                </a:lnTo>
                <a:lnTo>
                  <a:pt x="1390" y="639"/>
                </a:lnTo>
                <a:lnTo>
                  <a:pt x="1390" y="646"/>
                </a:lnTo>
                <a:close/>
                <a:moveTo>
                  <a:pt x="1406" y="646"/>
                </a:moveTo>
                <a:lnTo>
                  <a:pt x="1413" y="646"/>
                </a:lnTo>
                <a:lnTo>
                  <a:pt x="1413" y="639"/>
                </a:lnTo>
                <a:lnTo>
                  <a:pt x="1406" y="639"/>
                </a:lnTo>
                <a:lnTo>
                  <a:pt x="1406" y="646"/>
                </a:lnTo>
                <a:close/>
                <a:moveTo>
                  <a:pt x="1423" y="646"/>
                </a:moveTo>
                <a:lnTo>
                  <a:pt x="1430" y="646"/>
                </a:lnTo>
                <a:lnTo>
                  <a:pt x="1430" y="639"/>
                </a:lnTo>
                <a:lnTo>
                  <a:pt x="1423" y="639"/>
                </a:lnTo>
                <a:lnTo>
                  <a:pt x="1423" y="646"/>
                </a:lnTo>
                <a:close/>
                <a:moveTo>
                  <a:pt x="1439" y="646"/>
                </a:moveTo>
                <a:lnTo>
                  <a:pt x="1447" y="646"/>
                </a:lnTo>
                <a:lnTo>
                  <a:pt x="1447" y="639"/>
                </a:lnTo>
                <a:lnTo>
                  <a:pt x="1439" y="639"/>
                </a:lnTo>
                <a:lnTo>
                  <a:pt x="1439" y="646"/>
                </a:lnTo>
                <a:close/>
                <a:moveTo>
                  <a:pt x="1456" y="646"/>
                </a:moveTo>
                <a:lnTo>
                  <a:pt x="1463" y="646"/>
                </a:lnTo>
                <a:lnTo>
                  <a:pt x="1463" y="639"/>
                </a:lnTo>
                <a:lnTo>
                  <a:pt x="1456" y="639"/>
                </a:lnTo>
                <a:lnTo>
                  <a:pt x="1456" y="646"/>
                </a:lnTo>
                <a:close/>
                <a:moveTo>
                  <a:pt x="1473" y="646"/>
                </a:moveTo>
                <a:lnTo>
                  <a:pt x="1480" y="646"/>
                </a:lnTo>
                <a:lnTo>
                  <a:pt x="1480" y="639"/>
                </a:lnTo>
                <a:lnTo>
                  <a:pt x="1473" y="639"/>
                </a:lnTo>
                <a:lnTo>
                  <a:pt x="1473" y="646"/>
                </a:lnTo>
                <a:close/>
                <a:moveTo>
                  <a:pt x="1489" y="646"/>
                </a:moveTo>
                <a:lnTo>
                  <a:pt x="1496" y="646"/>
                </a:lnTo>
                <a:lnTo>
                  <a:pt x="1496" y="639"/>
                </a:lnTo>
                <a:lnTo>
                  <a:pt x="1489" y="639"/>
                </a:lnTo>
                <a:lnTo>
                  <a:pt x="1489" y="646"/>
                </a:lnTo>
                <a:close/>
                <a:moveTo>
                  <a:pt x="1506" y="646"/>
                </a:moveTo>
                <a:lnTo>
                  <a:pt x="1513" y="646"/>
                </a:lnTo>
                <a:lnTo>
                  <a:pt x="1513" y="639"/>
                </a:lnTo>
                <a:lnTo>
                  <a:pt x="1506" y="639"/>
                </a:lnTo>
                <a:lnTo>
                  <a:pt x="1506" y="646"/>
                </a:lnTo>
                <a:close/>
                <a:moveTo>
                  <a:pt x="1522" y="646"/>
                </a:moveTo>
                <a:lnTo>
                  <a:pt x="1529" y="646"/>
                </a:lnTo>
                <a:lnTo>
                  <a:pt x="1529" y="639"/>
                </a:lnTo>
                <a:lnTo>
                  <a:pt x="1522" y="639"/>
                </a:lnTo>
                <a:lnTo>
                  <a:pt x="1522" y="646"/>
                </a:lnTo>
                <a:close/>
                <a:moveTo>
                  <a:pt x="1539" y="646"/>
                </a:moveTo>
                <a:lnTo>
                  <a:pt x="1546" y="646"/>
                </a:lnTo>
                <a:lnTo>
                  <a:pt x="1546" y="639"/>
                </a:lnTo>
                <a:lnTo>
                  <a:pt x="1539" y="639"/>
                </a:lnTo>
                <a:lnTo>
                  <a:pt x="1539" y="646"/>
                </a:lnTo>
                <a:close/>
                <a:moveTo>
                  <a:pt x="1555" y="646"/>
                </a:moveTo>
                <a:lnTo>
                  <a:pt x="1563" y="646"/>
                </a:lnTo>
                <a:lnTo>
                  <a:pt x="1563" y="639"/>
                </a:lnTo>
                <a:lnTo>
                  <a:pt x="1555" y="639"/>
                </a:lnTo>
                <a:lnTo>
                  <a:pt x="1555" y="646"/>
                </a:lnTo>
                <a:close/>
                <a:moveTo>
                  <a:pt x="1572" y="646"/>
                </a:moveTo>
                <a:lnTo>
                  <a:pt x="1579" y="646"/>
                </a:lnTo>
                <a:lnTo>
                  <a:pt x="1579" y="639"/>
                </a:lnTo>
                <a:lnTo>
                  <a:pt x="1572" y="639"/>
                </a:lnTo>
                <a:lnTo>
                  <a:pt x="1572" y="646"/>
                </a:lnTo>
                <a:close/>
                <a:moveTo>
                  <a:pt x="1589" y="646"/>
                </a:moveTo>
                <a:lnTo>
                  <a:pt x="1596" y="646"/>
                </a:lnTo>
                <a:lnTo>
                  <a:pt x="1596" y="639"/>
                </a:lnTo>
                <a:lnTo>
                  <a:pt x="1589" y="639"/>
                </a:lnTo>
                <a:lnTo>
                  <a:pt x="1589" y="646"/>
                </a:lnTo>
                <a:close/>
                <a:moveTo>
                  <a:pt x="1638" y="646"/>
                </a:moveTo>
                <a:lnTo>
                  <a:pt x="1645" y="646"/>
                </a:lnTo>
                <a:lnTo>
                  <a:pt x="1645" y="639"/>
                </a:lnTo>
                <a:lnTo>
                  <a:pt x="1638" y="639"/>
                </a:lnTo>
                <a:lnTo>
                  <a:pt x="1638" y="646"/>
                </a:lnTo>
                <a:close/>
                <a:moveTo>
                  <a:pt x="1657" y="646"/>
                </a:moveTo>
                <a:lnTo>
                  <a:pt x="1664" y="646"/>
                </a:lnTo>
                <a:lnTo>
                  <a:pt x="1664" y="639"/>
                </a:lnTo>
                <a:lnTo>
                  <a:pt x="1657" y="639"/>
                </a:lnTo>
                <a:lnTo>
                  <a:pt x="1657" y="646"/>
                </a:lnTo>
                <a:close/>
                <a:moveTo>
                  <a:pt x="1674" y="646"/>
                </a:moveTo>
                <a:lnTo>
                  <a:pt x="1681" y="646"/>
                </a:lnTo>
                <a:lnTo>
                  <a:pt x="1681" y="639"/>
                </a:lnTo>
                <a:lnTo>
                  <a:pt x="1674" y="639"/>
                </a:lnTo>
                <a:lnTo>
                  <a:pt x="1674" y="646"/>
                </a:lnTo>
                <a:close/>
                <a:moveTo>
                  <a:pt x="1690" y="646"/>
                </a:moveTo>
                <a:lnTo>
                  <a:pt x="1698" y="646"/>
                </a:lnTo>
                <a:lnTo>
                  <a:pt x="1698" y="639"/>
                </a:lnTo>
                <a:lnTo>
                  <a:pt x="1690" y="639"/>
                </a:lnTo>
                <a:lnTo>
                  <a:pt x="1690" y="646"/>
                </a:lnTo>
                <a:close/>
                <a:moveTo>
                  <a:pt x="1707" y="646"/>
                </a:moveTo>
                <a:lnTo>
                  <a:pt x="1714" y="646"/>
                </a:lnTo>
                <a:lnTo>
                  <a:pt x="1714" y="639"/>
                </a:lnTo>
                <a:lnTo>
                  <a:pt x="1707" y="639"/>
                </a:lnTo>
                <a:lnTo>
                  <a:pt x="1707" y="646"/>
                </a:lnTo>
                <a:close/>
                <a:moveTo>
                  <a:pt x="1724" y="646"/>
                </a:moveTo>
                <a:lnTo>
                  <a:pt x="1731" y="646"/>
                </a:lnTo>
                <a:lnTo>
                  <a:pt x="1731" y="639"/>
                </a:lnTo>
                <a:lnTo>
                  <a:pt x="1724" y="639"/>
                </a:lnTo>
                <a:lnTo>
                  <a:pt x="1724" y="646"/>
                </a:lnTo>
                <a:close/>
                <a:moveTo>
                  <a:pt x="1740" y="646"/>
                </a:moveTo>
                <a:lnTo>
                  <a:pt x="1747" y="646"/>
                </a:lnTo>
                <a:lnTo>
                  <a:pt x="1747" y="639"/>
                </a:lnTo>
                <a:lnTo>
                  <a:pt x="1740" y="639"/>
                </a:lnTo>
                <a:lnTo>
                  <a:pt x="1740" y="646"/>
                </a:lnTo>
                <a:close/>
                <a:moveTo>
                  <a:pt x="1757" y="646"/>
                </a:moveTo>
                <a:lnTo>
                  <a:pt x="1764" y="646"/>
                </a:lnTo>
                <a:lnTo>
                  <a:pt x="1764" y="639"/>
                </a:lnTo>
                <a:lnTo>
                  <a:pt x="1757" y="639"/>
                </a:lnTo>
                <a:lnTo>
                  <a:pt x="1757" y="646"/>
                </a:lnTo>
                <a:close/>
                <a:moveTo>
                  <a:pt x="1773" y="646"/>
                </a:moveTo>
                <a:lnTo>
                  <a:pt x="1780" y="646"/>
                </a:lnTo>
                <a:lnTo>
                  <a:pt x="1780" y="639"/>
                </a:lnTo>
                <a:lnTo>
                  <a:pt x="1773" y="639"/>
                </a:lnTo>
                <a:lnTo>
                  <a:pt x="1773" y="646"/>
                </a:lnTo>
                <a:close/>
                <a:moveTo>
                  <a:pt x="1790" y="646"/>
                </a:moveTo>
                <a:lnTo>
                  <a:pt x="1797" y="646"/>
                </a:lnTo>
                <a:lnTo>
                  <a:pt x="1797" y="639"/>
                </a:lnTo>
                <a:lnTo>
                  <a:pt x="1790" y="639"/>
                </a:lnTo>
                <a:lnTo>
                  <a:pt x="1790" y="646"/>
                </a:lnTo>
                <a:close/>
                <a:moveTo>
                  <a:pt x="1806" y="646"/>
                </a:moveTo>
                <a:lnTo>
                  <a:pt x="1814" y="646"/>
                </a:lnTo>
                <a:lnTo>
                  <a:pt x="1814" y="639"/>
                </a:lnTo>
                <a:lnTo>
                  <a:pt x="1806" y="639"/>
                </a:lnTo>
                <a:lnTo>
                  <a:pt x="1806" y="646"/>
                </a:lnTo>
                <a:close/>
                <a:moveTo>
                  <a:pt x="1823" y="646"/>
                </a:moveTo>
                <a:lnTo>
                  <a:pt x="1830" y="646"/>
                </a:lnTo>
                <a:lnTo>
                  <a:pt x="1830" y="639"/>
                </a:lnTo>
                <a:lnTo>
                  <a:pt x="1823" y="639"/>
                </a:lnTo>
                <a:lnTo>
                  <a:pt x="1823" y="646"/>
                </a:lnTo>
                <a:close/>
                <a:moveTo>
                  <a:pt x="1840" y="646"/>
                </a:moveTo>
                <a:lnTo>
                  <a:pt x="1847" y="646"/>
                </a:lnTo>
                <a:lnTo>
                  <a:pt x="1847" y="639"/>
                </a:lnTo>
                <a:lnTo>
                  <a:pt x="1840" y="639"/>
                </a:lnTo>
                <a:lnTo>
                  <a:pt x="1840" y="646"/>
                </a:lnTo>
                <a:close/>
                <a:moveTo>
                  <a:pt x="1856" y="646"/>
                </a:moveTo>
                <a:lnTo>
                  <a:pt x="1863" y="646"/>
                </a:lnTo>
                <a:lnTo>
                  <a:pt x="1863" y="639"/>
                </a:lnTo>
                <a:lnTo>
                  <a:pt x="1856" y="639"/>
                </a:lnTo>
                <a:lnTo>
                  <a:pt x="1856" y="646"/>
                </a:lnTo>
                <a:close/>
                <a:moveTo>
                  <a:pt x="1873" y="646"/>
                </a:moveTo>
                <a:lnTo>
                  <a:pt x="1880" y="646"/>
                </a:lnTo>
                <a:lnTo>
                  <a:pt x="1880" y="639"/>
                </a:lnTo>
                <a:lnTo>
                  <a:pt x="1873" y="639"/>
                </a:lnTo>
                <a:lnTo>
                  <a:pt x="1873" y="646"/>
                </a:lnTo>
                <a:close/>
                <a:moveTo>
                  <a:pt x="1889" y="646"/>
                </a:moveTo>
                <a:lnTo>
                  <a:pt x="1896" y="646"/>
                </a:lnTo>
                <a:lnTo>
                  <a:pt x="1896" y="639"/>
                </a:lnTo>
                <a:lnTo>
                  <a:pt x="1889" y="639"/>
                </a:lnTo>
                <a:lnTo>
                  <a:pt x="1889" y="646"/>
                </a:lnTo>
                <a:close/>
                <a:moveTo>
                  <a:pt x="1908" y="646"/>
                </a:moveTo>
                <a:lnTo>
                  <a:pt x="1915" y="646"/>
                </a:lnTo>
                <a:lnTo>
                  <a:pt x="1915" y="639"/>
                </a:lnTo>
                <a:lnTo>
                  <a:pt x="1908" y="639"/>
                </a:lnTo>
                <a:lnTo>
                  <a:pt x="1908" y="646"/>
                </a:lnTo>
                <a:close/>
                <a:moveTo>
                  <a:pt x="1925" y="646"/>
                </a:moveTo>
                <a:lnTo>
                  <a:pt x="1932" y="646"/>
                </a:lnTo>
                <a:lnTo>
                  <a:pt x="1932" y="639"/>
                </a:lnTo>
                <a:lnTo>
                  <a:pt x="1925" y="639"/>
                </a:lnTo>
                <a:lnTo>
                  <a:pt x="1925" y="646"/>
                </a:lnTo>
                <a:close/>
                <a:moveTo>
                  <a:pt x="1941" y="646"/>
                </a:moveTo>
                <a:lnTo>
                  <a:pt x="1949" y="646"/>
                </a:lnTo>
                <a:lnTo>
                  <a:pt x="1949" y="639"/>
                </a:lnTo>
                <a:lnTo>
                  <a:pt x="1941" y="639"/>
                </a:lnTo>
                <a:lnTo>
                  <a:pt x="1941" y="646"/>
                </a:lnTo>
                <a:close/>
                <a:moveTo>
                  <a:pt x="1958" y="646"/>
                </a:moveTo>
                <a:lnTo>
                  <a:pt x="1965" y="646"/>
                </a:lnTo>
                <a:lnTo>
                  <a:pt x="1965" y="639"/>
                </a:lnTo>
                <a:lnTo>
                  <a:pt x="1958" y="639"/>
                </a:lnTo>
                <a:lnTo>
                  <a:pt x="1958" y="646"/>
                </a:lnTo>
                <a:close/>
                <a:moveTo>
                  <a:pt x="1975" y="646"/>
                </a:moveTo>
                <a:lnTo>
                  <a:pt x="1982" y="646"/>
                </a:lnTo>
                <a:lnTo>
                  <a:pt x="1982" y="639"/>
                </a:lnTo>
                <a:lnTo>
                  <a:pt x="1975" y="639"/>
                </a:lnTo>
                <a:lnTo>
                  <a:pt x="1975" y="646"/>
                </a:lnTo>
                <a:close/>
                <a:moveTo>
                  <a:pt x="1991" y="646"/>
                </a:moveTo>
                <a:lnTo>
                  <a:pt x="1998" y="646"/>
                </a:lnTo>
                <a:lnTo>
                  <a:pt x="1998" y="639"/>
                </a:lnTo>
                <a:lnTo>
                  <a:pt x="1991" y="639"/>
                </a:lnTo>
                <a:lnTo>
                  <a:pt x="1991" y="646"/>
                </a:lnTo>
                <a:close/>
                <a:moveTo>
                  <a:pt x="2008" y="646"/>
                </a:moveTo>
                <a:lnTo>
                  <a:pt x="2015" y="646"/>
                </a:lnTo>
                <a:lnTo>
                  <a:pt x="2015" y="639"/>
                </a:lnTo>
                <a:lnTo>
                  <a:pt x="2008" y="639"/>
                </a:lnTo>
                <a:lnTo>
                  <a:pt x="2008" y="646"/>
                </a:lnTo>
                <a:close/>
                <a:moveTo>
                  <a:pt x="2024" y="646"/>
                </a:moveTo>
                <a:lnTo>
                  <a:pt x="2031" y="646"/>
                </a:lnTo>
                <a:lnTo>
                  <a:pt x="2031" y="639"/>
                </a:lnTo>
                <a:lnTo>
                  <a:pt x="2024" y="639"/>
                </a:lnTo>
                <a:lnTo>
                  <a:pt x="2024" y="646"/>
                </a:lnTo>
                <a:close/>
                <a:moveTo>
                  <a:pt x="2041" y="646"/>
                </a:moveTo>
                <a:lnTo>
                  <a:pt x="2048" y="646"/>
                </a:lnTo>
                <a:lnTo>
                  <a:pt x="2048" y="639"/>
                </a:lnTo>
                <a:lnTo>
                  <a:pt x="2041" y="639"/>
                </a:lnTo>
                <a:lnTo>
                  <a:pt x="2041" y="646"/>
                </a:lnTo>
                <a:close/>
                <a:moveTo>
                  <a:pt x="2057" y="646"/>
                </a:moveTo>
                <a:lnTo>
                  <a:pt x="2065" y="646"/>
                </a:lnTo>
                <a:lnTo>
                  <a:pt x="2065" y="639"/>
                </a:lnTo>
                <a:lnTo>
                  <a:pt x="2057" y="639"/>
                </a:lnTo>
                <a:lnTo>
                  <a:pt x="2057" y="646"/>
                </a:lnTo>
                <a:close/>
                <a:moveTo>
                  <a:pt x="2074" y="646"/>
                </a:moveTo>
                <a:lnTo>
                  <a:pt x="2081" y="646"/>
                </a:lnTo>
                <a:lnTo>
                  <a:pt x="2081" y="639"/>
                </a:lnTo>
                <a:lnTo>
                  <a:pt x="2074" y="639"/>
                </a:lnTo>
                <a:lnTo>
                  <a:pt x="2074" y="646"/>
                </a:lnTo>
                <a:close/>
                <a:moveTo>
                  <a:pt x="2091" y="646"/>
                </a:moveTo>
                <a:lnTo>
                  <a:pt x="2098" y="646"/>
                </a:lnTo>
                <a:lnTo>
                  <a:pt x="2098" y="639"/>
                </a:lnTo>
                <a:lnTo>
                  <a:pt x="2091" y="639"/>
                </a:lnTo>
                <a:lnTo>
                  <a:pt x="2091" y="646"/>
                </a:lnTo>
                <a:close/>
                <a:moveTo>
                  <a:pt x="2107" y="646"/>
                </a:moveTo>
                <a:lnTo>
                  <a:pt x="2114" y="646"/>
                </a:lnTo>
                <a:lnTo>
                  <a:pt x="2114" y="639"/>
                </a:lnTo>
                <a:lnTo>
                  <a:pt x="2107" y="639"/>
                </a:lnTo>
                <a:lnTo>
                  <a:pt x="2107" y="646"/>
                </a:lnTo>
                <a:close/>
                <a:moveTo>
                  <a:pt x="2124" y="646"/>
                </a:moveTo>
                <a:lnTo>
                  <a:pt x="2131" y="646"/>
                </a:lnTo>
                <a:lnTo>
                  <a:pt x="2131" y="639"/>
                </a:lnTo>
                <a:lnTo>
                  <a:pt x="2124" y="639"/>
                </a:lnTo>
                <a:lnTo>
                  <a:pt x="2124" y="646"/>
                </a:lnTo>
                <a:close/>
                <a:moveTo>
                  <a:pt x="2140" y="646"/>
                </a:moveTo>
                <a:lnTo>
                  <a:pt x="2147" y="646"/>
                </a:lnTo>
                <a:lnTo>
                  <a:pt x="2147" y="639"/>
                </a:lnTo>
                <a:lnTo>
                  <a:pt x="2140" y="639"/>
                </a:lnTo>
                <a:lnTo>
                  <a:pt x="2140" y="646"/>
                </a:lnTo>
                <a:close/>
                <a:moveTo>
                  <a:pt x="2159" y="646"/>
                </a:moveTo>
                <a:lnTo>
                  <a:pt x="2164" y="646"/>
                </a:lnTo>
                <a:lnTo>
                  <a:pt x="2164" y="639"/>
                </a:lnTo>
                <a:lnTo>
                  <a:pt x="2159" y="639"/>
                </a:lnTo>
                <a:lnTo>
                  <a:pt x="2159" y="646"/>
                </a:lnTo>
                <a:close/>
                <a:moveTo>
                  <a:pt x="2176" y="646"/>
                </a:moveTo>
                <a:lnTo>
                  <a:pt x="2183" y="646"/>
                </a:lnTo>
                <a:lnTo>
                  <a:pt x="2183" y="639"/>
                </a:lnTo>
                <a:lnTo>
                  <a:pt x="2176" y="639"/>
                </a:lnTo>
                <a:lnTo>
                  <a:pt x="2176" y="646"/>
                </a:lnTo>
                <a:close/>
                <a:moveTo>
                  <a:pt x="2192" y="646"/>
                </a:moveTo>
                <a:lnTo>
                  <a:pt x="2200" y="646"/>
                </a:lnTo>
                <a:lnTo>
                  <a:pt x="2200" y="639"/>
                </a:lnTo>
                <a:lnTo>
                  <a:pt x="2192" y="639"/>
                </a:lnTo>
                <a:lnTo>
                  <a:pt x="2192" y="646"/>
                </a:lnTo>
                <a:close/>
                <a:moveTo>
                  <a:pt x="2209" y="646"/>
                </a:moveTo>
                <a:lnTo>
                  <a:pt x="2216" y="646"/>
                </a:lnTo>
                <a:lnTo>
                  <a:pt x="2216" y="639"/>
                </a:lnTo>
                <a:lnTo>
                  <a:pt x="2209" y="639"/>
                </a:lnTo>
                <a:lnTo>
                  <a:pt x="2209" y="646"/>
                </a:lnTo>
                <a:close/>
                <a:moveTo>
                  <a:pt x="2226" y="646"/>
                </a:moveTo>
                <a:lnTo>
                  <a:pt x="2233" y="646"/>
                </a:lnTo>
                <a:lnTo>
                  <a:pt x="2233" y="639"/>
                </a:lnTo>
                <a:lnTo>
                  <a:pt x="2226" y="639"/>
                </a:lnTo>
                <a:lnTo>
                  <a:pt x="2226" y="646"/>
                </a:lnTo>
                <a:close/>
                <a:moveTo>
                  <a:pt x="2242" y="646"/>
                </a:moveTo>
                <a:lnTo>
                  <a:pt x="2249" y="646"/>
                </a:lnTo>
                <a:lnTo>
                  <a:pt x="2249" y="639"/>
                </a:lnTo>
                <a:lnTo>
                  <a:pt x="2242" y="639"/>
                </a:lnTo>
                <a:lnTo>
                  <a:pt x="2242" y="646"/>
                </a:lnTo>
                <a:close/>
                <a:moveTo>
                  <a:pt x="2259" y="646"/>
                </a:moveTo>
                <a:lnTo>
                  <a:pt x="2266" y="646"/>
                </a:lnTo>
                <a:lnTo>
                  <a:pt x="2266" y="639"/>
                </a:lnTo>
                <a:lnTo>
                  <a:pt x="2259" y="639"/>
                </a:lnTo>
                <a:lnTo>
                  <a:pt x="2259" y="646"/>
                </a:lnTo>
                <a:close/>
                <a:moveTo>
                  <a:pt x="2275" y="646"/>
                </a:moveTo>
                <a:lnTo>
                  <a:pt x="2282" y="646"/>
                </a:lnTo>
                <a:lnTo>
                  <a:pt x="2282" y="639"/>
                </a:lnTo>
                <a:lnTo>
                  <a:pt x="2275" y="639"/>
                </a:lnTo>
                <a:lnTo>
                  <a:pt x="2275" y="646"/>
                </a:lnTo>
                <a:close/>
                <a:moveTo>
                  <a:pt x="2292" y="646"/>
                </a:moveTo>
                <a:lnTo>
                  <a:pt x="2299" y="646"/>
                </a:lnTo>
                <a:lnTo>
                  <a:pt x="2299" y="639"/>
                </a:lnTo>
                <a:lnTo>
                  <a:pt x="2292" y="639"/>
                </a:lnTo>
                <a:lnTo>
                  <a:pt x="2292" y="646"/>
                </a:lnTo>
                <a:close/>
                <a:moveTo>
                  <a:pt x="2308" y="646"/>
                </a:moveTo>
                <a:lnTo>
                  <a:pt x="2316" y="646"/>
                </a:lnTo>
                <a:lnTo>
                  <a:pt x="2316" y="639"/>
                </a:lnTo>
                <a:lnTo>
                  <a:pt x="2308" y="639"/>
                </a:lnTo>
                <a:lnTo>
                  <a:pt x="2308" y="646"/>
                </a:lnTo>
                <a:close/>
                <a:moveTo>
                  <a:pt x="2325" y="646"/>
                </a:moveTo>
                <a:lnTo>
                  <a:pt x="2332" y="646"/>
                </a:lnTo>
                <a:lnTo>
                  <a:pt x="2332" y="639"/>
                </a:lnTo>
                <a:lnTo>
                  <a:pt x="2325" y="639"/>
                </a:lnTo>
                <a:lnTo>
                  <a:pt x="2325" y="646"/>
                </a:lnTo>
                <a:close/>
                <a:moveTo>
                  <a:pt x="2342" y="646"/>
                </a:moveTo>
                <a:lnTo>
                  <a:pt x="2349" y="646"/>
                </a:lnTo>
                <a:lnTo>
                  <a:pt x="2349" y="639"/>
                </a:lnTo>
                <a:lnTo>
                  <a:pt x="2342" y="639"/>
                </a:lnTo>
                <a:lnTo>
                  <a:pt x="2342" y="646"/>
                </a:lnTo>
                <a:close/>
                <a:moveTo>
                  <a:pt x="2358" y="646"/>
                </a:moveTo>
                <a:lnTo>
                  <a:pt x="2365" y="646"/>
                </a:lnTo>
                <a:lnTo>
                  <a:pt x="2365" y="639"/>
                </a:lnTo>
                <a:lnTo>
                  <a:pt x="2358" y="639"/>
                </a:lnTo>
                <a:lnTo>
                  <a:pt x="2358" y="646"/>
                </a:lnTo>
                <a:close/>
                <a:moveTo>
                  <a:pt x="2375" y="646"/>
                </a:moveTo>
                <a:lnTo>
                  <a:pt x="2382" y="646"/>
                </a:lnTo>
                <a:lnTo>
                  <a:pt x="2382" y="639"/>
                </a:lnTo>
                <a:lnTo>
                  <a:pt x="2375" y="639"/>
                </a:lnTo>
                <a:lnTo>
                  <a:pt x="2375" y="646"/>
                </a:lnTo>
                <a:close/>
                <a:moveTo>
                  <a:pt x="2391" y="646"/>
                </a:moveTo>
                <a:lnTo>
                  <a:pt x="2398" y="646"/>
                </a:lnTo>
                <a:lnTo>
                  <a:pt x="2398" y="639"/>
                </a:lnTo>
                <a:lnTo>
                  <a:pt x="2391" y="639"/>
                </a:lnTo>
                <a:lnTo>
                  <a:pt x="2391" y="646"/>
                </a:lnTo>
                <a:close/>
                <a:moveTo>
                  <a:pt x="2408" y="646"/>
                </a:moveTo>
                <a:lnTo>
                  <a:pt x="2415" y="646"/>
                </a:lnTo>
                <a:lnTo>
                  <a:pt x="2415" y="639"/>
                </a:lnTo>
                <a:lnTo>
                  <a:pt x="2408" y="639"/>
                </a:lnTo>
                <a:lnTo>
                  <a:pt x="2408" y="646"/>
                </a:lnTo>
                <a:close/>
                <a:moveTo>
                  <a:pt x="2427" y="646"/>
                </a:moveTo>
                <a:lnTo>
                  <a:pt x="2434" y="646"/>
                </a:lnTo>
                <a:lnTo>
                  <a:pt x="2434" y="639"/>
                </a:lnTo>
                <a:lnTo>
                  <a:pt x="2427" y="639"/>
                </a:lnTo>
                <a:lnTo>
                  <a:pt x="2427" y="646"/>
                </a:lnTo>
                <a:close/>
                <a:moveTo>
                  <a:pt x="2443" y="646"/>
                </a:moveTo>
                <a:lnTo>
                  <a:pt x="2451" y="646"/>
                </a:lnTo>
                <a:lnTo>
                  <a:pt x="2451" y="639"/>
                </a:lnTo>
                <a:lnTo>
                  <a:pt x="2443" y="639"/>
                </a:lnTo>
                <a:lnTo>
                  <a:pt x="2443" y="646"/>
                </a:lnTo>
                <a:close/>
                <a:moveTo>
                  <a:pt x="2460" y="646"/>
                </a:moveTo>
                <a:lnTo>
                  <a:pt x="2467" y="646"/>
                </a:lnTo>
                <a:lnTo>
                  <a:pt x="2467" y="639"/>
                </a:lnTo>
                <a:lnTo>
                  <a:pt x="2460" y="639"/>
                </a:lnTo>
                <a:lnTo>
                  <a:pt x="2460" y="646"/>
                </a:lnTo>
                <a:close/>
                <a:moveTo>
                  <a:pt x="2477" y="646"/>
                </a:moveTo>
                <a:lnTo>
                  <a:pt x="2484" y="646"/>
                </a:lnTo>
                <a:lnTo>
                  <a:pt x="2484" y="639"/>
                </a:lnTo>
                <a:lnTo>
                  <a:pt x="2477" y="639"/>
                </a:lnTo>
                <a:lnTo>
                  <a:pt x="2477" y="646"/>
                </a:lnTo>
                <a:close/>
                <a:moveTo>
                  <a:pt x="2493" y="646"/>
                </a:moveTo>
                <a:lnTo>
                  <a:pt x="2500" y="646"/>
                </a:lnTo>
                <a:lnTo>
                  <a:pt x="2500" y="639"/>
                </a:lnTo>
                <a:lnTo>
                  <a:pt x="2493" y="639"/>
                </a:lnTo>
                <a:lnTo>
                  <a:pt x="2493" y="646"/>
                </a:lnTo>
                <a:close/>
                <a:moveTo>
                  <a:pt x="2510" y="646"/>
                </a:moveTo>
                <a:lnTo>
                  <a:pt x="2517" y="646"/>
                </a:lnTo>
                <a:lnTo>
                  <a:pt x="2517" y="639"/>
                </a:lnTo>
                <a:lnTo>
                  <a:pt x="2510" y="639"/>
                </a:lnTo>
                <a:lnTo>
                  <a:pt x="2510" y="646"/>
                </a:lnTo>
                <a:close/>
                <a:moveTo>
                  <a:pt x="2526" y="646"/>
                </a:moveTo>
                <a:lnTo>
                  <a:pt x="2533" y="646"/>
                </a:lnTo>
                <a:lnTo>
                  <a:pt x="2533" y="639"/>
                </a:lnTo>
                <a:lnTo>
                  <a:pt x="2526" y="639"/>
                </a:lnTo>
                <a:lnTo>
                  <a:pt x="2526" y="646"/>
                </a:lnTo>
                <a:close/>
                <a:moveTo>
                  <a:pt x="2543" y="646"/>
                </a:moveTo>
                <a:lnTo>
                  <a:pt x="2550" y="646"/>
                </a:lnTo>
                <a:lnTo>
                  <a:pt x="2550" y="639"/>
                </a:lnTo>
                <a:lnTo>
                  <a:pt x="2543" y="639"/>
                </a:lnTo>
                <a:lnTo>
                  <a:pt x="2543" y="646"/>
                </a:lnTo>
                <a:close/>
                <a:moveTo>
                  <a:pt x="2609" y="646"/>
                </a:moveTo>
                <a:lnTo>
                  <a:pt x="2616" y="646"/>
                </a:lnTo>
                <a:lnTo>
                  <a:pt x="2616" y="639"/>
                </a:lnTo>
                <a:lnTo>
                  <a:pt x="2609" y="639"/>
                </a:lnTo>
                <a:lnTo>
                  <a:pt x="2609" y="646"/>
                </a:lnTo>
                <a:close/>
                <a:moveTo>
                  <a:pt x="2626" y="646"/>
                </a:moveTo>
                <a:lnTo>
                  <a:pt x="2633" y="646"/>
                </a:lnTo>
                <a:lnTo>
                  <a:pt x="2633" y="639"/>
                </a:lnTo>
                <a:lnTo>
                  <a:pt x="2626" y="639"/>
                </a:lnTo>
                <a:lnTo>
                  <a:pt x="2626" y="646"/>
                </a:lnTo>
                <a:close/>
                <a:moveTo>
                  <a:pt x="2642" y="646"/>
                </a:moveTo>
                <a:lnTo>
                  <a:pt x="2649" y="646"/>
                </a:lnTo>
                <a:lnTo>
                  <a:pt x="2649" y="639"/>
                </a:lnTo>
                <a:lnTo>
                  <a:pt x="2642" y="639"/>
                </a:lnTo>
                <a:lnTo>
                  <a:pt x="2642" y="646"/>
                </a:lnTo>
                <a:close/>
                <a:moveTo>
                  <a:pt x="435" y="662"/>
                </a:moveTo>
                <a:lnTo>
                  <a:pt x="442" y="662"/>
                </a:lnTo>
                <a:lnTo>
                  <a:pt x="442" y="655"/>
                </a:lnTo>
                <a:lnTo>
                  <a:pt x="435" y="655"/>
                </a:lnTo>
                <a:lnTo>
                  <a:pt x="435" y="662"/>
                </a:lnTo>
                <a:close/>
                <a:moveTo>
                  <a:pt x="452" y="662"/>
                </a:moveTo>
                <a:lnTo>
                  <a:pt x="459" y="662"/>
                </a:lnTo>
                <a:lnTo>
                  <a:pt x="459" y="655"/>
                </a:lnTo>
                <a:lnTo>
                  <a:pt x="452" y="655"/>
                </a:lnTo>
                <a:lnTo>
                  <a:pt x="452" y="662"/>
                </a:lnTo>
                <a:close/>
                <a:moveTo>
                  <a:pt x="469" y="662"/>
                </a:moveTo>
                <a:lnTo>
                  <a:pt x="476" y="662"/>
                </a:lnTo>
                <a:lnTo>
                  <a:pt x="476" y="655"/>
                </a:lnTo>
                <a:lnTo>
                  <a:pt x="469" y="655"/>
                </a:lnTo>
                <a:lnTo>
                  <a:pt x="469" y="662"/>
                </a:lnTo>
                <a:close/>
                <a:moveTo>
                  <a:pt x="485" y="662"/>
                </a:moveTo>
                <a:lnTo>
                  <a:pt x="492" y="662"/>
                </a:lnTo>
                <a:lnTo>
                  <a:pt x="492" y="655"/>
                </a:lnTo>
                <a:lnTo>
                  <a:pt x="485" y="655"/>
                </a:lnTo>
                <a:lnTo>
                  <a:pt x="485" y="662"/>
                </a:lnTo>
                <a:close/>
                <a:moveTo>
                  <a:pt x="502" y="662"/>
                </a:moveTo>
                <a:lnTo>
                  <a:pt x="509" y="662"/>
                </a:lnTo>
                <a:lnTo>
                  <a:pt x="509" y="655"/>
                </a:lnTo>
                <a:lnTo>
                  <a:pt x="502" y="655"/>
                </a:lnTo>
                <a:lnTo>
                  <a:pt x="502" y="662"/>
                </a:lnTo>
                <a:close/>
                <a:moveTo>
                  <a:pt x="518" y="662"/>
                </a:moveTo>
                <a:lnTo>
                  <a:pt x="525" y="662"/>
                </a:lnTo>
                <a:lnTo>
                  <a:pt x="525" y="655"/>
                </a:lnTo>
                <a:lnTo>
                  <a:pt x="518" y="655"/>
                </a:lnTo>
                <a:lnTo>
                  <a:pt x="518" y="662"/>
                </a:lnTo>
                <a:close/>
                <a:moveTo>
                  <a:pt x="535" y="662"/>
                </a:moveTo>
                <a:lnTo>
                  <a:pt x="542" y="662"/>
                </a:lnTo>
                <a:lnTo>
                  <a:pt x="542" y="655"/>
                </a:lnTo>
                <a:lnTo>
                  <a:pt x="535" y="655"/>
                </a:lnTo>
                <a:lnTo>
                  <a:pt x="535" y="662"/>
                </a:lnTo>
                <a:close/>
                <a:moveTo>
                  <a:pt x="551" y="662"/>
                </a:moveTo>
                <a:lnTo>
                  <a:pt x="559" y="662"/>
                </a:lnTo>
                <a:lnTo>
                  <a:pt x="559" y="655"/>
                </a:lnTo>
                <a:lnTo>
                  <a:pt x="551" y="655"/>
                </a:lnTo>
                <a:lnTo>
                  <a:pt x="551" y="662"/>
                </a:lnTo>
                <a:close/>
                <a:moveTo>
                  <a:pt x="568" y="662"/>
                </a:moveTo>
                <a:lnTo>
                  <a:pt x="575" y="662"/>
                </a:lnTo>
                <a:lnTo>
                  <a:pt x="575" y="655"/>
                </a:lnTo>
                <a:lnTo>
                  <a:pt x="568" y="655"/>
                </a:lnTo>
                <a:lnTo>
                  <a:pt x="568" y="662"/>
                </a:lnTo>
                <a:close/>
                <a:moveTo>
                  <a:pt x="585" y="662"/>
                </a:moveTo>
                <a:lnTo>
                  <a:pt x="592" y="662"/>
                </a:lnTo>
                <a:lnTo>
                  <a:pt x="592" y="655"/>
                </a:lnTo>
                <a:lnTo>
                  <a:pt x="585" y="655"/>
                </a:lnTo>
                <a:lnTo>
                  <a:pt x="585" y="662"/>
                </a:lnTo>
                <a:close/>
                <a:moveTo>
                  <a:pt x="601" y="662"/>
                </a:moveTo>
                <a:lnTo>
                  <a:pt x="608" y="662"/>
                </a:lnTo>
                <a:lnTo>
                  <a:pt x="608" y="655"/>
                </a:lnTo>
                <a:lnTo>
                  <a:pt x="601" y="655"/>
                </a:lnTo>
                <a:lnTo>
                  <a:pt x="601" y="662"/>
                </a:lnTo>
                <a:close/>
                <a:moveTo>
                  <a:pt x="620" y="662"/>
                </a:moveTo>
                <a:lnTo>
                  <a:pt x="625" y="662"/>
                </a:lnTo>
                <a:lnTo>
                  <a:pt x="625" y="655"/>
                </a:lnTo>
                <a:lnTo>
                  <a:pt x="620" y="655"/>
                </a:lnTo>
                <a:lnTo>
                  <a:pt x="620" y="662"/>
                </a:lnTo>
                <a:close/>
                <a:moveTo>
                  <a:pt x="637" y="662"/>
                </a:moveTo>
                <a:lnTo>
                  <a:pt x="644" y="662"/>
                </a:lnTo>
                <a:lnTo>
                  <a:pt x="644" y="655"/>
                </a:lnTo>
                <a:lnTo>
                  <a:pt x="637" y="655"/>
                </a:lnTo>
                <a:lnTo>
                  <a:pt x="637" y="662"/>
                </a:lnTo>
                <a:close/>
                <a:moveTo>
                  <a:pt x="653" y="662"/>
                </a:moveTo>
                <a:lnTo>
                  <a:pt x="660" y="662"/>
                </a:lnTo>
                <a:lnTo>
                  <a:pt x="660" y="655"/>
                </a:lnTo>
                <a:lnTo>
                  <a:pt x="653" y="655"/>
                </a:lnTo>
                <a:lnTo>
                  <a:pt x="653" y="662"/>
                </a:lnTo>
                <a:close/>
                <a:moveTo>
                  <a:pt x="670" y="662"/>
                </a:moveTo>
                <a:lnTo>
                  <a:pt x="677" y="662"/>
                </a:lnTo>
                <a:lnTo>
                  <a:pt x="677" y="655"/>
                </a:lnTo>
                <a:lnTo>
                  <a:pt x="670" y="655"/>
                </a:lnTo>
                <a:lnTo>
                  <a:pt x="670" y="662"/>
                </a:lnTo>
                <a:close/>
                <a:moveTo>
                  <a:pt x="686" y="662"/>
                </a:moveTo>
                <a:lnTo>
                  <a:pt x="693" y="662"/>
                </a:lnTo>
                <a:lnTo>
                  <a:pt x="693" y="655"/>
                </a:lnTo>
                <a:lnTo>
                  <a:pt x="686" y="655"/>
                </a:lnTo>
                <a:lnTo>
                  <a:pt x="686" y="662"/>
                </a:lnTo>
                <a:close/>
                <a:moveTo>
                  <a:pt x="703" y="662"/>
                </a:moveTo>
                <a:lnTo>
                  <a:pt x="710" y="662"/>
                </a:lnTo>
                <a:lnTo>
                  <a:pt x="710" y="655"/>
                </a:lnTo>
                <a:lnTo>
                  <a:pt x="703" y="655"/>
                </a:lnTo>
                <a:lnTo>
                  <a:pt x="703" y="662"/>
                </a:lnTo>
                <a:close/>
                <a:moveTo>
                  <a:pt x="720" y="662"/>
                </a:moveTo>
                <a:lnTo>
                  <a:pt x="727" y="662"/>
                </a:lnTo>
                <a:lnTo>
                  <a:pt x="727" y="655"/>
                </a:lnTo>
                <a:lnTo>
                  <a:pt x="720" y="655"/>
                </a:lnTo>
                <a:lnTo>
                  <a:pt x="720" y="662"/>
                </a:lnTo>
                <a:close/>
                <a:moveTo>
                  <a:pt x="736" y="662"/>
                </a:moveTo>
                <a:lnTo>
                  <a:pt x="743" y="662"/>
                </a:lnTo>
                <a:lnTo>
                  <a:pt x="743" y="655"/>
                </a:lnTo>
                <a:lnTo>
                  <a:pt x="736" y="655"/>
                </a:lnTo>
                <a:lnTo>
                  <a:pt x="736" y="662"/>
                </a:lnTo>
                <a:close/>
                <a:moveTo>
                  <a:pt x="753" y="662"/>
                </a:moveTo>
                <a:lnTo>
                  <a:pt x="760" y="662"/>
                </a:lnTo>
                <a:lnTo>
                  <a:pt x="760" y="655"/>
                </a:lnTo>
                <a:lnTo>
                  <a:pt x="753" y="655"/>
                </a:lnTo>
                <a:lnTo>
                  <a:pt x="753" y="662"/>
                </a:lnTo>
                <a:close/>
                <a:moveTo>
                  <a:pt x="769" y="662"/>
                </a:moveTo>
                <a:lnTo>
                  <a:pt x="776" y="662"/>
                </a:lnTo>
                <a:lnTo>
                  <a:pt x="776" y="655"/>
                </a:lnTo>
                <a:lnTo>
                  <a:pt x="769" y="655"/>
                </a:lnTo>
                <a:lnTo>
                  <a:pt x="769" y="662"/>
                </a:lnTo>
                <a:close/>
                <a:moveTo>
                  <a:pt x="786" y="662"/>
                </a:moveTo>
                <a:lnTo>
                  <a:pt x="793" y="662"/>
                </a:lnTo>
                <a:lnTo>
                  <a:pt x="793" y="655"/>
                </a:lnTo>
                <a:lnTo>
                  <a:pt x="786" y="655"/>
                </a:lnTo>
                <a:lnTo>
                  <a:pt x="786" y="662"/>
                </a:lnTo>
                <a:close/>
                <a:moveTo>
                  <a:pt x="802" y="662"/>
                </a:moveTo>
                <a:lnTo>
                  <a:pt x="810" y="662"/>
                </a:lnTo>
                <a:lnTo>
                  <a:pt x="810" y="655"/>
                </a:lnTo>
                <a:lnTo>
                  <a:pt x="802" y="655"/>
                </a:lnTo>
                <a:lnTo>
                  <a:pt x="802" y="662"/>
                </a:lnTo>
                <a:close/>
                <a:moveTo>
                  <a:pt x="819" y="662"/>
                </a:moveTo>
                <a:lnTo>
                  <a:pt x="826" y="662"/>
                </a:lnTo>
                <a:lnTo>
                  <a:pt x="826" y="655"/>
                </a:lnTo>
                <a:lnTo>
                  <a:pt x="819" y="655"/>
                </a:lnTo>
                <a:lnTo>
                  <a:pt x="819" y="662"/>
                </a:lnTo>
                <a:close/>
                <a:moveTo>
                  <a:pt x="1406" y="662"/>
                </a:moveTo>
                <a:lnTo>
                  <a:pt x="1413" y="662"/>
                </a:lnTo>
                <a:lnTo>
                  <a:pt x="1413" y="655"/>
                </a:lnTo>
                <a:lnTo>
                  <a:pt x="1406" y="655"/>
                </a:lnTo>
                <a:lnTo>
                  <a:pt x="1406" y="662"/>
                </a:lnTo>
                <a:close/>
                <a:moveTo>
                  <a:pt x="1423" y="662"/>
                </a:moveTo>
                <a:lnTo>
                  <a:pt x="1430" y="662"/>
                </a:lnTo>
                <a:lnTo>
                  <a:pt x="1430" y="655"/>
                </a:lnTo>
                <a:lnTo>
                  <a:pt x="1423" y="655"/>
                </a:lnTo>
                <a:lnTo>
                  <a:pt x="1423" y="662"/>
                </a:lnTo>
                <a:close/>
                <a:moveTo>
                  <a:pt x="1439" y="662"/>
                </a:moveTo>
                <a:lnTo>
                  <a:pt x="1447" y="662"/>
                </a:lnTo>
                <a:lnTo>
                  <a:pt x="1447" y="655"/>
                </a:lnTo>
                <a:lnTo>
                  <a:pt x="1439" y="655"/>
                </a:lnTo>
                <a:lnTo>
                  <a:pt x="1439" y="662"/>
                </a:lnTo>
                <a:close/>
                <a:moveTo>
                  <a:pt x="1456" y="662"/>
                </a:moveTo>
                <a:lnTo>
                  <a:pt x="1463" y="662"/>
                </a:lnTo>
                <a:lnTo>
                  <a:pt x="1463" y="655"/>
                </a:lnTo>
                <a:lnTo>
                  <a:pt x="1456" y="655"/>
                </a:lnTo>
                <a:lnTo>
                  <a:pt x="1456" y="662"/>
                </a:lnTo>
                <a:close/>
                <a:moveTo>
                  <a:pt x="1473" y="662"/>
                </a:moveTo>
                <a:lnTo>
                  <a:pt x="1480" y="662"/>
                </a:lnTo>
                <a:lnTo>
                  <a:pt x="1480" y="655"/>
                </a:lnTo>
                <a:lnTo>
                  <a:pt x="1473" y="655"/>
                </a:lnTo>
                <a:lnTo>
                  <a:pt x="1473" y="662"/>
                </a:lnTo>
                <a:close/>
                <a:moveTo>
                  <a:pt x="1489" y="662"/>
                </a:moveTo>
                <a:lnTo>
                  <a:pt x="1496" y="662"/>
                </a:lnTo>
                <a:lnTo>
                  <a:pt x="1496" y="655"/>
                </a:lnTo>
                <a:lnTo>
                  <a:pt x="1489" y="655"/>
                </a:lnTo>
                <a:lnTo>
                  <a:pt x="1489" y="662"/>
                </a:lnTo>
                <a:close/>
                <a:moveTo>
                  <a:pt x="1506" y="662"/>
                </a:moveTo>
                <a:lnTo>
                  <a:pt x="1513" y="662"/>
                </a:lnTo>
                <a:lnTo>
                  <a:pt x="1513" y="655"/>
                </a:lnTo>
                <a:lnTo>
                  <a:pt x="1506" y="655"/>
                </a:lnTo>
                <a:lnTo>
                  <a:pt x="1506" y="662"/>
                </a:lnTo>
                <a:close/>
                <a:moveTo>
                  <a:pt x="1522" y="662"/>
                </a:moveTo>
                <a:lnTo>
                  <a:pt x="1529" y="662"/>
                </a:lnTo>
                <a:lnTo>
                  <a:pt x="1529" y="655"/>
                </a:lnTo>
                <a:lnTo>
                  <a:pt x="1522" y="655"/>
                </a:lnTo>
                <a:lnTo>
                  <a:pt x="1522" y="662"/>
                </a:lnTo>
                <a:close/>
                <a:moveTo>
                  <a:pt x="1539" y="662"/>
                </a:moveTo>
                <a:lnTo>
                  <a:pt x="1546" y="662"/>
                </a:lnTo>
                <a:lnTo>
                  <a:pt x="1546" y="655"/>
                </a:lnTo>
                <a:lnTo>
                  <a:pt x="1539" y="655"/>
                </a:lnTo>
                <a:lnTo>
                  <a:pt x="1539" y="662"/>
                </a:lnTo>
                <a:close/>
                <a:moveTo>
                  <a:pt x="1555" y="662"/>
                </a:moveTo>
                <a:lnTo>
                  <a:pt x="1563" y="662"/>
                </a:lnTo>
                <a:lnTo>
                  <a:pt x="1563" y="655"/>
                </a:lnTo>
                <a:lnTo>
                  <a:pt x="1555" y="655"/>
                </a:lnTo>
                <a:lnTo>
                  <a:pt x="1555" y="662"/>
                </a:lnTo>
                <a:close/>
                <a:moveTo>
                  <a:pt x="1657" y="662"/>
                </a:moveTo>
                <a:lnTo>
                  <a:pt x="1664" y="662"/>
                </a:lnTo>
                <a:lnTo>
                  <a:pt x="1664" y="655"/>
                </a:lnTo>
                <a:lnTo>
                  <a:pt x="1657" y="655"/>
                </a:lnTo>
                <a:lnTo>
                  <a:pt x="1657" y="662"/>
                </a:lnTo>
                <a:close/>
                <a:moveTo>
                  <a:pt x="1674" y="662"/>
                </a:moveTo>
                <a:lnTo>
                  <a:pt x="1681" y="662"/>
                </a:lnTo>
                <a:lnTo>
                  <a:pt x="1681" y="655"/>
                </a:lnTo>
                <a:lnTo>
                  <a:pt x="1674" y="655"/>
                </a:lnTo>
                <a:lnTo>
                  <a:pt x="1674" y="662"/>
                </a:lnTo>
                <a:close/>
                <a:moveTo>
                  <a:pt x="1690" y="662"/>
                </a:moveTo>
                <a:lnTo>
                  <a:pt x="1698" y="662"/>
                </a:lnTo>
                <a:lnTo>
                  <a:pt x="1698" y="655"/>
                </a:lnTo>
                <a:lnTo>
                  <a:pt x="1690" y="655"/>
                </a:lnTo>
                <a:lnTo>
                  <a:pt x="1690" y="662"/>
                </a:lnTo>
                <a:close/>
                <a:moveTo>
                  <a:pt x="1707" y="662"/>
                </a:moveTo>
                <a:lnTo>
                  <a:pt x="1714" y="662"/>
                </a:lnTo>
                <a:lnTo>
                  <a:pt x="1714" y="655"/>
                </a:lnTo>
                <a:lnTo>
                  <a:pt x="1707" y="655"/>
                </a:lnTo>
                <a:lnTo>
                  <a:pt x="1707" y="662"/>
                </a:lnTo>
                <a:close/>
                <a:moveTo>
                  <a:pt x="1724" y="662"/>
                </a:moveTo>
                <a:lnTo>
                  <a:pt x="1731" y="662"/>
                </a:lnTo>
                <a:lnTo>
                  <a:pt x="1731" y="655"/>
                </a:lnTo>
                <a:lnTo>
                  <a:pt x="1724" y="655"/>
                </a:lnTo>
                <a:lnTo>
                  <a:pt x="1724" y="662"/>
                </a:lnTo>
                <a:close/>
                <a:moveTo>
                  <a:pt x="1740" y="662"/>
                </a:moveTo>
                <a:lnTo>
                  <a:pt x="1747" y="662"/>
                </a:lnTo>
                <a:lnTo>
                  <a:pt x="1747" y="655"/>
                </a:lnTo>
                <a:lnTo>
                  <a:pt x="1740" y="655"/>
                </a:lnTo>
                <a:lnTo>
                  <a:pt x="1740" y="662"/>
                </a:lnTo>
                <a:close/>
                <a:moveTo>
                  <a:pt x="1757" y="662"/>
                </a:moveTo>
                <a:lnTo>
                  <a:pt x="1764" y="662"/>
                </a:lnTo>
                <a:lnTo>
                  <a:pt x="1764" y="655"/>
                </a:lnTo>
                <a:lnTo>
                  <a:pt x="1757" y="655"/>
                </a:lnTo>
                <a:lnTo>
                  <a:pt x="1757" y="662"/>
                </a:lnTo>
                <a:close/>
                <a:moveTo>
                  <a:pt x="1773" y="662"/>
                </a:moveTo>
                <a:lnTo>
                  <a:pt x="1780" y="662"/>
                </a:lnTo>
                <a:lnTo>
                  <a:pt x="1780" y="655"/>
                </a:lnTo>
                <a:lnTo>
                  <a:pt x="1773" y="655"/>
                </a:lnTo>
                <a:lnTo>
                  <a:pt x="1773" y="662"/>
                </a:lnTo>
                <a:close/>
                <a:moveTo>
                  <a:pt x="1790" y="662"/>
                </a:moveTo>
                <a:lnTo>
                  <a:pt x="1797" y="662"/>
                </a:lnTo>
                <a:lnTo>
                  <a:pt x="1797" y="655"/>
                </a:lnTo>
                <a:lnTo>
                  <a:pt x="1790" y="655"/>
                </a:lnTo>
                <a:lnTo>
                  <a:pt x="1790" y="662"/>
                </a:lnTo>
                <a:close/>
                <a:moveTo>
                  <a:pt x="1806" y="662"/>
                </a:moveTo>
                <a:lnTo>
                  <a:pt x="1814" y="662"/>
                </a:lnTo>
                <a:lnTo>
                  <a:pt x="1814" y="655"/>
                </a:lnTo>
                <a:lnTo>
                  <a:pt x="1806" y="655"/>
                </a:lnTo>
                <a:lnTo>
                  <a:pt x="1806" y="662"/>
                </a:lnTo>
                <a:close/>
                <a:moveTo>
                  <a:pt x="1823" y="662"/>
                </a:moveTo>
                <a:lnTo>
                  <a:pt x="1830" y="662"/>
                </a:lnTo>
                <a:lnTo>
                  <a:pt x="1830" y="655"/>
                </a:lnTo>
                <a:lnTo>
                  <a:pt x="1823" y="655"/>
                </a:lnTo>
                <a:lnTo>
                  <a:pt x="1823" y="662"/>
                </a:lnTo>
                <a:close/>
                <a:moveTo>
                  <a:pt x="1840" y="662"/>
                </a:moveTo>
                <a:lnTo>
                  <a:pt x="1847" y="662"/>
                </a:lnTo>
                <a:lnTo>
                  <a:pt x="1847" y="655"/>
                </a:lnTo>
                <a:lnTo>
                  <a:pt x="1840" y="655"/>
                </a:lnTo>
                <a:lnTo>
                  <a:pt x="1840" y="662"/>
                </a:lnTo>
                <a:close/>
                <a:moveTo>
                  <a:pt x="1856" y="662"/>
                </a:moveTo>
                <a:lnTo>
                  <a:pt x="1863" y="662"/>
                </a:lnTo>
                <a:lnTo>
                  <a:pt x="1863" y="655"/>
                </a:lnTo>
                <a:lnTo>
                  <a:pt x="1856" y="655"/>
                </a:lnTo>
                <a:lnTo>
                  <a:pt x="1856" y="662"/>
                </a:lnTo>
                <a:close/>
                <a:moveTo>
                  <a:pt x="1873" y="662"/>
                </a:moveTo>
                <a:lnTo>
                  <a:pt x="1880" y="662"/>
                </a:lnTo>
                <a:lnTo>
                  <a:pt x="1880" y="655"/>
                </a:lnTo>
                <a:lnTo>
                  <a:pt x="1873" y="655"/>
                </a:lnTo>
                <a:lnTo>
                  <a:pt x="1873" y="662"/>
                </a:lnTo>
                <a:close/>
                <a:moveTo>
                  <a:pt x="1889" y="662"/>
                </a:moveTo>
                <a:lnTo>
                  <a:pt x="1896" y="662"/>
                </a:lnTo>
                <a:lnTo>
                  <a:pt x="1896" y="655"/>
                </a:lnTo>
                <a:lnTo>
                  <a:pt x="1889" y="655"/>
                </a:lnTo>
                <a:lnTo>
                  <a:pt x="1889" y="662"/>
                </a:lnTo>
                <a:close/>
                <a:moveTo>
                  <a:pt x="1908" y="662"/>
                </a:moveTo>
                <a:lnTo>
                  <a:pt x="1915" y="662"/>
                </a:lnTo>
                <a:lnTo>
                  <a:pt x="1915" y="655"/>
                </a:lnTo>
                <a:lnTo>
                  <a:pt x="1908" y="655"/>
                </a:lnTo>
                <a:lnTo>
                  <a:pt x="1908" y="662"/>
                </a:lnTo>
                <a:close/>
                <a:moveTo>
                  <a:pt x="1925" y="662"/>
                </a:moveTo>
                <a:lnTo>
                  <a:pt x="1932" y="662"/>
                </a:lnTo>
                <a:lnTo>
                  <a:pt x="1932" y="655"/>
                </a:lnTo>
                <a:lnTo>
                  <a:pt x="1925" y="655"/>
                </a:lnTo>
                <a:lnTo>
                  <a:pt x="1925" y="662"/>
                </a:lnTo>
                <a:close/>
                <a:moveTo>
                  <a:pt x="1941" y="662"/>
                </a:moveTo>
                <a:lnTo>
                  <a:pt x="1949" y="662"/>
                </a:lnTo>
                <a:lnTo>
                  <a:pt x="1949" y="655"/>
                </a:lnTo>
                <a:lnTo>
                  <a:pt x="1941" y="655"/>
                </a:lnTo>
                <a:lnTo>
                  <a:pt x="1941" y="662"/>
                </a:lnTo>
                <a:close/>
                <a:moveTo>
                  <a:pt x="1958" y="662"/>
                </a:moveTo>
                <a:lnTo>
                  <a:pt x="1965" y="662"/>
                </a:lnTo>
                <a:lnTo>
                  <a:pt x="1965" y="655"/>
                </a:lnTo>
                <a:lnTo>
                  <a:pt x="1958" y="655"/>
                </a:lnTo>
                <a:lnTo>
                  <a:pt x="1958" y="662"/>
                </a:lnTo>
                <a:close/>
                <a:moveTo>
                  <a:pt x="1975" y="662"/>
                </a:moveTo>
                <a:lnTo>
                  <a:pt x="1982" y="662"/>
                </a:lnTo>
                <a:lnTo>
                  <a:pt x="1982" y="655"/>
                </a:lnTo>
                <a:lnTo>
                  <a:pt x="1975" y="655"/>
                </a:lnTo>
                <a:lnTo>
                  <a:pt x="1975" y="662"/>
                </a:lnTo>
                <a:close/>
                <a:moveTo>
                  <a:pt x="1991" y="662"/>
                </a:moveTo>
                <a:lnTo>
                  <a:pt x="1998" y="662"/>
                </a:lnTo>
                <a:lnTo>
                  <a:pt x="1998" y="655"/>
                </a:lnTo>
                <a:lnTo>
                  <a:pt x="1991" y="655"/>
                </a:lnTo>
                <a:lnTo>
                  <a:pt x="1991" y="662"/>
                </a:lnTo>
                <a:close/>
                <a:moveTo>
                  <a:pt x="2008" y="662"/>
                </a:moveTo>
                <a:lnTo>
                  <a:pt x="2015" y="662"/>
                </a:lnTo>
                <a:lnTo>
                  <a:pt x="2015" y="655"/>
                </a:lnTo>
                <a:lnTo>
                  <a:pt x="2008" y="655"/>
                </a:lnTo>
                <a:lnTo>
                  <a:pt x="2008" y="662"/>
                </a:lnTo>
                <a:close/>
                <a:moveTo>
                  <a:pt x="2024" y="662"/>
                </a:moveTo>
                <a:lnTo>
                  <a:pt x="2031" y="662"/>
                </a:lnTo>
                <a:lnTo>
                  <a:pt x="2031" y="655"/>
                </a:lnTo>
                <a:lnTo>
                  <a:pt x="2024" y="655"/>
                </a:lnTo>
                <a:lnTo>
                  <a:pt x="2024" y="662"/>
                </a:lnTo>
                <a:close/>
                <a:moveTo>
                  <a:pt x="2041" y="662"/>
                </a:moveTo>
                <a:lnTo>
                  <a:pt x="2048" y="662"/>
                </a:lnTo>
                <a:lnTo>
                  <a:pt x="2048" y="655"/>
                </a:lnTo>
                <a:lnTo>
                  <a:pt x="2041" y="655"/>
                </a:lnTo>
                <a:lnTo>
                  <a:pt x="2041" y="662"/>
                </a:lnTo>
                <a:close/>
                <a:moveTo>
                  <a:pt x="2057" y="662"/>
                </a:moveTo>
                <a:lnTo>
                  <a:pt x="2065" y="662"/>
                </a:lnTo>
                <a:lnTo>
                  <a:pt x="2065" y="655"/>
                </a:lnTo>
                <a:lnTo>
                  <a:pt x="2057" y="655"/>
                </a:lnTo>
                <a:lnTo>
                  <a:pt x="2057" y="662"/>
                </a:lnTo>
                <a:close/>
                <a:moveTo>
                  <a:pt x="2074" y="662"/>
                </a:moveTo>
                <a:lnTo>
                  <a:pt x="2081" y="662"/>
                </a:lnTo>
                <a:lnTo>
                  <a:pt x="2081" y="655"/>
                </a:lnTo>
                <a:lnTo>
                  <a:pt x="2074" y="655"/>
                </a:lnTo>
                <a:lnTo>
                  <a:pt x="2074" y="662"/>
                </a:lnTo>
                <a:close/>
                <a:moveTo>
                  <a:pt x="2091" y="662"/>
                </a:moveTo>
                <a:lnTo>
                  <a:pt x="2098" y="662"/>
                </a:lnTo>
                <a:lnTo>
                  <a:pt x="2098" y="655"/>
                </a:lnTo>
                <a:lnTo>
                  <a:pt x="2091" y="655"/>
                </a:lnTo>
                <a:lnTo>
                  <a:pt x="2091" y="662"/>
                </a:lnTo>
                <a:close/>
                <a:moveTo>
                  <a:pt x="2107" y="662"/>
                </a:moveTo>
                <a:lnTo>
                  <a:pt x="2114" y="662"/>
                </a:lnTo>
                <a:lnTo>
                  <a:pt x="2114" y="655"/>
                </a:lnTo>
                <a:lnTo>
                  <a:pt x="2107" y="655"/>
                </a:lnTo>
                <a:lnTo>
                  <a:pt x="2107" y="662"/>
                </a:lnTo>
                <a:close/>
                <a:moveTo>
                  <a:pt x="2124" y="662"/>
                </a:moveTo>
                <a:lnTo>
                  <a:pt x="2131" y="662"/>
                </a:lnTo>
                <a:lnTo>
                  <a:pt x="2131" y="655"/>
                </a:lnTo>
                <a:lnTo>
                  <a:pt x="2124" y="655"/>
                </a:lnTo>
                <a:lnTo>
                  <a:pt x="2124" y="662"/>
                </a:lnTo>
                <a:close/>
                <a:moveTo>
                  <a:pt x="2140" y="662"/>
                </a:moveTo>
                <a:lnTo>
                  <a:pt x="2147" y="662"/>
                </a:lnTo>
                <a:lnTo>
                  <a:pt x="2147" y="655"/>
                </a:lnTo>
                <a:lnTo>
                  <a:pt x="2140" y="655"/>
                </a:lnTo>
                <a:lnTo>
                  <a:pt x="2140" y="662"/>
                </a:lnTo>
                <a:close/>
                <a:moveTo>
                  <a:pt x="2159" y="662"/>
                </a:moveTo>
                <a:lnTo>
                  <a:pt x="2164" y="662"/>
                </a:lnTo>
                <a:lnTo>
                  <a:pt x="2164" y="655"/>
                </a:lnTo>
                <a:lnTo>
                  <a:pt x="2159" y="655"/>
                </a:lnTo>
                <a:lnTo>
                  <a:pt x="2159" y="662"/>
                </a:lnTo>
                <a:close/>
                <a:moveTo>
                  <a:pt x="2176" y="662"/>
                </a:moveTo>
                <a:lnTo>
                  <a:pt x="2183" y="662"/>
                </a:lnTo>
                <a:lnTo>
                  <a:pt x="2183" y="655"/>
                </a:lnTo>
                <a:lnTo>
                  <a:pt x="2176" y="655"/>
                </a:lnTo>
                <a:lnTo>
                  <a:pt x="2176" y="662"/>
                </a:lnTo>
                <a:close/>
                <a:moveTo>
                  <a:pt x="2192" y="662"/>
                </a:moveTo>
                <a:lnTo>
                  <a:pt x="2200" y="662"/>
                </a:lnTo>
                <a:lnTo>
                  <a:pt x="2200" y="655"/>
                </a:lnTo>
                <a:lnTo>
                  <a:pt x="2192" y="655"/>
                </a:lnTo>
                <a:lnTo>
                  <a:pt x="2192" y="662"/>
                </a:lnTo>
                <a:close/>
                <a:moveTo>
                  <a:pt x="2209" y="662"/>
                </a:moveTo>
                <a:lnTo>
                  <a:pt x="2216" y="662"/>
                </a:lnTo>
                <a:lnTo>
                  <a:pt x="2216" y="655"/>
                </a:lnTo>
                <a:lnTo>
                  <a:pt x="2209" y="655"/>
                </a:lnTo>
                <a:lnTo>
                  <a:pt x="2209" y="662"/>
                </a:lnTo>
                <a:close/>
                <a:moveTo>
                  <a:pt x="2226" y="662"/>
                </a:moveTo>
                <a:lnTo>
                  <a:pt x="2233" y="662"/>
                </a:lnTo>
                <a:lnTo>
                  <a:pt x="2233" y="655"/>
                </a:lnTo>
                <a:lnTo>
                  <a:pt x="2226" y="655"/>
                </a:lnTo>
                <a:lnTo>
                  <a:pt x="2226" y="662"/>
                </a:lnTo>
                <a:close/>
                <a:moveTo>
                  <a:pt x="2242" y="662"/>
                </a:moveTo>
                <a:lnTo>
                  <a:pt x="2249" y="662"/>
                </a:lnTo>
                <a:lnTo>
                  <a:pt x="2249" y="655"/>
                </a:lnTo>
                <a:lnTo>
                  <a:pt x="2242" y="655"/>
                </a:lnTo>
                <a:lnTo>
                  <a:pt x="2242" y="662"/>
                </a:lnTo>
                <a:close/>
                <a:moveTo>
                  <a:pt x="2259" y="662"/>
                </a:moveTo>
                <a:lnTo>
                  <a:pt x="2266" y="662"/>
                </a:lnTo>
                <a:lnTo>
                  <a:pt x="2266" y="655"/>
                </a:lnTo>
                <a:lnTo>
                  <a:pt x="2259" y="655"/>
                </a:lnTo>
                <a:lnTo>
                  <a:pt x="2259" y="662"/>
                </a:lnTo>
                <a:close/>
                <a:moveTo>
                  <a:pt x="2275" y="662"/>
                </a:moveTo>
                <a:lnTo>
                  <a:pt x="2282" y="662"/>
                </a:lnTo>
                <a:lnTo>
                  <a:pt x="2282" y="655"/>
                </a:lnTo>
                <a:lnTo>
                  <a:pt x="2275" y="655"/>
                </a:lnTo>
                <a:lnTo>
                  <a:pt x="2275" y="662"/>
                </a:lnTo>
                <a:close/>
                <a:moveTo>
                  <a:pt x="2292" y="662"/>
                </a:moveTo>
                <a:lnTo>
                  <a:pt x="2299" y="662"/>
                </a:lnTo>
                <a:lnTo>
                  <a:pt x="2299" y="655"/>
                </a:lnTo>
                <a:lnTo>
                  <a:pt x="2292" y="655"/>
                </a:lnTo>
                <a:lnTo>
                  <a:pt x="2292" y="662"/>
                </a:lnTo>
                <a:close/>
                <a:moveTo>
                  <a:pt x="2308" y="662"/>
                </a:moveTo>
                <a:lnTo>
                  <a:pt x="2316" y="662"/>
                </a:lnTo>
                <a:lnTo>
                  <a:pt x="2316" y="655"/>
                </a:lnTo>
                <a:lnTo>
                  <a:pt x="2308" y="655"/>
                </a:lnTo>
                <a:lnTo>
                  <a:pt x="2308" y="662"/>
                </a:lnTo>
                <a:close/>
                <a:moveTo>
                  <a:pt x="2325" y="662"/>
                </a:moveTo>
                <a:lnTo>
                  <a:pt x="2332" y="662"/>
                </a:lnTo>
                <a:lnTo>
                  <a:pt x="2332" y="655"/>
                </a:lnTo>
                <a:lnTo>
                  <a:pt x="2325" y="655"/>
                </a:lnTo>
                <a:lnTo>
                  <a:pt x="2325" y="662"/>
                </a:lnTo>
                <a:close/>
                <a:moveTo>
                  <a:pt x="2342" y="662"/>
                </a:moveTo>
                <a:lnTo>
                  <a:pt x="2349" y="662"/>
                </a:lnTo>
                <a:lnTo>
                  <a:pt x="2349" y="655"/>
                </a:lnTo>
                <a:lnTo>
                  <a:pt x="2342" y="655"/>
                </a:lnTo>
                <a:lnTo>
                  <a:pt x="2342" y="662"/>
                </a:lnTo>
                <a:close/>
                <a:moveTo>
                  <a:pt x="2358" y="662"/>
                </a:moveTo>
                <a:lnTo>
                  <a:pt x="2365" y="662"/>
                </a:lnTo>
                <a:lnTo>
                  <a:pt x="2365" y="655"/>
                </a:lnTo>
                <a:lnTo>
                  <a:pt x="2358" y="655"/>
                </a:lnTo>
                <a:lnTo>
                  <a:pt x="2358" y="662"/>
                </a:lnTo>
                <a:close/>
                <a:moveTo>
                  <a:pt x="2375" y="662"/>
                </a:moveTo>
                <a:lnTo>
                  <a:pt x="2382" y="662"/>
                </a:lnTo>
                <a:lnTo>
                  <a:pt x="2382" y="655"/>
                </a:lnTo>
                <a:lnTo>
                  <a:pt x="2375" y="655"/>
                </a:lnTo>
                <a:lnTo>
                  <a:pt x="2375" y="662"/>
                </a:lnTo>
                <a:close/>
                <a:moveTo>
                  <a:pt x="2391" y="662"/>
                </a:moveTo>
                <a:lnTo>
                  <a:pt x="2398" y="662"/>
                </a:lnTo>
                <a:lnTo>
                  <a:pt x="2398" y="655"/>
                </a:lnTo>
                <a:lnTo>
                  <a:pt x="2391" y="655"/>
                </a:lnTo>
                <a:lnTo>
                  <a:pt x="2391" y="662"/>
                </a:lnTo>
                <a:close/>
                <a:moveTo>
                  <a:pt x="2408" y="662"/>
                </a:moveTo>
                <a:lnTo>
                  <a:pt x="2415" y="662"/>
                </a:lnTo>
                <a:lnTo>
                  <a:pt x="2415" y="655"/>
                </a:lnTo>
                <a:lnTo>
                  <a:pt x="2408" y="655"/>
                </a:lnTo>
                <a:lnTo>
                  <a:pt x="2408" y="662"/>
                </a:lnTo>
                <a:close/>
                <a:moveTo>
                  <a:pt x="2427" y="662"/>
                </a:moveTo>
                <a:lnTo>
                  <a:pt x="2434" y="662"/>
                </a:lnTo>
                <a:lnTo>
                  <a:pt x="2434" y="655"/>
                </a:lnTo>
                <a:lnTo>
                  <a:pt x="2427" y="655"/>
                </a:lnTo>
                <a:lnTo>
                  <a:pt x="2427" y="662"/>
                </a:lnTo>
                <a:close/>
                <a:moveTo>
                  <a:pt x="2443" y="662"/>
                </a:moveTo>
                <a:lnTo>
                  <a:pt x="2451" y="662"/>
                </a:lnTo>
                <a:lnTo>
                  <a:pt x="2451" y="655"/>
                </a:lnTo>
                <a:lnTo>
                  <a:pt x="2443" y="655"/>
                </a:lnTo>
                <a:lnTo>
                  <a:pt x="2443" y="662"/>
                </a:lnTo>
                <a:close/>
                <a:moveTo>
                  <a:pt x="2460" y="662"/>
                </a:moveTo>
                <a:lnTo>
                  <a:pt x="2467" y="662"/>
                </a:lnTo>
                <a:lnTo>
                  <a:pt x="2467" y="655"/>
                </a:lnTo>
                <a:lnTo>
                  <a:pt x="2460" y="655"/>
                </a:lnTo>
                <a:lnTo>
                  <a:pt x="2460" y="662"/>
                </a:lnTo>
                <a:close/>
                <a:moveTo>
                  <a:pt x="2477" y="662"/>
                </a:moveTo>
                <a:lnTo>
                  <a:pt x="2484" y="662"/>
                </a:lnTo>
                <a:lnTo>
                  <a:pt x="2484" y="655"/>
                </a:lnTo>
                <a:lnTo>
                  <a:pt x="2477" y="655"/>
                </a:lnTo>
                <a:lnTo>
                  <a:pt x="2477" y="662"/>
                </a:lnTo>
                <a:close/>
                <a:moveTo>
                  <a:pt x="2526" y="662"/>
                </a:moveTo>
                <a:lnTo>
                  <a:pt x="2533" y="662"/>
                </a:lnTo>
                <a:lnTo>
                  <a:pt x="2533" y="655"/>
                </a:lnTo>
                <a:lnTo>
                  <a:pt x="2526" y="655"/>
                </a:lnTo>
                <a:lnTo>
                  <a:pt x="2526" y="662"/>
                </a:lnTo>
                <a:close/>
                <a:moveTo>
                  <a:pt x="2543" y="662"/>
                </a:moveTo>
                <a:lnTo>
                  <a:pt x="2550" y="662"/>
                </a:lnTo>
                <a:lnTo>
                  <a:pt x="2550" y="655"/>
                </a:lnTo>
                <a:lnTo>
                  <a:pt x="2543" y="655"/>
                </a:lnTo>
                <a:lnTo>
                  <a:pt x="2543" y="662"/>
                </a:lnTo>
                <a:close/>
                <a:moveTo>
                  <a:pt x="2560" y="662"/>
                </a:moveTo>
                <a:lnTo>
                  <a:pt x="2567" y="662"/>
                </a:lnTo>
                <a:lnTo>
                  <a:pt x="2567" y="655"/>
                </a:lnTo>
                <a:lnTo>
                  <a:pt x="2560" y="655"/>
                </a:lnTo>
                <a:lnTo>
                  <a:pt x="2560" y="662"/>
                </a:lnTo>
                <a:close/>
                <a:moveTo>
                  <a:pt x="2576" y="662"/>
                </a:moveTo>
                <a:lnTo>
                  <a:pt x="2583" y="662"/>
                </a:lnTo>
                <a:lnTo>
                  <a:pt x="2583" y="655"/>
                </a:lnTo>
                <a:lnTo>
                  <a:pt x="2576" y="655"/>
                </a:lnTo>
                <a:lnTo>
                  <a:pt x="2576" y="662"/>
                </a:lnTo>
                <a:close/>
                <a:moveTo>
                  <a:pt x="2593" y="662"/>
                </a:moveTo>
                <a:lnTo>
                  <a:pt x="2600" y="662"/>
                </a:lnTo>
                <a:lnTo>
                  <a:pt x="2600" y="655"/>
                </a:lnTo>
                <a:lnTo>
                  <a:pt x="2593" y="655"/>
                </a:lnTo>
                <a:lnTo>
                  <a:pt x="2593" y="662"/>
                </a:lnTo>
                <a:close/>
                <a:moveTo>
                  <a:pt x="2609" y="662"/>
                </a:moveTo>
                <a:lnTo>
                  <a:pt x="2616" y="662"/>
                </a:lnTo>
                <a:lnTo>
                  <a:pt x="2616" y="655"/>
                </a:lnTo>
                <a:lnTo>
                  <a:pt x="2609" y="655"/>
                </a:lnTo>
                <a:lnTo>
                  <a:pt x="2609" y="662"/>
                </a:lnTo>
                <a:close/>
                <a:moveTo>
                  <a:pt x="2626" y="662"/>
                </a:moveTo>
                <a:lnTo>
                  <a:pt x="2633" y="662"/>
                </a:lnTo>
                <a:lnTo>
                  <a:pt x="2633" y="655"/>
                </a:lnTo>
                <a:lnTo>
                  <a:pt x="2626" y="655"/>
                </a:lnTo>
                <a:lnTo>
                  <a:pt x="2626" y="662"/>
                </a:lnTo>
                <a:close/>
                <a:moveTo>
                  <a:pt x="2642" y="662"/>
                </a:moveTo>
                <a:lnTo>
                  <a:pt x="2649" y="662"/>
                </a:lnTo>
                <a:lnTo>
                  <a:pt x="2649" y="655"/>
                </a:lnTo>
                <a:lnTo>
                  <a:pt x="2642" y="655"/>
                </a:lnTo>
                <a:lnTo>
                  <a:pt x="2642" y="662"/>
                </a:lnTo>
                <a:close/>
                <a:moveTo>
                  <a:pt x="435" y="679"/>
                </a:moveTo>
                <a:lnTo>
                  <a:pt x="442" y="679"/>
                </a:lnTo>
                <a:lnTo>
                  <a:pt x="442" y="672"/>
                </a:lnTo>
                <a:lnTo>
                  <a:pt x="435" y="672"/>
                </a:lnTo>
                <a:lnTo>
                  <a:pt x="435" y="679"/>
                </a:lnTo>
                <a:close/>
                <a:moveTo>
                  <a:pt x="452" y="679"/>
                </a:moveTo>
                <a:lnTo>
                  <a:pt x="459" y="679"/>
                </a:lnTo>
                <a:lnTo>
                  <a:pt x="459" y="672"/>
                </a:lnTo>
                <a:lnTo>
                  <a:pt x="452" y="672"/>
                </a:lnTo>
                <a:lnTo>
                  <a:pt x="452" y="679"/>
                </a:lnTo>
                <a:close/>
                <a:moveTo>
                  <a:pt x="469" y="679"/>
                </a:moveTo>
                <a:lnTo>
                  <a:pt x="476" y="679"/>
                </a:lnTo>
                <a:lnTo>
                  <a:pt x="476" y="672"/>
                </a:lnTo>
                <a:lnTo>
                  <a:pt x="469" y="672"/>
                </a:lnTo>
                <a:lnTo>
                  <a:pt x="469" y="679"/>
                </a:lnTo>
                <a:close/>
                <a:moveTo>
                  <a:pt x="485" y="679"/>
                </a:moveTo>
                <a:lnTo>
                  <a:pt x="492" y="679"/>
                </a:lnTo>
                <a:lnTo>
                  <a:pt x="492" y="672"/>
                </a:lnTo>
                <a:lnTo>
                  <a:pt x="485" y="672"/>
                </a:lnTo>
                <a:lnTo>
                  <a:pt x="485" y="679"/>
                </a:lnTo>
                <a:close/>
                <a:moveTo>
                  <a:pt x="502" y="679"/>
                </a:moveTo>
                <a:lnTo>
                  <a:pt x="509" y="679"/>
                </a:lnTo>
                <a:lnTo>
                  <a:pt x="509" y="672"/>
                </a:lnTo>
                <a:lnTo>
                  <a:pt x="502" y="672"/>
                </a:lnTo>
                <a:lnTo>
                  <a:pt x="502" y="679"/>
                </a:lnTo>
                <a:close/>
                <a:moveTo>
                  <a:pt x="518" y="679"/>
                </a:moveTo>
                <a:lnTo>
                  <a:pt x="525" y="679"/>
                </a:lnTo>
                <a:lnTo>
                  <a:pt x="525" y="672"/>
                </a:lnTo>
                <a:lnTo>
                  <a:pt x="518" y="672"/>
                </a:lnTo>
                <a:lnTo>
                  <a:pt x="518" y="679"/>
                </a:lnTo>
                <a:close/>
                <a:moveTo>
                  <a:pt x="535" y="679"/>
                </a:moveTo>
                <a:lnTo>
                  <a:pt x="542" y="679"/>
                </a:lnTo>
                <a:lnTo>
                  <a:pt x="542" y="672"/>
                </a:lnTo>
                <a:lnTo>
                  <a:pt x="535" y="672"/>
                </a:lnTo>
                <a:lnTo>
                  <a:pt x="535" y="679"/>
                </a:lnTo>
                <a:close/>
                <a:moveTo>
                  <a:pt x="551" y="679"/>
                </a:moveTo>
                <a:lnTo>
                  <a:pt x="559" y="679"/>
                </a:lnTo>
                <a:lnTo>
                  <a:pt x="559" y="672"/>
                </a:lnTo>
                <a:lnTo>
                  <a:pt x="551" y="672"/>
                </a:lnTo>
                <a:lnTo>
                  <a:pt x="551" y="679"/>
                </a:lnTo>
                <a:close/>
                <a:moveTo>
                  <a:pt x="568" y="679"/>
                </a:moveTo>
                <a:lnTo>
                  <a:pt x="575" y="679"/>
                </a:lnTo>
                <a:lnTo>
                  <a:pt x="575" y="672"/>
                </a:lnTo>
                <a:lnTo>
                  <a:pt x="568" y="672"/>
                </a:lnTo>
                <a:lnTo>
                  <a:pt x="568" y="679"/>
                </a:lnTo>
                <a:close/>
                <a:moveTo>
                  <a:pt x="585" y="679"/>
                </a:moveTo>
                <a:lnTo>
                  <a:pt x="592" y="679"/>
                </a:lnTo>
                <a:lnTo>
                  <a:pt x="592" y="672"/>
                </a:lnTo>
                <a:lnTo>
                  <a:pt x="585" y="672"/>
                </a:lnTo>
                <a:lnTo>
                  <a:pt x="585" y="679"/>
                </a:lnTo>
                <a:close/>
                <a:moveTo>
                  <a:pt x="601" y="679"/>
                </a:moveTo>
                <a:lnTo>
                  <a:pt x="608" y="679"/>
                </a:lnTo>
                <a:lnTo>
                  <a:pt x="608" y="672"/>
                </a:lnTo>
                <a:lnTo>
                  <a:pt x="601" y="672"/>
                </a:lnTo>
                <a:lnTo>
                  <a:pt x="601" y="679"/>
                </a:lnTo>
                <a:close/>
                <a:moveTo>
                  <a:pt x="620" y="679"/>
                </a:moveTo>
                <a:lnTo>
                  <a:pt x="625" y="679"/>
                </a:lnTo>
                <a:lnTo>
                  <a:pt x="625" y="672"/>
                </a:lnTo>
                <a:lnTo>
                  <a:pt x="620" y="672"/>
                </a:lnTo>
                <a:lnTo>
                  <a:pt x="620" y="679"/>
                </a:lnTo>
                <a:close/>
                <a:moveTo>
                  <a:pt x="637" y="679"/>
                </a:moveTo>
                <a:lnTo>
                  <a:pt x="644" y="679"/>
                </a:lnTo>
                <a:lnTo>
                  <a:pt x="644" y="672"/>
                </a:lnTo>
                <a:lnTo>
                  <a:pt x="637" y="672"/>
                </a:lnTo>
                <a:lnTo>
                  <a:pt x="637" y="679"/>
                </a:lnTo>
                <a:close/>
                <a:moveTo>
                  <a:pt x="653" y="679"/>
                </a:moveTo>
                <a:lnTo>
                  <a:pt x="660" y="679"/>
                </a:lnTo>
                <a:lnTo>
                  <a:pt x="660" y="672"/>
                </a:lnTo>
                <a:lnTo>
                  <a:pt x="653" y="672"/>
                </a:lnTo>
                <a:lnTo>
                  <a:pt x="653" y="679"/>
                </a:lnTo>
                <a:close/>
                <a:moveTo>
                  <a:pt x="670" y="679"/>
                </a:moveTo>
                <a:lnTo>
                  <a:pt x="677" y="679"/>
                </a:lnTo>
                <a:lnTo>
                  <a:pt x="677" y="672"/>
                </a:lnTo>
                <a:lnTo>
                  <a:pt x="670" y="672"/>
                </a:lnTo>
                <a:lnTo>
                  <a:pt x="670" y="679"/>
                </a:lnTo>
                <a:close/>
                <a:moveTo>
                  <a:pt x="686" y="679"/>
                </a:moveTo>
                <a:lnTo>
                  <a:pt x="693" y="679"/>
                </a:lnTo>
                <a:lnTo>
                  <a:pt x="693" y="672"/>
                </a:lnTo>
                <a:lnTo>
                  <a:pt x="686" y="672"/>
                </a:lnTo>
                <a:lnTo>
                  <a:pt x="686" y="679"/>
                </a:lnTo>
                <a:close/>
                <a:moveTo>
                  <a:pt x="703" y="679"/>
                </a:moveTo>
                <a:lnTo>
                  <a:pt x="710" y="679"/>
                </a:lnTo>
                <a:lnTo>
                  <a:pt x="710" y="672"/>
                </a:lnTo>
                <a:lnTo>
                  <a:pt x="703" y="672"/>
                </a:lnTo>
                <a:lnTo>
                  <a:pt x="703" y="679"/>
                </a:lnTo>
                <a:close/>
                <a:moveTo>
                  <a:pt x="720" y="679"/>
                </a:moveTo>
                <a:lnTo>
                  <a:pt x="727" y="679"/>
                </a:lnTo>
                <a:lnTo>
                  <a:pt x="727" y="672"/>
                </a:lnTo>
                <a:lnTo>
                  <a:pt x="720" y="672"/>
                </a:lnTo>
                <a:lnTo>
                  <a:pt x="720" y="679"/>
                </a:lnTo>
                <a:close/>
                <a:moveTo>
                  <a:pt x="736" y="679"/>
                </a:moveTo>
                <a:lnTo>
                  <a:pt x="743" y="679"/>
                </a:lnTo>
                <a:lnTo>
                  <a:pt x="743" y="672"/>
                </a:lnTo>
                <a:lnTo>
                  <a:pt x="736" y="672"/>
                </a:lnTo>
                <a:lnTo>
                  <a:pt x="736" y="679"/>
                </a:lnTo>
                <a:close/>
                <a:moveTo>
                  <a:pt x="753" y="679"/>
                </a:moveTo>
                <a:lnTo>
                  <a:pt x="760" y="679"/>
                </a:lnTo>
                <a:lnTo>
                  <a:pt x="760" y="672"/>
                </a:lnTo>
                <a:lnTo>
                  <a:pt x="753" y="672"/>
                </a:lnTo>
                <a:lnTo>
                  <a:pt x="753" y="679"/>
                </a:lnTo>
                <a:close/>
                <a:moveTo>
                  <a:pt x="769" y="679"/>
                </a:moveTo>
                <a:lnTo>
                  <a:pt x="776" y="679"/>
                </a:lnTo>
                <a:lnTo>
                  <a:pt x="776" y="672"/>
                </a:lnTo>
                <a:lnTo>
                  <a:pt x="769" y="672"/>
                </a:lnTo>
                <a:lnTo>
                  <a:pt x="769" y="679"/>
                </a:lnTo>
                <a:close/>
                <a:moveTo>
                  <a:pt x="786" y="679"/>
                </a:moveTo>
                <a:lnTo>
                  <a:pt x="793" y="679"/>
                </a:lnTo>
                <a:lnTo>
                  <a:pt x="793" y="672"/>
                </a:lnTo>
                <a:lnTo>
                  <a:pt x="786" y="672"/>
                </a:lnTo>
                <a:lnTo>
                  <a:pt x="786" y="679"/>
                </a:lnTo>
                <a:close/>
                <a:moveTo>
                  <a:pt x="802" y="679"/>
                </a:moveTo>
                <a:lnTo>
                  <a:pt x="810" y="679"/>
                </a:lnTo>
                <a:lnTo>
                  <a:pt x="810" y="672"/>
                </a:lnTo>
                <a:lnTo>
                  <a:pt x="802" y="672"/>
                </a:lnTo>
                <a:lnTo>
                  <a:pt x="802" y="679"/>
                </a:lnTo>
                <a:close/>
                <a:moveTo>
                  <a:pt x="1390" y="679"/>
                </a:moveTo>
                <a:lnTo>
                  <a:pt x="1394" y="679"/>
                </a:lnTo>
                <a:lnTo>
                  <a:pt x="1394" y="672"/>
                </a:lnTo>
                <a:lnTo>
                  <a:pt x="1390" y="672"/>
                </a:lnTo>
                <a:lnTo>
                  <a:pt x="1390" y="679"/>
                </a:lnTo>
                <a:close/>
                <a:moveTo>
                  <a:pt x="1406" y="679"/>
                </a:moveTo>
                <a:lnTo>
                  <a:pt x="1413" y="679"/>
                </a:lnTo>
                <a:lnTo>
                  <a:pt x="1413" y="672"/>
                </a:lnTo>
                <a:lnTo>
                  <a:pt x="1406" y="672"/>
                </a:lnTo>
                <a:lnTo>
                  <a:pt x="1406" y="679"/>
                </a:lnTo>
                <a:close/>
                <a:moveTo>
                  <a:pt x="1423" y="679"/>
                </a:moveTo>
                <a:lnTo>
                  <a:pt x="1430" y="679"/>
                </a:lnTo>
                <a:lnTo>
                  <a:pt x="1430" y="672"/>
                </a:lnTo>
                <a:lnTo>
                  <a:pt x="1423" y="672"/>
                </a:lnTo>
                <a:lnTo>
                  <a:pt x="1423" y="679"/>
                </a:lnTo>
                <a:close/>
                <a:moveTo>
                  <a:pt x="1439" y="679"/>
                </a:moveTo>
                <a:lnTo>
                  <a:pt x="1447" y="679"/>
                </a:lnTo>
                <a:lnTo>
                  <a:pt x="1447" y="672"/>
                </a:lnTo>
                <a:lnTo>
                  <a:pt x="1439" y="672"/>
                </a:lnTo>
                <a:lnTo>
                  <a:pt x="1439" y="679"/>
                </a:lnTo>
                <a:close/>
                <a:moveTo>
                  <a:pt x="1456" y="679"/>
                </a:moveTo>
                <a:lnTo>
                  <a:pt x="1463" y="679"/>
                </a:lnTo>
                <a:lnTo>
                  <a:pt x="1463" y="672"/>
                </a:lnTo>
                <a:lnTo>
                  <a:pt x="1456" y="672"/>
                </a:lnTo>
                <a:lnTo>
                  <a:pt x="1456" y="679"/>
                </a:lnTo>
                <a:close/>
                <a:moveTo>
                  <a:pt x="1473" y="679"/>
                </a:moveTo>
                <a:lnTo>
                  <a:pt x="1480" y="679"/>
                </a:lnTo>
                <a:lnTo>
                  <a:pt x="1480" y="672"/>
                </a:lnTo>
                <a:lnTo>
                  <a:pt x="1473" y="672"/>
                </a:lnTo>
                <a:lnTo>
                  <a:pt x="1473" y="679"/>
                </a:lnTo>
                <a:close/>
                <a:moveTo>
                  <a:pt x="1489" y="679"/>
                </a:moveTo>
                <a:lnTo>
                  <a:pt x="1496" y="679"/>
                </a:lnTo>
                <a:lnTo>
                  <a:pt x="1496" y="672"/>
                </a:lnTo>
                <a:lnTo>
                  <a:pt x="1489" y="672"/>
                </a:lnTo>
                <a:lnTo>
                  <a:pt x="1489" y="679"/>
                </a:lnTo>
                <a:close/>
                <a:moveTo>
                  <a:pt x="1506" y="679"/>
                </a:moveTo>
                <a:lnTo>
                  <a:pt x="1513" y="679"/>
                </a:lnTo>
                <a:lnTo>
                  <a:pt x="1513" y="672"/>
                </a:lnTo>
                <a:lnTo>
                  <a:pt x="1506" y="672"/>
                </a:lnTo>
                <a:lnTo>
                  <a:pt x="1506" y="679"/>
                </a:lnTo>
                <a:close/>
                <a:moveTo>
                  <a:pt x="1522" y="679"/>
                </a:moveTo>
                <a:lnTo>
                  <a:pt x="1529" y="679"/>
                </a:lnTo>
                <a:lnTo>
                  <a:pt x="1529" y="672"/>
                </a:lnTo>
                <a:lnTo>
                  <a:pt x="1522" y="672"/>
                </a:lnTo>
                <a:lnTo>
                  <a:pt x="1522" y="679"/>
                </a:lnTo>
                <a:close/>
                <a:moveTo>
                  <a:pt x="1539" y="679"/>
                </a:moveTo>
                <a:lnTo>
                  <a:pt x="1546" y="679"/>
                </a:lnTo>
                <a:lnTo>
                  <a:pt x="1546" y="672"/>
                </a:lnTo>
                <a:lnTo>
                  <a:pt x="1539" y="672"/>
                </a:lnTo>
                <a:lnTo>
                  <a:pt x="1539" y="679"/>
                </a:lnTo>
                <a:close/>
                <a:moveTo>
                  <a:pt x="1555" y="679"/>
                </a:moveTo>
                <a:lnTo>
                  <a:pt x="1563" y="679"/>
                </a:lnTo>
                <a:lnTo>
                  <a:pt x="1563" y="672"/>
                </a:lnTo>
                <a:lnTo>
                  <a:pt x="1555" y="672"/>
                </a:lnTo>
                <a:lnTo>
                  <a:pt x="1555" y="679"/>
                </a:lnTo>
                <a:close/>
                <a:moveTo>
                  <a:pt x="1724" y="679"/>
                </a:moveTo>
                <a:lnTo>
                  <a:pt x="1731" y="679"/>
                </a:lnTo>
                <a:lnTo>
                  <a:pt x="1731" y="672"/>
                </a:lnTo>
                <a:lnTo>
                  <a:pt x="1724" y="672"/>
                </a:lnTo>
                <a:lnTo>
                  <a:pt x="1724" y="679"/>
                </a:lnTo>
                <a:close/>
                <a:moveTo>
                  <a:pt x="1740" y="679"/>
                </a:moveTo>
                <a:lnTo>
                  <a:pt x="1747" y="679"/>
                </a:lnTo>
                <a:lnTo>
                  <a:pt x="1747" y="672"/>
                </a:lnTo>
                <a:lnTo>
                  <a:pt x="1740" y="672"/>
                </a:lnTo>
                <a:lnTo>
                  <a:pt x="1740" y="679"/>
                </a:lnTo>
                <a:close/>
                <a:moveTo>
                  <a:pt x="1757" y="679"/>
                </a:moveTo>
                <a:lnTo>
                  <a:pt x="1764" y="679"/>
                </a:lnTo>
                <a:lnTo>
                  <a:pt x="1764" y="672"/>
                </a:lnTo>
                <a:lnTo>
                  <a:pt x="1757" y="672"/>
                </a:lnTo>
                <a:lnTo>
                  <a:pt x="1757" y="679"/>
                </a:lnTo>
                <a:close/>
                <a:moveTo>
                  <a:pt x="1773" y="679"/>
                </a:moveTo>
                <a:lnTo>
                  <a:pt x="1780" y="679"/>
                </a:lnTo>
                <a:lnTo>
                  <a:pt x="1780" y="672"/>
                </a:lnTo>
                <a:lnTo>
                  <a:pt x="1773" y="672"/>
                </a:lnTo>
                <a:lnTo>
                  <a:pt x="1773" y="679"/>
                </a:lnTo>
                <a:close/>
                <a:moveTo>
                  <a:pt x="1790" y="679"/>
                </a:moveTo>
                <a:lnTo>
                  <a:pt x="1797" y="679"/>
                </a:lnTo>
                <a:lnTo>
                  <a:pt x="1797" y="672"/>
                </a:lnTo>
                <a:lnTo>
                  <a:pt x="1790" y="672"/>
                </a:lnTo>
                <a:lnTo>
                  <a:pt x="1790" y="679"/>
                </a:lnTo>
                <a:close/>
                <a:moveTo>
                  <a:pt x="1806" y="679"/>
                </a:moveTo>
                <a:lnTo>
                  <a:pt x="1814" y="679"/>
                </a:lnTo>
                <a:lnTo>
                  <a:pt x="1814" y="672"/>
                </a:lnTo>
                <a:lnTo>
                  <a:pt x="1806" y="672"/>
                </a:lnTo>
                <a:lnTo>
                  <a:pt x="1806" y="679"/>
                </a:lnTo>
                <a:close/>
                <a:moveTo>
                  <a:pt x="1823" y="679"/>
                </a:moveTo>
                <a:lnTo>
                  <a:pt x="1830" y="679"/>
                </a:lnTo>
                <a:lnTo>
                  <a:pt x="1830" y="672"/>
                </a:lnTo>
                <a:lnTo>
                  <a:pt x="1823" y="672"/>
                </a:lnTo>
                <a:lnTo>
                  <a:pt x="1823" y="679"/>
                </a:lnTo>
                <a:close/>
                <a:moveTo>
                  <a:pt x="1840" y="679"/>
                </a:moveTo>
                <a:lnTo>
                  <a:pt x="1847" y="679"/>
                </a:lnTo>
                <a:lnTo>
                  <a:pt x="1847" y="672"/>
                </a:lnTo>
                <a:lnTo>
                  <a:pt x="1840" y="672"/>
                </a:lnTo>
                <a:lnTo>
                  <a:pt x="1840" y="679"/>
                </a:lnTo>
                <a:close/>
                <a:moveTo>
                  <a:pt x="1856" y="679"/>
                </a:moveTo>
                <a:lnTo>
                  <a:pt x="1863" y="679"/>
                </a:lnTo>
                <a:lnTo>
                  <a:pt x="1863" y="672"/>
                </a:lnTo>
                <a:lnTo>
                  <a:pt x="1856" y="672"/>
                </a:lnTo>
                <a:lnTo>
                  <a:pt x="1856" y="679"/>
                </a:lnTo>
                <a:close/>
                <a:moveTo>
                  <a:pt x="1873" y="679"/>
                </a:moveTo>
                <a:lnTo>
                  <a:pt x="1880" y="679"/>
                </a:lnTo>
                <a:lnTo>
                  <a:pt x="1880" y="672"/>
                </a:lnTo>
                <a:lnTo>
                  <a:pt x="1873" y="672"/>
                </a:lnTo>
                <a:lnTo>
                  <a:pt x="1873" y="679"/>
                </a:lnTo>
                <a:close/>
                <a:moveTo>
                  <a:pt x="1889" y="679"/>
                </a:moveTo>
                <a:lnTo>
                  <a:pt x="1896" y="679"/>
                </a:lnTo>
                <a:lnTo>
                  <a:pt x="1896" y="672"/>
                </a:lnTo>
                <a:lnTo>
                  <a:pt x="1889" y="672"/>
                </a:lnTo>
                <a:lnTo>
                  <a:pt x="1889" y="679"/>
                </a:lnTo>
                <a:close/>
                <a:moveTo>
                  <a:pt x="1908" y="679"/>
                </a:moveTo>
                <a:lnTo>
                  <a:pt x="1915" y="679"/>
                </a:lnTo>
                <a:lnTo>
                  <a:pt x="1915" y="672"/>
                </a:lnTo>
                <a:lnTo>
                  <a:pt x="1908" y="672"/>
                </a:lnTo>
                <a:lnTo>
                  <a:pt x="1908" y="679"/>
                </a:lnTo>
                <a:close/>
                <a:moveTo>
                  <a:pt x="1925" y="679"/>
                </a:moveTo>
                <a:lnTo>
                  <a:pt x="1932" y="679"/>
                </a:lnTo>
                <a:lnTo>
                  <a:pt x="1932" y="672"/>
                </a:lnTo>
                <a:lnTo>
                  <a:pt x="1925" y="672"/>
                </a:lnTo>
                <a:lnTo>
                  <a:pt x="1925" y="679"/>
                </a:lnTo>
                <a:close/>
                <a:moveTo>
                  <a:pt x="1941" y="679"/>
                </a:moveTo>
                <a:lnTo>
                  <a:pt x="1949" y="679"/>
                </a:lnTo>
                <a:lnTo>
                  <a:pt x="1949" y="672"/>
                </a:lnTo>
                <a:lnTo>
                  <a:pt x="1941" y="672"/>
                </a:lnTo>
                <a:lnTo>
                  <a:pt x="1941" y="679"/>
                </a:lnTo>
                <a:close/>
                <a:moveTo>
                  <a:pt x="1958" y="679"/>
                </a:moveTo>
                <a:lnTo>
                  <a:pt x="1965" y="679"/>
                </a:lnTo>
                <a:lnTo>
                  <a:pt x="1965" y="672"/>
                </a:lnTo>
                <a:lnTo>
                  <a:pt x="1958" y="672"/>
                </a:lnTo>
                <a:lnTo>
                  <a:pt x="1958" y="679"/>
                </a:lnTo>
                <a:close/>
                <a:moveTo>
                  <a:pt x="1975" y="679"/>
                </a:moveTo>
                <a:lnTo>
                  <a:pt x="1982" y="679"/>
                </a:lnTo>
                <a:lnTo>
                  <a:pt x="1982" y="672"/>
                </a:lnTo>
                <a:lnTo>
                  <a:pt x="1975" y="672"/>
                </a:lnTo>
                <a:lnTo>
                  <a:pt x="1975" y="679"/>
                </a:lnTo>
                <a:close/>
                <a:moveTo>
                  <a:pt x="1991" y="679"/>
                </a:moveTo>
                <a:lnTo>
                  <a:pt x="1998" y="679"/>
                </a:lnTo>
                <a:lnTo>
                  <a:pt x="1998" y="672"/>
                </a:lnTo>
                <a:lnTo>
                  <a:pt x="1991" y="672"/>
                </a:lnTo>
                <a:lnTo>
                  <a:pt x="1991" y="679"/>
                </a:lnTo>
                <a:close/>
                <a:moveTo>
                  <a:pt x="2008" y="679"/>
                </a:moveTo>
                <a:lnTo>
                  <a:pt x="2015" y="679"/>
                </a:lnTo>
                <a:lnTo>
                  <a:pt x="2015" y="672"/>
                </a:lnTo>
                <a:lnTo>
                  <a:pt x="2008" y="672"/>
                </a:lnTo>
                <a:lnTo>
                  <a:pt x="2008" y="679"/>
                </a:lnTo>
                <a:close/>
                <a:moveTo>
                  <a:pt x="2024" y="679"/>
                </a:moveTo>
                <a:lnTo>
                  <a:pt x="2031" y="679"/>
                </a:lnTo>
                <a:lnTo>
                  <a:pt x="2031" y="672"/>
                </a:lnTo>
                <a:lnTo>
                  <a:pt x="2024" y="672"/>
                </a:lnTo>
                <a:lnTo>
                  <a:pt x="2024" y="679"/>
                </a:lnTo>
                <a:close/>
                <a:moveTo>
                  <a:pt x="2041" y="679"/>
                </a:moveTo>
                <a:lnTo>
                  <a:pt x="2048" y="679"/>
                </a:lnTo>
                <a:lnTo>
                  <a:pt x="2048" y="672"/>
                </a:lnTo>
                <a:lnTo>
                  <a:pt x="2041" y="672"/>
                </a:lnTo>
                <a:lnTo>
                  <a:pt x="2041" y="679"/>
                </a:lnTo>
                <a:close/>
                <a:moveTo>
                  <a:pt x="2057" y="679"/>
                </a:moveTo>
                <a:lnTo>
                  <a:pt x="2065" y="679"/>
                </a:lnTo>
                <a:lnTo>
                  <a:pt x="2065" y="672"/>
                </a:lnTo>
                <a:lnTo>
                  <a:pt x="2057" y="672"/>
                </a:lnTo>
                <a:lnTo>
                  <a:pt x="2057" y="679"/>
                </a:lnTo>
                <a:close/>
                <a:moveTo>
                  <a:pt x="2074" y="679"/>
                </a:moveTo>
                <a:lnTo>
                  <a:pt x="2081" y="679"/>
                </a:lnTo>
                <a:lnTo>
                  <a:pt x="2081" y="672"/>
                </a:lnTo>
                <a:lnTo>
                  <a:pt x="2074" y="672"/>
                </a:lnTo>
                <a:lnTo>
                  <a:pt x="2074" y="679"/>
                </a:lnTo>
                <a:close/>
                <a:moveTo>
                  <a:pt x="2091" y="679"/>
                </a:moveTo>
                <a:lnTo>
                  <a:pt x="2098" y="679"/>
                </a:lnTo>
                <a:lnTo>
                  <a:pt x="2098" y="672"/>
                </a:lnTo>
                <a:lnTo>
                  <a:pt x="2091" y="672"/>
                </a:lnTo>
                <a:lnTo>
                  <a:pt x="2091" y="679"/>
                </a:lnTo>
                <a:close/>
                <a:moveTo>
                  <a:pt x="2107" y="679"/>
                </a:moveTo>
                <a:lnTo>
                  <a:pt x="2114" y="679"/>
                </a:lnTo>
                <a:lnTo>
                  <a:pt x="2114" y="672"/>
                </a:lnTo>
                <a:lnTo>
                  <a:pt x="2107" y="672"/>
                </a:lnTo>
                <a:lnTo>
                  <a:pt x="2107" y="679"/>
                </a:lnTo>
                <a:close/>
                <a:moveTo>
                  <a:pt x="2124" y="679"/>
                </a:moveTo>
                <a:lnTo>
                  <a:pt x="2131" y="679"/>
                </a:lnTo>
                <a:lnTo>
                  <a:pt x="2131" y="672"/>
                </a:lnTo>
                <a:lnTo>
                  <a:pt x="2124" y="672"/>
                </a:lnTo>
                <a:lnTo>
                  <a:pt x="2124" y="679"/>
                </a:lnTo>
                <a:close/>
                <a:moveTo>
                  <a:pt x="2140" y="679"/>
                </a:moveTo>
                <a:lnTo>
                  <a:pt x="2147" y="679"/>
                </a:lnTo>
                <a:lnTo>
                  <a:pt x="2147" y="672"/>
                </a:lnTo>
                <a:lnTo>
                  <a:pt x="2140" y="672"/>
                </a:lnTo>
                <a:lnTo>
                  <a:pt x="2140" y="679"/>
                </a:lnTo>
                <a:close/>
                <a:moveTo>
                  <a:pt x="2159" y="679"/>
                </a:moveTo>
                <a:lnTo>
                  <a:pt x="2164" y="679"/>
                </a:lnTo>
                <a:lnTo>
                  <a:pt x="2164" y="672"/>
                </a:lnTo>
                <a:lnTo>
                  <a:pt x="2159" y="672"/>
                </a:lnTo>
                <a:lnTo>
                  <a:pt x="2159" y="679"/>
                </a:lnTo>
                <a:close/>
                <a:moveTo>
                  <a:pt x="2176" y="679"/>
                </a:moveTo>
                <a:lnTo>
                  <a:pt x="2183" y="679"/>
                </a:lnTo>
                <a:lnTo>
                  <a:pt x="2183" y="672"/>
                </a:lnTo>
                <a:lnTo>
                  <a:pt x="2176" y="672"/>
                </a:lnTo>
                <a:lnTo>
                  <a:pt x="2176" y="679"/>
                </a:lnTo>
                <a:close/>
                <a:moveTo>
                  <a:pt x="2192" y="679"/>
                </a:moveTo>
                <a:lnTo>
                  <a:pt x="2200" y="679"/>
                </a:lnTo>
                <a:lnTo>
                  <a:pt x="2200" y="672"/>
                </a:lnTo>
                <a:lnTo>
                  <a:pt x="2192" y="672"/>
                </a:lnTo>
                <a:lnTo>
                  <a:pt x="2192" y="679"/>
                </a:lnTo>
                <a:close/>
                <a:moveTo>
                  <a:pt x="2209" y="679"/>
                </a:moveTo>
                <a:lnTo>
                  <a:pt x="2216" y="679"/>
                </a:lnTo>
                <a:lnTo>
                  <a:pt x="2216" y="672"/>
                </a:lnTo>
                <a:lnTo>
                  <a:pt x="2209" y="672"/>
                </a:lnTo>
                <a:lnTo>
                  <a:pt x="2209" y="679"/>
                </a:lnTo>
                <a:close/>
                <a:moveTo>
                  <a:pt x="2226" y="679"/>
                </a:moveTo>
                <a:lnTo>
                  <a:pt x="2233" y="679"/>
                </a:lnTo>
                <a:lnTo>
                  <a:pt x="2233" y="672"/>
                </a:lnTo>
                <a:lnTo>
                  <a:pt x="2226" y="672"/>
                </a:lnTo>
                <a:lnTo>
                  <a:pt x="2226" y="679"/>
                </a:lnTo>
                <a:close/>
                <a:moveTo>
                  <a:pt x="2242" y="679"/>
                </a:moveTo>
                <a:lnTo>
                  <a:pt x="2249" y="679"/>
                </a:lnTo>
                <a:lnTo>
                  <a:pt x="2249" y="672"/>
                </a:lnTo>
                <a:lnTo>
                  <a:pt x="2242" y="672"/>
                </a:lnTo>
                <a:lnTo>
                  <a:pt x="2242" y="679"/>
                </a:lnTo>
                <a:close/>
                <a:moveTo>
                  <a:pt x="2259" y="679"/>
                </a:moveTo>
                <a:lnTo>
                  <a:pt x="2266" y="679"/>
                </a:lnTo>
                <a:lnTo>
                  <a:pt x="2266" y="672"/>
                </a:lnTo>
                <a:lnTo>
                  <a:pt x="2259" y="672"/>
                </a:lnTo>
                <a:lnTo>
                  <a:pt x="2259" y="679"/>
                </a:lnTo>
                <a:close/>
                <a:moveTo>
                  <a:pt x="2275" y="679"/>
                </a:moveTo>
                <a:lnTo>
                  <a:pt x="2282" y="679"/>
                </a:lnTo>
                <a:lnTo>
                  <a:pt x="2282" y="672"/>
                </a:lnTo>
                <a:lnTo>
                  <a:pt x="2275" y="672"/>
                </a:lnTo>
                <a:lnTo>
                  <a:pt x="2275" y="679"/>
                </a:lnTo>
                <a:close/>
                <a:moveTo>
                  <a:pt x="2292" y="679"/>
                </a:moveTo>
                <a:lnTo>
                  <a:pt x="2299" y="679"/>
                </a:lnTo>
                <a:lnTo>
                  <a:pt x="2299" y="672"/>
                </a:lnTo>
                <a:lnTo>
                  <a:pt x="2292" y="672"/>
                </a:lnTo>
                <a:lnTo>
                  <a:pt x="2292" y="679"/>
                </a:lnTo>
                <a:close/>
                <a:moveTo>
                  <a:pt x="2308" y="679"/>
                </a:moveTo>
                <a:lnTo>
                  <a:pt x="2316" y="679"/>
                </a:lnTo>
                <a:lnTo>
                  <a:pt x="2316" y="672"/>
                </a:lnTo>
                <a:lnTo>
                  <a:pt x="2308" y="672"/>
                </a:lnTo>
                <a:lnTo>
                  <a:pt x="2308" y="679"/>
                </a:lnTo>
                <a:close/>
                <a:moveTo>
                  <a:pt x="2325" y="679"/>
                </a:moveTo>
                <a:lnTo>
                  <a:pt x="2332" y="679"/>
                </a:lnTo>
                <a:lnTo>
                  <a:pt x="2332" y="672"/>
                </a:lnTo>
                <a:lnTo>
                  <a:pt x="2325" y="672"/>
                </a:lnTo>
                <a:lnTo>
                  <a:pt x="2325" y="679"/>
                </a:lnTo>
                <a:close/>
                <a:moveTo>
                  <a:pt x="2342" y="679"/>
                </a:moveTo>
                <a:lnTo>
                  <a:pt x="2349" y="679"/>
                </a:lnTo>
                <a:lnTo>
                  <a:pt x="2349" y="672"/>
                </a:lnTo>
                <a:lnTo>
                  <a:pt x="2342" y="672"/>
                </a:lnTo>
                <a:lnTo>
                  <a:pt x="2342" y="679"/>
                </a:lnTo>
                <a:close/>
                <a:moveTo>
                  <a:pt x="2358" y="679"/>
                </a:moveTo>
                <a:lnTo>
                  <a:pt x="2365" y="679"/>
                </a:lnTo>
                <a:lnTo>
                  <a:pt x="2365" y="672"/>
                </a:lnTo>
                <a:lnTo>
                  <a:pt x="2358" y="672"/>
                </a:lnTo>
                <a:lnTo>
                  <a:pt x="2358" y="679"/>
                </a:lnTo>
                <a:close/>
                <a:moveTo>
                  <a:pt x="2375" y="679"/>
                </a:moveTo>
                <a:lnTo>
                  <a:pt x="2382" y="679"/>
                </a:lnTo>
                <a:lnTo>
                  <a:pt x="2382" y="672"/>
                </a:lnTo>
                <a:lnTo>
                  <a:pt x="2375" y="672"/>
                </a:lnTo>
                <a:lnTo>
                  <a:pt x="2375" y="679"/>
                </a:lnTo>
                <a:close/>
                <a:moveTo>
                  <a:pt x="2391" y="679"/>
                </a:moveTo>
                <a:lnTo>
                  <a:pt x="2398" y="679"/>
                </a:lnTo>
                <a:lnTo>
                  <a:pt x="2398" y="672"/>
                </a:lnTo>
                <a:lnTo>
                  <a:pt x="2391" y="672"/>
                </a:lnTo>
                <a:lnTo>
                  <a:pt x="2391" y="679"/>
                </a:lnTo>
                <a:close/>
                <a:moveTo>
                  <a:pt x="2408" y="679"/>
                </a:moveTo>
                <a:lnTo>
                  <a:pt x="2415" y="679"/>
                </a:lnTo>
                <a:lnTo>
                  <a:pt x="2415" y="672"/>
                </a:lnTo>
                <a:lnTo>
                  <a:pt x="2408" y="672"/>
                </a:lnTo>
                <a:lnTo>
                  <a:pt x="2408" y="679"/>
                </a:lnTo>
                <a:close/>
                <a:moveTo>
                  <a:pt x="2427" y="679"/>
                </a:moveTo>
                <a:lnTo>
                  <a:pt x="2434" y="679"/>
                </a:lnTo>
                <a:lnTo>
                  <a:pt x="2434" y="672"/>
                </a:lnTo>
                <a:lnTo>
                  <a:pt x="2427" y="672"/>
                </a:lnTo>
                <a:lnTo>
                  <a:pt x="2427" y="679"/>
                </a:lnTo>
                <a:close/>
                <a:moveTo>
                  <a:pt x="2443" y="679"/>
                </a:moveTo>
                <a:lnTo>
                  <a:pt x="2451" y="679"/>
                </a:lnTo>
                <a:lnTo>
                  <a:pt x="2451" y="672"/>
                </a:lnTo>
                <a:lnTo>
                  <a:pt x="2443" y="672"/>
                </a:lnTo>
                <a:lnTo>
                  <a:pt x="2443" y="679"/>
                </a:lnTo>
                <a:close/>
                <a:moveTo>
                  <a:pt x="2460" y="679"/>
                </a:moveTo>
                <a:lnTo>
                  <a:pt x="2467" y="679"/>
                </a:lnTo>
                <a:lnTo>
                  <a:pt x="2467" y="672"/>
                </a:lnTo>
                <a:lnTo>
                  <a:pt x="2460" y="672"/>
                </a:lnTo>
                <a:lnTo>
                  <a:pt x="2460" y="679"/>
                </a:lnTo>
                <a:close/>
                <a:moveTo>
                  <a:pt x="2477" y="679"/>
                </a:moveTo>
                <a:lnTo>
                  <a:pt x="2484" y="679"/>
                </a:lnTo>
                <a:lnTo>
                  <a:pt x="2484" y="672"/>
                </a:lnTo>
                <a:lnTo>
                  <a:pt x="2477" y="672"/>
                </a:lnTo>
                <a:lnTo>
                  <a:pt x="2477" y="679"/>
                </a:lnTo>
                <a:close/>
                <a:moveTo>
                  <a:pt x="2526" y="679"/>
                </a:moveTo>
                <a:lnTo>
                  <a:pt x="2533" y="679"/>
                </a:lnTo>
                <a:lnTo>
                  <a:pt x="2533" y="672"/>
                </a:lnTo>
                <a:lnTo>
                  <a:pt x="2526" y="672"/>
                </a:lnTo>
                <a:lnTo>
                  <a:pt x="2526" y="679"/>
                </a:lnTo>
                <a:close/>
                <a:moveTo>
                  <a:pt x="2543" y="679"/>
                </a:moveTo>
                <a:lnTo>
                  <a:pt x="2550" y="679"/>
                </a:lnTo>
                <a:lnTo>
                  <a:pt x="2550" y="672"/>
                </a:lnTo>
                <a:lnTo>
                  <a:pt x="2543" y="672"/>
                </a:lnTo>
                <a:lnTo>
                  <a:pt x="2543" y="679"/>
                </a:lnTo>
                <a:close/>
                <a:moveTo>
                  <a:pt x="2560" y="679"/>
                </a:moveTo>
                <a:lnTo>
                  <a:pt x="2567" y="679"/>
                </a:lnTo>
                <a:lnTo>
                  <a:pt x="2567" y="672"/>
                </a:lnTo>
                <a:lnTo>
                  <a:pt x="2560" y="672"/>
                </a:lnTo>
                <a:lnTo>
                  <a:pt x="2560" y="679"/>
                </a:lnTo>
                <a:close/>
                <a:moveTo>
                  <a:pt x="2576" y="679"/>
                </a:moveTo>
                <a:lnTo>
                  <a:pt x="2583" y="679"/>
                </a:lnTo>
                <a:lnTo>
                  <a:pt x="2583" y="672"/>
                </a:lnTo>
                <a:lnTo>
                  <a:pt x="2576" y="672"/>
                </a:lnTo>
                <a:lnTo>
                  <a:pt x="2576" y="679"/>
                </a:lnTo>
                <a:close/>
                <a:moveTo>
                  <a:pt x="2593" y="679"/>
                </a:moveTo>
                <a:lnTo>
                  <a:pt x="2600" y="679"/>
                </a:lnTo>
                <a:lnTo>
                  <a:pt x="2600" y="672"/>
                </a:lnTo>
                <a:lnTo>
                  <a:pt x="2593" y="672"/>
                </a:lnTo>
                <a:lnTo>
                  <a:pt x="2593" y="679"/>
                </a:lnTo>
                <a:close/>
                <a:moveTo>
                  <a:pt x="2609" y="679"/>
                </a:moveTo>
                <a:lnTo>
                  <a:pt x="2616" y="679"/>
                </a:lnTo>
                <a:lnTo>
                  <a:pt x="2616" y="672"/>
                </a:lnTo>
                <a:lnTo>
                  <a:pt x="2609" y="672"/>
                </a:lnTo>
                <a:lnTo>
                  <a:pt x="2609" y="679"/>
                </a:lnTo>
                <a:close/>
                <a:moveTo>
                  <a:pt x="2626" y="679"/>
                </a:moveTo>
                <a:lnTo>
                  <a:pt x="2633" y="679"/>
                </a:lnTo>
                <a:lnTo>
                  <a:pt x="2633" y="672"/>
                </a:lnTo>
                <a:lnTo>
                  <a:pt x="2626" y="672"/>
                </a:lnTo>
                <a:lnTo>
                  <a:pt x="2626" y="679"/>
                </a:lnTo>
                <a:close/>
                <a:moveTo>
                  <a:pt x="469" y="696"/>
                </a:moveTo>
                <a:lnTo>
                  <a:pt x="476" y="696"/>
                </a:lnTo>
                <a:lnTo>
                  <a:pt x="476" y="689"/>
                </a:lnTo>
                <a:lnTo>
                  <a:pt x="469" y="689"/>
                </a:lnTo>
                <a:lnTo>
                  <a:pt x="469" y="696"/>
                </a:lnTo>
                <a:close/>
                <a:moveTo>
                  <a:pt x="485" y="696"/>
                </a:moveTo>
                <a:lnTo>
                  <a:pt x="492" y="696"/>
                </a:lnTo>
                <a:lnTo>
                  <a:pt x="492" y="689"/>
                </a:lnTo>
                <a:lnTo>
                  <a:pt x="485" y="689"/>
                </a:lnTo>
                <a:lnTo>
                  <a:pt x="485" y="696"/>
                </a:lnTo>
                <a:close/>
                <a:moveTo>
                  <a:pt x="502" y="696"/>
                </a:moveTo>
                <a:lnTo>
                  <a:pt x="509" y="696"/>
                </a:lnTo>
                <a:lnTo>
                  <a:pt x="509" y="689"/>
                </a:lnTo>
                <a:lnTo>
                  <a:pt x="502" y="689"/>
                </a:lnTo>
                <a:lnTo>
                  <a:pt x="502" y="696"/>
                </a:lnTo>
                <a:close/>
                <a:moveTo>
                  <a:pt x="518" y="696"/>
                </a:moveTo>
                <a:lnTo>
                  <a:pt x="525" y="696"/>
                </a:lnTo>
                <a:lnTo>
                  <a:pt x="525" y="689"/>
                </a:lnTo>
                <a:lnTo>
                  <a:pt x="518" y="689"/>
                </a:lnTo>
                <a:lnTo>
                  <a:pt x="518" y="696"/>
                </a:lnTo>
                <a:close/>
                <a:moveTo>
                  <a:pt x="535" y="696"/>
                </a:moveTo>
                <a:lnTo>
                  <a:pt x="542" y="696"/>
                </a:lnTo>
                <a:lnTo>
                  <a:pt x="542" y="689"/>
                </a:lnTo>
                <a:lnTo>
                  <a:pt x="535" y="689"/>
                </a:lnTo>
                <a:lnTo>
                  <a:pt x="535" y="696"/>
                </a:lnTo>
                <a:close/>
                <a:moveTo>
                  <a:pt x="551" y="696"/>
                </a:moveTo>
                <a:lnTo>
                  <a:pt x="559" y="696"/>
                </a:lnTo>
                <a:lnTo>
                  <a:pt x="559" y="689"/>
                </a:lnTo>
                <a:lnTo>
                  <a:pt x="551" y="689"/>
                </a:lnTo>
                <a:lnTo>
                  <a:pt x="551" y="696"/>
                </a:lnTo>
                <a:close/>
                <a:moveTo>
                  <a:pt x="568" y="696"/>
                </a:moveTo>
                <a:lnTo>
                  <a:pt x="575" y="696"/>
                </a:lnTo>
                <a:lnTo>
                  <a:pt x="575" y="689"/>
                </a:lnTo>
                <a:lnTo>
                  <a:pt x="568" y="689"/>
                </a:lnTo>
                <a:lnTo>
                  <a:pt x="568" y="696"/>
                </a:lnTo>
                <a:close/>
                <a:moveTo>
                  <a:pt x="585" y="696"/>
                </a:moveTo>
                <a:lnTo>
                  <a:pt x="592" y="696"/>
                </a:lnTo>
                <a:lnTo>
                  <a:pt x="592" y="689"/>
                </a:lnTo>
                <a:lnTo>
                  <a:pt x="585" y="689"/>
                </a:lnTo>
                <a:lnTo>
                  <a:pt x="585" y="696"/>
                </a:lnTo>
                <a:close/>
                <a:moveTo>
                  <a:pt x="601" y="696"/>
                </a:moveTo>
                <a:lnTo>
                  <a:pt x="608" y="696"/>
                </a:lnTo>
                <a:lnTo>
                  <a:pt x="608" y="689"/>
                </a:lnTo>
                <a:lnTo>
                  <a:pt x="601" y="689"/>
                </a:lnTo>
                <a:lnTo>
                  <a:pt x="601" y="696"/>
                </a:lnTo>
                <a:close/>
                <a:moveTo>
                  <a:pt x="620" y="696"/>
                </a:moveTo>
                <a:lnTo>
                  <a:pt x="625" y="696"/>
                </a:lnTo>
                <a:lnTo>
                  <a:pt x="625" y="689"/>
                </a:lnTo>
                <a:lnTo>
                  <a:pt x="620" y="689"/>
                </a:lnTo>
                <a:lnTo>
                  <a:pt x="620" y="696"/>
                </a:lnTo>
                <a:close/>
                <a:moveTo>
                  <a:pt x="637" y="696"/>
                </a:moveTo>
                <a:lnTo>
                  <a:pt x="644" y="696"/>
                </a:lnTo>
                <a:lnTo>
                  <a:pt x="644" y="689"/>
                </a:lnTo>
                <a:lnTo>
                  <a:pt x="637" y="689"/>
                </a:lnTo>
                <a:lnTo>
                  <a:pt x="637" y="696"/>
                </a:lnTo>
                <a:close/>
                <a:moveTo>
                  <a:pt x="653" y="696"/>
                </a:moveTo>
                <a:lnTo>
                  <a:pt x="660" y="696"/>
                </a:lnTo>
                <a:lnTo>
                  <a:pt x="660" y="689"/>
                </a:lnTo>
                <a:lnTo>
                  <a:pt x="653" y="689"/>
                </a:lnTo>
                <a:lnTo>
                  <a:pt x="653" y="696"/>
                </a:lnTo>
                <a:close/>
                <a:moveTo>
                  <a:pt x="670" y="696"/>
                </a:moveTo>
                <a:lnTo>
                  <a:pt x="677" y="696"/>
                </a:lnTo>
                <a:lnTo>
                  <a:pt x="677" y="689"/>
                </a:lnTo>
                <a:lnTo>
                  <a:pt x="670" y="689"/>
                </a:lnTo>
                <a:lnTo>
                  <a:pt x="670" y="696"/>
                </a:lnTo>
                <a:close/>
                <a:moveTo>
                  <a:pt x="686" y="696"/>
                </a:moveTo>
                <a:lnTo>
                  <a:pt x="693" y="696"/>
                </a:lnTo>
                <a:lnTo>
                  <a:pt x="693" y="689"/>
                </a:lnTo>
                <a:lnTo>
                  <a:pt x="686" y="689"/>
                </a:lnTo>
                <a:lnTo>
                  <a:pt x="686" y="696"/>
                </a:lnTo>
                <a:close/>
                <a:moveTo>
                  <a:pt x="703" y="696"/>
                </a:moveTo>
                <a:lnTo>
                  <a:pt x="710" y="696"/>
                </a:lnTo>
                <a:lnTo>
                  <a:pt x="710" y="689"/>
                </a:lnTo>
                <a:lnTo>
                  <a:pt x="703" y="689"/>
                </a:lnTo>
                <a:lnTo>
                  <a:pt x="703" y="696"/>
                </a:lnTo>
                <a:close/>
                <a:moveTo>
                  <a:pt x="720" y="696"/>
                </a:moveTo>
                <a:lnTo>
                  <a:pt x="727" y="696"/>
                </a:lnTo>
                <a:lnTo>
                  <a:pt x="727" y="689"/>
                </a:lnTo>
                <a:lnTo>
                  <a:pt x="720" y="689"/>
                </a:lnTo>
                <a:lnTo>
                  <a:pt x="720" y="696"/>
                </a:lnTo>
                <a:close/>
                <a:moveTo>
                  <a:pt x="736" y="696"/>
                </a:moveTo>
                <a:lnTo>
                  <a:pt x="743" y="696"/>
                </a:lnTo>
                <a:lnTo>
                  <a:pt x="743" y="689"/>
                </a:lnTo>
                <a:lnTo>
                  <a:pt x="736" y="689"/>
                </a:lnTo>
                <a:lnTo>
                  <a:pt x="736" y="696"/>
                </a:lnTo>
                <a:close/>
                <a:moveTo>
                  <a:pt x="753" y="696"/>
                </a:moveTo>
                <a:lnTo>
                  <a:pt x="760" y="696"/>
                </a:lnTo>
                <a:lnTo>
                  <a:pt x="760" y="689"/>
                </a:lnTo>
                <a:lnTo>
                  <a:pt x="753" y="689"/>
                </a:lnTo>
                <a:lnTo>
                  <a:pt x="753" y="696"/>
                </a:lnTo>
                <a:close/>
                <a:moveTo>
                  <a:pt x="769" y="696"/>
                </a:moveTo>
                <a:lnTo>
                  <a:pt x="776" y="696"/>
                </a:lnTo>
                <a:lnTo>
                  <a:pt x="776" y="689"/>
                </a:lnTo>
                <a:lnTo>
                  <a:pt x="769" y="689"/>
                </a:lnTo>
                <a:lnTo>
                  <a:pt x="769" y="696"/>
                </a:lnTo>
                <a:close/>
                <a:moveTo>
                  <a:pt x="786" y="696"/>
                </a:moveTo>
                <a:lnTo>
                  <a:pt x="793" y="696"/>
                </a:lnTo>
                <a:lnTo>
                  <a:pt x="793" y="689"/>
                </a:lnTo>
                <a:lnTo>
                  <a:pt x="786" y="689"/>
                </a:lnTo>
                <a:lnTo>
                  <a:pt x="786" y="696"/>
                </a:lnTo>
                <a:close/>
                <a:moveTo>
                  <a:pt x="1371" y="696"/>
                </a:moveTo>
                <a:lnTo>
                  <a:pt x="1378" y="696"/>
                </a:lnTo>
                <a:lnTo>
                  <a:pt x="1378" y="689"/>
                </a:lnTo>
                <a:lnTo>
                  <a:pt x="1371" y="689"/>
                </a:lnTo>
                <a:lnTo>
                  <a:pt x="1371" y="696"/>
                </a:lnTo>
                <a:close/>
                <a:moveTo>
                  <a:pt x="1390" y="696"/>
                </a:moveTo>
                <a:lnTo>
                  <a:pt x="1394" y="696"/>
                </a:lnTo>
                <a:lnTo>
                  <a:pt x="1394" y="689"/>
                </a:lnTo>
                <a:lnTo>
                  <a:pt x="1390" y="689"/>
                </a:lnTo>
                <a:lnTo>
                  <a:pt x="1390" y="696"/>
                </a:lnTo>
                <a:close/>
                <a:moveTo>
                  <a:pt x="1406" y="696"/>
                </a:moveTo>
                <a:lnTo>
                  <a:pt x="1413" y="696"/>
                </a:lnTo>
                <a:lnTo>
                  <a:pt x="1413" y="689"/>
                </a:lnTo>
                <a:lnTo>
                  <a:pt x="1406" y="689"/>
                </a:lnTo>
                <a:lnTo>
                  <a:pt x="1406" y="696"/>
                </a:lnTo>
                <a:close/>
                <a:moveTo>
                  <a:pt x="1423" y="696"/>
                </a:moveTo>
                <a:lnTo>
                  <a:pt x="1430" y="696"/>
                </a:lnTo>
                <a:lnTo>
                  <a:pt x="1430" y="689"/>
                </a:lnTo>
                <a:lnTo>
                  <a:pt x="1423" y="689"/>
                </a:lnTo>
                <a:lnTo>
                  <a:pt x="1423" y="696"/>
                </a:lnTo>
                <a:close/>
                <a:moveTo>
                  <a:pt x="1439" y="696"/>
                </a:moveTo>
                <a:lnTo>
                  <a:pt x="1447" y="696"/>
                </a:lnTo>
                <a:lnTo>
                  <a:pt x="1447" y="689"/>
                </a:lnTo>
                <a:lnTo>
                  <a:pt x="1439" y="689"/>
                </a:lnTo>
                <a:lnTo>
                  <a:pt x="1439" y="696"/>
                </a:lnTo>
                <a:close/>
                <a:moveTo>
                  <a:pt x="1456" y="696"/>
                </a:moveTo>
                <a:lnTo>
                  <a:pt x="1463" y="696"/>
                </a:lnTo>
                <a:lnTo>
                  <a:pt x="1463" y="689"/>
                </a:lnTo>
                <a:lnTo>
                  <a:pt x="1456" y="689"/>
                </a:lnTo>
                <a:lnTo>
                  <a:pt x="1456" y="696"/>
                </a:lnTo>
                <a:close/>
                <a:moveTo>
                  <a:pt x="1473" y="696"/>
                </a:moveTo>
                <a:lnTo>
                  <a:pt x="1480" y="696"/>
                </a:lnTo>
                <a:lnTo>
                  <a:pt x="1480" y="689"/>
                </a:lnTo>
                <a:lnTo>
                  <a:pt x="1473" y="689"/>
                </a:lnTo>
                <a:lnTo>
                  <a:pt x="1473" y="696"/>
                </a:lnTo>
                <a:close/>
                <a:moveTo>
                  <a:pt x="1489" y="696"/>
                </a:moveTo>
                <a:lnTo>
                  <a:pt x="1496" y="696"/>
                </a:lnTo>
                <a:lnTo>
                  <a:pt x="1496" y="689"/>
                </a:lnTo>
                <a:lnTo>
                  <a:pt x="1489" y="689"/>
                </a:lnTo>
                <a:lnTo>
                  <a:pt x="1489" y="696"/>
                </a:lnTo>
                <a:close/>
                <a:moveTo>
                  <a:pt x="1506" y="696"/>
                </a:moveTo>
                <a:lnTo>
                  <a:pt x="1513" y="696"/>
                </a:lnTo>
                <a:lnTo>
                  <a:pt x="1513" y="689"/>
                </a:lnTo>
                <a:lnTo>
                  <a:pt x="1506" y="689"/>
                </a:lnTo>
                <a:lnTo>
                  <a:pt x="1506" y="696"/>
                </a:lnTo>
                <a:close/>
                <a:moveTo>
                  <a:pt x="1522" y="696"/>
                </a:moveTo>
                <a:lnTo>
                  <a:pt x="1529" y="696"/>
                </a:lnTo>
                <a:lnTo>
                  <a:pt x="1529" y="689"/>
                </a:lnTo>
                <a:lnTo>
                  <a:pt x="1522" y="689"/>
                </a:lnTo>
                <a:lnTo>
                  <a:pt x="1522" y="696"/>
                </a:lnTo>
                <a:close/>
                <a:moveTo>
                  <a:pt x="1539" y="696"/>
                </a:moveTo>
                <a:lnTo>
                  <a:pt x="1546" y="696"/>
                </a:lnTo>
                <a:lnTo>
                  <a:pt x="1546" y="689"/>
                </a:lnTo>
                <a:lnTo>
                  <a:pt x="1539" y="689"/>
                </a:lnTo>
                <a:lnTo>
                  <a:pt x="1539" y="696"/>
                </a:lnTo>
                <a:close/>
                <a:moveTo>
                  <a:pt x="1555" y="696"/>
                </a:moveTo>
                <a:lnTo>
                  <a:pt x="1563" y="696"/>
                </a:lnTo>
                <a:lnTo>
                  <a:pt x="1563" y="689"/>
                </a:lnTo>
                <a:lnTo>
                  <a:pt x="1555" y="689"/>
                </a:lnTo>
                <a:lnTo>
                  <a:pt x="1555" y="696"/>
                </a:lnTo>
                <a:close/>
                <a:moveTo>
                  <a:pt x="1572" y="696"/>
                </a:moveTo>
                <a:lnTo>
                  <a:pt x="1579" y="696"/>
                </a:lnTo>
                <a:lnTo>
                  <a:pt x="1579" y="689"/>
                </a:lnTo>
                <a:lnTo>
                  <a:pt x="1572" y="689"/>
                </a:lnTo>
                <a:lnTo>
                  <a:pt x="1572" y="696"/>
                </a:lnTo>
                <a:close/>
                <a:moveTo>
                  <a:pt x="1589" y="696"/>
                </a:moveTo>
                <a:lnTo>
                  <a:pt x="1596" y="696"/>
                </a:lnTo>
                <a:lnTo>
                  <a:pt x="1596" y="689"/>
                </a:lnTo>
                <a:lnTo>
                  <a:pt x="1589" y="689"/>
                </a:lnTo>
                <a:lnTo>
                  <a:pt x="1589" y="696"/>
                </a:lnTo>
                <a:close/>
                <a:moveTo>
                  <a:pt x="1622" y="696"/>
                </a:moveTo>
                <a:lnTo>
                  <a:pt x="1629" y="696"/>
                </a:lnTo>
                <a:lnTo>
                  <a:pt x="1629" y="689"/>
                </a:lnTo>
                <a:lnTo>
                  <a:pt x="1622" y="689"/>
                </a:lnTo>
                <a:lnTo>
                  <a:pt x="1622" y="696"/>
                </a:lnTo>
                <a:close/>
                <a:moveTo>
                  <a:pt x="1638" y="696"/>
                </a:moveTo>
                <a:lnTo>
                  <a:pt x="1645" y="696"/>
                </a:lnTo>
                <a:lnTo>
                  <a:pt x="1645" y="689"/>
                </a:lnTo>
                <a:lnTo>
                  <a:pt x="1638" y="689"/>
                </a:lnTo>
                <a:lnTo>
                  <a:pt x="1638" y="696"/>
                </a:lnTo>
                <a:close/>
                <a:moveTo>
                  <a:pt x="1657" y="696"/>
                </a:moveTo>
                <a:lnTo>
                  <a:pt x="1664" y="696"/>
                </a:lnTo>
                <a:lnTo>
                  <a:pt x="1664" y="689"/>
                </a:lnTo>
                <a:lnTo>
                  <a:pt x="1657" y="689"/>
                </a:lnTo>
                <a:lnTo>
                  <a:pt x="1657" y="696"/>
                </a:lnTo>
                <a:close/>
                <a:moveTo>
                  <a:pt x="1674" y="696"/>
                </a:moveTo>
                <a:lnTo>
                  <a:pt x="1681" y="696"/>
                </a:lnTo>
                <a:lnTo>
                  <a:pt x="1681" y="689"/>
                </a:lnTo>
                <a:lnTo>
                  <a:pt x="1674" y="689"/>
                </a:lnTo>
                <a:lnTo>
                  <a:pt x="1674" y="696"/>
                </a:lnTo>
                <a:close/>
                <a:moveTo>
                  <a:pt x="1690" y="696"/>
                </a:moveTo>
                <a:lnTo>
                  <a:pt x="1698" y="696"/>
                </a:lnTo>
                <a:lnTo>
                  <a:pt x="1698" y="689"/>
                </a:lnTo>
                <a:lnTo>
                  <a:pt x="1690" y="689"/>
                </a:lnTo>
                <a:lnTo>
                  <a:pt x="1690" y="696"/>
                </a:lnTo>
                <a:close/>
                <a:moveTo>
                  <a:pt x="1707" y="696"/>
                </a:moveTo>
                <a:lnTo>
                  <a:pt x="1714" y="696"/>
                </a:lnTo>
                <a:lnTo>
                  <a:pt x="1714" y="689"/>
                </a:lnTo>
                <a:lnTo>
                  <a:pt x="1707" y="689"/>
                </a:lnTo>
                <a:lnTo>
                  <a:pt x="1707" y="696"/>
                </a:lnTo>
                <a:close/>
                <a:moveTo>
                  <a:pt x="1724" y="696"/>
                </a:moveTo>
                <a:lnTo>
                  <a:pt x="1731" y="696"/>
                </a:lnTo>
                <a:lnTo>
                  <a:pt x="1731" y="689"/>
                </a:lnTo>
                <a:lnTo>
                  <a:pt x="1724" y="689"/>
                </a:lnTo>
                <a:lnTo>
                  <a:pt x="1724" y="696"/>
                </a:lnTo>
                <a:close/>
                <a:moveTo>
                  <a:pt x="1740" y="696"/>
                </a:moveTo>
                <a:lnTo>
                  <a:pt x="1747" y="696"/>
                </a:lnTo>
                <a:lnTo>
                  <a:pt x="1747" y="689"/>
                </a:lnTo>
                <a:lnTo>
                  <a:pt x="1740" y="689"/>
                </a:lnTo>
                <a:lnTo>
                  <a:pt x="1740" y="696"/>
                </a:lnTo>
                <a:close/>
                <a:moveTo>
                  <a:pt x="1757" y="696"/>
                </a:moveTo>
                <a:lnTo>
                  <a:pt x="1764" y="696"/>
                </a:lnTo>
                <a:lnTo>
                  <a:pt x="1764" y="689"/>
                </a:lnTo>
                <a:lnTo>
                  <a:pt x="1757" y="689"/>
                </a:lnTo>
                <a:lnTo>
                  <a:pt x="1757" y="696"/>
                </a:lnTo>
                <a:close/>
                <a:moveTo>
                  <a:pt x="1773" y="696"/>
                </a:moveTo>
                <a:lnTo>
                  <a:pt x="1780" y="696"/>
                </a:lnTo>
                <a:lnTo>
                  <a:pt x="1780" y="689"/>
                </a:lnTo>
                <a:lnTo>
                  <a:pt x="1773" y="689"/>
                </a:lnTo>
                <a:lnTo>
                  <a:pt x="1773" y="696"/>
                </a:lnTo>
                <a:close/>
                <a:moveTo>
                  <a:pt x="1790" y="696"/>
                </a:moveTo>
                <a:lnTo>
                  <a:pt x="1797" y="696"/>
                </a:lnTo>
                <a:lnTo>
                  <a:pt x="1797" y="689"/>
                </a:lnTo>
                <a:lnTo>
                  <a:pt x="1790" y="689"/>
                </a:lnTo>
                <a:lnTo>
                  <a:pt x="1790" y="696"/>
                </a:lnTo>
                <a:close/>
                <a:moveTo>
                  <a:pt x="1806" y="696"/>
                </a:moveTo>
                <a:lnTo>
                  <a:pt x="1814" y="696"/>
                </a:lnTo>
                <a:lnTo>
                  <a:pt x="1814" y="689"/>
                </a:lnTo>
                <a:lnTo>
                  <a:pt x="1806" y="689"/>
                </a:lnTo>
                <a:lnTo>
                  <a:pt x="1806" y="696"/>
                </a:lnTo>
                <a:close/>
                <a:moveTo>
                  <a:pt x="1823" y="696"/>
                </a:moveTo>
                <a:lnTo>
                  <a:pt x="1830" y="696"/>
                </a:lnTo>
                <a:lnTo>
                  <a:pt x="1830" y="689"/>
                </a:lnTo>
                <a:lnTo>
                  <a:pt x="1823" y="689"/>
                </a:lnTo>
                <a:lnTo>
                  <a:pt x="1823" y="696"/>
                </a:lnTo>
                <a:close/>
                <a:moveTo>
                  <a:pt x="1840" y="696"/>
                </a:moveTo>
                <a:lnTo>
                  <a:pt x="1847" y="696"/>
                </a:lnTo>
                <a:lnTo>
                  <a:pt x="1847" y="689"/>
                </a:lnTo>
                <a:lnTo>
                  <a:pt x="1840" y="689"/>
                </a:lnTo>
                <a:lnTo>
                  <a:pt x="1840" y="696"/>
                </a:lnTo>
                <a:close/>
                <a:moveTo>
                  <a:pt x="1856" y="696"/>
                </a:moveTo>
                <a:lnTo>
                  <a:pt x="1863" y="696"/>
                </a:lnTo>
                <a:lnTo>
                  <a:pt x="1863" y="689"/>
                </a:lnTo>
                <a:lnTo>
                  <a:pt x="1856" y="689"/>
                </a:lnTo>
                <a:lnTo>
                  <a:pt x="1856" y="696"/>
                </a:lnTo>
                <a:close/>
                <a:moveTo>
                  <a:pt x="1873" y="696"/>
                </a:moveTo>
                <a:lnTo>
                  <a:pt x="1880" y="696"/>
                </a:lnTo>
                <a:lnTo>
                  <a:pt x="1880" y="689"/>
                </a:lnTo>
                <a:lnTo>
                  <a:pt x="1873" y="689"/>
                </a:lnTo>
                <a:lnTo>
                  <a:pt x="1873" y="696"/>
                </a:lnTo>
                <a:close/>
                <a:moveTo>
                  <a:pt x="1889" y="696"/>
                </a:moveTo>
                <a:lnTo>
                  <a:pt x="1896" y="696"/>
                </a:lnTo>
                <a:lnTo>
                  <a:pt x="1896" y="689"/>
                </a:lnTo>
                <a:lnTo>
                  <a:pt x="1889" y="689"/>
                </a:lnTo>
                <a:lnTo>
                  <a:pt x="1889" y="696"/>
                </a:lnTo>
                <a:close/>
                <a:moveTo>
                  <a:pt x="1908" y="696"/>
                </a:moveTo>
                <a:lnTo>
                  <a:pt x="1915" y="696"/>
                </a:lnTo>
                <a:lnTo>
                  <a:pt x="1915" y="689"/>
                </a:lnTo>
                <a:lnTo>
                  <a:pt x="1908" y="689"/>
                </a:lnTo>
                <a:lnTo>
                  <a:pt x="1908" y="696"/>
                </a:lnTo>
                <a:close/>
                <a:moveTo>
                  <a:pt x="1925" y="696"/>
                </a:moveTo>
                <a:lnTo>
                  <a:pt x="1932" y="696"/>
                </a:lnTo>
                <a:lnTo>
                  <a:pt x="1932" y="689"/>
                </a:lnTo>
                <a:lnTo>
                  <a:pt x="1925" y="689"/>
                </a:lnTo>
                <a:lnTo>
                  <a:pt x="1925" y="696"/>
                </a:lnTo>
                <a:close/>
                <a:moveTo>
                  <a:pt x="1941" y="696"/>
                </a:moveTo>
                <a:lnTo>
                  <a:pt x="1949" y="696"/>
                </a:lnTo>
                <a:lnTo>
                  <a:pt x="1949" y="689"/>
                </a:lnTo>
                <a:lnTo>
                  <a:pt x="1941" y="689"/>
                </a:lnTo>
                <a:lnTo>
                  <a:pt x="1941" y="696"/>
                </a:lnTo>
                <a:close/>
                <a:moveTo>
                  <a:pt x="1958" y="696"/>
                </a:moveTo>
                <a:lnTo>
                  <a:pt x="1965" y="696"/>
                </a:lnTo>
                <a:lnTo>
                  <a:pt x="1965" y="689"/>
                </a:lnTo>
                <a:lnTo>
                  <a:pt x="1958" y="689"/>
                </a:lnTo>
                <a:lnTo>
                  <a:pt x="1958" y="696"/>
                </a:lnTo>
                <a:close/>
                <a:moveTo>
                  <a:pt x="1975" y="696"/>
                </a:moveTo>
                <a:lnTo>
                  <a:pt x="1982" y="696"/>
                </a:lnTo>
                <a:lnTo>
                  <a:pt x="1982" y="689"/>
                </a:lnTo>
                <a:lnTo>
                  <a:pt x="1975" y="689"/>
                </a:lnTo>
                <a:lnTo>
                  <a:pt x="1975" y="696"/>
                </a:lnTo>
                <a:close/>
                <a:moveTo>
                  <a:pt x="1991" y="696"/>
                </a:moveTo>
                <a:lnTo>
                  <a:pt x="1998" y="696"/>
                </a:lnTo>
                <a:lnTo>
                  <a:pt x="1998" y="689"/>
                </a:lnTo>
                <a:lnTo>
                  <a:pt x="1991" y="689"/>
                </a:lnTo>
                <a:lnTo>
                  <a:pt x="1991" y="696"/>
                </a:lnTo>
                <a:close/>
                <a:moveTo>
                  <a:pt x="2008" y="696"/>
                </a:moveTo>
                <a:lnTo>
                  <a:pt x="2015" y="696"/>
                </a:lnTo>
                <a:lnTo>
                  <a:pt x="2015" y="689"/>
                </a:lnTo>
                <a:lnTo>
                  <a:pt x="2008" y="689"/>
                </a:lnTo>
                <a:lnTo>
                  <a:pt x="2008" y="696"/>
                </a:lnTo>
                <a:close/>
                <a:moveTo>
                  <a:pt x="2024" y="696"/>
                </a:moveTo>
                <a:lnTo>
                  <a:pt x="2031" y="696"/>
                </a:lnTo>
                <a:lnTo>
                  <a:pt x="2031" y="689"/>
                </a:lnTo>
                <a:lnTo>
                  <a:pt x="2024" y="689"/>
                </a:lnTo>
                <a:lnTo>
                  <a:pt x="2024" y="696"/>
                </a:lnTo>
                <a:close/>
                <a:moveTo>
                  <a:pt x="2041" y="696"/>
                </a:moveTo>
                <a:lnTo>
                  <a:pt x="2048" y="696"/>
                </a:lnTo>
                <a:lnTo>
                  <a:pt x="2048" y="689"/>
                </a:lnTo>
                <a:lnTo>
                  <a:pt x="2041" y="689"/>
                </a:lnTo>
                <a:lnTo>
                  <a:pt x="2041" y="696"/>
                </a:lnTo>
                <a:close/>
                <a:moveTo>
                  <a:pt x="2057" y="696"/>
                </a:moveTo>
                <a:lnTo>
                  <a:pt x="2065" y="696"/>
                </a:lnTo>
                <a:lnTo>
                  <a:pt x="2065" y="689"/>
                </a:lnTo>
                <a:lnTo>
                  <a:pt x="2057" y="689"/>
                </a:lnTo>
                <a:lnTo>
                  <a:pt x="2057" y="696"/>
                </a:lnTo>
                <a:close/>
                <a:moveTo>
                  <a:pt x="2074" y="696"/>
                </a:moveTo>
                <a:lnTo>
                  <a:pt x="2081" y="696"/>
                </a:lnTo>
                <a:lnTo>
                  <a:pt x="2081" y="689"/>
                </a:lnTo>
                <a:lnTo>
                  <a:pt x="2074" y="689"/>
                </a:lnTo>
                <a:lnTo>
                  <a:pt x="2074" y="696"/>
                </a:lnTo>
                <a:close/>
                <a:moveTo>
                  <a:pt x="2091" y="696"/>
                </a:moveTo>
                <a:lnTo>
                  <a:pt x="2098" y="696"/>
                </a:lnTo>
                <a:lnTo>
                  <a:pt x="2098" y="689"/>
                </a:lnTo>
                <a:lnTo>
                  <a:pt x="2091" y="689"/>
                </a:lnTo>
                <a:lnTo>
                  <a:pt x="2091" y="696"/>
                </a:lnTo>
                <a:close/>
                <a:moveTo>
                  <a:pt x="2107" y="696"/>
                </a:moveTo>
                <a:lnTo>
                  <a:pt x="2114" y="696"/>
                </a:lnTo>
                <a:lnTo>
                  <a:pt x="2114" y="689"/>
                </a:lnTo>
                <a:lnTo>
                  <a:pt x="2107" y="689"/>
                </a:lnTo>
                <a:lnTo>
                  <a:pt x="2107" y="696"/>
                </a:lnTo>
                <a:close/>
                <a:moveTo>
                  <a:pt x="2124" y="696"/>
                </a:moveTo>
                <a:lnTo>
                  <a:pt x="2131" y="696"/>
                </a:lnTo>
                <a:lnTo>
                  <a:pt x="2131" y="689"/>
                </a:lnTo>
                <a:lnTo>
                  <a:pt x="2124" y="689"/>
                </a:lnTo>
                <a:lnTo>
                  <a:pt x="2124" y="696"/>
                </a:lnTo>
                <a:close/>
                <a:moveTo>
                  <a:pt x="2140" y="696"/>
                </a:moveTo>
                <a:lnTo>
                  <a:pt x="2147" y="696"/>
                </a:lnTo>
                <a:lnTo>
                  <a:pt x="2147" y="689"/>
                </a:lnTo>
                <a:lnTo>
                  <a:pt x="2140" y="689"/>
                </a:lnTo>
                <a:lnTo>
                  <a:pt x="2140" y="696"/>
                </a:lnTo>
                <a:close/>
                <a:moveTo>
                  <a:pt x="2159" y="696"/>
                </a:moveTo>
                <a:lnTo>
                  <a:pt x="2164" y="696"/>
                </a:lnTo>
                <a:lnTo>
                  <a:pt x="2164" y="689"/>
                </a:lnTo>
                <a:lnTo>
                  <a:pt x="2159" y="689"/>
                </a:lnTo>
                <a:lnTo>
                  <a:pt x="2159" y="696"/>
                </a:lnTo>
                <a:close/>
                <a:moveTo>
                  <a:pt x="2176" y="696"/>
                </a:moveTo>
                <a:lnTo>
                  <a:pt x="2183" y="696"/>
                </a:lnTo>
                <a:lnTo>
                  <a:pt x="2183" y="689"/>
                </a:lnTo>
                <a:lnTo>
                  <a:pt x="2176" y="689"/>
                </a:lnTo>
                <a:lnTo>
                  <a:pt x="2176" y="696"/>
                </a:lnTo>
                <a:close/>
                <a:moveTo>
                  <a:pt x="2192" y="696"/>
                </a:moveTo>
                <a:lnTo>
                  <a:pt x="2200" y="696"/>
                </a:lnTo>
                <a:lnTo>
                  <a:pt x="2200" y="689"/>
                </a:lnTo>
                <a:lnTo>
                  <a:pt x="2192" y="689"/>
                </a:lnTo>
                <a:lnTo>
                  <a:pt x="2192" y="696"/>
                </a:lnTo>
                <a:close/>
                <a:moveTo>
                  <a:pt x="2209" y="696"/>
                </a:moveTo>
                <a:lnTo>
                  <a:pt x="2216" y="696"/>
                </a:lnTo>
                <a:lnTo>
                  <a:pt x="2216" y="689"/>
                </a:lnTo>
                <a:lnTo>
                  <a:pt x="2209" y="689"/>
                </a:lnTo>
                <a:lnTo>
                  <a:pt x="2209" y="696"/>
                </a:lnTo>
                <a:close/>
                <a:moveTo>
                  <a:pt x="2226" y="696"/>
                </a:moveTo>
                <a:lnTo>
                  <a:pt x="2233" y="696"/>
                </a:lnTo>
                <a:lnTo>
                  <a:pt x="2233" y="689"/>
                </a:lnTo>
                <a:lnTo>
                  <a:pt x="2226" y="689"/>
                </a:lnTo>
                <a:lnTo>
                  <a:pt x="2226" y="696"/>
                </a:lnTo>
                <a:close/>
                <a:moveTo>
                  <a:pt x="2242" y="696"/>
                </a:moveTo>
                <a:lnTo>
                  <a:pt x="2249" y="696"/>
                </a:lnTo>
                <a:lnTo>
                  <a:pt x="2249" y="689"/>
                </a:lnTo>
                <a:lnTo>
                  <a:pt x="2242" y="689"/>
                </a:lnTo>
                <a:lnTo>
                  <a:pt x="2242" y="696"/>
                </a:lnTo>
                <a:close/>
                <a:moveTo>
                  <a:pt x="2259" y="696"/>
                </a:moveTo>
                <a:lnTo>
                  <a:pt x="2266" y="696"/>
                </a:lnTo>
                <a:lnTo>
                  <a:pt x="2266" y="689"/>
                </a:lnTo>
                <a:lnTo>
                  <a:pt x="2259" y="689"/>
                </a:lnTo>
                <a:lnTo>
                  <a:pt x="2259" y="696"/>
                </a:lnTo>
                <a:close/>
                <a:moveTo>
                  <a:pt x="2275" y="696"/>
                </a:moveTo>
                <a:lnTo>
                  <a:pt x="2282" y="696"/>
                </a:lnTo>
                <a:lnTo>
                  <a:pt x="2282" y="689"/>
                </a:lnTo>
                <a:lnTo>
                  <a:pt x="2275" y="689"/>
                </a:lnTo>
                <a:lnTo>
                  <a:pt x="2275" y="696"/>
                </a:lnTo>
                <a:close/>
                <a:moveTo>
                  <a:pt x="2292" y="696"/>
                </a:moveTo>
                <a:lnTo>
                  <a:pt x="2299" y="696"/>
                </a:lnTo>
                <a:lnTo>
                  <a:pt x="2299" y="689"/>
                </a:lnTo>
                <a:lnTo>
                  <a:pt x="2292" y="689"/>
                </a:lnTo>
                <a:lnTo>
                  <a:pt x="2292" y="696"/>
                </a:lnTo>
                <a:close/>
                <a:moveTo>
                  <a:pt x="2308" y="696"/>
                </a:moveTo>
                <a:lnTo>
                  <a:pt x="2316" y="696"/>
                </a:lnTo>
                <a:lnTo>
                  <a:pt x="2316" y="689"/>
                </a:lnTo>
                <a:lnTo>
                  <a:pt x="2308" y="689"/>
                </a:lnTo>
                <a:lnTo>
                  <a:pt x="2308" y="696"/>
                </a:lnTo>
                <a:close/>
                <a:moveTo>
                  <a:pt x="2325" y="696"/>
                </a:moveTo>
                <a:lnTo>
                  <a:pt x="2332" y="696"/>
                </a:lnTo>
                <a:lnTo>
                  <a:pt x="2332" y="689"/>
                </a:lnTo>
                <a:lnTo>
                  <a:pt x="2325" y="689"/>
                </a:lnTo>
                <a:lnTo>
                  <a:pt x="2325" y="696"/>
                </a:lnTo>
                <a:close/>
                <a:moveTo>
                  <a:pt x="2342" y="696"/>
                </a:moveTo>
                <a:lnTo>
                  <a:pt x="2349" y="696"/>
                </a:lnTo>
                <a:lnTo>
                  <a:pt x="2349" y="689"/>
                </a:lnTo>
                <a:lnTo>
                  <a:pt x="2342" y="689"/>
                </a:lnTo>
                <a:lnTo>
                  <a:pt x="2342" y="696"/>
                </a:lnTo>
                <a:close/>
                <a:moveTo>
                  <a:pt x="2358" y="696"/>
                </a:moveTo>
                <a:lnTo>
                  <a:pt x="2365" y="696"/>
                </a:lnTo>
                <a:lnTo>
                  <a:pt x="2365" y="689"/>
                </a:lnTo>
                <a:lnTo>
                  <a:pt x="2358" y="689"/>
                </a:lnTo>
                <a:lnTo>
                  <a:pt x="2358" y="696"/>
                </a:lnTo>
                <a:close/>
                <a:moveTo>
                  <a:pt x="2375" y="696"/>
                </a:moveTo>
                <a:lnTo>
                  <a:pt x="2382" y="696"/>
                </a:lnTo>
                <a:lnTo>
                  <a:pt x="2382" y="689"/>
                </a:lnTo>
                <a:lnTo>
                  <a:pt x="2375" y="689"/>
                </a:lnTo>
                <a:lnTo>
                  <a:pt x="2375" y="696"/>
                </a:lnTo>
                <a:close/>
                <a:moveTo>
                  <a:pt x="2391" y="696"/>
                </a:moveTo>
                <a:lnTo>
                  <a:pt x="2398" y="696"/>
                </a:lnTo>
                <a:lnTo>
                  <a:pt x="2398" y="689"/>
                </a:lnTo>
                <a:lnTo>
                  <a:pt x="2391" y="689"/>
                </a:lnTo>
                <a:lnTo>
                  <a:pt x="2391" y="696"/>
                </a:lnTo>
                <a:close/>
                <a:moveTo>
                  <a:pt x="2408" y="696"/>
                </a:moveTo>
                <a:lnTo>
                  <a:pt x="2415" y="696"/>
                </a:lnTo>
                <a:lnTo>
                  <a:pt x="2415" y="689"/>
                </a:lnTo>
                <a:lnTo>
                  <a:pt x="2408" y="689"/>
                </a:lnTo>
                <a:lnTo>
                  <a:pt x="2408" y="696"/>
                </a:lnTo>
                <a:close/>
                <a:moveTo>
                  <a:pt x="2427" y="696"/>
                </a:moveTo>
                <a:lnTo>
                  <a:pt x="2434" y="696"/>
                </a:lnTo>
                <a:lnTo>
                  <a:pt x="2434" y="689"/>
                </a:lnTo>
                <a:lnTo>
                  <a:pt x="2427" y="689"/>
                </a:lnTo>
                <a:lnTo>
                  <a:pt x="2427" y="696"/>
                </a:lnTo>
                <a:close/>
                <a:moveTo>
                  <a:pt x="2443" y="696"/>
                </a:moveTo>
                <a:lnTo>
                  <a:pt x="2451" y="696"/>
                </a:lnTo>
                <a:lnTo>
                  <a:pt x="2451" y="689"/>
                </a:lnTo>
                <a:lnTo>
                  <a:pt x="2443" y="689"/>
                </a:lnTo>
                <a:lnTo>
                  <a:pt x="2443" y="696"/>
                </a:lnTo>
                <a:close/>
                <a:moveTo>
                  <a:pt x="2460" y="696"/>
                </a:moveTo>
                <a:lnTo>
                  <a:pt x="2467" y="696"/>
                </a:lnTo>
                <a:lnTo>
                  <a:pt x="2467" y="689"/>
                </a:lnTo>
                <a:lnTo>
                  <a:pt x="2460" y="689"/>
                </a:lnTo>
                <a:lnTo>
                  <a:pt x="2460" y="696"/>
                </a:lnTo>
                <a:close/>
                <a:moveTo>
                  <a:pt x="2477" y="696"/>
                </a:moveTo>
                <a:lnTo>
                  <a:pt x="2484" y="696"/>
                </a:lnTo>
                <a:lnTo>
                  <a:pt x="2484" y="689"/>
                </a:lnTo>
                <a:lnTo>
                  <a:pt x="2477" y="689"/>
                </a:lnTo>
                <a:lnTo>
                  <a:pt x="2477" y="696"/>
                </a:lnTo>
                <a:close/>
                <a:moveTo>
                  <a:pt x="2543" y="696"/>
                </a:moveTo>
                <a:lnTo>
                  <a:pt x="2550" y="696"/>
                </a:lnTo>
                <a:lnTo>
                  <a:pt x="2550" y="689"/>
                </a:lnTo>
                <a:lnTo>
                  <a:pt x="2543" y="689"/>
                </a:lnTo>
                <a:lnTo>
                  <a:pt x="2543" y="696"/>
                </a:lnTo>
                <a:close/>
                <a:moveTo>
                  <a:pt x="2560" y="696"/>
                </a:moveTo>
                <a:lnTo>
                  <a:pt x="2567" y="696"/>
                </a:lnTo>
                <a:lnTo>
                  <a:pt x="2567" y="689"/>
                </a:lnTo>
                <a:lnTo>
                  <a:pt x="2560" y="689"/>
                </a:lnTo>
                <a:lnTo>
                  <a:pt x="2560" y="696"/>
                </a:lnTo>
                <a:close/>
                <a:moveTo>
                  <a:pt x="2576" y="696"/>
                </a:moveTo>
                <a:lnTo>
                  <a:pt x="2583" y="696"/>
                </a:lnTo>
                <a:lnTo>
                  <a:pt x="2583" y="689"/>
                </a:lnTo>
                <a:lnTo>
                  <a:pt x="2576" y="689"/>
                </a:lnTo>
                <a:lnTo>
                  <a:pt x="2576" y="696"/>
                </a:lnTo>
                <a:close/>
                <a:moveTo>
                  <a:pt x="469" y="712"/>
                </a:moveTo>
                <a:lnTo>
                  <a:pt x="476" y="712"/>
                </a:lnTo>
                <a:lnTo>
                  <a:pt x="476" y="705"/>
                </a:lnTo>
                <a:lnTo>
                  <a:pt x="469" y="705"/>
                </a:lnTo>
                <a:lnTo>
                  <a:pt x="469" y="712"/>
                </a:lnTo>
                <a:close/>
                <a:moveTo>
                  <a:pt x="485" y="712"/>
                </a:moveTo>
                <a:lnTo>
                  <a:pt x="492" y="712"/>
                </a:lnTo>
                <a:lnTo>
                  <a:pt x="492" y="705"/>
                </a:lnTo>
                <a:lnTo>
                  <a:pt x="485" y="705"/>
                </a:lnTo>
                <a:lnTo>
                  <a:pt x="485" y="712"/>
                </a:lnTo>
                <a:close/>
                <a:moveTo>
                  <a:pt x="502" y="712"/>
                </a:moveTo>
                <a:lnTo>
                  <a:pt x="509" y="712"/>
                </a:lnTo>
                <a:lnTo>
                  <a:pt x="509" y="705"/>
                </a:lnTo>
                <a:lnTo>
                  <a:pt x="502" y="705"/>
                </a:lnTo>
                <a:lnTo>
                  <a:pt x="502" y="712"/>
                </a:lnTo>
                <a:close/>
                <a:moveTo>
                  <a:pt x="518" y="712"/>
                </a:moveTo>
                <a:lnTo>
                  <a:pt x="525" y="712"/>
                </a:lnTo>
                <a:lnTo>
                  <a:pt x="525" y="705"/>
                </a:lnTo>
                <a:lnTo>
                  <a:pt x="518" y="705"/>
                </a:lnTo>
                <a:lnTo>
                  <a:pt x="518" y="712"/>
                </a:lnTo>
                <a:close/>
                <a:moveTo>
                  <a:pt x="535" y="712"/>
                </a:moveTo>
                <a:lnTo>
                  <a:pt x="542" y="712"/>
                </a:lnTo>
                <a:lnTo>
                  <a:pt x="542" y="705"/>
                </a:lnTo>
                <a:lnTo>
                  <a:pt x="535" y="705"/>
                </a:lnTo>
                <a:lnTo>
                  <a:pt x="535" y="712"/>
                </a:lnTo>
                <a:close/>
                <a:moveTo>
                  <a:pt x="551" y="712"/>
                </a:moveTo>
                <a:lnTo>
                  <a:pt x="559" y="712"/>
                </a:lnTo>
                <a:lnTo>
                  <a:pt x="559" y="705"/>
                </a:lnTo>
                <a:lnTo>
                  <a:pt x="551" y="705"/>
                </a:lnTo>
                <a:lnTo>
                  <a:pt x="551" y="712"/>
                </a:lnTo>
                <a:close/>
                <a:moveTo>
                  <a:pt x="568" y="712"/>
                </a:moveTo>
                <a:lnTo>
                  <a:pt x="575" y="712"/>
                </a:lnTo>
                <a:lnTo>
                  <a:pt x="575" y="705"/>
                </a:lnTo>
                <a:lnTo>
                  <a:pt x="568" y="705"/>
                </a:lnTo>
                <a:lnTo>
                  <a:pt x="568" y="712"/>
                </a:lnTo>
                <a:close/>
                <a:moveTo>
                  <a:pt x="585" y="712"/>
                </a:moveTo>
                <a:lnTo>
                  <a:pt x="592" y="712"/>
                </a:lnTo>
                <a:lnTo>
                  <a:pt x="592" y="705"/>
                </a:lnTo>
                <a:lnTo>
                  <a:pt x="585" y="705"/>
                </a:lnTo>
                <a:lnTo>
                  <a:pt x="585" y="712"/>
                </a:lnTo>
                <a:close/>
                <a:moveTo>
                  <a:pt x="601" y="712"/>
                </a:moveTo>
                <a:lnTo>
                  <a:pt x="608" y="712"/>
                </a:lnTo>
                <a:lnTo>
                  <a:pt x="608" y="705"/>
                </a:lnTo>
                <a:lnTo>
                  <a:pt x="601" y="705"/>
                </a:lnTo>
                <a:lnTo>
                  <a:pt x="601" y="712"/>
                </a:lnTo>
                <a:close/>
                <a:moveTo>
                  <a:pt x="620" y="712"/>
                </a:moveTo>
                <a:lnTo>
                  <a:pt x="625" y="712"/>
                </a:lnTo>
                <a:lnTo>
                  <a:pt x="625" y="705"/>
                </a:lnTo>
                <a:lnTo>
                  <a:pt x="620" y="705"/>
                </a:lnTo>
                <a:lnTo>
                  <a:pt x="620" y="712"/>
                </a:lnTo>
                <a:close/>
                <a:moveTo>
                  <a:pt x="637" y="712"/>
                </a:moveTo>
                <a:lnTo>
                  <a:pt x="644" y="712"/>
                </a:lnTo>
                <a:lnTo>
                  <a:pt x="644" y="705"/>
                </a:lnTo>
                <a:lnTo>
                  <a:pt x="637" y="705"/>
                </a:lnTo>
                <a:lnTo>
                  <a:pt x="637" y="712"/>
                </a:lnTo>
                <a:close/>
                <a:moveTo>
                  <a:pt x="653" y="712"/>
                </a:moveTo>
                <a:lnTo>
                  <a:pt x="660" y="712"/>
                </a:lnTo>
                <a:lnTo>
                  <a:pt x="660" y="705"/>
                </a:lnTo>
                <a:lnTo>
                  <a:pt x="653" y="705"/>
                </a:lnTo>
                <a:lnTo>
                  <a:pt x="653" y="712"/>
                </a:lnTo>
                <a:close/>
                <a:moveTo>
                  <a:pt x="670" y="712"/>
                </a:moveTo>
                <a:lnTo>
                  <a:pt x="677" y="712"/>
                </a:lnTo>
                <a:lnTo>
                  <a:pt x="677" y="705"/>
                </a:lnTo>
                <a:lnTo>
                  <a:pt x="670" y="705"/>
                </a:lnTo>
                <a:lnTo>
                  <a:pt x="670" y="712"/>
                </a:lnTo>
                <a:close/>
                <a:moveTo>
                  <a:pt x="686" y="712"/>
                </a:moveTo>
                <a:lnTo>
                  <a:pt x="693" y="712"/>
                </a:lnTo>
                <a:lnTo>
                  <a:pt x="693" y="705"/>
                </a:lnTo>
                <a:lnTo>
                  <a:pt x="686" y="705"/>
                </a:lnTo>
                <a:lnTo>
                  <a:pt x="686" y="712"/>
                </a:lnTo>
                <a:close/>
                <a:moveTo>
                  <a:pt x="703" y="712"/>
                </a:moveTo>
                <a:lnTo>
                  <a:pt x="710" y="712"/>
                </a:lnTo>
                <a:lnTo>
                  <a:pt x="710" y="705"/>
                </a:lnTo>
                <a:lnTo>
                  <a:pt x="703" y="705"/>
                </a:lnTo>
                <a:lnTo>
                  <a:pt x="703" y="712"/>
                </a:lnTo>
                <a:close/>
                <a:moveTo>
                  <a:pt x="720" y="712"/>
                </a:moveTo>
                <a:lnTo>
                  <a:pt x="727" y="712"/>
                </a:lnTo>
                <a:lnTo>
                  <a:pt x="727" y="705"/>
                </a:lnTo>
                <a:lnTo>
                  <a:pt x="720" y="705"/>
                </a:lnTo>
                <a:lnTo>
                  <a:pt x="720" y="712"/>
                </a:lnTo>
                <a:close/>
                <a:moveTo>
                  <a:pt x="736" y="712"/>
                </a:moveTo>
                <a:lnTo>
                  <a:pt x="743" y="712"/>
                </a:lnTo>
                <a:lnTo>
                  <a:pt x="743" y="705"/>
                </a:lnTo>
                <a:lnTo>
                  <a:pt x="736" y="705"/>
                </a:lnTo>
                <a:lnTo>
                  <a:pt x="736" y="712"/>
                </a:lnTo>
                <a:close/>
                <a:moveTo>
                  <a:pt x="753" y="712"/>
                </a:moveTo>
                <a:lnTo>
                  <a:pt x="760" y="712"/>
                </a:lnTo>
                <a:lnTo>
                  <a:pt x="760" y="705"/>
                </a:lnTo>
                <a:lnTo>
                  <a:pt x="753" y="705"/>
                </a:lnTo>
                <a:lnTo>
                  <a:pt x="753" y="712"/>
                </a:lnTo>
                <a:close/>
                <a:moveTo>
                  <a:pt x="769" y="712"/>
                </a:moveTo>
                <a:lnTo>
                  <a:pt x="776" y="712"/>
                </a:lnTo>
                <a:lnTo>
                  <a:pt x="776" y="705"/>
                </a:lnTo>
                <a:lnTo>
                  <a:pt x="769" y="705"/>
                </a:lnTo>
                <a:lnTo>
                  <a:pt x="769" y="712"/>
                </a:lnTo>
                <a:close/>
                <a:moveTo>
                  <a:pt x="1371" y="712"/>
                </a:moveTo>
                <a:lnTo>
                  <a:pt x="1378" y="712"/>
                </a:lnTo>
                <a:lnTo>
                  <a:pt x="1378" y="705"/>
                </a:lnTo>
                <a:lnTo>
                  <a:pt x="1371" y="705"/>
                </a:lnTo>
                <a:lnTo>
                  <a:pt x="1371" y="712"/>
                </a:lnTo>
                <a:close/>
                <a:moveTo>
                  <a:pt x="1390" y="712"/>
                </a:moveTo>
                <a:lnTo>
                  <a:pt x="1394" y="712"/>
                </a:lnTo>
                <a:lnTo>
                  <a:pt x="1394" y="705"/>
                </a:lnTo>
                <a:lnTo>
                  <a:pt x="1390" y="705"/>
                </a:lnTo>
                <a:lnTo>
                  <a:pt x="1390" y="712"/>
                </a:lnTo>
                <a:close/>
                <a:moveTo>
                  <a:pt x="1406" y="712"/>
                </a:moveTo>
                <a:lnTo>
                  <a:pt x="1413" y="712"/>
                </a:lnTo>
                <a:lnTo>
                  <a:pt x="1413" y="705"/>
                </a:lnTo>
                <a:lnTo>
                  <a:pt x="1406" y="705"/>
                </a:lnTo>
                <a:lnTo>
                  <a:pt x="1406" y="712"/>
                </a:lnTo>
                <a:close/>
                <a:moveTo>
                  <a:pt x="1423" y="712"/>
                </a:moveTo>
                <a:lnTo>
                  <a:pt x="1430" y="712"/>
                </a:lnTo>
                <a:lnTo>
                  <a:pt x="1430" y="705"/>
                </a:lnTo>
                <a:lnTo>
                  <a:pt x="1423" y="705"/>
                </a:lnTo>
                <a:lnTo>
                  <a:pt x="1423" y="712"/>
                </a:lnTo>
                <a:close/>
                <a:moveTo>
                  <a:pt x="1439" y="712"/>
                </a:moveTo>
                <a:lnTo>
                  <a:pt x="1447" y="712"/>
                </a:lnTo>
                <a:lnTo>
                  <a:pt x="1447" y="705"/>
                </a:lnTo>
                <a:lnTo>
                  <a:pt x="1439" y="705"/>
                </a:lnTo>
                <a:lnTo>
                  <a:pt x="1439" y="712"/>
                </a:lnTo>
                <a:close/>
                <a:moveTo>
                  <a:pt x="1456" y="712"/>
                </a:moveTo>
                <a:lnTo>
                  <a:pt x="1463" y="712"/>
                </a:lnTo>
                <a:lnTo>
                  <a:pt x="1463" y="705"/>
                </a:lnTo>
                <a:lnTo>
                  <a:pt x="1456" y="705"/>
                </a:lnTo>
                <a:lnTo>
                  <a:pt x="1456" y="712"/>
                </a:lnTo>
                <a:close/>
                <a:moveTo>
                  <a:pt x="1473" y="712"/>
                </a:moveTo>
                <a:lnTo>
                  <a:pt x="1480" y="712"/>
                </a:lnTo>
                <a:lnTo>
                  <a:pt x="1480" y="705"/>
                </a:lnTo>
                <a:lnTo>
                  <a:pt x="1473" y="705"/>
                </a:lnTo>
                <a:lnTo>
                  <a:pt x="1473" y="712"/>
                </a:lnTo>
                <a:close/>
                <a:moveTo>
                  <a:pt x="1489" y="712"/>
                </a:moveTo>
                <a:lnTo>
                  <a:pt x="1496" y="712"/>
                </a:lnTo>
                <a:lnTo>
                  <a:pt x="1496" y="705"/>
                </a:lnTo>
                <a:lnTo>
                  <a:pt x="1489" y="705"/>
                </a:lnTo>
                <a:lnTo>
                  <a:pt x="1489" y="712"/>
                </a:lnTo>
                <a:close/>
                <a:moveTo>
                  <a:pt x="1506" y="712"/>
                </a:moveTo>
                <a:lnTo>
                  <a:pt x="1513" y="712"/>
                </a:lnTo>
                <a:lnTo>
                  <a:pt x="1513" y="705"/>
                </a:lnTo>
                <a:lnTo>
                  <a:pt x="1506" y="705"/>
                </a:lnTo>
                <a:lnTo>
                  <a:pt x="1506" y="712"/>
                </a:lnTo>
                <a:close/>
                <a:moveTo>
                  <a:pt x="1522" y="712"/>
                </a:moveTo>
                <a:lnTo>
                  <a:pt x="1529" y="712"/>
                </a:lnTo>
                <a:lnTo>
                  <a:pt x="1529" y="705"/>
                </a:lnTo>
                <a:lnTo>
                  <a:pt x="1522" y="705"/>
                </a:lnTo>
                <a:lnTo>
                  <a:pt x="1522" y="712"/>
                </a:lnTo>
                <a:close/>
                <a:moveTo>
                  <a:pt x="1539" y="712"/>
                </a:moveTo>
                <a:lnTo>
                  <a:pt x="1546" y="712"/>
                </a:lnTo>
                <a:lnTo>
                  <a:pt x="1546" y="705"/>
                </a:lnTo>
                <a:lnTo>
                  <a:pt x="1539" y="705"/>
                </a:lnTo>
                <a:lnTo>
                  <a:pt x="1539" y="712"/>
                </a:lnTo>
                <a:close/>
                <a:moveTo>
                  <a:pt x="1555" y="712"/>
                </a:moveTo>
                <a:lnTo>
                  <a:pt x="1563" y="712"/>
                </a:lnTo>
                <a:lnTo>
                  <a:pt x="1563" y="705"/>
                </a:lnTo>
                <a:lnTo>
                  <a:pt x="1555" y="705"/>
                </a:lnTo>
                <a:lnTo>
                  <a:pt x="1555" y="712"/>
                </a:lnTo>
                <a:close/>
                <a:moveTo>
                  <a:pt x="1572" y="712"/>
                </a:moveTo>
                <a:lnTo>
                  <a:pt x="1579" y="712"/>
                </a:lnTo>
                <a:lnTo>
                  <a:pt x="1579" y="705"/>
                </a:lnTo>
                <a:lnTo>
                  <a:pt x="1572" y="705"/>
                </a:lnTo>
                <a:lnTo>
                  <a:pt x="1572" y="712"/>
                </a:lnTo>
                <a:close/>
                <a:moveTo>
                  <a:pt x="1589" y="712"/>
                </a:moveTo>
                <a:lnTo>
                  <a:pt x="1596" y="712"/>
                </a:lnTo>
                <a:lnTo>
                  <a:pt x="1596" y="705"/>
                </a:lnTo>
                <a:lnTo>
                  <a:pt x="1589" y="705"/>
                </a:lnTo>
                <a:lnTo>
                  <a:pt x="1589" y="712"/>
                </a:lnTo>
                <a:close/>
                <a:moveTo>
                  <a:pt x="1605" y="712"/>
                </a:moveTo>
                <a:lnTo>
                  <a:pt x="1612" y="712"/>
                </a:lnTo>
                <a:lnTo>
                  <a:pt x="1612" y="705"/>
                </a:lnTo>
                <a:lnTo>
                  <a:pt x="1605" y="705"/>
                </a:lnTo>
                <a:lnTo>
                  <a:pt x="1605" y="712"/>
                </a:lnTo>
                <a:close/>
                <a:moveTo>
                  <a:pt x="1622" y="712"/>
                </a:moveTo>
                <a:lnTo>
                  <a:pt x="1629" y="712"/>
                </a:lnTo>
                <a:lnTo>
                  <a:pt x="1629" y="705"/>
                </a:lnTo>
                <a:lnTo>
                  <a:pt x="1622" y="705"/>
                </a:lnTo>
                <a:lnTo>
                  <a:pt x="1622" y="712"/>
                </a:lnTo>
                <a:close/>
                <a:moveTo>
                  <a:pt x="1638" y="712"/>
                </a:moveTo>
                <a:lnTo>
                  <a:pt x="1645" y="712"/>
                </a:lnTo>
                <a:lnTo>
                  <a:pt x="1645" y="705"/>
                </a:lnTo>
                <a:lnTo>
                  <a:pt x="1638" y="705"/>
                </a:lnTo>
                <a:lnTo>
                  <a:pt x="1638" y="712"/>
                </a:lnTo>
                <a:close/>
                <a:moveTo>
                  <a:pt x="1657" y="712"/>
                </a:moveTo>
                <a:lnTo>
                  <a:pt x="1664" y="712"/>
                </a:lnTo>
                <a:lnTo>
                  <a:pt x="1664" y="705"/>
                </a:lnTo>
                <a:lnTo>
                  <a:pt x="1657" y="705"/>
                </a:lnTo>
                <a:lnTo>
                  <a:pt x="1657" y="712"/>
                </a:lnTo>
                <a:close/>
                <a:moveTo>
                  <a:pt x="1674" y="712"/>
                </a:moveTo>
                <a:lnTo>
                  <a:pt x="1681" y="712"/>
                </a:lnTo>
                <a:lnTo>
                  <a:pt x="1681" y="705"/>
                </a:lnTo>
                <a:lnTo>
                  <a:pt x="1674" y="705"/>
                </a:lnTo>
                <a:lnTo>
                  <a:pt x="1674" y="712"/>
                </a:lnTo>
                <a:close/>
                <a:moveTo>
                  <a:pt x="1690" y="712"/>
                </a:moveTo>
                <a:lnTo>
                  <a:pt x="1698" y="712"/>
                </a:lnTo>
                <a:lnTo>
                  <a:pt x="1698" y="705"/>
                </a:lnTo>
                <a:lnTo>
                  <a:pt x="1690" y="705"/>
                </a:lnTo>
                <a:lnTo>
                  <a:pt x="1690" y="712"/>
                </a:lnTo>
                <a:close/>
                <a:moveTo>
                  <a:pt x="1707" y="712"/>
                </a:moveTo>
                <a:lnTo>
                  <a:pt x="1714" y="712"/>
                </a:lnTo>
                <a:lnTo>
                  <a:pt x="1714" y="705"/>
                </a:lnTo>
                <a:lnTo>
                  <a:pt x="1707" y="705"/>
                </a:lnTo>
                <a:lnTo>
                  <a:pt x="1707" y="712"/>
                </a:lnTo>
                <a:close/>
                <a:moveTo>
                  <a:pt x="1724" y="712"/>
                </a:moveTo>
                <a:lnTo>
                  <a:pt x="1731" y="712"/>
                </a:lnTo>
                <a:lnTo>
                  <a:pt x="1731" y="705"/>
                </a:lnTo>
                <a:lnTo>
                  <a:pt x="1724" y="705"/>
                </a:lnTo>
                <a:lnTo>
                  <a:pt x="1724" y="712"/>
                </a:lnTo>
                <a:close/>
                <a:moveTo>
                  <a:pt x="1740" y="712"/>
                </a:moveTo>
                <a:lnTo>
                  <a:pt x="1747" y="712"/>
                </a:lnTo>
                <a:lnTo>
                  <a:pt x="1747" y="705"/>
                </a:lnTo>
                <a:lnTo>
                  <a:pt x="1740" y="705"/>
                </a:lnTo>
                <a:lnTo>
                  <a:pt x="1740" y="712"/>
                </a:lnTo>
                <a:close/>
                <a:moveTo>
                  <a:pt x="1757" y="712"/>
                </a:moveTo>
                <a:lnTo>
                  <a:pt x="1764" y="712"/>
                </a:lnTo>
                <a:lnTo>
                  <a:pt x="1764" y="705"/>
                </a:lnTo>
                <a:lnTo>
                  <a:pt x="1757" y="705"/>
                </a:lnTo>
                <a:lnTo>
                  <a:pt x="1757" y="712"/>
                </a:lnTo>
                <a:close/>
                <a:moveTo>
                  <a:pt x="1773" y="712"/>
                </a:moveTo>
                <a:lnTo>
                  <a:pt x="1780" y="712"/>
                </a:lnTo>
                <a:lnTo>
                  <a:pt x="1780" y="705"/>
                </a:lnTo>
                <a:lnTo>
                  <a:pt x="1773" y="705"/>
                </a:lnTo>
                <a:lnTo>
                  <a:pt x="1773" y="712"/>
                </a:lnTo>
                <a:close/>
                <a:moveTo>
                  <a:pt x="1790" y="712"/>
                </a:moveTo>
                <a:lnTo>
                  <a:pt x="1797" y="712"/>
                </a:lnTo>
                <a:lnTo>
                  <a:pt x="1797" y="705"/>
                </a:lnTo>
                <a:lnTo>
                  <a:pt x="1790" y="705"/>
                </a:lnTo>
                <a:lnTo>
                  <a:pt x="1790" y="712"/>
                </a:lnTo>
                <a:close/>
                <a:moveTo>
                  <a:pt x="1806" y="712"/>
                </a:moveTo>
                <a:lnTo>
                  <a:pt x="1814" y="712"/>
                </a:lnTo>
                <a:lnTo>
                  <a:pt x="1814" y="705"/>
                </a:lnTo>
                <a:lnTo>
                  <a:pt x="1806" y="705"/>
                </a:lnTo>
                <a:lnTo>
                  <a:pt x="1806" y="712"/>
                </a:lnTo>
                <a:close/>
                <a:moveTo>
                  <a:pt x="1823" y="712"/>
                </a:moveTo>
                <a:lnTo>
                  <a:pt x="1830" y="712"/>
                </a:lnTo>
                <a:lnTo>
                  <a:pt x="1830" y="705"/>
                </a:lnTo>
                <a:lnTo>
                  <a:pt x="1823" y="705"/>
                </a:lnTo>
                <a:lnTo>
                  <a:pt x="1823" y="712"/>
                </a:lnTo>
                <a:close/>
                <a:moveTo>
                  <a:pt x="1840" y="712"/>
                </a:moveTo>
                <a:lnTo>
                  <a:pt x="1847" y="712"/>
                </a:lnTo>
                <a:lnTo>
                  <a:pt x="1847" y="705"/>
                </a:lnTo>
                <a:lnTo>
                  <a:pt x="1840" y="705"/>
                </a:lnTo>
                <a:lnTo>
                  <a:pt x="1840" y="712"/>
                </a:lnTo>
                <a:close/>
                <a:moveTo>
                  <a:pt x="1856" y="712"/>
                </a:moveTo>
                <a:lnTo>
                  <a:pt x="1863" y="712"/>
                </a:lnTo>
                <a:lnTo>
                  <a:pt x="1863" y="705"/>
                </a:lnTo>
                <a:lnTo>
                  <a:pt x="1856" y="705"/>
                </a:lnTo>
                <a:lnTo>
                  <a:pt x="1856" y="712"/>
                </a:lnTo>
                <a:close/>
                <a:moveTo>
                  <a:pt x="1873" y="712"/>
                </a:moveTo>
                <a:lnTo>
                  <a:pt x="1880" y="712"/>
                </a:lnTo>
                <a:lnTo>
                  <a:pt x="1880" y="705"/>
                </a:lnTo>
                <a:lnTo>
                  <a:pt x="1873" y="705"/>
                </a:lnTo>
                <a:lnTo>
                  <a:pt x="1873" y="712"/>
                </a:lnTo>
                <a:close/>
                <a:moveTo>
                  <a:pt x="1889" y="712"/>
                </a:moveTo>
                <a:lnTo>
                  <a:pt x="1896" y="712"/>
                </a:lnTo>
                <a:lnTo>
                  <a:pt x="1896" y="705"/>
                </a:lnTo>
                <a:lnTo>
                  <a:pt x="1889" y="705"/>
                </a:lnTo>
                <a:lnTo>
                  <a:pt x="1889" y="712"/>
                </a:lnTo>
                <a:close/>
                <a:moveTo>
                  <a:pt x="1908" y="712"/>
                </a:moveTo>
                <a:lnTo>
                  <a:pt x="1915" y="712"/>
                </a:lnTo>
                <a:lnTo>
                  <a:pt x="1915" y="705"/>
                </a:lnTo>
                <a:lnTo>
                  <a:pt x="1908" y="705"/>
                </a:lnTo>
                <a:lnTo>
                  <a:pt x="1908" y="712"/>
                </a:lnTo>
                <a:close/>
                <a:moveTo>
                  <a:pt x="1925" y="712"/>
                </a:moveTo>
                <a:lnTo>
                  <a:pt x="1932" y="712"/>
                </a:lnTo>
                <a:lnTo>
                  <a:pt x="1932" y="705"/>
                </a:lnTo>
                <a:lnTo>
                  <a:pt x="1925" y="705"/>
                </a:lnTo>
                <a:lnTo>
                  <a:pt x="1925" y="712"/>
                </a:lnTo>
                <a:close/>
                <a:moveTo>
                  <a:pt x="1941" y="712"/>
                </a:moveTo>
                <a:lnTo>
                  <a:pt x="1949" y="712"/>
                </a:lnTo>
                <a:lnTo>
                  <a:pt x="1949" y="705"/>
                </a:lnTo>
                <a:lnTo>
                  <a:pt x="1941" y="705"/>
                </a:lnTo>
                <a:lnTo>
                  <a:pt x="1941" y="712"/>
                </a:lnTo>
                <a:close/>
                <a:moveTo>
                  <a:pt x="1958" y="712"/>
                </a:moveTo>
                <a:lnTo>
                  <a:pt x="1965" y="712"/>
                </a:lnTo>
                <a:lnTo>
                  <a:pt x="1965" y="705"/>
                </a:lnTo>
                <a:lnTo>
                  <a:pt x="1958" y="705"/>
                </a:lnTo>
                <a:lnTo>
                  <a:pt x="1958" y="712"/>
                </a:lnTo>
                <a:close/>
                <a:moveTo>
                  <a:pt x="1975" y="712"/>
                </a:moveTo>
                <a:lnTo>
                  <a:pt x="1982" y="712"/>
                </a:lnTo>
                <a:lnTo>
                  <a:pt x="1982" y="705"/>
                </a:lnTo>
                <a:lnTo>
                  <a:pt x="1975" y="705"/>
                </a:lnTo>
                <a:lnTo>
                  <a:pt x="1975" y="712"/>
                </a:lnTo>
                <a:close/>
                <a:moveTo>
                  <a:pt x="1991" y="712"/>
                </a:moveTo>
                <a:lnTo>
                  <a:pt x="1998" y="712"/>
                </a:lnTo>
                <a:lnTo>
                  <a:pt x="1998" y="705"/>
                </a:lnTo>
                <a:lnTo>
                  <a:pt x="1991" y="705"/>
                </a:lnTo>
                <a:lnTo>
                  <a:pt x="1991" y="712"/>
                </a:lnTo>
                <a:close/>
                <a:moveTo>
                  <a:pt x="2008" y="712"/>
                </a:moveTo>
                <a:lnTo>
                  <a:pt x="2015" y="712"/>
                </a:lnTo>
                <a:lnTo>
                  <a:pt x="2015" y="705"/>
                </a:lnTo>
                <a:lnTo>
                  <a:pt x="2008" y="705"/>
                </a:lnTo>
                <a:lnTo>
                  <a:pt x="2008" y="712"/>
                </a:lnTo>
                <a:close/>
                <a:moveTo>
                  <a:pt x="2024" y="712"/>
                </a:moveTo>
                <a:lnTo>
                  <a:pt x="2031" y="712"/>
                </a:lnTo>
                <a:lnTo>
                  <a:pt x="2031" y="705"/>
                </a:lnTo>
                <a:lnTo>
                  <a:pt x="2024" y="705"/>
                </a:lnTo>
                <a:lnTo>
                  <a:pt x="2024" y="712"/>
                </a:lnTo>
                <a:close/>
                <a:moveTo>
                  <a:pt x="2041" y="712"/>
                </a:moveTo>
                <a:lnTo>
                  <a:pt x="2048" y="712"/>
                </a:lnTo>
                <a:lnTo>
                  <a:pt x="2048" y="705"/>
                </a:lnTo>
                <a:lnTo>
                  <a:pt x="2041" y="705"/>
                </a:lnTo>
                <a:lnTo>
                  <a:pt x="2041" y="712"/>
                </a:lnTo>
                <a:close/>
                <a:moveTo>
                  <a:pt x="2057" y="712"/>
                </a:moveTo>
                <a:lnTo>
                  <a:pt x="2065" y="712"/>
                </a:lnTo>
                <a:lnTo>
                  <a:pt x="2065" y="705"/>
                </a:lnTo>
                <a:lnTo>
                  <a:pt x="2057" y="705"/>
                </a:lnTo>
                <a:lnTo>
                  <a:pt x="2057" y="712"/>
                </a:lnTo>
                <a:close/>
                <a:moveTo>
                  <a:pt x="2074" y="712"/>
                </a:moveTo>
                <a:lnTo>
                  <a:pt x="2081" y="712"/>
                </a:lnTo>
                <a:lnTo>
                  <a:pt x="2081" y="705"/>
                </a:lnTo>
                <a:lnTo>
                  <a:pt x="2074" y="705"/>
                </a:lnTo>
                <a:lnTo>
                  <a:pt x="2074" y="712"/>
                </a:lnTo>
                <a:close/>
                <a:moveTo>
                  <a:pt x="2091" y="712"/>
                </a:moveTo>
                <a:lnTo>
                  <a:pt x="2098" y="712"/>
                </a:lnTo>
                <a:lnTo>
                  <a:pt x="2098" y="705"/>
                </a:lnTo>
                <a:lnTo>
                  <a:pt x="2091" y="705"/>
                </a:lnTo>
                <a:lnTo>
                  <a:pt x="2091" y="712"/>
                </a:lnTo>
                <a:close/>
                <a:moveTo>
                  <a:pt x="2107" y="712"/>
                </a:moveTo>
                <a:lnTo>
                  <a:pt x="2114" y="712"/>
                </a:lnTo>
                <a:lnTo>
                  <a:pt x="2114" y="705"/>
                </a:lnTo>
                <a:lnTo>
                  <a:pt x="2107" y="705"/>
                </a:lnTo>
                <a:lnTo>
                  <a:pt x="2107" y="712"/>
                </a:lnTo>
                <a:close/>
                <a:moveTo>
                  <a:pt x="2124" y="712"/>
                </a:moveTo>
                <a:lnTo>
                  <a:pt x="2131" y="712"/>
                </a:lnTo>
                <a:lnTo>
                  <a:pt x="2131" y="705"/>
                </a:lnTo>
                <a:lnTo>
                  <a:pt x="2124" y="705"/>
                </a:lnTo>
                <a:lnTo>
                  <a:pt x="2124" y="712"/>
                </a:lnTo>
                <a:close/>
                <a:moveTo>
                  <a:pt x="2140" y="712"/>
                </a:moveTo>
                <a:lnTo>
                  <a:pt x="2147" y="712"/>
                </a:lnTo>
                <a:lnTo>
                  <a:pt x="2147" y="705"/>
                </a:lnTo>
                <a:lnTo>
                  <a:pt x="2140" y="705"/>
                </a:lnTo>
                <a:lnTo>
                  <a:pt x="2140" y="712"/>
                </a:lnTo>
                <a:close/>
                <a:moveTo>
                  <a:pt x="2159" y="712"/>
                </a:moveTo>
                <a:lnTo>
                  <a:pt x="2164" y="712"/>
                </a:lnTo>
                <a:lnTo>
                  <a:pt x="2164" y="705"/>
                </a:lnTo>
                <a:lnTo>
                  <a:pt x="2159" y="705"/>
                </a:lnTo>
                <a:lnTo>
                  <a:pt x="2159" y="712"/>
                </a:lnTo>
                <a:close/>
                <a:moveTo>
                  <a:pt x="2176" y="712"/>
                </a:moveTo>
                <a:lnTo>
                  <a:pt x="2183" y="712"/>
                </a:lnTo>
                <a:lnTo>
                  <a:pt x="2183" y="705"/>
                </a:lnTo>
                <a:lnTo>
                  <a:pt x="2176" y="705"/>
                </a:lnTo>
                <a:lnTo>
                  <a:pt x="2176" y="712"/>
                </a:lnTo>
                <a:close/>
                <a:moveTo>
                  <a:pt x="2192" y="712"/>
                </a:moveTo>
                <a:lnTo>
                  <a:pt x="2200" y="712"/>
                </a:lnTo>
                <a:lnTo>
                  <a:pt x="2200" y="705"/>
                </a:lnTo>
                <a:lnTo>
                  <a:pt x="2192" y="705"/>
                </a:lnTo>
                <a:lnTo>
                  <a:pt x="2192" y="712"/>
                </a:lnTo>
                <a:close/>
                <a:moveTo>
                  <a:pt x="2209" y="712"/>
                </a:moveTo>
                <a:lnTo>
                  <a:pt x="2216" y="712"/>
                </a:lnTo>
                <a:lnTo>
                  <a:pt x="2216" y="705"/>
                </a:lnTo>
                <a:lnTo>
                  <a:pt x="2209" y="705"/>
                </a:lnTo>
                <a:lnTo>
                  <a:pt x="2209" y="712"/>
                </a:lnTo>
                <a:close/>
                <a:moveTo>
                  <a:pt x="2226" y="712"/>
                </a:moveTo>
                <a:lnTo>
                  <a:pt x="2233" y="712"/>
                </a:lnTo>
                <a:lnTo>
                  <a:pt x="2233" y="705"/>
                </a:lnTo>
                <a:lnTo>
                  <a:pt x="2226" y="705"/>
                </a:lnTo>
                <a:lnTo>
                  <a:pt x="2226" y="712"/>
                </a:lnTo>
                <a:close/>
                <a:moveTo>
                  <a:pt x="2242" y="712"/>
                </a:moveTo>
                <a:lnTo>
                  <a:pt x="2249" y="712"/>
                </a:lnTo>
                <a:lnTo>
                  <a:pt x="2249" y="705"/>
                </a:lnTo>
                <a:lnTo>
                  <a:pt x="2242" y="705"/>
                </a:lnTo>
                <a:lnTo>
                  <a:pt x="2242" y="712"/>
                </a:lnTo>
                <a:close/>
                <a:moveTo>
                  <a:pt x="2259" y="712"/>
                </a:moveTo>
                <a:lnTo>
                  <a:pt x="2266" y="712"/>
                </a:lnTo>
                <a:lnTo>
                  <a:pt x="2266" y="705"/>
                </a:lnTo>
                <a:lnTo>
                  <a:pt x="2259" y="705"/>
                </a:lnTo>
                <a:lnTo>
                  <a:pt x="2259" y="712"/>
                </a:lnTo>
                <a:close/>
                <a:moveTo>
                  <a:pt x="2275" y="712"/>
                </a:moveTo>
                <a:lnTo>
                  <a:pt x="2282" y="712"/>
                </a:lnTo>
                <a:lnTo>
                  <a:pt x="2282" y="705"/>
                </a:lnTo>
                <a:lnTo>
                  <a:pt x="2275" y="705"/>
                </a:lnTo>
                <a:lnTo>
                  <a:pt x="2275" y="712"/>
                </a:lnTo>
                <a:close/>
                <a:moveTo>
                  <a:pt x="2292" y="712"/>
                </a:moveTo>
                <a:lnTo>
                  <a:pt x="2299" y="712"/>
                </a:lnTo>
                <a:lnTo>
                  <a:pt x="2299" y="705"/>
                </a:lnTo>
                <a:lnTo>
                  <a:pt x="2292" y="705"/>
                </a:lnTo>
                <a:lnTo>
                  <a:pt x="2292" y="712"/>
                </a:lnTo>
                <a:close/>
                <a:moveTo>
                  <a:pt x="2308" y="712"/>
                </a:moveTo>
                <a:lnTo>
                  <a:pt x="2316" y="712"/>
                </a:lnTo>
                <a:lnTo>
                  <a:pt x="2316" y="705"/>
                </a:lnTo>
                <a:lnTo>
                  <a:pt x="2308" y="705"/>
                </a:lnTo>
                <a:lnTo>
                  <a:pt x="2308" y="712"/>
                </a:lnTo>
                <a:close/>
                <a:moveTo>
                  <a:pt x="2325" y="712"/>
                </a:moveTo>
                <a:lnTo>
                  <a:pt x="2332" y="712"/>
                </a:lnTo>
                <a:lnTo>
                  <a:pt x="2332" y="705"/>
                </a:lnTo>
                <a:lnTo>
                  <a:pt x="2325" y="705"/>
                </a:lnTo>
                <a:lnTo>
                  <a:pt x="2325" y="712"/>
                </a:lnTo>
                <a:close/>
                <a:moveTo>
                  <a:pt x="2342" y="712"/>
                </a:moveTo>
                <a:lnTo>
                  <a:pt x="2349" y="712"/>
                </a:lnTo>
                <a:lnTo>
                  <a:pt x="2349" y="705"/>
                </a:lnTo>
                <a:lnTo>
                  <a:pt x="2342" y="705"/>
                </a:lnTo>
                <a:lnTo>
                  <a:pt x="2342" y="712"/>
                </a:lnTo>
                <a:close/>
                <a:moveTo>
                  <a:pt x="2358" y="712"/>
                </a:moveTo>
                <a:lnTo>
                  <a:pt x="2365" y="712"/>
                </a:lnTo>
                <a:lnTo>
                  <a:pt x="2365" y="705"/>
                </a:lnTo>
                <a:lnTo>
                  <a:pt x="2358" y="705"/>
                </a:lnTo>
                <a:lnTo>
                  <a:pt x="2358" y="712"/>
                </a:lnTo>
                <a:close/>
                <a:moveTo>
                  <a:pt x="2375" y="712"/>
                </a:moveTo>
                <a:lnTo>
                  <a:pt x="2382" y="712"/>
                </a:lnTo>
                <a:lnTo>
                  <a:pt x="2382" y="705"/>
                </a:lnTo>
                <a:lnTo>
                  <a:pt x="2375" y="705"/>
                </a:lnTo>
                <a:lnTo>
                  <a:pt x="2375" y="712"/>
                </a:lnTo>
                <a:close/>
                <a:moveTo>
                  <a:pt x="2391" y="712"/>
                </a:moveTo>
                <a:lnTo>
                  <a:pt x="2398" y="712"/>
                </a:lnTo>
                <a:lnTo>
                  <a:pt x="2398" y="705"/>
                </a:lnTo>
                <a:lnTo>
                  <a:pt x="2391" y="705"/>
                </a:lnTo>
                <a:lnTo>
                  <a:pt x="2391" y="712"/>
                </a:lnTo>
                <a:close/>
                <a:moveTo>
                  <a:pt x="2408" y="712"/>
                </a:moveTo>
                <a:lnTo>
                  <a:pt x="2415" y="712"/>
                </a:lnTo>
                <a:lnTo>
                  <a:pt x="2415" y="705"/>
                </a:lnTo>
                <a:lnTo>
                  <a:pt x="2408" y="705"/>
                </a:lnTo>
                <a:lnTo>
                  <a:pt x="2408" y="712"/>
                </a:lnTo>
                <a:close/>
                <a:moveTo>
                  <a:pt x="2427" y="712"/>
                </a:moveTo>
                <a:lnTo>
                  <a:pt x="2434" y="712"/>
                </a:lnTo>
                <a:lnTo>
                  <a:pt x="2434" y="705"/>
                </a:lnTo>
                <a:lnTo>
                  <a:pt x="2427" y="705"/>
                </a:lnTo>
                <a:lnTo>
                  <a:pt x="2427" y="712"/>
                </a:lnTo>
                <a:close/>
                <a:moveTo>
                  <a:pt x="2443" y="712"/>
                </a:moveTo>
                <a:lnTo>
                  <a:pt x="2451" y="712"/>
                </a:lnTo>
                <a:lnTo>
                  <a:pt x="2451" y="705"/>
                </a:lnTo>
                <a:lnTo>
                  <a:pt x="2443" y="705"/>
                </a:lnTo>
                <a:lnTo>
                  <a:pt x="2443" y="712"/>
                </a:lnTo>
                <a:close/>
                <a:moveTo>
                  <a:pt x="2460" y="712"/>
                </a:moveTo>
                <a:lnTo>
                  <a:pt x="2467" y="712"/>
                </a:lnTo>
                <a:lnTo>
                  <a:pt x="2467" y="705"/>
                </a:lnTo>
                <a:lnTo>
                  <a:pt x="2460" y="705"/>
                </a:lnTo>
                <a:lnTo>
                  <a:pt x="2460" y="712"/>
                </a:lnTo>
                <a:close/>
                <a:moveTo>
                  <a:pt x="2477" y="712"/>
                </a:moveTo>
                <a:lnTo>
                  <a:pt x="2484" y="712"/>
                </a:lnTo>
                <a:lnTo>
                  <a:pt x="2484" y="705"/>
                </a:lnTo>
                <a:lnTo>
                  <a:pt x="2477" y="705"/>
                </a:lnTo>
                <a:lnTo>
                  <a:pt x="2477" y="712"/>
                </a:lnTo>
                <a:close/>
                <a:moveTo>
                  <a:pt x="2560" y="712"/>
                </a:moveTo>
                <a:lnTo>
                  <a:pt x="2567" y="712"/>
                </a:lnTo>
                <a:lnTo>
                  <a:pt x="2567" y="705"/>
                </a:lnTo>
                <a:lnTo>
                  <a:pt x="2560" y="705"/>
                </a:lnTo>
                <a:lnTo>
                  <a:pt x="2560" y="712"/>
                </a:lnTo>
                <a:close/>
                <a:moveTo>
                  <a:pt x="485" y="729"/>
                </a:moveTo>
                <a:lnTo>
                  <a:pt x="492" y="729"/>
                </a:lnTo>
                <a:lnTo>
                  <a:pt x="492" y="722"/>
                </a:lnTo>
                <a:lnTo>
                  <a:pt x="485" y="722"/>
                </a:lnTo>
                <a:lnTo>
                  <a:pt x="485" y="729"/>
                </a:lnTo>
                <a:close/>
                <a:moveTo>
                  <a:pt x="502" y="729"/>
                </a:moveTo>
                <a:lnTo>
                  <a:pt x="509" y="729"/>
                </a:lnTo>
                <a:lnTo>
                  <a:pt x="509" y="722"/>
                </a:lnTo>
                <a:lnTo>
                  <a:pt x="502" y="722"/>
                </a:lnTo>
                <a:lnTo>
                  <a:pt x="502" y="729"/>
                </a:lnTo>
                <a:close/>
                <a:moveTo>
                  <a:pt x="518" y="729"/>
                </a:moveTo>
                <a:lnTo>
                  <a:pt x="525" y="729"/>
                </a:lnTo>
                <a:lnTo>
                  <a:pt x="525" y="722"/>
                </a:lnTo>
                <a:lnTo>
                  <a:pt x="518" y="722"/>
                </a:lnTo>
                <a:lnTo>
                  <a:pt x="518" y="729"/>
                </a:lnTo>
                <a:close/>
                <a:moveTo>
                  <a:pt x="535" y="729"/>
                </a:moveTo>
                <a:lnTo>
                  <a:pt x="542" y="729"/>
                </a:lnTo>
                <a:lnTo>
                  <a:pt x="542" y="722"/>
                </a:lnTo>
                <a:lnTo>
                  <a:pt x="535" y="722"/>
                </a:lnTo>
                <a:lnTo>
                  <a:pt x="535" y="729"/>
                </a:lnTo>
                <a:close/>
                <a:moveTo>
                  <a:pt x="551" y="729"/>
                </a:moveTo>
                <a:lnTo>
                  <a:pt x="559" y="729"/>
                </a:lnTo>
                <a:lnTo>
                  <a:pt x="559" y="722"/>
                </a:lnTo>
                <a:lnTo>
                  <a:pt x="551" y="722"/>
                </a:lnTo>
                <a:lnTo>
                  <a:pt x="551" y="729"/>
                </a:lnTo>
                <a:close/>
                <a:moveTo>
                  <a:pt x="568" y="729"/>
                </a:moveTo>
                <a:lnTo>
                  <a:pt x="575" y="729"/>
                </a:lnTo>
                <a:lnTo>
                  <a:pt x="575" y="722"/>
                </a:lnTo>
                <a:lnTo>
                  <a:pt x="568" y="722"/>
                </a:lnTo>
                <a:lnTo>
                  <a:pt x="568" y="729"/>
                </a:lnTo>
                <a:close/>
                <a:moveTo>
                  <a:pt x="585" y="729"/>
                </a:moveTo>
                <a:lnTo>
                  <a:pt x="592" y="729"/>
                </a:lnTo>
                <a:lnTo>
                  <a:pt x="592" y="722"/>
                </a:lnTo>
                <a:lnTo>
                  <a:pt x="585" y="722"/>
                </a:lnTo>
                <a:lnTo>
                  <a:pt x="585" y="729"/>
                </a:lnTo>
                <a:close/>
                <a:moveTo>
                  <a:pt x="601" y="729"/>
                </a:moveTo>
                <a:lnTo>
                  <a:pt x="608" y="729"/>
                </a:lnTo>
                <a:lnTo>
                  <a:pt x="608" y="722"/>
                </a:lnTo>
                <a:lnTo>
                  <a:pt x="601" y="722"/>
                </a:lnTo>
                <a:lnTo>
                  <a:pt x="601" y="729"/>
                </a:lnTo>
                <a:close/>
                <a:moveTo>
                  <a:pt x="620" y="729"/>
                </a:moveTo>
                <a:lnTo>
                  <a:pt x="625" y="729"/>
                </a:lnTo>
                <a:lnTo>
                  <a:pt x="625" y="722"/>
                </a:lnTo>
                <a:lnTo>
                  <a:pt x="620" y="722"/>
                </a:lnTo>
                <a:lnTo>
                  <a:pt x="620" y="729"/>
                </a:lnTo>
                <a:close/>
                <a:moveTo>
                  <a:pt x="637" y="729"/>
                </a:moveTo>
                <a:lnTo>
                  <a:pt x="644" y="729"/>
                </a:lnTo>
                <a:lnTo>
                  <a:pt x="644" y="722"/>
                </a:lnTo>
                <a:lnTo>
                  <a:pt x="637" y="722"/>
                </a:lnTo>
                <a:lnTo>
                  <a:pt x="637" y="729"/>
                </a:lnTo>
                <a:close/>
                <a:moveTo>
                  <a:pt x="653" y="729"/>
                </a:moveTo>
                <a:lnTo>
                  <a:pt x="660" y="729"/>
                </a:lnTo>
                <a:lnTo>
                  <a:pt x="660" y="722"/>
                </a:lnTo>
                <a:lnTo>
                  <a:pt x="653" y="722"/>
                </a:lnTo>
                <a:lnTo>
                  <a:pt x="653" y="729"/>
                </a:lnTo>
                <a:close/>
                <a:moveTo>
                  <a:pt x="686" y="729"/>
                </a:moveTo>
                <a:lnTo>
                  <a:pt x="693" y="729"/>
                </a:lnTo>
                <a:lnTo>
                  <a:pt x="693" y="722"/>
                </a:lnTo>
                <a:lnTo>
                  <a:pt x="686" y="722"/>
                </a:lnTo>
                <a:lnTo>
                  <a:pt x="686" y="729"/>
                </a:lnTo>
                <a:close/>
                <a:moveTo>
                  <a:pt x="703" y="729"/>
                </a:moveTo>
                <a:lnTo>
                  <a:pt x="710" y="729"/>
                </a:lnTo>
                <a:lnTo>
                  <a:pt x="710" y="722"/>
                </a:lnTo>
                <a:lnTo>
                  <a:pt x="703" y="722"/>
                </a:lnTo>
                <a:lnTo>
                  <a:pt x="703" y="729"/>
                </a:lnTo>
                <a:close/>
                <a:moveTo>
                  <a:pt x="753" y="729"/>
                </a:moveTo>
                <a:lnTo>
                  <a:pt x="760" y="729"/>
                </a:lnTo>
                <a:lnTo>
                  <a:pt x="760" y="722"/>
                </a:lnTo>
                <a:lnTo>
                  <a:pt x="753" y="722"/>
                </a:lnTo>
                <a:lnTo>
                  <a:pt x="753" y="729"/>
                </a:lnTo>
                <a:close/>
                <a:moveTo>
                  <a:pt x="769" y="729"/>
                </a:moveTo>
                <a:lnTo>
                  <a:pt x="776" y="729"/>
                </a:lnTo>
                <a:lnTo>
                  <a:pt x="776" y="722"/>
                </a:lnTo>
                <a:lnTo>
                  <a:pt x="769" y="722"/>
                </a:lnTo>
                <a:lnTo>
                  <a:pt x="769" y="729"/>
                </a:lnTo>
                <a:close/>
                <a:moveTo>
                  <a:pt x="786" y="729"/>
                </a:moveTo>
                <a:lnTo>
                  <a:pt x="793" y="729"/>
                </a:lnTo>
                <a:lnTo>
                  <a:pt x="793" y="722"/>
                </a:lnTo>
                <a:lnTo>
                  <a:pt x="786" y="722"/>
                </a:lnTo>
                <a:lnTo>
                  <a:pt x="786" y="729"/>
                </a:lnTo>
                <a:close/>
                <a:moveTo>
                  <a:pt x="1338" y="729"/>
                </a:moveTo>
                <a:lnTo>
                  <a:pt x="1345" y="729"/>
                </a:lnTo>
                <a:lnTo>
                  <a:pt x="1345" y="722"/>
                </a:lnTo>
                <a:lnTo>
                  <a:pt x="1338" y="722"/>
                </a:lnTo>
                <a:lnTo>
                  <a:pt x="1338" y="729"/>
                </a:lnTo>
                <a:close/>
                <a:moveTo>
                  <a:pt x="1354" y="729"/>
                </a:moveTo>
                <a:lnTo>
                  <a:pt x="1361" y="729"/>
                </a:lnTo>
                <a:lnTo>
                  <a:pt x="1361" y="722"/>
                </a:lnTo>
                <a:lnTo>
                  <a:pt x="1354" y="722"/>
                </a:lnTo>
                <a:lnTo>
                  <a:pt x="1354" y="729"/>
                </a:lnTo>
                <a:close/>
                <a:moveTo>
                  <a:pt x="1371" y="729"/>
                </a:moveTo>
                <a:lnTo>
                  <a:pt x="1378" y="729"/>
                </a:lnTo>
                <a:lnTo>
                  <a:pt x="1378" y="722"/>
                </a:lnTo>
                <a:lnTo>
                  <a:pt x="1371" y="722"/>
                </a:lnTo>
                <a:lnTo>
                  <a:pt x="1371" y="729"/>
                </a:lnTo>
                <a:close/>
                <a:moveTo>
                  <a:pt x="1390" y="729"/>
                </a:moveTo>
                <a:lnTo>
                  <a:pt x="1394" y="729"/>
                </a:lnTo>
                <a:lnTo>
                  <a:pt x="1394" y="722"/>
                </a:lnTo>
                <a:lnTo>
                  <a:pt x="1390" y="722"/>
                </a:lnTo>
                <a:lnTo>
                  <a:pt x="1390" y="729"/>
                </a:lnTo>
                <a:close/>
                <a:moveTo>
                  <a:pt x="1406" y="729"/>
                </a:moveTo>
                <a:lnTo>
                  <a:pt x="1413" y="729"/>
                </a:lnTo>
                <a:lnTo>
                  <a:pt x="1413" y="722"/>
                </a:lnTo>
                <a:lnTo>
                  <a:pt x="1406" y="722"/>
                </a:lnTo>
                <a:lnTo>
                  <a:pt x="1406" y="729"/>
                </a:lnTo>
                <a:close/>
                <a:moveTo>
                  <a:pt x="1423" y="729"/>
                </a:moveTo>
                <a:lnTo>
                  <a:pt x="1430" y="729"/>
                </a:lnTo>
                <a:lnTo>
                  <a:pt x="1430" y="722"/>
                </a:lnTo>
                <a:lnTo>
                  <a:pt x="1423" y="722"/>
                </a:lnTo>
                <a:lnTo>
                  <a:pt x="1423" y="729"/>
                </a:lnTo>
                <a:close/>
                <a:moveTo>
                  <a:pt x="1439" y="729"/>
                </a:moveTo>
                <a:lnTo>
                  <a:pt x="1447" y="729"/>
                </a:lnTo>
                <a:lnTo>
                  <a:pt x="1447" y="722"/>
                </a:lnTo>
                <a:lnTo>
                  <a:pt x="1439" y="722"/>
                </a:lnTo>
                <a:lnTo>
                  <a:pt x="1439" y="729"/>
                </a:lnTo>
                <a:close/>
                <a:moveTo>
                  <a:pt x="1456" y="729"/>
                </a:moveTo>
                <a:lnTo>
                  <a:pt x="1463" y="729"/>
                </a:lnTo>
                <a:lnTo>
                  <a:pt x="1463" y="722"/>
                </a:lnTo>
                <a:lnTo>
                  <a:pt x="1456" y="722"/>
                </a:lnTo>
                <a:lnTo>
                  <a:pt x="1456" y="729"/>
                </a:lnTo>
                <a:close/>
                <a:moveTo>
                  <a:pt x="1473" y="729"/>
                </a:moveTo>
                <a:lnTo>
                  <a:pt x="1480" y="729"/>
                </a:lnTo>
                <a:lnTo>
                  <a:pt x="1480" y="722"/>
                </a:lnTo>
                <a:lnTo>
                  <a:pt x="1473" y="722"/>
                </a:lnTo>
                <a:lnTo>
                  <a:pt x="1473" y="729"/>
                </a:lnTo>
                <a:close/>
                <a:moveTo>
                  <a:pt x="1489" y="729"/>
                </a:moveTo>
                <a:lnTo>
                  <a:pt x="1496" y="729"/>
                </a:lnTo>
                <a:lnTo>
                  <a:pt x="1496" y="722"/>
                </a:lnTo>
                <a:lnTo>
                  <a:pt x="1489" y="722"/>
                </a:lnTo>
                <a:lnTo>
                  <a:pt x="1489" y="729"/>
                </a:lnTo>
                <a:close/>
                <a:moveTo>
                  <a:pt x="1506" y="729"/>
                </a:moveTo>
                <a:lnTo>
                  <a:pt x="1513" y="729"/>
                </a:lnTo>
                <a:lnTo>
                  <a:pt x="1513" y="722"/>
                </a:lnTo>
                <a:lnTo>
                  <a:pt x="1506" y="722"/>
                </a:lnTo>
                <a:lnTo>
                  <a:pt x="1506" y="729"/>
                </a:lnTo>
                <a:close/>
                <a:moveTo>
                  <a:pt x="1522" y="729"/>
                </a:moveTo>
                <a:lnTo>
                  <a:pt x="1529" y="729"/>
                </a:lnTo>
                <a:lnTo>
                  <a:pt x="1529" y="722"/>
                </a:lnTo>
                <a:lnTo>
                  <a:pt x="1522" y="722"/>
                </a:lnTo>
                <a:lnTo>
                  <a:pt x="1522" y="729"/>
                </a:lnTo>
                <a:close/>
                <a:moveTo>
                  <a:pt x="1539" y="729"/>
                </a:moveTo>
                <a:lnTo>
                  <a:pt x="1546" y="729"/>
                </a:lnTo>
                <a:lnTo>
                  <a:pt x="1546" y="722"/>
                </a:lnTo>
                <a:lnTo>
                  <a:pt x="1539" y="722"/>
                </a:lnTo>
                <a:lnTo>
                  <a:pt x="1539" y="729"/>
                </a:lnTo>
                <a:close/>
                <a:moveTo>
                  <a:pt x="1555" y="729"/>
                </a:moveTo>
                <a:lnTo>
                  <a:pt x="1563" y="729"/>
                </a:lnTo>
                <a:lnTo>
                  <a:pt x="1563" y="722"/>
                </a:lnTo>
                <a:lnTo>
                  <a:pt x="1555" y="722"/>
                </a:lnTo>
                <a:lnTo>
                  <a:pt x="1555" y="729"/>
                </a:lnTo>
                <a:close/>
                <a:moveTo>
                  <a:pt x="1572" y="729"/>
                </a:moveTo>
                <a:lnTo>
                  <a:pt x="1579" y="729"/>
                </a:lnTo>
                <a:lnTo>
                  <a:pt x="1579" y="722"/>
                </a:lnTo>
                <a:lnTo>
                  <a:pt x="1572" y="722"/>
                </a:lnTo>
                <a:lnTo>
                  <a:pt x="1572" y="729"/>
                </a:lnTo>
                <a:close/>
                <a:moveTo>
                  <a:pt x="1589" y="729"/>
                </a:moveTo>
                <a:lnTo>
                  <a:pt x="1596" y="729"/>
                </a:lnTo>
                <a:lnTo>
                  <a:pt x="1596" y="722"/>
                </a:lnTo>
                <a:lnTo>
                  <a:pt x="1589" y="722"/>
                </a:lnTo>
                <a:lnTo>
                  <a:pt x="1589" y="729"/>
                </a:lnTo>
                <a:close/>
                <a:moveTo>
                  <a:pt x="1605" y="729"/>
                </a:moveTo>
                <a:lnTo>
                  <a:pt x="1612" y="729"/>
                </a:lnTo>
                <a:lnTo>
                  <a:pt x="1612" y="722"/>
                </a:lnTo>
                <a:lnTo>
                  <a:pt x="1605" y="722"/>
                </a:lnTo>
                <a:lnTo>
                  <a:pt x="1605" y="729"/>
                </a:lnTo>
                <a:close/>
                <a:moveTo>
                  <a:pt x="1622" y="729"/>
                </a:moveTo>
                <a:lnTo>
                  <a:pt x="1629" y="729"/>
                </a:lnTo>
                <a:lnTo>
                  <a:pt x="1629" y="722"/>
                </a:lnTo>
                <a:lnTo>
                  <a:pt x="1622" y="722"/>
                </a:lnTo>
                <a:lnTo>
                  <a:pt x="1622" y="729"/>
                </a:lnTo>
                <a:close/>
                <a:moveTo>
                  <a:pt x="1638" y="729"/>
                </a:moveTo>
                <a:lnTo>
                  <a:pt x="1645" y="729"/>
                </a:lnTo>
                <a:lnTo>
                  <a:pt x="1645" y="722"/>
                </a:lnTo>
                <a:lnTo>
                  <a:pt x="1638" y="722"/>
                </a:lnTo>
                <a:lnTo>
                  <a:pt x="1638" y="729"/>
                </a:lnTo>
                <a:close/>
                <a:moveTo>
                  <a:pt x="1657" y="729"/>
                </a:moveTo>
                <a:lnTo>
                  <a:pt x="1664" y="729"/>
                </a:lnTo>
                <a:lnTo>
                  <a:pt x="1664" y="722"/>
                </a:lnTo>
                <a:lnTo>
                  <a:pt x="1657" y="722"/>
                </a:lnTo>
                <a:lnTo>
                  <a:pt x="1657" y="729"/>
                </a:lnTo>
                <a:close/>
                <a:moveTo>
                  <a:pt x="1674" y="729"/>
                </a:moveTo>
                <a:lnTo>
                  <a:pt x="1681" y="729"/>
                </a:lnTo>
                <a:lnTo>
                  <a:pt x="1681" y="722"/>
                </a:lnTo>
                <a:lnTo>
                  <a:pt x="1674" y="722"/>
                </a:lnTo>
                <a:lnTo>
                  <a:pt x="1674" y="729"/>
                </a:lnTo>
                <a:close/>
                <a:moveTo>
                  <a:pt x="1690" y="729"/>
                </a:moveTo>
                <a:lnTo>
                  <a:pt x="1698" y="729"/>
                </a:lnTo>
                <a:lnTo>
                  <a:pt x="1698" y="722"/>
                </a:lnTo>
                <a:lnTo>
                  <a:pt x="1690" y="722"/>
                </a:lnTo>
                <a:lnTo>
                  <a:pt x="1690" y="729"/>
                </a:lnTo>
                <a:close/>
                <a:moveTo>
                  <a:pt x="1707" y="729"/>
                </a:moveTo>
                <a:lnTo>
                  <a:pt x="1714" y="729"/>
                </a:lnTo>
                <a:lnTo>
                  <a:pt x="1714" y="722"/>
                </a:lnTo>
                <a:lnTo>
                  <a:pt x="1707" y="722"/>
                </a:lnTo>
                <a:lnTo>
                  <a:pt x="1707" y="729"/>
                </a:lnTo>
                <a:close/>
                <a:moveTo>
                  <a:pt x="1724" y="729"/>
                </a:moveTo>
                <a:lnTo>
                  <a:pt x="1731" y="729"/>
                </a:lnTo>
                <a:lnTo>
                  <a:pt x="1731" y="722"/>
                </a:lnTo>
                <a:lnTo>
                  <a:pt x="1724" y="722"/>
                </a:lnTo>
                <a:lnTo>
                  <a:pt x="1724" y="729"/>
                </a:lnTo>
                <a:close/>
                <a:moveTo>
                  <a:pt x="1740" y="729"/>
                </a:moveTo>
                <a:lnTo>
                  <a:pt x="1747" y="729"/>
                </a:lnTo>
                <a:lnTo>
                  <a:pt x="1747" y="722"/>
                </a:lnTo>
                <a:lnTo>
                  <a:pt x="1740" y="722"/>
                </a:lnTo>
                <a:lnTo>
                  <a:pt x="1740" y="729"/>
                </a:lnTo>
                <a:close/>
                <a:moveTo>
                  <a:pt x="1757" y="729"/>
                </a:moveTo>
                <a:lnTo>
                  <a:pt x="1764" y="729"/>
                </a:lnTo>
                <a:lnTo>
                  <a:pt x="1764" y="722"/>
                </a:lnTo>
                <a:lnTo>
                  <a:pt x="1757" y="722"/>
                </a:lnTo>
                <a:lnTo>
                  <a:pt x="1757" y="729"/>
                </a:lnTo>
                <a:close/>
                <a:moveTo>
                  <a:pt x="1773" y="729"/>
                </a:moveTo>
                <a:lnTo>
                  <a:pt x="1780" y="729"/>
                </a:lnTo>
                <a:lnTo>
                  <a:pt x="1780" y="722"/>
                </a:lnTo>
                <a:lnTo>
                  <a:pt x="1773" y="722"/>
                </a:lnTo>
                <a:lnTo>
                  <a:pt x="1773" y="729"/>
                </a:lnTo>
                <a:close/>
                <a:moveTo>
                  <a:pt x="1790" y="729"/>
                </a:moveTo>
                <a:lnTo>
                  <a:pt x="1797" y="729"/>
                </a:lnTo>
                <a:lnTo>
                  <a:pt x="1797" y="722"/>
                </a:lnTo>
                <a:lnTo>
                  <a:pt x="1790" y="722"/>
                </a:lnTo>
                <a:lnTo>
                  <a:pt x="1790" y="729"/>
                </a:lnTo>
                <a:close/>
                <a:moveTo>
                  <a:pt x="1806" y="729"/>
                </a:moveTo>
                <a:lnTo>
                  <a:pt x="1814" y="729"/>
                </a:lnTo>
                <a:lnTo>
                  <a:pt x="1814" y="722"/>
                </a:lnTo>
                <a:lnTo>
                  <a:pt x="1806" y="722"/>
                </a:lnTo>
                <a:lnTo>
                  <a:pt x="1806" y="729"/>
                </a:lnTo>
                <a:close/>
                <a:moveTo>
                  <a:pt x="1823" y="729"/>
                </a:moveTo>
                <a:lnTo>
                  <a:pt x="1830" y="729"/>
                </a:lnTo>
                <a:lnTo>
                  <a:pt x="1830" y="722"/>
                </a:lnTo>
                <a:lnTo>
                  <a:pt x="1823" y="722"/>
                </a:lnTo>
                <a:lnTo>
                  <a:pt x="1823" y="729"/>
                </a:lnTo>
                <a:close/>
                <a:moveTo>
                  <a:pt x="1840" y="729"/>
                </a:moveTo>
                <a:lnTo>
                  <a:pt x="1847" y="729"/>
                </a:lnTo>
                <a:lnTo>
                  <a:pt x="1847" y="722"/>
                </a:lnTo>
                <a:lnTo>
                  <a:pt x="1840" y="722"/>
                </a:lnTo>
                <a:lnTo>
                  <a:pt x="1840" y="729"/>
                </a:lnTo>
                <a:close/>
                <a:moveTo>
                  <a:pt x="1856" y="729"/>
                </a:moveTo>
                <a:lnTo>
                  <a:pt x="1863" y="729"/>
                </a:lnTo>
                <a:lnTo>
                  <a:pt x="1863" y="722"/>
                </a:lnTo>
                <a:lnTo>
                  <a:pt x="1856" y="722"/>
                </a:lnTo>
                <a:lnTo>
                  <a:pt x="1856" y="729"/>
                </a:lnTo>
                <a:close/>
                <a:moveTo>
                  <a:pt x="1873" y="729"/>
                </a:moveTo>
                <a:lnTo>
                  <a:pt x="1880" y="729"/>
                </a:lnTo>
                <a:lnTo>
                  <a:pt x="1880" y="722"/>
                </a:lnTo>
                <a:lnTo>
                  <a:pt x="1873" y="722"/>
                </a:lnTo>
                <a:lnTo>
                  <a:pt x="1873" y="729"/>
                </a:lnTo>
                <a:close/>
                <a:moveTo>
                  <a:pt x="1889" y="729"/>
                </a:moveTo>
                <a:lnTo>
                  <a:pt x="1896" y="729"/>
                </a:lnTo>
                <a:lnTo>
                  <a:pt x="1896" y="722"/>
                </a:lnTo>
                <a:lnTo>
                  <a:pt x="1889" y="722"/>
                </a:lnTo>
                <a:lnTo>
                  <a:pt x="1889" y="729"/>
                </a:lnTo>
                <a:close/>
                <a:moveTo>
                  <a:pt x="1908" y="729"/>
                </a:moveTo>
                <a:lnTo>
                  <a:pt x="1915" y="729"/>
                </a:lnTo>
                <a:lnTo>
                  <a:pt x="1915" y="722"/>
                </a:lnTo>
                <a:lnTo>
                  <a:pt x="1908" y="722"/>
                </a:lnTo>
                <a:lnTo>
                  <a:pt x="1908" y="729"/>
                </a:lnTo>
                <a:close/>
                <a:moveTo>
                  <a:pt x="1925" y="729"/>
                </a:moveTo>
                <a:lnTo>
                  <a:pt x="1932" y="729"/>
                </a:lnTo>
                <a:lnTo>
                  <a:pt x="1932" y="722"/>
                </a:lnTo>
                <a:lnTo>
                  <a:pt x="1925" y="722"/>
                </a:lnTo>
                <a:lnTo>
                  <a:pt x="1925" y="729"/>
                </a:lnTo>
                <a:close/>
                <a:moveTo>
                  <a:pt x="1941" y="729"/>
                </a:moveTo>
                <a:lnTo>
                  <a:pt x="1949" y="729"/>
                </a:lnTo>
                <a:lnTo>
                  <a:pt x="1949" y="722"/>
                </a:lnTo>
                <a:lnTo>
                  <a:pt x="1941" y="722"/>
                </a:lnTo>
                <a:lnTo>
                  <a:pt x="1941" y="729"/>
                </a:lnTo>
                <a:close/>
                <a:moveTo>
                  <a:pt x="1958" y="729"/>
                </a:moveTo>
                <a:lnTo>
                  <a:pt x="1965" y="729"/>
                </a:lnTo>
                <a:lnTo>
                  <a:pt x="1965" y="722"/>
                </a:lnTo>
                <a:lnTo>
                  <a:pt x="1958" y="722"/>
                </a:lnTo>
                <a:lnTo>
                  <a:pt x="1958" y="729"/>
                </a:lnTo>
                <a:close/>
                <a:moveTo>
                  <a:pt x="1975" y="729"/>
                </a:moveTo>
                <a:lnTo>
                  <a:pt x="1982" y="729"/>
                </a:lnTo>
                <a:lnTo>
                  <a:pt x="1982" y="722"/>
                </a:lnTo>
                <a:lnTo>
                  <a:pt x="1975" y="722"/>
                </a:lnTo>
                <a:lnTo>
                  <a:pt x="1975" y="729"/>
                </a:lnTo>
                <a:close/>
                <a:moveTo>
                  <a:pt x="1991" y="729"/>
                </a:moveTo>
                <a:lnTo>
                  <a:pt x="1998" y="729"/>
                </a:lnTo>
                <a:lnTo>
                  <a:pt x="1998" y="722"/>
                </a:lnTo>
                <a:lnTo>
                  <a:pt x="1991" y="722"/>
                </a:lnTo>
                <a:lnTo>
                  <a:pt x="1991" y="729"/>
                </a:lnTo>
                <a:close/>
                <a:moveTo>
                  <a:pt x="2008" y="729"/>
                </a:moveTo>
                <a:lnTo>
                  <a:pt x="2015" y="729"/>
                </a:lnTo>
                <a:lnTo>
                  <a:pt x="2015" y="722"/>
                </a:lnTo>
                <a:lnTo>
                  <a:pt x="2008" y="722"/>
                </a:lnTo>
                <a:lnTo>
                  <a:pt x="2008" y="729"/>
                </a:lnTo>
                <a:close/>
                <a:moveTo>
                  <a:pt x="2024" y="729"/>
                </a:moveTo>
                <a:lnTo>
                  <a:pt x="2031" y="729"/>
                </a:lnTo>
                <a:lnTo>
                  <a:pt x="2031" y="722"/>
                </a:lnTo>
                <a:lnTo>
                  <a:pt x="2024" y="722"/>
                </a:lnTo>
                <a:lnTo>
                  <a:pt x="2024" y="729"/>
                </a:lnTo>
                <a:close/>
                <a:moveTo>
                  <a:pt x="2041" y="729"/>
                </a:moveTo>
                <a:lnTo>
                  <a:pt x="2048" y="729"/>
                </a:lnTo>
                <a:lnTo>
                  <a:pt x="2048" y="722"/>
                </a:lnTo>
                <a:lnTo>
                  <a:pt x="2041" y="722"/>
                </a:lnTo>
                <a:lnTo>
                  <a:pt x="2041" y="729"/>
                </a:lnTo>
                <a:close/>
                <a:moveTo>
                  <a:pt x="2057" y="729"/>
                </a:moveTo>
                <a:lnTo>
                  <a:pt x="2065" y="729"/>
                </a:lnTo>
                <a:lnTo>
                  <a:pt x="2065" y="722"/>
                </a:lnTo>
                <a:lnTo>
                  <a:pt x="2057" y="722"/>
                </a:lnTo>
                <a:lnTo>
                  <a:pt x="2057" y="729"/>
                </a:lnTo>
                <a:close/>
                <a:moveTo>
                  <a:pt x="2074" y="729"/>
                </a:moveTo>
                <a:lnTo>
                  <a:pt x="2081" y="729"/>
                </a:lnTo>
                <a:lnTo>
                  <a:pt x="2081" y="722"/>
                </a:lnTo>
                <a:lnTo>
                  <a:pt x="2074" y="722"/>
                </a:lnTo>
                <a:lnTo>
                  <a:pt x="2074" y="729"/>
                </a:lnTo>
                <a:close/>
                <a:moveTo>
                  <a:pt x="2091" y="729"/>
                </a:moveTo>
                <a:lnTo>
                  <a:pt x="2098" y="729"/>
                </a:lnTo>
                <a:lnTo>
                  <a:pt x="2098" y="722"/>
                </a:lnTo>
                <a:lnTo>
                  <a:pt x="2091" y="722"/>
                </a:lnTo>
                <a:lnTo>
                  <a:pt x="2091" y="729"/>
                </a:lnTo>
                <a:close/>
                <a:moveTo>
                  <a:pt x="2107" y="729"/>
                </a:moveTo>
                <a:lnTo>
                  <a:pt x="2114" y="729"/>
                </a:lnTo>
                <a:lnTo>
                  <a:pt x="2114" y="722"/>
                </a:lnTo>
                <a:lnTo>
                  <a:pt x="2107" y="722"/>
                </a:lnTo>
                <a:lnTo>
                  <a:pt x="2107" y="729"/>
                </a:lnTo>
                <a:close/>
                <a:moveTo>
                  <a:pt x="2124" y="729"/>
                </a:moveTo>
                <a:lnTo>
                  <a:pt x="2131" y="729"/>
                </a:lnTo>
                <a:lnTo>
                  <a:pt x="2131" y="722"/>
                </a:lnTo>
                <a:lnTo>
                  <a:pt x="2124" y="722"/>
                </a:lnTo>
                <a:lnTo>
                  <a:pt x="2124" y="729"/>
                </a:lnTo>
                <a:close/>
                <a:moveTo>
                  <a:pt x="2140" y="729"/>
                </a:moveTo>
                <a:lnTo>
                  <a:pt x="2147" y="729"/>
                </a:lnTo>
                <a:lnTo>
                  <a:pt x="2147" y="722"/>
                </a:lnTo>
                <a:lnTo>
                  <a:pt x="2140" y="722"/>
                </a:lnTo>
                <a:lnTo>
                  <a:pt x="2140" y="729"/>
                </a:lnTo>
                <a:close/>
                <a:moveTo>
                  <a:pt x="2159" y="729"/>
                </a:moveTo>
                <a:lnTo>
                  <a:pt x="2164" y="729"/>
                </a:lnTo>
                <a:lnTo>
                  <a:pt x="2164" y="722"/>
                </a:lnTo>
                <a:lnTo>
                  <a:pt x="2159" y="722"/>
                </a:lnTo>
                <a:lnTo>
                  <a:pt x="2159" y="729"/>
                </a:lnTo>
                <a:close/>
                <a:moveTo>
                  <a:pt x="2176" y="729"/>
                </a:moveTo>
                <a:lnTo>
                  <a:pt x="2183" y="729"/>
                </a:lnTo>
                <a:lnTo>
                  <a:pt x="2183" y="722"/>
                </a:lnTo>
                <a:lnTo>
                  <a:pt x="2176" y="722"/>
                </a:lnTo>
                <a:lnTo>
                  <a:pt x="2176" y="729"/>
                </a:lnTo>
                <a:close/>
                <a:moveTo>
                  <a:pt x="2192" y="729"/>
                </a:moveTo>
                <a:lnTo>
                  <a:pt x="2200" y="729"/>
                </a:lnTo>
                <a:lnTo>
                  <a:pt x="2200" y="722"/>
                </a:lnTo>
                <a:lnTo>
                  <a:pt x="2192" y="722"/>
                </a:lnTo>
                <a:lnTo>
                  <a:pt x="2192" y="729"/>
                </a:lnTo>
                <a:close/>
                <a:moveTo>
                  <a:pt x="2209" y="729"/>
                </a:moveTo>
                <a:lnTo>
                  <a:pt x="2216" y="729"/>
                </a:lnTo>
                <a:lnTo>
                  <a:pt x="2216" y="722"/>
                </a:lnTo>
                <a:lnTo>
                  <a:pt x="2209" y="722"/>
                </a:lnTo>
                <a:lnTo>
                  <a:pt x="2209" y="729"/>
                </a:lnTo>
                <a:close/>
                <a:moveTo>
                  <a:pt x="2226" y="729"/>
                </a:moveTo>
                <a:lnTo>
                  <a:pt x="2233" y="729"/>
                </a:lnTo>
                <a:lnTo>
                  <a:pt x="2233" y="722"/>
                </a:lnTo>
                <a:lnTo>
                  <a:pt x="2226" y="722"/>
                </a:lnTo>
                <a:lnTo>
                  <a:pt x="2226" y="729"/>
                </a:lnTo>
                <a:close/>
                <a:moveTo>
                  <a:pt x="2242" y="729"/>
                </a:moveTo>
                <a:lnTo>
                  <a:pt x="2249" y="729"/>
                </a:lnTo>
                <a:lnTo>
                  <a:pt x="2249" y="722"/>
                </a:lnTo>
                <a:lnTo>
                  <a:pt x="2242" y="722"/>
                </a:lnTo>
                <a:lnTo>
                  <a:pt x="2242" y="729"/>
                </a:lnTo>
                <a:close/>
                <a:moveTo>
                  <a:pt x="2259" y="729"/>
                </a:moveTo>
                <a:lnTo>
                  <a:pt x="2266" y="729"/>
                </a:lnTo>
                <a:lnTo>
                  <a:pt x="2266" y="722"/>
                </a:lnTo>
                <a:lnTo>
                  <a:pt x="2259" y="722"/>
                </a:lnTo>
                <a:lnTo>
                  <a:pt x="2259" y="729"/>
                </a:lnTo>
                <a:close/>
                <a:moveTo>
                  <a:pt x="2275" y="729"/>
                </a:moveTo>
                <a:lnTo>
                  <a:pt x="2282" y="729"/>
                </a:lnTo>
                <a:lnTo>
                  <a:pt x="2282" y="722"/>
                </a:lnTo>
                <a:lnTo>
                  <a:pt x="2275" y="722"/>
                </a:lnTo>
                <a:lnTo>
                  <a:pt x="2275" y="729"/>
                </a:lnTo>
                <a:close/>
                <a:moveTo>
                  <a:pt x="2292" y="729"/>
                </a:moveTo>
                <a:lnTo>
                  <a:pt x="2299" y="729"/>
                </a:lnTo>
                <a:lnTo>
                  <a:pt x="2299" y="722"/>
                </a:lnTo>
                <a:lnTo>
                  <a:pt x="2292" y="722"/>
                </a:lnTo>
                <a:lnTo>
                  <a:pt x="2292" y="729"/>
                </a:lnTo>
                <a:close/>
                <a:moveTo>
                  <a:pt x="2308" y="729"/>
                </a:moveTo>
                <a:lnTo>
                  <a:pt x="2316" y="729"/>
                </a:lnTo>
                <a:lnTo>
                  <a:pt x="2316" y="722"/>
                </a:lnTo>
                <a:lnTo>
                  <a:pt x="2308" y="722"/>
                </a:lnTo>
                <a:lnTo>
                  <a:pt x="2308" y="729"/>
                </a:lnTo>
                <a:close/>
                <a:moveTo>
                  <a:pt x="2325" y="729"/>
                </a:moveTo>
                <a:lnTo>
                  <a:pt x="2332" y="729"/>
                </a:lnTo>
                <a:lnTo>
                  <a:pt x="2332" y="722"/>
                </a:lnTo>
                <a:lnTo>
                  <a:pt x="2325" y="722"/>
                </a:lnTo>
                <a:lnTo>
                  <a:pt x="2325" y="729"/>
                </a:lnTo>
                <a:close/>
                <a:moveTo>
                  <a:pt x="2342" y="729"/>
                </a:moveTo>
                <a:lnTo>
                  <a:pt x="2349" y="729"/>
                </a:lnTo>
                <a:lnTo>
                  <a:pt x="2349" y="722"/>
                </a:lnTo>
                <a:lnTo>
                  <a:pt x="2342" y="722"/>
                </a:lnTo>
                <a:lnTo>
                  <a:pt x="2342" y="729"/>
                </a:lnTo>
                <a:close/>
                <a:moveTo>
                  <a:pt x="2358" y="729"/>
                </a:moveTo>
                <a:lnTo>
                  <a:pt x="2365" y="729"/>
                </a:lnTo>
                <a:lnTo>
                  <a:pt x="2365" y="722"/>
                </a:lnTo>
                <a:lnTo>
                  <a:pt x="2358" y="722"/>
                </a:lnTo>
                <a:lnTo>
                  <a:pt x="2358" y="729"/>
                </a:lnTo>
                <a:close/>
                <a:moveTo>
                  <a:pt x="2375" y="729"/>
                </a:moveTo>
                <a:lnTo>
                  <a:pt x="2382" y="729"/>
                </a:lnTo>
                <a:lnTo>
                  <a:pt x="2382" y="722"/>
                </a:lnTo>
                <a:lnTo>
                  <a:pt x="2375" y="722"/>
                </a:lnTo>
                <a:lnTo>
                  <a:pt x="2375" y="729"/>
                </a:lnTo>
                <a:close/>
                <a:moveTo>
                  <a:pt x="2391" y="729"/>
                </a:moveTo>
                <a:lnTo>
                  <a:pt x="2398" y="729"/>
                </a:lnTo>
                <a:lnTo>
                  <a:pt x="2398" y="722"/>
                </a:lnTo>
                <a:lnTo>
                  <a:pt x="2391" y="722"/>
                </a:lnTo>
                <a:lnTo>
                  <a:pt x="2391" y="729"/>
                </a:lnTo>
                <a:close/>
                <a:moveTo>
                  <a:pt x="2408" y="729"/>
                </a:moveTo>
                <a:lnTo>
                  <a:pt x="2415" y="729"/>
                </a:lnTo>
                <a:lnTo>
                  <a:pt x="2415" y="722"/>
                </a:lnTo>
                <a:lnTo>
                  <a:pt x="2408" y="722"/>
                </a:lnTo>
                <a:lnTo>
                  <a:pt x="2408" y="729"/>
                </a:lnTo>
                <a:close/>
                <a:moveTo>
                  <a:pt x="2427" y="729"/>
                </a:moveTo>
                <a:lnTo>
                  <a:pt x="2434" y="729"/>
                </a:lnTo>
                <a:lnTo>
                  <a:pt x="2434" y="722"/>
                </a:lnTo>
                <a:lnTo>
                  <a:pt x="2427" y="722"/>
                </a:lnTo>
                <a:lnTo>
                  <a:pt x="2427" y="729"/>
                </a:lnTo>
                <a:close/>
                <a:moveTo>
                  <a:pt x="2443" y="729"/>
                </a:moveTo>
                <a:lnTo>
                  <a:pt x="2451" y="729"/>
                </a:lnTo>
                <a:lnTo>
                  <a:pt x="2451" y="722"/>
                </a:lnTo>
                <a:lnTo>
                  <a:pt x="2443" y="722"/>
                </a:lnTo>
                <a:lnTo>
                  <a:pt x="2443" y="729"/>
                </a:lnTo>
                <a:close/>
                <a:moveTo>
                  <a:pt x="2460" y="729"/>
                </a:moveTo>
                <a:lnTo>
                  <a:pt x="2467" y="729"/>
                </a:lnTo>
                <a:lnTo>
                  <a:pt x="2467" y="722"/>
                </a:lnTo>
                <a:lnTo>
                  <a:pt x="2460" y="722"/>
                </a:lnTo>
                <a:lnTo>
                  <a:pt x="2460" y="729"/>
                </a:lnTo>
                <a:close/>
                <a:moveTo>
                  <a:pt x="2477" y="729"/>
                </a:moveTo>
                <a:lnTo>
                  <a:pt x="2484" y="729"/>
                </a:lnTo>
                <a:lnTo>
                  <a:pt x="2484" y="722"/>
                </a:lnTo>
                <a:lnTo>
                  <a:pt x="2477" y="722"/>
                </a:lnTo>
                <a:lnTo>
                  <a:pt x="2477" y="729"/>
                </a:lnTo>
                <a:close/>
                <a:moveTo>
                  <a:pt x="485" y="746"/>
                </a:moveTo>
                <a:lnTo>
                  <a:pt x="492" y="746"/>
                </a:lnTo>
                <a:lnTo>
                  <a:pt x="492" y="738"/>
                </a:lnTo>
                <a:lnTo>
                  <a:pt x="485" y="738"/>
                </a:lnTo>
                <a:lnTo>
                  <a:pt x="485" y="746"/>
                </a:lnTo>
                <a:close/>
                <a:moveTo>
                  <a:pt x="502" y="746"/>
                </a:moveTo>
                <a:lnTo>
                  <a:pt x="509" y="746"/>
                </a:lnTo>
                <a:lnTo>
                  <a:pt x="509" y="738"/>
                </a:lnTo>
                <a:lnTo>
                  <a:pt x="502" y="738"/>
                </a:lnTo>
                <a:lnTo>
                  <a:pt x="502" y="746"/>
                </a:lnTo>
                <a:close/>
                <a:moveTo>
                  <a:pt x="518" y="746"/>
                </a:moveTo>
                <a:lnTo>
                  <a:pt x="525" y="746"/>
                </a:lnTo>
                <a:lnTo>
                  <a:pt x="525" y="738"/>
                </a:lnTo>
                <a:lnTo>
                  <a:pt x="518" y="738"/>
                </a:lnTo>
                <a:lnTo>
                  <a:pt x="518" y="746"/>
                </a:lnTo>
                <a:close/>
                <a:moveTo>
                  <a:pt x="535" y="746"/>
                </a:moveTo>
                <a:lnTo>
                  <a:pt x="542" y="746"/>
                </a:lnTo>
                <a:lnTo>
                  <a:pt x="542" y="738"/>
                </a:lnTo>
                <a:lnTo>
                  <a:pt x="535" y="738"/>
                </a:lnTo>
                <a:lnTo>
                  <a:pt x="535" y="746"/>
                </a:lnTo>
                <a:close/>
                <a:moveTo>
                  <a:pt x="551" y="746"/>
                </a:moveTo>
                <a:lnTo>
                  <a:pt x="559" y="746"/>
                </a:lnTo>
                <a:lnTo>
                  <a:pt x="559" y="738"/>
                </a:lnTo>
                <a:lnTo>
                  <a:pt x="551" y="738"/>
                </a:lnTo>
                <a:lnTo>
                  <a:pt x="551" y="746"/>
                </a:lnTo>
                <a:close/>
                <a:moveTo>
                  <a:pt x="568" y="746"/>
                </a:moveTo>
                <a:lnTo>
                  <a:pt x="575" y="746"/>
                </a:lnTo>
                <a:lnTo>
                  <a:pt x="575" y="738"/>
                </a:lnTo>
                <a:lnTo>
                  <a:pt x="568" y="738"/>
                </a:lnTo>
                <a:lnTo>
                  <a:pt x="568" y="746"/>
                </a:lnTo>
                <a:close/>
                <a:moveTo>
                  <a:pt x="585" y="746"/>
                </a:moveTo>
                <a:lnTo>
                  <a:pt x="592" y="746"/>
                </a:lnTo>
                <a:lnTo>
                  <a:pt x="592" y="738"/>
                </a:lnTo>
                <a:lnTo>
                  <a:pt x="585" y="738"/>
                </a:lnTo>
                <a:lnTo>
                  <a:pt x="585" y="746"/>
                </a:lnTo>
                <a:close/>
                <a:moveTo>
                  <a:pt x="601" y="746"/>
                </a:moveTo>
                <a:lnTo>
                  <a:pt x="608" y="746"/>
                </a:lnTo>
                <a:lnTo>
                  <a:pt x="608" y="738"/>
                </a:lnTo>
                <a:lnTo>
                  <a:pt x="601" y="738"/>
                </a:lnTo>
                <a:lnTo>
                  <a:pt x="601" y="746"/>
                </a:lnTo>
                <a:close/>
                <a:moveTo>
                  <a:pt x="620" y="746"/>
                </a:moveTo>
                <a:lnTo>
                  <a:pt x="625" y="746"/>
                </a:lnTo>
                <a:lnTo>
                  <a:pt x="625" y="738"/>
                </a:lnTo>
                <a:lnTo>
                  <a:pt x="620" y="738"/>
                </a:lnTo>
                <a:lnTo>
                  <a:pt x="620" y="746"/>
                </a:lnTo>
                <a:close/>
                <a:moveTo>
                  <a:pt x="637" y="746"/>
                </a:moveTo>
                <a:lnTo>
                  <a:pt x="644" y="746"/>
                </a:lnTo>
                <a:lnTo>
                  <a:pt x="644" y="738"/>
                </a:lnTo>
                <a:lnTo>
                  <a:pt x="637" y="738"/>
                </a:lnTo>
                <a:lnTo>
                  <a:pt x="637" y="746"/>
                </a:lnTo>
                <a:close/>
                <a:moveTo>
                  <a:pt x="769" y="746"/>
                </a:moveTo>
                <a:lnTo>
                  <a:pt x="776" y="746"/>
                </a:lnTo>
                <a:lnTo>
                  <a:pt x="776" y="738"/>
                </a:lnTo>
                <a:lnTo>
                  <a:pt x="769" y="738"/>
                </a:lnTo>
                <a:lnTo>
                  <a:pt x="769" y="746"/>
                </a:lnTo>
                <a:close/>
                <a:moveTo>
                  <a:pt x="786" y="746"/>
                </a:moveTo>
                <a:lnTo>
                  <a:pt x="793" y="746"/>
                </a:lnTo>
                <a:lnTo>
                  <a:pt x="793" y="738"/>
                </a:lnTo>
                <a:lnTo>
                  <a:pt x="786" y="738"/>
                </a:lnTo>
                <a:lnTo>
                  <a:pt x="786" y="746"/>
                </a:lnTo>
                <a:close/>
                <a:moveTo>
                  <a:pt x="802" y="746"/>
                </a:moveTo>
                <a:lnTo>
                  <a:pt x="810" y="746"/>
                </a:lnTo>
                <a:lnTo>
                  <a:pt x="810" y="738"/>
                </a:lnTo>
                <a:lnTo>
                  <a:pt x="802" y="738"/>
                </a:lnTo>
                <a:lnTo>
                  <a:pt x="802" y="746"/>
                </a:lnTo>
                <a:close/>
                <a:moveTo>
                  <a:pt x="1338" y="746"/>
                </a:moveTo>
                <a:lnTo>
                  <a:pt x="1345" y="746"/>
                </a:lnTo>
                <a:lnTo>
                  <a:pt x="1345" y="738"/>
                </a:lnTo>
                <a:lnTo>
                  <a:pt x="1338" y="738"/>
                </a:lnTo>
                <a:lnTo>
                  <a:pt x="1338" y="746"/>
                </a:lnTo>
                <a:close/>
                <a:moveTo>
                  <a:pt x="1354" y="746"/>
                </a:moveTo>
                <a:lnTo>
                  <a:pt x="1361" y="746"/>
                </a:lnTo>
                <a:lnTo>
                  <a:pt x="1361" y="738"/>
                </a:lnTo>
                <a:lnTo>
                  <a:pt x="1354" y="738"/>
                </a:lnTo>
                <a:lnTo>
                  <a:pt x="1354" y="746"/>
                </a:lnTo>
                <a:close/>
                <a:moveTo>
                  <a:pt x="1371" y="746"/>
                </a:moveTo>
                <a:lnTo>
                  <a:pt x="1378" y="746"/>
                </a:lnTo>
                <a:lnTo>
                  <a:pt x="1378" y="738"/>
                </a:lnTo>
                <a:lnTo>
                  <a:pt x="1371" y="738"/>
                </a:lnTo>
                <a:lnTo>
                  <a:pt x="1371" y="746"/>
                </a:lnTo>
                <a:close/>
                <a:moveTo>
                  <a:pt x="1390" y="746"/>
                </a:moveTo>
                <a:lnTo>
                  <a:pt x="1394" y="746"/>
                </a:lnTo>
                <a:lnTo>
                  <a:pt x="1394" y="738"/>
                </a:lnTo>
                <a:lnTo>
                  <a:pt x="1390" y="738"/>
                </a:lnTo>
                <a:lnTo>
                  <a:pt x="1390" y="746"/>
                </a:lnTo>
                <a:close/>
                <a:moveTo>
                  <a:pt x="1406" y="746"/>
                </a:moveTo>
                <a:lnTo>
                  <a:pt x="1413" y="746"/>
                </a:lnTo>
                <a:lnTo>
                  <a:pt x="1413" y="738"/>
                </a:lnTo>
                <a:lnTo>
                  <a:pt x="1406" y="738"/>
                </a:lnTo>
                <a:lnTo>
                  <a:pt x="1406" y="746"/>
                </a:lnTo>
                <a:close/>
                <a:moveTo>
                  <a:pt x="1423" y="746"/>
                </a:moveTo>
                <a:lnTo>
                  <a:pt x="1430" y="746"/>
                </a:lnTo>
                <a:lnTo>
                  <a:pt x="1430" y="738"/>
                </a:lnTo>
                <a:lnTo>
                  <a:pt x="1423" y="738"/>
                </a:lnTo>
                <a:lnTo>
                  <a:pt x="1423" y="746"/>
                </a:lnTo>
                <a:close/>
                <a:moveTo>
                  <a:pt x="1439" y="746"/>
                </a:moveTo>
                <a:lnTo>
                  <a:pt x="1447" y="746"/>
                </a:lnTo>
                <a:lnTo>
                  <a:pt x="1447" y="738"/>
                </a:lnTo>
                <a:lnTo>
                  <a:pt x="1439" y="738"/>
                </a:lnTo>
                <a:lnTo>
                  <a:pt x="1439" y="746"/>
                </a:lnTo>
                <a:close/>
                <a:moveTo>
                  <a:pt x="1456" y="746"/>
                </a:moveTo>
                <a:lnTo>
                  <a:pt x="1463" y="746"/>
                </a:lnTo>
                <a:lnTo>
                  <a:pt x="1463" y="738"/>
                </a:lnTo>
                <a:lnTo>
                  <a:pt x="1456" y="738"/>
                </a:lnTo>
                <a:lnTo>
                  <a:pt x="1456" y="746"/>
                </a:lnTo>
                <a:close/>
                <a:moveTo>
                  <a:pt x="1473" y="746"/>
                </a:moveTo>
                <a:lnTo>
                  <a:pt x="1480" y="746"/>
                </a:lnTo>
                <a:lnTo>
                  <a:pt x="1480" y="738"/>
                </a:lnTo>
                <a:lnTo>
                  <a:pt x="1473" y="738"/>
                </a:lnTo>
                <a:lnTo>
                  <a:pt x="1473" y="746"/>
                </a:lnTo>
                <a:close/>
                <a:moveTo>
                  <a:pt x="1489" y="746"/>
                </a:moveTo>
                <a:lnTo>
                  <a:pt x="1496" y="746"/>
                </a:lnTo>
                <a:lnTo>
                  <a:pt x="1496" y="738"/>
                </a:lnTo>
                <a:lnTo>
                  <a:pt x="1489" y="738"/>
                </a:lnTo>
                <a:lnTo>
                  <a:pt x="1489" y="746"/>
                </a:lnTo>
                <a:close/>
                <a:moveTo>
                  <a:pt x="1506" y="746"/>
                </a:moveTo>
                <a:lnTo>
                  <a:pt x="1513" y="746"/>
                </a:lnTo>
                <a:lnTo>
                  <a:pt x="1513" y="738"/>
                </a:lnTo>
                <a:lnTo>
                  <a:pt x="1506" y="738"/>
                </a:lnTo>
                <a:lnTo>
                  <a:pt x="1506" y="746"/>
                </a:lnTo>
                <a:close/>
                <a:moveTo>
                  <a:pt x="1522" y="746"/>
                </a:moveTo>
                <a:lnTo>
                  <a:pt x="1529" y="746"/>
                </a:lnTo>
                <a:lnTo>
                  <a:pt x="1529" y="738"/>
                </a:lnTo>
                <a:lnTo>
                  <a:pt x="1522" y="738"/>
                </a:lnTo>
                <a:lnTo>
                  <a:pt x="1522" y="746"/>
                </a:lnTo>
                <a:close/>
                <a:moveTo>
                  <a:pt x="1539" y="746"/>
                </a:moveTo>
                <a:lnTo>
                  <a:pt x="1546" y="746"/>
                </a:lnTo>
                <a:lnTo>
                  <a:pt x="1546" y="738"/>
                </a:lnTo>
                <a:lnTo>
                  <a:pt x="1539" y="738"/>
                </a:lnTo>
                <a:lnTo>
                  <a:pt x="1539" y="746"/>
                </a:lnTo>
                <a:close/>
                <a:moveTo>
                  <a:pt x="1555" y="746"/>
                </a:moveTo>
                <a:lnTo>
                  <a:pt x="1563" y="746"/>
                </a:lnTo>
                <a:lnTo>
                  <a:pt x="1563" y="738"/>
                </a:lnTo>
                <a:lnTo>
                  <a:pt x="1555" y="738"/>
                </a:lnTo>
                <a:lnTo>
                  <a:pt x="1555" y="746"/>
                </a:lnTo>
                <a:close/>
                <a:moveTo>
                  <a:pt x="1572" y="746"/>
                </a:moveTo>
                <a:lnTo>
                  <a:pt x="1579" y="746"/>
                </a:lnTo>
                <a:lnTo>
                  <a:pt x="1579" y="738"/>
                </a:lnTo>
                <a:lnTo>
                  <a:pt x="1572" y="738"/>
                </a:lnTo>
                <a:lnTo>
                  <a:pt x="1572" y="746"/>
                </a:lnTo>
                <a:close/>
                <a:moveTo>
                  <a:pt x="1589" y="746"/>
                </a:moveTo>
                <a:lnTo>
                  <a:pt x="1596" y="746"/>
                </a:lnTo>
                <a:lnTo>
                  <a:pt x="1596" y="738"/>
                </a:lnTo>
                <a:lnTo>
                  <a:pt x="1589" y="738"/>
                </a:lnTo>
                <a:lnTo>
                  <a:pt x="1589" y="746"/>
                </a:lnTo>
                <a:close/>
                <a:moveTo>
                  <a:pt x="1605" y="746"/>
                </a:moveTo>
                <a:lnTo>
                  <a:pt x="1612" y="746"/>
                </a:lnTo>
                <a:lnTo>
                  <a:pt x="1612" y="738"/>
                </a:lnTo>
                <a:lnTo>
                  <a:pt x="1605" y="738"/>
                </a:lnTo>
                <a:lnTo>
                  <a:pt x="1605" y="746"/>
                </a:lnTo>
                <a:close/>
                <a:moveTo>
                  <a:pt x="1622" y="746"/>
                </a:moveTo>
                <a:lnTo>
                  <a:pt x="1629" y="746"/>
                </a:lnTo>
                <a:lnTo>
                  <a:pt x="1629" y="738"/>
                </a:lnTo>
                <a:lnTo>
                  <a:pt x="1622" y="738"/>
                </a:lnTo>
                <a:lnTo>
                  <a:pt x="1622" y="746"/>
                </a:lnTo>
                <a:close/>
                <a:moveTo>
                  <a:pt x="1638" y="746"/>
                </a:moveTo>
                <a:lnTo>
                  <a:pt x="1645" y="746"/>
                </a:lnTo>
                <a:lnTo>
                  <a:pt x="1645" y="738"/>
                </a:lnTo>
                <a:lnTo>
                  <a:pt x="1638" y="738"/>
                </a:lnTo>
                <a:lnTo>
                  <a:pt x="1638" y="746"/>
                </a:lnTo>
                <a:close/>
                <a:moveTo>
                  <a:pt x="1657" y="746"/>
                </a:moveTo>
                <a:lnTo>
                  <a:pt x="1664" y="746"/>
                </a:lnTo>
                <a:lnTo>
                  <a:pt x="1664" y="738"/>
                </a:lnTo>
                <a:lnTo>
                  <a:pt x="1657" y="738"/>
                </a:lnTo>
                <a:lnTo>
                  <a:pt x="1657" y="746"/>
                </a:lnTo>
                <a:close/>
                <a:moveTo>
                  <a:pt x="1674" y="746"/>
                </a:moveTo>
                <a:lnTo>
                  <a:pt x="1681" y="746"/>
                </a:lnTo>
                <a:lnTo>
                  <a:pt x="1681" y="738"/>
                </a:lnTo>
                <a:lnTo>
                  <a:pt x="1674" y="738"/>
                </a:lnTo>
                <a:lnTo>
                  <a:pt x="1674" y="746"/>
                </a:lnTo>
                <a:close/>
                <a:moveTo>
                  <a:pt x="1690" y="746"/>
                </a:moveTo>
                <a:lnTo>
                  <a:pt x="1698" y="746"/>
                </a:lnTo>
                <a:lnTo>
                  <a:pt x="1698" y="738"/>
                </a:lnTo>
                <a:lnTo>
                  <a:pt x="1690" y="738"/>
                </a:lnTo>
                <a:lnTo>
                  <a:pt x="1690" y="746"/>
                </a:lnTo>
                <a:close/>
                <a:moveTo>
                  <a:pt x="1707" y="746"/>
                </a:moveTo>
                <a:lnTo>
                  <a:pt x="1714" y="746"/>
                </a:lnTo>
                <a:lnTo>
                  <a:pt x="1714" y="738"/>
                </a:lnTo>
                <a:lnTo>
                  <a:pt x="1707" y="738"/>
                </a:lnTo>
                <a:lnTo>
                  <a:pt x="1707" y="746"/>
                </a:lnTo>
                <a:close/>
                <a:moveTo>
                  <a:pt x="1724" y="746"/>
                </a:moveTo>
                <a:lnTo>
                  <a:pt x="1731" y="746"/>
                </a:lnTo>
                <a:lnTo>
                  <a:pt x="1731" y="738"/>
                </a:lnTo>
                <a:lnTo>
                  <a:pt x="1724" y="738"/>
                </a:lnTo>
                <a:lnTo>
                  <a:pt x="1724" y="746"/>
                </a:lnTo>
                <a:close/>
                <a:moveTo>
                  <a:pt x="1740" y="746"/>
                </a:moveTo>
                <a:lnTo>
                  <a:pt x="1747" y="746"/>
                </a:lnTo>
                <a:lnTo>
                  <a:pt x="1747" y="738"/>
                </a:lnTo>
                <a:lnTo>
                  <a:pt x="1740" y="738"/>
                </a:lnTo>
                <a:lnTo>
                  <a:pt x="1740" y="746"/>
                </a:lnTo>
                <a:close/>
                <a:moveTo>
                  <a:pt x="1757" y="746"/>
                </a:moveTo>
                <a:lnTo>
                  <a:pt x="1764" y="746"/>
                </a:lnTo>
                <a:lnTo>
                  <a:pt x="1764" y="738"/>
                </a:lnTo>
                <a:lnTo>
                  <a:pt x="1757" y="738"/>
                </a:lnTo>
                <a:lnTo>
                  <a:pt x="1757" y="746"/>
                </a:lnTo>
                <a:close/>
                <a:moveTo>
                  <a:pt x="1773" y="746"/>
                </a:moveTo>
                <a:lnTo>
                  <a:pt x="1780" y="746"/>
                </a:lnTo>
                <a:lnTo>
                  <a:pt x="1780" y="738"/>
                </a:lnTo>
                <a:lnTo>
                  <a:pt x="1773" y="738"/>
                </a:lnTo>
                <a:lnTo>
                  <a:pt x="1773" y="746"/>
                </a:lnTo>
                <a:close/>
                <a:moveTo>
                  <a:pt x="1790" y="746"/>
                </a:moveTo>
                <a:lnTo>
                  <a:pt x="1797" y="746"/>
                </a:lnTo>
                <a:lnTo>
                  <a:pt x="1797" y="738"/>
                </a:lnTo>
                <a:lnTo>
                  <a:pt x="1790" y="738"/>
                </a:lnTo>
                <a:lnTo>
                  <a:pt x="1790" y="746"/>
                </a:lnTo>
                <a:close/>
                <a:moveTo>
                  <a:pt x="1806" y="746"/>
                </a:moveTo>
                <a:lnTo>
                  <a:pt x="1814" y="746"/>
                </a:lnTo>
                <a:lnTo>
                  <a:pt x="1814" y="738"/>
                </a:lnTo>
                <a:lnTo>
                  <a:pt x="1806" y="738"/>
                </a:lnTo>
                <a:lnTo>
                  <a:pt x="1806" y="746"/>
                </a:lnTo>
                <a:close/>
                <a:moveTo>
                  <a:pt x="1823" y="746"/>
                </a:moveTo>
                <a:lnTo>
                  <a:pt x="1830" y="746"/>
                </a:lnTo>
                <a:lnTo>
                  <a:pt x="1830" y="738"/>
                </a:lnTo>
                <a:lnTo>
                  <a:pt x="1823" y="738"/>
                </a:lnTo>
                <a:lnTo>
                  <a:pt x="1823" y="746"/>
                </a:lnTo>
                <a:close/>
                <a:moveTo>
                  <a:pt x="1840" y="746"/>
                </a:moveTo>
                <a:lnTo>
                  <a:pt x="1847" y="746"/>
                </a:lnTo>
                <a:lnTo>
                  <a:pt x="1847" y="738"/>
                </a:lnTo>
                <a:lnTo>
                  <a:pt x="1840" y="738"/>
                </a:lnTo>
                <a:lnTo>
                  <a:pt x="1840" y="746"/>
                </a:lnTo>
                <a:close/>
                <a:moveTo>
                  <a:pt x="1856" y="746"/>
                </a:moveTo>
                <a:lnTo>
                  <a:pt x="1863" y="746"/>
                </a:lnTo>
                <a:lnTo>
                  <a:pt x="1863" y="738"/>
                </a:lnTo>
                <a:lnTo>
                  <a:pt x="1856" y="738"/>
                </a:lnTo>
                <a:lnTo>
                  <a:pt x="1856" y="746"/>
                </a:lnTo>
                <a:close/>
                <a:moveTo>
                  <a:pt x="1873" y="746"/>
                </a:moveTo>
                <a:lnTo>
                  <a:pt x="1880" y="746"/>
                </a:lnTo>
                <a:lnTo>
                  <a:pt x="1880" y="738"/>
                </a:lnTo>
                <a:lnTo>
                  <a:pt x="1873" y="738"/>
                </a:lnTo>
                <a:lnTo>
                  <a:pt x="1873" y="746"/>
                </a:lnTo>
                <a:close/>
                <a:moveTo>
                  <a:pt x="1889" y="746"/>
                </a:moveTo>
                <a:lnTo>
                  <a:pt x="1896" y="746"/>
                </a:lnTo>
                <a:lnTo>
                  <a:pt x="1896" y="738"/>
                </a:lnTo>
                <a:lnTo>
                  <a:pt x="1889" y="738"/>
                </a:lnTo>
                <a:lnTo>
                  <a:pt x="1889" y="746"/>
                </a:lnTo>
                <a:close/>
                <a:moveTo>
                  <a:pt x="1908" y="746"/>
                </a:moveTo>
                <a:lnTo>
                  <a:pt x="1915" y="746"/>
                </a:lnTo>
                <a:lnTo>
                  <a:pt x="1915" y="738"/>
                </a:lnTo>
                <a:lnTo>
                  <a:pt x="1908" y="738"/>
                </a:lnTo>
                <a:lnTo>
                  <a:pt x="1908" y="746"/>
                </a:lnTo>
                <a:close/>
                <a:moveTo>
                  <a:pt x="1925" y="746"/>
                </a:moveTo>
                <a:lnTo>
                  <a:pt x="1932" y="746"/>
                </a:lnTo>
                <a:lnTo>
                  <a:pt x="1932" y="738"/>
                </a:lnTo>
                <a:lnTo>
                  <a:pt x="1925" y="738"/>
                </a:lnTo>
                <a:lnTo>
                  <a:pt x="1925" y="746"/>
                </a:lnTo>
                <a:close/>
                <a:moveTo>
                  <a:pt x="1941" y="746"/>
                </a:moveTo>
                <a:lnTo>
                  <a:pt x="1949" y="746"/>
                </a:lnTo>
                <a:lnTo>
                  <a:pt x="1949" y="738"/>
                </a:lnTo>
                <a:lnTo>
                  <a:pt x="1941" y="738"/>
                </a:lnTo>
                <a:lnTo>
                  <a:pt x="1941" y="746"/>
                </a:lnTo>
                <a:close/>
                <a:moveTo>
                  <a:pt x="1958" y="746"/>
                </a:moveTo>
                <a:lnTo>
                  <a:pt x="1965" y="746"/>
                </a:lnTo>
                <a:lnTo>
                  <a:pt x="1965" y="738"/>
                </a:lnTo>
                <a:lnTo>
                  <a:pt x="1958" y="738"/>
                </a:lnTo>
                <a:lnTo>
                  <a:pt x="1958" y="746"/>
                </a:lnTo>
                <a:close/>
                <a:moveTo>
                  <a:pt x="1975" y="746"/>
                </a:moveTo>
                <a:lnTo>
                  <a:pt x="1982" y="746"/>
                </a:lnTo>
                <a:lnTo>
                  <a:pt x="1982" y="738"/>
                </a:lnTo>
                <a:lnTo>
                  <a:pt x="1975" y="738"/>
                </a:lnTo>
                <a:lnTo>
                  <a:pt x="1975" y="746"/>
                </a:lnTo>
                <a:close/>
                <a:moveTo>
                  <a:pt x="1991" y="746"/>
                </a:moveTo>
                <a:lnTo>
                  <a:pt x="1998" y="746"/>
                </a:lnTo>
                <a:lnTo>
                  <a:pt x="1998" y="738"/>
                </a:lnTo>
                <a:lnTo>
                  <a:pt x="1991" y="738"/>
                </a:lnTo>
                <a:lnTo>
                  <a:pt x="1991" y="746"/>
                </a:lnTo>
                <a:close/>
                <a:moveTo>
                  <a:pt x="2008" y="746"/>
                </a:moveTo>
                <a:lnTo>
                  <a:pt x="2015" y="746"/>
                </a:lnTo>
                <a:lnTo>
                  <a:pt x="2015" y="738"/>
                </a:lnTo>
                <a:lnTo>
                  <a:pt x="2008" y="738"/>
                </a:lnTo>
                <a:lnTo>
                  <a:pt x="2008" y="746"/>
                </a:lnTo>
                <a:close/>
                <a:moveTo>
                  <a:pt x="2024" y="746"/>
                </a:moveTo>
                <a:lnTo>
                  <a:pt x="2031" y="746"/>
                </a:lnTo>
                <a:lnTo>
                  <a:pt x="2031" y="738"/>
                </a:lnTo>
                <a:lnTo>
                  <a:pt x="2024" y="738"/>
                </a:lnTo>
                <a:lnTo>
                  <a:pt x="2024" y="746"/>
                </a:lnTo>
                <a:close/>
                <a:moveTo>
                  <a:pt x="2041" y="746"/>
                </a:moveTo>
                <a:lnTo>
                  <a:pt x="2048" y="746"/>
                </a:lnTo>
                <a:lnTo>
                  <a:pt x="2048" y="738"/>
                </a:lnTo>
                <a:lnTo>
                  <a:pt x="2041" y="738"/>
                </a:lnTo>
                <a:lnTo>
                  <a:pt x="2041" y="746"/>
                </a:lnTo>
                <a:close/>
                <a:moveTo>
                  <a:pt x="2057" y="746"/>
                </a:moveTo>
                <a:lnTo>
                  <a:pt x="2065" y="746"/>
                </a:lnTo>
                <a:lnTo>
                  <a:pt x="2065" y="738"/>
                </a:lnTo>
                <a:lnTo>
                  <a:pt x="2057" y="738"/>
                </a:lnTo>
                <a:lnTo>
                  <a:pt x="2057" y="746"/>
                </a:lnTo>
                <a:close/>
                <a:moveTo>
                  <a:pt x="2074" y="746"/>
                </a:moveTo>
                <a:lnTo>
                  <a:pt x="2081" y="746"/>
                </a:lnTo>
                <a:lnTo>
                  <a:pt x="2081" y="738"/>
                </a:lnTo>
                <a:lnTo>
                  <a:pt x="2074" y="738"/>
                </a:lnTo>
                <a:lnTo>
                  <a:pt x="2074" y="746"/>
                </a:lnTo>
                <a:close/>
                <a:moveTo>
                  <a:pt x="2091" y="746"/>
                </a:moveTo>
                <a:lnTo>
                  <a:pt x="2098" y="746"/>
                </a:lnTo>
                <a:lnTo>
                  <a:pt x="2098" y="738"/>
                </a:lnTo>
                <a:lnTo>
                  <a:pt x="2091" y="738"/>
                </a:lnTo>
                <a:lnTo>
                  <a:pt x="2091" y="746"/>
                </a:lnTo>
                <a:close/>
                <a:moveTo>
                  <a:pt x="2107" y="746"/>
                </a:moveTo>
                <a:lnTo>
                  <a:pt x="2114" y="746"/>
                </a:lnTo>
                <a:lnTo>
                  <a:pt x="2114" y="738"/>
                </a:lnTo>
                <a:lnTo>
                  <a:pt x="2107" y="738"/>
                </a:lnTo>
                <a:lnTo>
                  <a:pt x="2107" y="746"/>
                </a:lnTo>
                <a:close/>
                <a:moveTo>
                  <a:pt x="2124" y="746"/>
                </a:moveTo>
                <a:lnTo>
                  <a:pt x="2131" y="746"/>
                </a:lnTo>
                <a:lnTo>
                  <a:pt x="2131" y="738"/>
                </a:lnTo>
                <a:lnTo>
                  <a:pt x="2124" y="738"/>
                </a:lnTo>
                <a:lnTo>
                  <a:pt x="2124" y="746"/>
                </a:lnTo>
                <a:close/>
                <a:moveTo>
                  <a:pt x="2140" y="746"/>
                </a:moveTo>
                <a:lnTo>
                  <a:pt x="2147" y="746"/>
                </a:lnTo>
                <a:lnTo>
                  <a:pt x="2147" y="738"/>
                </a:lnTo>
                <a:lnTo>
                  <a:pt x="2140" y="738"/>
                </a:lnTo>
                <a:lnTo>
                  <a:pt x="2140" y="746"/>
                </a:lnTo>
                <a:close/>
                <a:moveTo>
                  <a:pt x="2159" y="746"/>
                </a:moveTo>
                <a:lnTo>
                  <a:pt x="2164" y="746"/>
                </a:lnTo>
                <a:lnTo>
                  <a:pt x="2164" y="738"/>
                </a:lnTo>
                <a:lnTo>
                  <a:pt x="2159" y="738"/>
                </a:lnTo>
                <a:lnTo>
                  <a:pt x="2159" y="746"/>
                </a:lnTo>
                <a:close/>
                <a:moveTo>
                  <a:pt x="2176" y="746"/>
                </a:moveTo>
                <a:lnTo>
                  <a:pt x="2183" y="746"/>
                </a:lnTo>
                <a:lnTo>
                  <a:pt x="2183" y="738"/>
                </a:lnTo>
                <a:lnTo>
                  <a:pt x="2176" y="738"/>
                </a:lnTo>
                <a:lnTo>
                  <a:pt x="2176" y="746"/>
                </a:lnTo>
                <a:close/>
                <a:moveTo>
                  <a:pt x="2192" y="746"/>
                </a:moveTo>
                <a:lnTo>
                  <a:pt x="2200" y="746"/>
                </a:lnTo>
                <a:lnTo>
                  <a:pt x="2200" y="738"/>
                </a:lnTo>
                <a:lnTo>
                  <a:pt x="2192" y="738"/>
                </a:lnTo>
                <a:lnTo>
                  <a:pt x="2192" y="746"/>
                </a:lnTo>
                <a:close/>
                <a:moveTo>
                  <a:pt x="2209" y="746"/>
                </a:moveTo>
                <a:lnTo>
                  <a:pt x="2216" y="746"/>
                </a:lnTo>
                <a:lnTo>
                  <a:pt x="2216" y="738"/>
                </a:lnTo>
                <a:lnTo>
                  <a:pt x="2209" y="738"/>
                </a:lnTo>
                <a:lnTo>
                  <a:pt x="2209" y="746"/>
                </a:lnTo>
                <a:close/>
                <a:moveTo>
                  <a:pt x="2226" y="746"/>
                </a:moveTo>
                <a:lnTo>
                  <a:pt x="2233" y="746"/>
                </a:lnTo>
                <a:lnTo>
                  <a:pt x="2233" y="738"/>
                </a:lnTo>
                <a:lnTo>
                  <a:pt x="2226" y="738"/>
                </a:lnTo>
                <a:lnTo>
                  <a:pt x="2226" y="746"/>
                </a:lnTo>
                <a:close/>
                <a:moveTo>
                  <a:pt x="2242" y="746"/>
                </a:moveTo>
                <a:lnTo>
                  <a:pt x="2249" y="746"/>
                </a:lnTo>
                <a:lnTo>
                  <a:pt x="2249" y="738"/>
                </a:lnTo>
                <a:lnTo>
                  <a:pt x="2242" y="738"/>
                </a:lnTo>
                <a:lnTo>
                  <a:pt x="2242" y="746"/>
                </a:lnTo>
                <a:close/>
                <a:moveTo>
                  <a:pt x="2259" y="746"/>
                </a:moveTo>
                <a:lnTo>
                  <a:pt x="2266" y="746"/>
                </a:lnTo>
                <a:lnTo>
                  <a:pt x="2266" y="738"/>
                </a:lnTo>
                <a:lnTo>
                  <a:pt x="2259" y="738"/>
                </a:lnTo>
                <a:lnTo>
                  <a:pt x="2259" y="746"/>
                </a:lnTo>
                <a:close/>
                <a:moveTo>
                  <a:pt x="2275" y="746"/>
                </a:moveTo>
                <a:lnTo>
                  <a:pt x="2282" y="746"/>
                </a:lnTo>
                <a:lnTo>
                  <a:pt x="2282" y="738"/>
                </a:lnTo>
                <a:lnTo>
                  <a:pt x="2275" y="738"/>
                </a:lnTo>
                <a:lnTo>
                  <a:pt x="2275" y="746"/>
                </a:lnTo>
                <a:close/>
                <a:moveTo>
                  <a:pt x="2292" y="746"/>
                </a:moveTo>
                <a:lnTo>
                  <a:pt x="2299" y="746"/>
                </a:lnTo>
                <a:lnTo>
                  <a:pt x="2299" y="738"/>
                </a:lnTo>
                <a:lnTo>
                  <a:pt x="2292" y="738"/>
                </a:lnTo>
                <a:lnTo>
                  <a:pt x="2292" y="746"/>
                </a:lnTo>
                <a:close/>
                <a:moveTo>
                  <a:pt x="2308" y="746"/>
                </a:moveTo>
                <a:lnTo>
                  <a:pt x="2316" y="746"/>
                </a:lnTo>
                <a:lnTo>
                  <a:pt x="2316" y="738"/>
                </a:lnTo>
                <a:lnTo>
                  <a:pt x="2308" y="738"/>
                </a:lnTo>
                <a:lnTo>
                  <a:pt x="2308" y="746"/>
                </a:lnTo>
                <a:close/>
                <a:moveTo>
                  <a:pt x="2325" y="746"/>
                </a:moveTo>
                <a:lnTo>
                  <a:pt x="2332" y="746"/>
                </a:lnTo>
                <a:lnTo>
                  <a:pt x="2332" y="738"/>
                </a:lnTo>
                <a:lnTo>
                  <a:pt x="2325" y="738"/>
                </a:lnTo>
                <a:lnTo>
                  <a:pt x="2325" y="746"/>
                </a:lnTo>
                <a:close/>
                <a:moveTo>
                  <a:pt x="2342" y="746"/>
                </a:moveTo>
                <a:lnTo>
                  <a:pt x="2349" y="746"/>
                </a:lnTo>
                <a:lnTo>
                  <a:pt x="2349" y="738"/>
                </a:lnTo>
                <a:lnTo>
                  <a:pt x="2342" y="738"/>
                </a:lnTo>
                <a:lnTo>
                  <a:pt x="2342" y="746"/>
                </a:lnTo>
                <a:close/>
                <a:moveTo>
                  <a:pt x="2358" y="746"/>
                </a:moveTo>
                <a:lnTo>
                  <a:pt x="2365" y="746"/>
                </a:lnTo>
                <a:lnTo>
                  <a:pt x="2365" y="738"/>
                </a:lnTo>
                <a:lnTo>
                  <a:pt x="2358" y="738"/>
                </a:lnTo>
                <a:lnTo>
                  <a:pt x="2358" y="746"/>
                </a:lnTo>
                <a:close/>
                <a:moveTo>
                  <a:pt x="2375" y="746"/>
                </a:moveTo>
                <a:lnTo>
                  <a:pt x="2382" y="746"/>
                </a:lnTo>
                <a:lnTo>
                  <a:pt x="2382" y="738"/>
                </a:lnTo>
                <a:lnTo>
                  <a:pt x="2375" y="738"/>
                </a:lnTo>
                <a:lnTo>
                  <a:pt x="2375" y="746"/>
                </a:lnTo>
                <a:close/>
                <a:moveTo>
                  <a:pt x="2391" y="746"/>
                </a:moveTo>
                <a:lnTo>
                  <a:pt x="2398" y="746"/>
                </a:lnTo>
                <a:lnTo>
                  <a:pt x="2398" y="738"/>
                </a:lnTo>
                <a:lnTo>
                  <a:pt x="2391" y="738"/>
                </a:lnTo>
                <a:lnTo>
                  <a:pt x="2391" y="746"/>
                </a:lnTo>
                <a:close/>
                <a:moveTo>
                  <a:pt x="2408" y="746"/>
                </a:moveTo>
                <a:lnTo>
                  <a:pt x="2415" y="746"/>
                </a:lnTo>
                <a:lnTo>
                  <a:pt x="2415" y="738"/>
                </a:lnTo>
                <a:lnTo>
                  <a:pt x="2408" y="738"/>
                </a:lnTo>
                <a:lnTo>
                  <a:pt x="2408" y="746"/>
                </a:lnTo>
                <a:close/>
                <a:moveTo>
                  <a:pt x="2427" y="746"/>
                </a:moveTo>
                <a:lnTo>
                  <a:pt x="2434" y="746"/>
                </a:lnTo>
                <a:lnTo>
                  <a:pt x="2434" y="738"/>
                </a:lnTo>
                <a:lnTo>
                  <a:pt x="2427" y="738"/>
                </a:lnTo>
                <a:lnTo>
                  <a:pt x="2427" y="746"/>
                </a:lnTo>
                <a:close/>
                <a:moveTo>
                  <a:pt x="2443" y="746"/>
                </a:moveTo>
                <a:lnTo>
                  <a:pt x="2451" y="746"/>
                </a:lnTo>
                <a:lnTo>
                  <a:pt x="2451" y="738"/>
                </a:lnTo>
                <a:lnTo>
                  <a:pt x="2443" y="738"/>
                </a:lnTo>
                <a:lnTo>
                  <a:pt x="2443" y="746"/>
                </a:lnTo>
                <a:close/>
                <a:moveTo>
                  <a:pt x="2460" y="746"/>
                </a:moveTo>
                <a:lnTo>
                  <a:pt x="2467" y="746"/>
                </a:lnTo>
                <a:lnTo>
                  <a:pt x="2467" y="738"/>
                </a:lnTo>
                <a:lnTo>
                  <a:pt x="2460" y="738"/>
                </a:lnTo>
                <a:lnTo>
                  <a:pt x="2460" y="746"/>
                </a:lnTo>
                <a:close/>
                <a:moveTo>
                  <a:pt x="2477" y="746"/>
                </a:moveTo>
                <a:lnTo>
                  <a:pt x="2484" y="746"/>
                </a:lnTo>
                <a:lnTo>
                  <a:pt x="2484" y="738"/>
                </a:lnTo>
                <a:lnTo>
                  <a:pt x="2477" y="738"/>
                </a:lnTo>
                <a:lnTo>
                  <a:pt x="2477" y="746"/>
                </a:lnTo>
                <a:close/>
                <a:moveTo>
                  <a:pt x="518" y="762"/>
                </a:moveTo>
                <a:lnTo>
                  <a:pt x="525" y="762"/>
                </a:lnTo>
                <a:lnTo>
                  <a:pt x="525" y="755"/>
                </a:lnTo>
                <a:lnTo>
                  <a:pt x="518" y="755"/>
                </a:lnTo>
                <a:lnTo>
                  <a:pt x="518" y="762"/>
                </a:lnTo>
                <a:close/>
                <a:moveTo>
                  <a:pt x="535" y="762"/>
                </a:moveTo>
                <a:lnTo>
                  <a:pt x="542" y="762"/>
                </a:lnTo>
                <a:lnTo>
                  <a:pt x="542" y="755"/>
                </a:lnTo>
                <a:lnTo>
                  <a:pt x="535" y="755"/>
                </a:lnTo>
                <a:lnTo>
                  <a:pt x="535" y="762"/>
                </a:lnTo>
                <a:close/>
                <a:moveTo>
                  <a:pt x="551" y="762"/>
                </a:moveTo>
                <a:lnTo>
                  <a:pt x="559" y="762"/>
                </a:lnTo>
                <a:lnTo>
                  <a:pt x="559" y="755"/>
                </a:lnTo>
                <a:lnTo>
                  <a:pt x="551" y="755"/>
                </a:lnTo>
                <a:lnTo>
                  <a:pt x="551" y="762"/>
                </a:lnTo>
                <a:close/>
                <a:moveTo>
                  <a:pt x="568" y="762"/>
                </a:moveTo>
                <a:lnTo>
                  <a:pt x="575" y="762"/>
                </a:lnTo>
                <a:lnTo>
                  <a:pt x="575" y="755"/>
                </a:lnTo>
                <a:lnTo>
                  <a:pt x="568" y="755"/>
                </a:lnTo>
                <a:lnTo>
                  <a:pt x="568" y="762"/>
                </a:lnTo>
                <a:close/>
                <a:moveTo>
                  <a:pt x="585" y="762"/>
                </a:moveTo>
                <a:lnTo>
                  <a:pt x="592" y="762"/>
                </a:lnTo>
                <a:lnTo>
                  <a:pt x="592" y="755"/>
                </a:lnTo>
                <a:lnTo>
                  <a:pt x="585" y="755"/>
                </a:lnTo>
                <a:lnTo>
                  <a:pt x="585" y="762"/>
                </a:lnTo>
                <a:close/>
                <a:moveTo>
                  <a:pt x="601" y="762"/>
                </a:moveTo>
                <a:lnTo>
                  <a:pt x="608" y="762"/>
                </a:lnTo>
                <a:lnTo>
                  <a:pt x="608" y="755"/>
                </a:lnTo>
                <a:lnTo>
                  <a:pt x="601" y="755"/>
                </a:lnTo>
                <a:lnTo>
                  <a:pt x="601" y="762"/>
                </a:lnTo>
                <a:close/>
                <a:moveTo>
                  <a:pt x="620" y="762"/>
                </a:moveTo>
                <a:lnTo>
                  <a:pt x="625" y="762"/>
                </a:lnTo>
                <a:lnTo>
                  <a:pt x="625" y="755"/>
                </a:lnTo>
                <a:lnTo>
                  <a:pt x="620" y="755"/>
                </a:lnTo>
                <a:lnTo>
                  <a:pt x="620" y="762"/>
                </a:lnTo>
                <a:close/>
                <a:moveTo>
                  <a:pt x="637" y="762"/>
                </a:moveTo>
                <a:lnTo>
                  <a:pt x="644" y="762"/>
                </a:lnTo>
                <a:lnTo>
                  <a:pt x="644" y="755"/>
                </a:lnTo>
                <a:lnTo>
                  <a:pt x="637" y="755"/>
                </a:lnTo>
                <a:lnTo>
                  <a:pt x="637" y="762"/>
                </a:lnTo>
                <a:close/>
                <a:moveTo>
                  <a:pt x="769" y="762"/>
                </a:moveTo>
                <a:lnTo>
                  <a:pt x="776" y="762"/>
                </a:lnTo>
                <a:lnTo>
                  <a:pt x="776" y="755"/>
                </a:lnTo>
                <a:lnTo>
                  <a:pt x="769" y="755"/>
                </a:lnTo>
                <a:lnTo>
                  <a:pt x="769" y="762"/>
                </a:lnTo>
                <a:close/>
                <a:moveTo>
                  <a:pt x="786" y="762"/>
                </a:moveTo>
                <a:lnTo>
                  <a:pt x="793" y="762"/>
                </a:lnTo>
                <a:lnTo>
                  <a:pt x="793" y="755"/>
                </a:lnTo>
                <a:lnTo>
                  <a:pt x="786" y="755"/>
                </a:lnTo>
                <a:lnTo>
                  <a:pt x="786" y="762"/>
                </a:lnTo>
                <a:close/>
                <a:moveTo>
                  <a:pt x="802" y="762"/>
                </a:moveTo>
                <a:lnTo>
                  <a:pt x="810" y="762"/>
                </a:lnTo>
                <a:lnTo>
                  <a:pt x="810" y="755"/>
                </a:lnTo>
                <a:lnTo>
                  <a:pt x="802" y="755"/>
                </a:lnTo>
                <a:lnTo>
                  <a:pt x="802" y="762"/>
                </a:lnTo>
                <a:close/>
                <a:moveTo>
                  <a:pt x="819" y="762"/>
                </a:moveTo>
                <a:lnTo>
                  <a:pt x="826" y="762"/>
                </a:lnTo>
                <a:lnTo>
                  <a:pt x="826" y="755"/>
                </a:lnTo>
                <a:lnTo>
                  <a:pt x="819" y="755"/>
                </a:lnTo>
                <a:lnTo>
                  <a:pt x="819" y="762"/>
                </a:lnTo>
                <a:close/>
                <a:moveTo>
                  <a:pt x="1321" y="762"/>
                </a:moveTo>
                <a:lnTo>
                  <a:pt x="1328" y="762"/>
                </a:lnTo>
                <a:lnTo>
                  <a:pt x="1328" y="755"/>
                </a:lnTo>
                <a:lnTo>
                  <a:pt x="1321" y="755"/>
                </a:lnTo>
                <a:lnTo>
                  <a:pt x="1321" y="762"/>
                </a:lnTo>
                <a:close/>
                <a:moveTo>
                  <a:pt x="1338" y="762"/>
                </a:moveTo>
                <a:lnTo>
                  <a:pt x="1345" y="762"/>
                </a:lnTo>
                <a:lnTo>
                  <a:pt x="1345" y="755"/>
                </a:lnTo>
                <a:lnTo>
                  <a:pt x="1338" y="755"/>
                </a:lnTo>
                <a:lnTo>
                  <a:pt x="1338" y="762"/>
                </a:lnTo>
                <a:close/>
                <a:moveTo>
                  <a:pt x="1354" y="762"/>
                </a:moveTo>
                <a:lnTo>
                  <a:pt x="1361" y="762"/>
                </a:lnTo>
                <a:lnTo>
                  <a:pt x="1361" y="755"/>
                </a:lnTo>
                <a:lnTo>
                  <a:pt x="1354" y="755"/>
                </a:lnTo>
                <a:lnTo>
                  <a:pt x="1354" y="762"/>
                </a:lnTo>
                <a:close/>
                <a:moveTo>
                  <a:pt x="1371" y="762"/>
                </a:moveTo>
                <a:lnTo>
                  <a:pt x="1378" y="762"/>
                </a:lnTo>
                <a:lnTo>
                  <a:pt x="1378" y="755"/>
                </a:lnTo>
                <a:lnTo>
                  <a:pt x="1371" y="755"/>
                </a:lnTo>
                <a:lnTo>
                  <a:pt x="1371" y="762"/>
                </a:lnTo>
                <a:close/>
                <a:moveTo>
                  <a:pt x="1390" y="762"/>
                </a:moveTo>
                <a:lnTo>
                  <a:pt x="1394" y="762"/>
                </a:lnTo>
                <a:lnTo>
                  <a:pt x="1394" y="755"/>
                </a:lnTo>
                <a:lnTo>
                  <a:pt x="1390" y="755"/>
                </a:lnTo>
                <a:lnTo>
                  <a:pt x="1390" y="762"/>
                </a:lnTo>
                <a:close/>
                <a:moveTo>
                  <a:pt x="1406" y="762"/>
                </a:moveTo>
                <a:lnTo>
                  <a:pt x="1413" y="762"/>
                </a:lnTo>
                <a:lnTo>
                  <a:pt x="1413" y="755"/>
                </a:lnTo>
                <a:lnTo>
                  <a:pt x="1406" y="755"/>
                </a:lnTo>
                <a:lnTo>
                  <a:pt x="1406" y="762"/>
                </a:lnTo>
                <a:close/>
                <a:moveTo>
                  <a:pt x="1423" y="762"/>
                </a:moveTo>
                <a:lnTo>
                  <a:pt x="1430" y="762"/>
                </a:lnTo>
                <a:lnTo>
                  <a:pt x="1430" y="755"/>
                </a:lnTo>
                <a:lnTo>
                  <a:pt x="1423" y="755"/>
                </a:lnTo>
                <a:lnTo>
                  <a:pt x="1423" y="762"/>
                </a:lnTo>
                <a:close/>
                <a:moveTo>
                  <a:pt x="1439" y="762"/>
                </a:moveTo>
                <a:lnTo>
                  <a:pt x="1447" y="762"/>
                </a:lnTo>
                <a:lnTo>
                  <a:pt x="1447" y="755"/>
                </a:lnTo>
                <a:lnTo>
                  <a:pt x="1439" y="755"/>
                </a:lnTo>
                <a:lnTo>
                  <a:pt x="1439" y="762"/>
                </a:lnTo>
                <a:close/>
                <a:moveTo>
                  <a:pt x="1456" y="762"/>
                </a:moveTo>
                <a:lnTo>
                  <a:pt x="1463" y="762"/>
                </a:lnTo>
                <a:lnTo>
                  <a:pt x="1463" y="755"/>
                </a:lnTo>
                <a:lnTo>
                  <a:pt x="1456" y="755"/>
                </a:lnTo>
                <a:lnTo>
                  <a:pt x="1456" y="762"/>
                </a:lnTo>
                <a:close/>
                <a:moveTo>
                  <a:pt x="1473" y="762"/>
                </a:moveTo>
                <a:lnTo>
                  <a:pt x="1480" y="762"/>
                </a:lnTo>
                <a:lnTo>
                  <a:pt x="1480" y="755"/>
                </a:lnTo>
                <a:lnTo>
                  <a:pt x="1473" y="755"/>
                </a:lnTo>
                <a:lnTo>
                  <a:pt x="1473" y="762"/>
                </a:lnTo>
                <a:close/>
                <a:moveTo>
                  <a:pt x="1489" y="762"/>
                </a:moveTo>
                <a:lnTo>
                  <a:pt x="1496" y="762"/>
                </a:lnTo>
                <a:lnTo>
                  <a:pt x="1496" y="755"/>
                </a:lnTo>
                <a:lnTo>
                  <a:pt x="1489" y="755"/>
                </a:lnTo>
                <a:lnTo>
                  <a:pt x="1489" y="762"/>
                </a:lnTo>
                <a:close/>
                <a:moveTo>
                  <a:pt x="1506" y="762"/>
                </a:moveTo>
                <a:lnTo>
                  <a:pt x="1513" y="762"/>
                </a:lnTo>
                <a:lnTo>
                  <a:pt x="1513" y="755"/>
                </a:lnTo>
                <a:lnTo>
                  <a:pt x="1506" y="755"/>
                </a:lnTo>
                <a:lnTo>
                  <a:pt x="1506" y="762"/>
                </a:lnTo>
                <a:close/>
                <a:moveTo>
                  <a:pt x="1522" y="762"/>
                </a:moveTo>
                <a:lnTo>
                  <a:pt x="1529" y="762"/>
                </a:lnTo>
                <a:lnTo>
                  <a:pt x="1529" y="755"/>
                </a:lnTo>
                <a:lnTo>
                  <a:pt x="1522" y="755"/>
                </a:lnTo>
                <a:lnTo>
                  <a:pt x="1522" y="762"/>
                </a:lnTo>
                <a:close/>
                <a:moveTo>
                  <a:pt x="1539" y="762"/>
                </a:moveTo>
                <a:lnTo>
                  <a:pt x="1546" y="762"/>
                </a:lnTo>
                <a:lnTo>
                  <a:pt x="1546" y="755"/>
                </a:lnTo>
                <a:lnTo>
                  <a:pt x="1539" y="755"/>
                </a:lnTo>
                <a:lnTo>
                  <a:pt x="1539" y="762"/>
                </a:lnTo>
                <a:close/>
                <a:moveTo>
                  <a:pt x="1555" y="762"/>
                </a:moveTo>
                <a:lnTo>
                  <a:pt x="1563" y="762"/>
                </a:lnTo>
                <a:lnTo>
                  <a:pt x="1563" y="755"/>
                </a:lnTo>
                <a:lnTo>
                  <a:pt x="1555" y="755"/>
                </a:lnTo>
                <a:lnTo>
                  <a:pt x="1555" y="762"/>
                </a:lnTo>
                <a:close/>
                <a:moveTo>
                  <a:pt x="1572" y="762"/>
                </a:moveTo>
                <a:lnTo>
                  <a:pt x="1579" y="762"/>
                </a:lnTo>
                <a:lnTo>
                  <a:pt x="1579" y="755"/>
                </a:lnTo>
                <a:lnTo>
                  <a:pt x="1572" y="755"/>
                </a:lnTo>
                <a:lnTo>
                  <a:pt x="1572" y="762"/>
                </a:lnTo>
                <a:close/>
                <a:moveTo>
                  <a:pt x="1589" y="762"/>
                </a:moveTo>
                <a:lnTo>
                  <a:pt x="1596" y="762"/>
                </a:lnTo>
                <a:lnTo>
                  <a:pt x="1596" y="755"/>
                </a:lnTo>
                <a:lnTo>
                  <a:pt x="1589" y="755"/>
                </a:lnTo>
                <a:lnTo>
                  <a:pt x="1589" y="762"/>
                </a:lnTo>
                <a:close/>
                <a:moveTo>
                  <a:pt x="1605" y="762"/>
                </a:moveTo>
                <a:lnTo>
                  <a:pt x="1612" y="762"/>
                </a:lnTo>
                <a:lnTo>
                  <a:pt x="1612" y="755"/>
                </a:lnTo>
                <a:lnTo>
                  <a:pt x="1605" y="755"/>
                </a:lnTo>
                <a:lnTo>
                  <a:pt x="1605" y="762"/>
                </a:lnTo>
                <a:close/>
                <a:moveTo>
                  <a:pt x="1622" y="762"/>
                </a:moveTo>
                <a:lnTo>
                  <a:pt x="1629" y="762"/>
                </a:lnTo>
                <a:lnTo>
                  <a:pt x="1629" y="755"/>
                </a:lnTo>
                <a:lnTo>
                  <a:pt x="1622" y="755"/>
                </a:lnTo>
                <a:lnTo>
                  <a:pt x="1622" y="762"/>
                </a:lnTo>
                <a:close/>
                <a:moveTo>
                  <a:pt x="1638" y="762"/>
                </a:moveTo>
                <a:lnTo>
                  <a:pt x="1645" y="762"/>
                </a:lnTo>
                <a:lnTo>
                  <a:pt x="1645" y="755"/>
                </a:lnTo>
                <a:lnTo>
                  <a:pt x="1638" y="755"/>
                </a:lnTo>
                <a:lnTo>
                  <a:pt x="1638" y="762"/>
                </a:lnTo>
                <a:close/>
                <a:moveTo>
                  <a:pt x="1657" y="762"/>
                </a:moveTo>
                <a:lnTo>
                  <a:pt x="1664" y="762"/>
                </a:lnTo>
                <a:lnTo>
                  <a:pt x="1664" y="755"/>
                </a:lnTo>
                <a:lnTo>
                  <a:pt x="1657" y="755"/>
                </a:lnTo>
                <a:lnTo>
                  <a:pt x="1657" y="762"/>
                </a:lnTo>
                <a:close/>
                <a:moveTo>
                  <a:pt x="1674" y="762"/>
                </a:moveTo>
                <a:lnTo>
                  <a:pt x="1681" y="762"/>
                </a:lnTo>
                <a:lnTo>
                  <a:pt x="1681" y="755"/>
                </a:lnTo>
                <a:lnTo>
                  <a:pt x="1674" y="755"/>
                </a:lnTo>
                <a:lnTo>
                  <a:pt x="1674" y="762"/>
                </a:lnTo>
                <a:close/>
                <a:moveTo>
                  <a:pt x="1690" y="762"/>
                </a:moveTo>
                <a:lnTo>
                  <a:pt x="1698" y="762"/>
                </a:lnTo>
                <a:lnTo>
                  <a:pt x="1698" y="755"/>
                </a:lnTo>
                <a:lnTo>
                  <a:pt x="1690" y="755"/>
                </a:lnTo>
                <a:lnTo>
                  <a:pt x="1690" y="762"/>
                </a:lnTo>
                <a:close/>
                <a:moveTo>
                  <a:pt x="1707" y="762"/>
                </a:moveTo>
                <a:lnTo>
                  <a:pt x="1714" y="762"/>
                </a:lnTo>
                <a:lnTo>
                  <a:pt x="1714" y="755"/>
                </a:lnTo>
                <a:lnTo>
                  <a:pt x="1707" y="755"/>
                </a:lnTo>
                <a:lnTo>
                  <a:pt x="1707" y="762"/>
                </a:lnTo>
                <a:close/>
                <a:moveTo>
                  <a:pt x="1724" y="762"/>
                </a:moveTo>
                <a:lnTo>
                  <a:pt x="1731" y="762"/>
                </a:lnTo>
                <a:lnTo>
                  <a:pt x="1731" y="755"/>
                </a:lnTo>
                <a:lnTo>
                  <a:pt x="1724" y="755"/>
                </a:lnTo>
                <a:lnTo>
                  <a:pt x="1724" y="762"/>
                </a:lnTo>
                <a:close/>
                <a:moveTo>
                  <a:pt x="1740" y="762"/>
                </a:moveTo>
                <a:lnTo>
                  <a:pt x="1747" y="762"/>
                </a:lnTo>
                <a:lnTo>
                  <a:pt x="1747" y="755"/>
                </a:lnTo>
                <a:lnTo>
                  <a:pt x="1740" y="755"/>
                </a:lnTo>
                <a:lnTo>
                  <a:pt x="1740" y="762"/>
                </a:lnTo>
                <a:close/>
                <a:moveTo>
                  <a:pt x="1757" y="762"/>
                </a:moveTo>
                <a:lnTo>
                  <a:pt x="1764" y="762"/>
                </a:lnTo>
                <a:lnTo>
                  <a:pt x="1764" y="755"/>
                </a:lnTo>
                <a:lnTo>
                  <a:pt x="1757" y="755"/>
                </a:lnTo>
                <a:lnTo>
                  <a:pt x="1757" y="762"/>
                </a:lnTo>
                <a:close/>
                <a:moveTo>
                  <a:pt x="1773" y="762"/>
                </a:moveTo>
                <a:lnTo>
                  <a:pt x="1780" y="762"/>
                </a:lnTo>
                <a:lnTo>
                  <a:pt x="1780" y="755"/>
                </a:lnTo>
                <a:lnTo>
                  <a:pt x="1773" y="755"/>
                </a:lnTo>
                <a:lnTo>
                  <a:pt x="1773" y="762"/>
                </a:lnTo>
                <a:close/>
                <a:moveTo>
                  <a:pt x="1790" y="762"/>
                </a:moveTo>
                <a:lnTo>
                  <a:pt x="1797" y="762"/>
                </a:lnTo>
                <a:lnTo>
                  <a:pt x="1797" y="755"/>
                </a:lnTo>
                <a:lnTo>
                  <a:pt x="1790" y="755"/>
                </a:lnTo>
                <a:lnTo>
                  <a:pt x="1790" y="762"/>
                </a:lnTo>
                <a:close/>
                <a:moveTo>
                  <a:pt x="1806" y="762"/>
                </a:moveTo>
                <a:lnTo>
                  <a:pt x="1814" y="762"/>
                </a:lnTo>
                <a:lnTo>
                  <a:pt x="1814" y="755"/>
                </a:lnTo>
                <a:lnTo>
                  <a:pt x="1806" y="755"/>
                </a:lnTo>
                <a:lnTo>
                  <a:pt x="1806" y="762"/>
                </a:lnTo>
                <a:close/>
                <a:moveTo>
                  <a:pt x="1823" y="762"/>
                </a:moveTo>
                <a:lnTo>
                  <a:pt x="1830" y="762"/>
                </a:lnTo>
                <a:lnTo>
                  <a:pt x="1830" y="755"/>
                </a:lnTo>
                <a:lnTo>
                  <a:pt x="1823" y="755"/>
                </a:lnTo>
                <a:lnTo>
                  <a:pt x="1823" y="762"/>
                </a:lnTo>
                <a:close/>
                <a:moveTo>
                  <a:pt x="1840" y="762"/>
                </a:moveTo>
                <a:lnTo>
                  <a:pt x="1847" y="762"/>
                </a:lnTo>
                <a:lnTo>
                  <a:pt x="1847" y="755"/>
                </a:lnTo>
                <a:lnTo>
                  <a:pt x="1840" y="755"/>
                </a:lnTo>
                <a:lnTo>
                  <a:pt x="1840" y="762"/>
                </a:lnTo>
                <a:close/>
                <a:moveTo>
                  <a:pt x="1856" y="762"/>
                </a:moveTo>
                <a:lnTo>
                  <a:pt x="1863" y="762"/>
                </a:lnTo>
                <a:lnTo>
                  <a:pt x="1863" y="755"/>
                </a:lnTo>
                <a:lnTo>
                  <a:pt x="1856" y="755"/>
                </a:lnTo>
                <a:lnTo>
                  <a:pt x="1856" y="762"/>
                </a:lnTo>
                <a:close/>
                <a:moveTo>
                  <a:pt x="1873" y="762"/>
                </a:moveTo>
                <a:lnTo>
                  <a:pt x="1880" y="762"/>
                </a:lnTo>
                <a:lnTo>
                  <a:pt x="1880" y="755"/>
                </a:lnTo>
                <a:lnTo>
                  <a:pt x="1873" y="755"/>
                </a:lnTo>
                <a:lnTo>
                  <a:pt x="1873" y="762"/>
                </a:lnTo>
                <a:close/>
                <a:moveTo>
                  <a:pt x="1889" y="762"/>
                </a:moveTo>
                <a:lnTo>
                  <a:pt x="1896" y="762"/>
                </a:lnTo>
                <a:lnTo>
                  <a:pt x="1896" y="755"/>
                </a:lnTo>
                <a:lnTo>
                  <a:pt x="1889" y="755"/>
                </a:lnTo>
                <a:lnTo>
                  <a:pt x="1889" y="762"/>
                </a:lnTo>
                <a:close/>
                <a:moveTo>
                  <a:pt x="1908" y="762"/>
                </a:moveTo>
                <a:lnTo>
                  <a:pt x="1915" y="762"/>
                </a:lnTo>
                <a:lnTo>
                  <a:pt x="1915" y="755"/>
                </a:lnTo>
                <a:lnTo>
                  <a:pt x="1908" y="755"/>
                </a:lnTo>
                <a:lnTo>
                  <a:pt x="1908" y="762"/>
                </a:lnTo>
                <a:close/>
                <a:moveTo>
                  <a:pt x="1925" y="762"/>
                </a:moveTo>
                <a:lnTo>
                  <a:pt x="1932" y="762"/>
                </a:lnTo>
                <a:lnTo>
                  <a:pt x="1932" y="755"/>
                </a:lnTo>
                <a:lnTo>
                  <a:pt x="1925" y="755"/>
                </a:lnTo>
                <a:lnTo>
                  <a:pt x="1925" y="762"/>
                </a:lnTo>
                <a:close/>
                <a:moveTo>
                  <a:pt x="1941" y="762"/>
                </a:moveTo>
                <a:lnTo>
                  <a:pt x="1949" y="762"/>
                </a:lnTo>
                <a:lnTo>
                  <a:pt x="1949" y="755"/>
                </a:lnTo>
                <a:lnTo>
                  <a:pt x="1941" y="755"/>
                </a:lnTo>
                <a:lnTo>
                  <a:pt x="1941" y="762"/>
                </a:lnTo>
                <a:close/>
                <a:moveTo>
                  <a:pt x="1958" y="762"/>
                </a:moveTo>
                <a:lnTo>
                  <a:pt x="1965" y="762"/>
                </a:lnTo>
                <a:lnTo>
                  <a:pt x="1965" y="755"/>
                </a:lnTo>
                <a:lnTo>
                  <a:pt x="1958" y="755"/>
                </a:lnTo>
                <a:lnTo>
                  <a:pt x="1958" y="762"/>
                </a:lnTo>
                <a:close/>
                <a:moveTo>
                  <a:pt x="1975" y="762"/>
                </a:moveTo>
                <a:lnTo>
                  <a:pt x="1982" y="762"/>
                </a:lnTo>
                <a:lnTo>
                  <a:pt x="1982" y="755"/>
                </a:lnTo>
                <a:lnTo>
                  <a:pt x="1975" y="755"/>
                </a:lnTo>
                <a:lnTo>
                  <a:pt x="1975" y="762"/>
                </a:lnTo>
                <a:close/>
                <a:moveTo>
                  <a:pt x="1991" y="762"/>
                </a:moveTo>
                <a:lnTo>
                  <a:pt x="1998" y="762"/>
                </a:lnTo>
                <a:lnTo>
                  <a:pt x="1998" y="755"/>
                </a:lnTo>
                <a:lnTo>
                  <a:pt x="1991" y="755"/>
                </a:lnTo>
                <a:lnTo>
                  <a:pt x="1991" y="762"/>
                </a:lnTo>
                <a:close/>
                <a:moveTo>
                  <a:pt x="2008" y="762"/>
                </a:moveTo>
                <a:lnTo>
                  <a:pt x="2015" y="762"/>
                </a:lnTo>
                <a:lnTo>
                  <a:pt x="2015" y="755"/>
                </a:lnTo>
                <a:lnTo>
                  <a:pt x="2008" y="755"/>
                </a:lnTo>
                <a:lnTo>
                  <a:pt x="2008" y="762"/>
                </a:lnTo>
                <a:close/>
                <a:moveTo>
                  <a:pt x="2024" y="762"/>
                </a:moveTo>
                <a:lnTo>
                  <a:pt x="2031" y="762"/>
                </a:lnTo>
                <a:lnTo>
                  <a:pt x="2031" y="755"/>
                </a:lnTo>
                <a:lnTo>
                  <a:pt x="2024" y="755"/>
                </a:lnTo>
                <a:lnTo>
                  <a:pt x="2024" y="762"/>
                </a:lnTo>
                <a:close/>
                <a:moveTo>
                  <a:pt x="2041" y="762"/>
                </a:moveTo>
                <a:lnTo>
                  <a:pt x="2048" y="762"/>
                </a:lnTo>
                <a:lnTo>
                  <a:pt x="2048" y="755"/>
                </a:lnTo>
                <a:lnTo>
                  <a:pt x="2041" y="755"/>
                </a:lnTo>
                <a:lnTo>
                  <a:pt x="2041" y="762"/>
                </a:lnTo>
                <a:close/>
                <a:moveTo>
                  <a:pt x="2057" y="762"/>
                </a:moveTo>
                <a:lnTo>
                  <a:pt x="2065" y="762"/>
                </a:lnTo>
                <a:lnTo>
                  <a:pt x="2065" y="755"/>
                </a:lnTo>
                <a:lnTo>
                  <a:pt x="2057" y="755"/>
                </a:lnTo>
                <a:lnTo>
                  <a:pt x="2057" y="762"/>
                </a:lnTo>
                <a:close/>
                <a:moveTo>
                  <a:pt x="2074" y="762"/>
                </a:moveTo>
                <a:lnTo>
                  <a:pt x="2081" y="762"/>
                </a:lnTo>
                <a:lnTo>
                  <a:pt x="2081" y="755"/>
                </a:lnTo>
                <a:lnTo>
                  <a:pt x="2074" y="755"/>
                </a:lnTo>
                <a:lnTo>
                  <a:pt x="2074" y="762"/>
                </a:lnTo>
                <a:close/>
                <a:moveTo>
                  <a:pt x="2091" y="762"/>
                </a:moveTo>
                <a:lnTo>
                  <a:pt x="2098" y="762"/>
                </a:lnTo>
                <a:lnTo>
                  <a:pt x="2098" y="755"/>
                </a:lnTo>
                <a:lnTo>
                  <a:pt x="2091" y="755"/>
                </a:lnTo>
                <a:lnTo>
                  <a:pt x="2091" y="762"/>
                </a:lnTo>
                <a:close/>
                <a:moveTo>
                  <a:pt x="2107" y="762"/>
                </a:moveTo>
                <a:lnTo>
                  <a:pt x="2114" y="762"/>
                </a:lnTo>
                <a:lnTo>
                  <a:pt x="2114" y="755"/>
                </a:lnTo>
                <a:lnTo>
                  <a:pt x="2107" y="755"/>
                </a:lnTo>
                <a:lnTo>
                  <a:pt x="2107" y="762"/>
                </a:lnTo>
                <a:close/>
                <a:moveTo>
                  <a:pt x="2124" y="762"/>
                </a:moveTo>
                <a:lnTo>
                  <a:pt x="2131" y="762"/>
                </a:lnTo>
                <a:lnTo>
                  <a:pt x="2131" y="755"/>
                </a:lnTo>
                <a:lnTo>
                  <a:pt x="2124" y="755"/>
                </a:lnTo>
                <a:lnTo>
                  <a:pt x="2124" y="762"/>
                </a:lnTo>
                <a:close/>
                <a:moveTo>
                  <a:pt x="2140" y="762"/>
                </a:moveTo>
                <a:lnTo>
                  <a:pt x="2147" y="762"/>
                </a:lnTo>
                <a:lnTo>
                  <a:pt x="2147" y="755"/>
                </a:lnTo>
                <a:lnTo>
                  <a:pt x="2140" y="755"/>
                </a:lnTo>
                <a:lnTo>
                  <a:pt x="2140" y="762"/>
                </a:lnTo>
                <a:close/>
                <a:moveTo>
                  <a:pt x="2159" y="762"/>
                </a:moveTo>
                <a:lnTo>
                  <a:pt x="2164" y="762"/>
                </a:lnTo>
                <a:lnTo>
                  <a:pt x="2164" y="755"/>
                </a:lnTo>
                <a:lnTo>
                  <a:pt x="2159" y="755"/>
                </a:lnTo>
                <a:lnTo>
                  <a:pt x="2159" y="762"/>
                </a:lnTo>
                <a:close/>
                <a:moveTo>
                  <a:pt x="2176" y="762"/>
                </a:moveTo>
                <a:lnTo>
                  <a:pt x="2183" y="762"/>
                </a:lnTo>
                <a:lnTo>
                  <a:pt x="2183" y="755"/>
                </a:lnTo>
                <a:lnTo>
                  <a:pt x="2176" y="755"/>
                </a:lnTo>
                <a:lnTo>
                  <a:pt x="2176" y="762"/>
                </a:lnTo>
                <a:close/>
                <a:moveTo>
                  <a:pt x="2192" y="762"/>
                </a:moveTo>
                <a:lnTo>
                  <a:pt x="2200" y="762"/>
                </a:lnTo>
                <a:lnTo>
                  <a:pt x="2200" y="755"/>
                </a:lnTo>
                <a:lnTo>
                  <a:pt x="2192" y="755"/>
                </a:lnTo>
                <a:lnTo>
                  <a:pt x="2192" y="762"/>
                </a:lnTo>
                <a:close/>
                <a:moveTo>
                  <a:pt x="2209" y="762"/>
                </a:moveTo>
                <a:lnTo>
                  <a:pt x="2216" y="762"/>
                </a:lnTo>
                <a:lnTo>
                  <a:pt x="2216" y="755"/>
                </a:lnTo>
                <a:lnTo>
                  <a:pt x="2209" y="755"/>
                </a:lnTo>
                <a:lnTo>
                  <a:pt x="2209" y="762"/>
                </a:lnTo>
                <a:close/>
                <a:moveTo>
                  <a:pt x="2226" y="762"/>
                </a:moveTo>
                <a:lnTo>
                  <a:pt x="2233" y="762"/>
                </a:lnTo>
                <a:lnTo>
                  <a:pt x="2233" y="755"/>
                </a:lnTo>
                <a:lnTo>
                  <a:pt x="2226" y="755"/>
                </a:lnTo>
                <a:lnTo>
                  <a:pt x="2226" y="762"/>
                </a:lnTo>
                <a:close/>
                <a:moveTo>
                  <a:pt x="2242" y="762"/>
                </a:moveTo>
                <a:lnTo>
                  <a:pt x="2249" y="762"/>
                </a:lnTo>
                <a:lnTo>
                  <a:pt x="2249" y="755"/>
                </a:lnTo>
                <a:lnTo>
                  <a:pt x="2242" y="755"/>
                </a:lnTo>
                <a:lnTo>
                  <a:pt x="2242" y="762"/>
                </a:lnTo>
                <a:close/>
                <a:moveTo>
                  <a:pt x="2259" y="762"/>
                </a:moveTo>
                <a:lnTo>
                  <a:pt x="2266" y="762"/>
                </a:lnTo>
                <a:lnTo>
                  <a:pt x="2266" y="755"/>
                </a:lnTo>
                <a:lnTo>
                  <a:pt x="2259" y="755"/>
                </a:lnTo>
                <a:lnTo>
                  <a:pt x="2259" y="762"/>
                </a:lnTo>
                <a:close/>
                <a:moveTo>
                  <a:pt x="2275" y="762"/>
                </a:moveTo>
                <a:lnTo>
                  <a:pt x="2282" y="762"/>
                </a:lnTo>
                <a:lnTo>
                  <a:pt x="2282" y="755"/>
                </a:lnTo>
                <a:lnTo>
                  <a:pt x="2275" y="755"/>
                </a:lnTo>
                <a:lnTo>
                  <a:pt x="2275" y="762"/>
                </a:lnTo>
                <a:close/>
                <a:moveTo>
                  <a:pt x="2292" y="762"/>
                </a:moveTo>
                <a:lnTo>
                  <a:pt x="2299" y="762"/>
                </a:lnTo>
                <a:lnTo>
                  <a:pt x="2299" y="755"/>
                </a:lnTo>
                <a:lnTo>
                  <a:pt x="2292" y="755"/>
                </a:lnTo>
                <a:lnTo>
                  <a:pt x="2292" y="762"/>
                </a:lnTo>
                <a:close/>
                <a:moveTo>
                  <a:pt x="2308" y="762"/>
                </a:moveTo>
                <a:lnTo>
                  <a:pt x="2316" y="762"/>
                </a:lnTo>
                <a:lnTo>
                  <a:pt x="2316" y="755"/>
                </a:lnTo>
                <a:lnTo>
                  <a:pt x="2308" y="755"/>
                </a:lnTo>
                <a:lnTo>
                  <a:pt x="2308" y="762"/>
                </a:lnTo>
                <a:close/>
                <a:moveTo>
                  <a:pt x="2325" y="762"/>
                </a:moveTo>
                <a:lnTo>
                  <a:pt x="2332" y="762"/>
                </a:lnTo>
                <a:lnTo>
                  <a:pt x="2332" y="755"/>
                </a:lnTo>
                <a:lnTo>
                  <a:pt x="2325" y="755"/>
                </a:lnTo>
                <a:lnTo>
                  <a:pt x="2325" y="762"/>
                </a:lnTo>
                <a:close/>
                <a:moveTo>
                  <a:pt x="2342" y="762"/>
                </a:moveTo>
                <a:lnTo>
                  <a:pt x="2349" y="762"/>
                </a:lnTo>
                <a:lnTo>
                  <a:pt x="2349" y="755"/>
                </a:lnTo>
                <a:lnTo>
                  <a:pt x="2342" y="755"/>
                </a:lnTo>
                <a:lnTo>
                  <a:pt x="2342" y="762"/>
                </a:lnTo>
                <a:close/>
                <a:moveTo>
                  <a:pt x="2358" y="762"/>
                </a:moveTo>
                <a:lnTo>
                  <a:pt x="2365" y="762"/>
                </a:lnTo>
                <a:lnTo>
                  <a:pt x="2365" y="755"/>
                </a:lnTo>
                <a:lnTo>
                  <a:pt x="2358" y="755"/>
                </a:lnTo>
                <a:lnTo>
                  <a:pt x="2358" y="762"/>
                </a:lnTo>
                <a:close/>
                <a:moveTo>
                  <a:pt x="2375" y="762"/>
                </a:moveTo>
                <a:lnTo>
                  <a:pt x="2382" y="762"/>
                </a:lnTo>
                <a:lnTo>
                  <a:pt x="2382" y="755"/>
                </a:lnTo>
                <a:lnTo>
                  <a:pt x="2375" y="755"/>
                </a:lnTo>
                <a:lnTo>
                  <a:pt x="2375" y="762"/>
                </a:lnTo>
                <a:close/>
                <a:moveTo>
                  <a:pt x="2391" y="762"/>
                </a:moveTo>
                <a:lnTo>
                  <a:pt x="2398" y="762"/>
                </a:lnTo>
                <a:lnTo>
                  <a:pt x="2398" y="755"/>
                </a:lnTo>
                <a:lnTo>
                  <a:pt x="2391" y="755"/>
                </a:lnTo>
                <a:lnTo>
                  <a:pt x="2391" y="762"/>
                </a:lnTo>
                <a:close/>
                <a:moveTo>
                  <a:pt x="2408" y="762"/>
                </a:moveTo>
                <a:lnTo>
                  <a:pt x="2415" y="762"/>
                </a:lnTo>
                <a:lnTo>
                  <a:pt x="2415" y="755"/>
                </a:lnTo>
                <a:lnTo>
                  <a:pt x="2408" y="755"/>
                </a:lnTo>
                <a:lnTo>
                  <a:pt x="2408" y="762"/>
                </a:lnTo>
                <a:close/>
                <a:moveTo>
                  <a:pt x="2427" y="762"/>
                </a:moveTo>
                <a:lnTo>
                  <a:pt x="2434" y="762"/>
                </a:lnTo>
                <a:lnTo>
                  <a:pt x="2434" y="755"/>
                </a:lnTo>
                <a:lnTo>
                  <a:pt x="2427" y="755"/>
                </a:lnTo>
                <a:lnTo>
                  <a:pt x="2427" y="762"/>
                </a:lnTo>
                <a:close/>
                <a:moveTo>
                  <a:pt x="2443" y="762"/>
                </a:moveTo>
                <a:lnTo>
                  <a:pt x="2451" y="762"/>
                </a:lnTo>
                <a:lnTo>
                  <a:pt x="2451" y="755"/>
                </a:lnTo>
                <a:lnTo>
                  <a:pt x="2443" y="755"/>
                </a:lnTo>
                <a:lnTo>
                  <a:pt x="2443" y="762"/>
                </a:lnTo>
                <a:close/>
                <a:moveTo>
                  <a:pt x="2460" y="762"/>
                </a:moveTo>
                <a:lnTo>
                  <a:pt x="2467" y="762"/>
                </a:lnTo>
                <a:lnTo>
                  <a:pt x="2467" y="755"/>
                </a:lnTo>
                <a:lnTo>
                  <a:pt x="2460" y="755"/>
                </a:lnTo>
                <a:lnTo>
                  <a:pt x="2460" y="762"/>
                </a:lnTo>
                <a:close/>
                <a:moveTo>
                  <a:pt x="2477" y="762"/>
                </a:moveTo>
                <a:lnTo>
                  <a:pt x="2484" y="762"/>
                </a:lnTo>
                <a:lnTo>
                  <a:pt x="2484" y="755"/>
                </a:lnTo>
                <a:lnTo>
                  <a:pt x="2477" y="755"/>
                </a:lnTo>
                <a:lnTo>
                  <a:pt x="2477" y="762"/>
                </a:lnTo>
                <a:close/>
                <a:moveTo>
                  <a:pt x="518" y="779"/>
                </a:moveTo>
                <a:lnTo>
                  <a:pt x="525" y="779"/>
                </a:lnTo>
                <a:lnTo>
                  <a:pt x="525" y="772"/>
                </a:lnTo>
                <a:lnTo>
                  <a:pt x="518" y="772"/>
                </a:lnTo>
                <a:lnTo>
                  <a:pt x="518" y="779"/>
                </a:lnTo>
                <a:close/>
                <a:moveTo>
                  <a:pt x="535" y="779"/>
                </a:moveTo>
                <a:lnTo>
                  <a:pt x="542" y="779"/>
                </a:lnTo>
                <a:lnTo>
                  <a:pt x="542" y="772"/>
                </a:lnTo>
                <a:lnTo>
                  <a:pt x="535" y="772"/>
                </a:lnTo>
                <a:lnTo>
                  <a:pt x="535" y="779"/>
                </a:lnTo>
                <a:close/>
                <a:moveTo>
                  <a:pt x="551" y="779"/>
                </a:moveTo>
                <a:lnTo>
                  <a:pt x="559" y="779"/>
                </a:lnTo>
                <a:lnTo>
                  <a:pt x="559" y="772"/>
                </a:lnTo>
                <a:lnTo>
                  <a:pt x="551" y="772"/>
                </a:lnTo>
                <a:lnTo>
                  <a:pt x="551" y="779"/>
                </a:lnTo>
                <a:close/>
                <a:moveTo>
                  <a:pt x="568" y="779"/>
                </a:moveTo>
                <a:lnTo>
                  <a:pt x="575" y="779"/>
                </a:lnTo>
                <a:lnTo>
                  <a:pt x="575" y="772"/>
                </a:lnTo>
                <a:lnTo>
                  <a:pt x="568" y="772"/>
                </a:lnTo>
                <a:lnTo>
                  <a:pt x="568" y="779"/>
                </a:lnTo>
                <a:close/>
                <a:moveTo>
                  <a:pt x="585" y="779"/>
                </a:moveTo>
                <a:lnTo>
                  <a:pt x="592" y="779"/>
                </a:lnTo>
                <a:lnTo>
                  <a:pt x="592" y="772"/>
                </a:lnTo>
                <a:lnTo>
                  <a:pt x="585" y="772"/>
                </a:lnTo>
                <a:lnTo>
                  <a:pt x="585" y="779"/>
                </a:lnTo>
                <a:close/>
                <a:moveTo>
                  <a:pt x="601" y="779"/>
                </a:moveTo>
                <a:lnTo>
                  <a:pt x="608" y="779"/>
                </a:lnTo>
                <a:lnTo>
                  <a:pt x="608" y="772"/>
                </a:lnTo>
                <a:lnTo>
                  <a:pt x="601" y="772"/>
                </a:lnTo>
                <a:lnTo>
                  <a:pt x="601" y="779"/>
                </a:lnTo>
                <a:close/>
                <a:moveTo>
                  <a:pt x="620" y="779"/>
                </a:moveTo>
                <a:lnTo>
                  <a:pt x="625" y="779"/>
                </a:lnTo>
                <a:lnTo>
                  <a:pt x="625" y="772"/>
                </a:lnTo>
                <a:lnTo>
                  <a:pt x="620" y="772"/>
                </a:lnTo>
                <a:lnTo>
                  <a:pt x="620" y="779"/>
                </a:lnTo>
                <a:close/>
                <a:moveTo>
                  <a:pt x="637" y="779"/>
                </a:moveTo>
                <a:lnTo>
                  <a:pt x="644" y="779"/>
                </a:lnTo>
                <a:lnTo>
                  <a:pt x="644" y="772"/>
                </a:lnTo>
                <a:lnTo>
                  <a:pt x="637" y="772"/>
                </a:lnTo>
                <a:lnTo>
                  <a:pt x="637" y="779"/>
                </a:lnTo>
                <a:close/>
                <a:moveTo>
                  <a:pt x="736" y="779"/>
                </a:moveTo>
                <a:lnTo>
                  <a:pt x="743" y="779"/>
                </a:lnTo>
                <a:lnTo>
                  <a:pt x="743" y="772"/>
                </a:lnTo>
                <a:lnTo>
                  <a:pt x="736" y="772"/>
                </a:lnTo>
                <a:lnTo>
                  <a:pt x="736" y="779"/>
                </a:lnTo>
                <a:close/>
                <a:moveTo>
                  <a:pt x="753" y="779"/>
                </a:moveTo>
                <a:lnTo>
                  <a:pt x="760" y="779"/>
                </a:lnTo>
                <a:lnTo>
                  <a:pt x="760" y="772"/>
                </a:lnTo>
                <a:lnTo>
                  <a:pt x="753" y="772"/>
                </a:lnTo>
                <a:lnTo>
                  <a:pt x="753" y="779"/>
                </a:lnTo>
                <a:close/>
                <a:moveTo>
                  <a:pt x="769" y="779"/>
                </a:moveTo>
                <a:lnTo>
                  <a:pt x="776" y="779"/>
                </a:lnTo>
                <a:lnTo>
                  <a:pt x="776" y="772"/>
                </a:lnTo>
                <a:lnTo>
                  <a:pt x="769" y="772"/>
                </a:lnTo>
                <a:lnTo>
                  <a:pt x="769" y="779"/>
                </a:lnTo>
                <a:close/>
                <a:moveTo>
                  <a:pt x="786" y="779"/>
                </a:moveTo>
                <a:lnTo>
                  <a:pt x="793" y="779"/>
                </a:lnTo>
                <a:lnTo>
                  <a:pt x="793" y="772"/>
                </a:lnTo>
                <a:lnTo>
                  <a:pt x="786" y="772"/>
                </a:lnTo>
                <a:lnTo>
                  <a:pt x="786" y="779"/>
                </a:lnTo>
                <a:close/>
                <a:moveTo>
                  <a:pt x="802" y="779"/>
                </a:moveTo>
                <a:lnTo>
                  <a:pt x="810" y="779"/>
                </a:lnTo>
                <a:lnTo>
                  <a:pt x="810" y="772"/>
                </a:lnTo>
                <a:lnTo>
                  <a:pt x="802" y="772"/>
                </a:lnTo>
                <a:lnTo>
                  <a:pt x="802" y="779"/>
                </a:lnTo>
                <a:close/>
                <a:moveTo>
                  <a:pt x="819" y="779"/>
                </a:moveTo>
                <a:lnTo>
                  <a:pt x="826" y="779"/>
                </a:lnTo>
                <a:lnTo>
                  <a:pt x="826" y="772"/>
                </a:lnTo>
                <a:lnTo>
                  <a:pt x="819" y="772"/>
                </a:lnTo>
                <a:lnTo>
                  <a:pt x="819" y="779"/>
                </a:lnTo>
                <a:close/>
                <a:moveTo>
                  <a:pt x="852" y="779"/>
                </a:moveTo>
                <a:lnTo>
                  <a:pt x="859" y="779"/>
                </a:lnTo>
                <a:lnTo>
                  <a:pt x="859" y="772"/>
                </a:lnTo>
                <a:lnTo>
                  <a:pt x="852" y="772"/>
                </a:lnTo>
                <a:lnTo>
                  <a:pt x="852" y="779"/>
                </a:lnTo>
                <a:close/>
                <a:moveTo>
                  <a:pt x="1321" y="779"/>
                </a:moveTo>
                <a:lnTo>
                  <a:pt x="1328" y="779"/>
                </a:lnTo>
                <a:lnTo>
                  <a:pt x="1328" y="772"/>
                </a:lnTo>
                <a:lnTo>
                  <a:pt x="1321" y="772"/>
                </a:lnTo>
                <a:lnTo>
                  <a:pt x="1321" y="779"/>
                </a:lnTo>
                <a:close/>
                <a:moveTo>
                  <a:pt x="1338" y="779"/>
                </a:moveTo>
                <a:lnTo>
                  <a:pt x="1345" y="779"/>
                </a:lnTo>
                <a:lnTo>
                  <a:pt x="1345" y="772"/>
                </a:lnTo>
                <a:lnTo>
                  <a:pt x="1338" y="772"/>
                </a:lnTo>
                <a:lnTo>
                  <a:pt x="1338" y="779"/>
                </a:lnTo>
                <a:close/>
                <a:moveTo>
                  <a:pt x="1354" y="779"/>
                </a:moveTo>
                <a:lnTo>
                  <a:pt x="1361" y="779"/>
                </a:lnTo>
                <a:lnTo>
                  <a:pt x="1361" y="772"/>
                </a:lnTo>
                <a:lnTo>
                  <a:pt x="1354" y="772"/>
                </a:lnTo>
                <a:lnTo>
                  <a:pt x="1354" y="779"/>
                </a:lnTo>
                <a:close/>
                <a:moveTo>
                  <a:pt x="1371" y="779"/>
                </a:moveTo>
                <a:lnTo>
                  <a:pt x="1378" y="779"/>
                </a:lnTo>
                <a:lnTo>
                  <a:pt x="1378" y="772"/>
                </a:lnTo>
                <a:lnTo>
                  <a:pt x="1371" y="772"/>
                </a:lnTo>
                <a:lnTo>
                  <a:pt x="1371" y="779"/>
                </a:lnTo>
                <a:close/>
                <a:moveTo>
                  <a:pt x="1390" y="779"/>
                </a:moveTo>
                <a:lnTo>
                  <a:pt x="1394" y="779"/>
                </a:lnTo>
                <a:lnTo>
                  <a:pt x="1394" y="772"/>
                </a:lnTo>
                <a:lnTo>
                  <a:pt x="1390" y="772"/>
                </a:lnTo>
                <a:lnTo>
                  <a:pt x="1390" y="779"/>
                </a:lnTo>
                <a:close/>
                <a:moveTo>
                  <a:pt x="1406" y="779"/>
                </a:moveTo>
                <a:lnTo>
                  <a:pt x="1413" y="779"/>
                </a:lnTo>
                <a:lnTo>
                  <a:pt x="1413" y="772"/>
                </a:lnTo>
                <a:lnTo>
                  <a:pt x="1406" y="772"/>
                </a:lnTo>
                <a:lnTo>
                  <a:pt x="1406" y="779"/>
                </a:lnTo>
                <a:close/>
                <a:moveTo>
                  <a:pt x="1423" y="779"/>
                </a:moveTo>
                <a:lnTo>
                  <a:pt x="1430" y="779"/>
                </a:lnTo>
                <a:lnTo>
                  <a:pt x="1430" y="772"/>
                </a:lnTo>
                <a:lnTo>
                  <a:pt x="1423" y="772"/>
                </a:lnTo>
                <a:lnTo>
                  <a:pt x="1423" y="779"/>
                </a:lnTo>
                <a:close/>
                <a:moveTo>
                  <a:pt x="1439" y="779"/>
                </a:moveTo>
                <a:lnTo>
                  <a:pt x="1447" y="779"/>
                </a:lnTo>
                <a:lnTo>
                  <a:pt x="1447" y="772"/>
                </a:lnTo>
                <a:lnTo>
                  <a:pt x="1439" y="772"/>
                </a:lnTo>
                <a:lnTo>
                  <a:pt x="1439" y="779"/>
                </a:lnTo>
                <a:close/>
                <a:moveTo>
                  <a:pt x="1456" y="779"/>
                </a:moveTo>
                <a:lnTo>
                  <a:pt x="1463" y="779"/>
                </a:lnTo>
                <a:lnTo>
                  <a:pt x="1463" y="772"/>
                </a:lnTo>
                <a:lnTo>
                  <a:pt x="1456" y="772"/>
                </a:lnTo>
                <a:lnTo>
                  <a:pt x="1456" y="779"/>
                </a:lnTo>
                <a:close/>
                <a:moveTo>
                  <a:pt x="1473" y="779"/>
                </a:moveTo>
                <a:lnTo>
                  <a:pt x="1480" y="779"/>
                </a:lnTo>
                <a:lnTo>
                  <a:pt x="1480" y="772"/>
                </a:lnTo>
                <a:lnTo>
                  <a:pt x="1473" y="772"/>
                </a:lnTo>
                <a:lnTo>
                  <a:pt x="1473" y="779"/>
                </a:lnTo>
                <a:close/>
                <a:moveTo>
                  <a:pt x="1489" y="779"/>
                </a:moveTo>
                <a:lnTo>
                  <a:pt x="1496" y="779"/>
                </a:lnTo>
                <a:lnTo>
                  <a:pt x="1496" y="772"/>
                </a:lnTo>
                <a:lnTo>
                  <a:pt x="1489" y="772"/>
                </a:lnTo>
                <a:lnTo>
                  <a:pt x="1489" y="779"/>
                </a:lnTo>
                <a:close/>
                <a:moveTo>
                  <a:pt x="1506" y="779"/>
                </a:moveTo>
                <a:lnTo>
                  <a:pt x="1513" y="779"/>
                </a:lnTo>
                <a:lnTo>
                  <a:pt x="1513" y="772"/>
                </a:lnTo>
                <a:lnTo>
                  <a:pt x="1506" y="772"/>
                </a:lnTo>
                <a:lnTo>
                  <a:pt x="1506" y="779"/>
                </a:lnTo>
                <a:close/>
                <a:moveTo>
                  <a:pt x="1522" y="779"/>
                </a:moveTo>
                <a:lnTo>
                  <a:pt x="1529" y="779"/>
                </a:lnTo>
                <a:lnTo>
                  <a:pt x="1529" y="772"/>
                </a:lnTo>
                <a:lnTo>
                  <a:pt x="1522" y="772"/>
                </a:lnTo>
                <a:lnTo>
                  <a:pt x="1522" y="779"/>
                </a:lnTo>
                <a:close/>
                <a:moveTo>
                  <a:pt x="1539" y="779"/>
                </a:moveTo>
                <a:lnTo>
                  <a:pt x="1546" y="779"/>
                </a:lnTo>
                <a:lnTo>
                  <a:pt x="1546" y="772"/>
                </a:lnTo>
                <a:lnTo>
                  <a:pt x="1539" y="772"/>
                </a:lnTo>
                <a:lnTo>
                  <a:pt x="1539" y="779"/>
                </a:lnTo>
                <a:close/>
                <a:moveTo>
                  <a:pt x="1555" y="779"/>
                </a:moveTo>
                <a:lnTo>
                  <a:pt x="1563" y="779"/>
                </a:lnTo>
                <a:lnTo>
                  <a:pt x="1563" y="772"/>
                </a:lnTo>
                <a:lnTo>
                  <a:pt x="1555" y="772"/>
                </a:lnTo>
                <a:lnTo>
                  <a:pt x="1555" y="779"/>
                </a:lnTo>
                <a:close/>
                <a:moveTo>
                  <a:pt x="1572" y="779"/>
                </a:moveTo>
                <a:lnTo>
                  <a:pt x="1579" y="779"/>
                </a:lnTo>
                <a:lnTo>
                  <a:pt x="1579" y="772"/>
                </a:lnTo>
                <a:lnTo>
                  <a:pt x="1572" y="772"/>
                </a:lnTo>
                <a:lnTo>
                  <a:pt x="1572" y="779"/>
                </a:lnTo>
                <a:close/>
                <a:moveTo>
                  <a:pt x="1589" y="779"/>
                </a:moveTo>
                <a:lnTo>
                  <a:pt x="1596" y="779"/>
                </a:lnTo>
                <a:lnTo>
                  <a:pt x="1596" y="772"/>
                </a:lnTo>
                <a:lnTo>
                  <a:pt x="1589" y="772"/>
                </a:lnTo>
                <a:lnTo>
                  <a:pt x="1589" y="779"/>
                </a:lnTo>
                <a:close/>
                <a:moveTo>
                  <a:pt x="1605" y="779"/>
                </a:moveTo>
                <a:lnTo>
                  <a:pt x="1612" y="779"/>
                </a:lnTo>
                <a:lnTo>
                  <a:pt x="1612" y="772"/>
                </a:lnTo>
                <a:lnTo>
                  <a:pt x="1605" y="772"/>
                </a:lnTo>
                <a:lnTo>
                  <a:pt x="1605" y="779"/>
                </a:lnTo>
                <a:close/>
                <a:moveTo>
                  <a:pt x="1622" y="779"/>
                </a:moveTo>
                <a:lnTo>
                  <a:pt x="1629" y="779"/>
                </a:lnTo>
                <a:lnTo>
                  <a:pt x="1629" y="772"/>
                </a:lnTo>
                <a:lnTo>
                  <a:pt x="1622" y="772"/>
                </a:lnTo>
                <a:lnTo>
                  <a:pt x="1622" y="779"/>
                </a:lnTo>
                <a:close/>
                <a:moveTo>
                  <a:pt x="1638" y="779"/>
                </a:moveTo>
                <a:lnTo>
                  <a:pt x="1645" y="779"/>
                </a:lnTo>
                <a:lnTo>
                  <a:pt x="1645" y="772"/>
                </a:lnTo>
                <a:lnTo>
                  <a:pt x="1638" y="772"/>
                </a:lnTo>
                <a:lnTo>
                  <a:pt x="1638" y="779"/>
                </a:lnTo>
                <a:close/>
                <a:moveTo>
                  <a:pt x="1657" y="779"/>
                </a:moveTo>
                <a:lnTo>
                  <a:pt x="1664" y="779"/>
                </a:lnTo>
                <a:lnTo>
                  <a:pt x="1664" y="772"/>
                </a:lnTo>
                <a:lnTo>
                  <a:pt x="1657" y="772"/>
                </a:lnTo>
                <a:lnTo>
                  <a:pt x="1657" y="779"/>
                </a:lnTo>
                <a:close/>
                <a:moveTo>
                  <a:pt x="1674" y="779"/>
                </a:moveTo>
                <a:lnTo>
                  <a:pt x="1681" y="779"/>
                </a:lnTo>
                <a:lnTo>
                  <a:pt x="1681" y="772"/>
                </a:lnTo>
                <a:lnTo>
                  <a:pt x="1674" y="772"/>
                </a:lnTo>
                <a:lnTo>
                  <a:pt x="1674" y="779"/>
                </a:lnTo>
                <a:close/>
                <a:moveTo>
                  <a:pt x="1690" y="779"/>
                </a:moveTo>
                <a:lnTo>
                  <a:pt x="1698" y="779"/>
                </a:lnTo>
                <a:lnTo>
                  <a:pt x="1698" y="772"/>
                </a:lnTo>
                <a:lnTo>
                  <a:pt x="1690" y="772"/>
                </a:lnTo>
                <a:lnTo>
                  <a:pt x="1690" y="779"/>
                </a:lnTo>
                <a:close/>
                <a:moveTo>
                  <a:pt x="1707" y="779"/>
                </a:moveTo>
                <a:lnTo>
                  <a:pt x="1714" y="779"/>
                </a:lnTo>
                <a:lnTo>
                  <a:pt x="1714" y="772"/>
                </a:lnTo>
                <a:lnTo>
                  <a:pt x="1707" y="772"/>
                </a:lnTo>
                <a:lnTo>
                  <a:pt x="1707" y="779"/>
                </a:lnTo>
                <a:close/>
                <a:moveTo>
                  <a:pt x="1724" y="779"/>
                </a:moveTo>
                <a:lnTo>
                  <a:pt x="1731" y="779"/>
                </a:lnTo>
                <a:lnTo>
                  <a:pt x="1731" y="772"/>
                </a:lnTo>
                <a:lnTo>
                  <a:pt x="1724" y="772"/>
                </a:lnTo>
                <a:lnTo>
                  <a:pt x="1724" y="779"/>
                </a:lnTo>
                <a:close/>
                <a:moveTo>
                  <a:pt x="1740" y="779"/>
                </a:moveTo>
                <a:lnTo>
                  <a:pt x="1747" y="779"/>
                </a:lnTo>
                <a:lnTo>
                  <a:pt x="1747" y="772"/>
                </a:lnTo>
                <a:lnTo>
                  <a:pt x="1740" y="772"/>
                </a:lnTo>
                <a:lnTo>
                  <a:pt x="1740" y="779"/>
                </a:lnTo>
                <a:close/>
                <a:moveTo>
                  <a:pt x="1757" y="779"/>
                </a:moveTo>
                <a:lnTo>
                  <a:pt x="1764" y="779"/>
                </a:lnTo>
                <a:lnTo>
                  <a:pt x="1764" y="772"/>
                </a:lnTo>
                <a:lnTo>
                  <a:pt x="1757" y="772"/>
                </a:lnTo>
                <a:lnTo>
                  <a:pt x="1757" y="779"/>
                </a:lnTo>
                <a:close/>
                <a:moveTo>
                  <a:pt x="1773" y="779"/>
                </a:moveTo>
                <a:lnTo>
                  <a:pt x="1780" y="779"/>
                </a:lnTo>
                <a:lnTo>
                  <a:pt x="1780" y="772"/>
                </a:lnTo>
                <a:lnTo>
                  <a:pt x="1773" y="772"/>
                </a:lnTo>
                <a:lnTo>
                  <a:pt x="1773" y="779"/>
                </a:lnTo>
                <a:close/>
                <a:moveTo>
                  <a:pt x="1790" y="779"/>
                </a:moveTo>
                <a:lnTo>
                  <a:pt x="1797" y="779"/>
                </a:lnTo>
                <a:lnTo>
                  <a:pt x="1797" y="772"/>
                </a:lnTo>
                <a:lnTo>
                  <a:pt x="1790" y="772"/>
                </a:lnTo>
                <a:lnTo>
                  <a:pt x="1790" y="779"/>
                </a:lnTo>
                <a:close/>
                <a:moveTo>
                  <a:pt x="1806" y="779"/>
                </a:moveTo>
                <a:lnTo>
                  <a:pt x="1814" y="779"/>
                </a:lnTo>
                <a:lnTo>
                  <a:pt x="1814" y="772"/>
                </a:lnTo>
                <a:lnTo>
                  <a:pt x="1806" y="772"/>
                </a:lnTo>
                <a:lnTo>
                  <a:pt x="1806" y="779"/>
                </a:lnTo>
                <a:close/>
                <a:moveTo>
                  <a:pt x="1823" y="779"/>
                </a:moveTo>
                <a:lnTo>
                  <a:pt x="1830" y="779"/>
                </a:lnTo>
                <a:lnTo>
                  <a:pt x="1830" y="772"/>
                </a:lnTo>
                <a:lnTo>
                  <a:pt x="1823" y="772"/>
                </a:lnTo>
                <a:lnTo>
                  <a:pt x="1823" y="779"/>
                </a:lnTo>
                <a:close/>
                <a:moveTo>
                  <a:pt x="1840" y="779"/>
                </a:moveTo>
                <a:lnTo>
                  <a:pt x="1847" y="779"/>
                </a:lnTo>
                <a:lnTo>
                  <a:pt x="1847" y="772"/>
                </a:lnTo>
                <a:lnTo>
                  <a:pt x="1840" y="772"/>
                </a:lnTo>
                <a:lnTo>
                  <a:pt x="1840" y="779"/>
                </a:lnTo>
                <a:close/>
                <a:moveTo>
                  <a:pt x="1856" y="779"/>
                </a:moveTo>
                <a:lnTo>
                  <a:pt x="1863" y="779"/>
                </a:lnTo>
                <a:lnTo>
                  <a:pt x="1863" y="772"/>
                </a:lnTo>
                <a:lnTo>
                  <a:pt x="1856" y="772"/>
                </a:lnTo>
                <a:lnTo>
                  <a:pt x="1856" y="779"/>
                </a:lnTo>
                <a:close/>
                <a:moveTo>
                  <a:pt x="1873" y="779"/>
                </a:moveTo>
                <a:lnTo>
                  <a:pt x="1880" y="779"/>
                </a:lnTo>
                <a:lnTo>
                  <a:pt x="1880" y="772"/>
                </a:lnTo>
                <a:lnTo>
                  <a:pt x="1873" y="772"/>
                </a:lnTo>
                <a:lnTo>
                  <a:pt x="1873" y="779"/>
                </a:lnTo>
                <a:close/>
                <a:moveTo>
                  <a:pt x="1889" y="779"/>
                </a:moveTo>
                <a:lnTo>
                  <a:pt x="1896" y="779"/>
                </a:lnTo>
                <a:lnTo>
                  <a:pt x="1896" y="772"/>
                </a:lnTo>
                <a:lnTo>
                  <a:pt x="1889" y="772"/>
                </a:lnTo>
                <a:lnTo>
                  <a:pt x="1889" y="779"/>
                </a:lnTo>
                <a:close/>
                <a:moveTo>
                  <a:pt x="1908" y="779"/>
                </a:moveTo>
                <a:lnTo>
                  <a:pt x="1915" y="779"/>
                </a:lnTo>
                <a:lnTo>
                  <a:pt x="1915" y="772"/>
                </a:lnTo>
                <a:lnTo>
                  <a:pt x="1908" y="772"/>
                </a:lnTo>
                <a:lnTo>
                  <a:pt x="1908" y="779"/>
                </a:lnTo>
                <a:close/>
                <a:moveTo>
                  <a:pt x="1925" y="779"/>
                </a:moveTo>
                <a:lnTo>
                  <a:pt x="1932" y="779"/>
                </a:lnTo>
                <a:lnTo>
                  <a:pt x="1932" y="772"/>
                </a:lnTo>
                <a:lnTo>
                  <a:pt x="1925" y="772"/>
                </a:lnTo>
                <a:lnTo>
                  <a:pt x="1925" y="779"/>
                </a:lnTo>
                <a:close/>
                <a:moveTo>
                  <a:pt x="1941" y="779"/>
                </a:moveTo>
                <a:lnTo>
                  <a:pt x="1949" y="779"/>
                </a:lnTo>
                <a:lnTo>
                  <a:pt x="1949" y="772"/>
                </a:lnTo>
                <a:lnTo>
                  <a:pt x="1941" y="772"/>
                </a:lnTo>
                <a:lnTo>
                  <a:pt x="1941" y="779"/>
                </a:lnTo>
                <a:close/>
                <a:moveTo>
                  <a:pt x="1958" y="779"/>
                </a:moveTo>
                <a:lnTo>
                  <a:pt x="1965" y="779"/>
                </a:lnTo>
                <a:lnTo>
                  <a:pt x="1965" y="772"/>
                </a:lnTo>
                <a:lnTo>
                  <a:pt x="1958" y="772"/>
                </a:lnTo>
                <a:lnTo>
                  <a:pt x="1958" y="779"/>
                </a:lnTo>
                <a:close/>
                <a:moveTo>
                  <a:pt x="2024" y="779"/>
                </a:moveTo>
                <a:lnTo>
                  <a:pt x="2031" y="779"/>
                </a:lnTo>
                <a:lnTo>
                  <a:pt x="2031" y="772"/>
                </a:lnTo>
                <a:lnTo>
                  <a:pt x="2024" y="772"/>
                </a:lnTo>
                <a:lnTo>
                  <a:pt x="2024" y="779"/>
                </a:lnTo>
                <a:close/>
                <a:moveTo>
                  <a:pt x="2041" y="779"/>
                </a:moveTo>
                <a:lnTo>
                  <a:pt x="2048" y="779"/>
                </a:lnTo>
                <a:lnTo>
                  <a:pt x="2048" y="772"/>
                </a:lnTo>
                <a:lnTo>
                  <a:pt x="2041" y="772"/>
                </a:lnTo>
                <a:lnTo>
                  <a:pt x="2041" y="779"/>
                </a:lnTo>
                <a:close/>
                <a:moveTo>
                  <a:pt x="2057" y="779"/>
                </a:moveTo>
                <a:lnTo>
                  <a:pt x="2065" y="779"/>
                </a:lnTo>
                <a:lnTo>
                  <a:pt x="2065" y="772"/>
                </a:lnTo>
                <a:lnTo>
                  <a:pt x="2057" y="772"/>
                </a:lnTo>
                <a:lnTo>
                  <a:pt x="2057" y="779"/>
                </a:lnTo>
                <a:close/>
                <a:moveTo>
                  <a:pt x="2074" y="779"/>
                </a:moveTo>
                <a:lnTo>
                  <a:pt x="2081" y="779"/>
                </a:lnTo>
                <a:lnTo>
                  <a:pt x="2081" y="772"/>
                </a:lnTo>
                <a:lnTo>
                  <a:pt x="2074" y="772"/>
                </a:lnTo>
                <a:lnTo>
                  <a:pt x="2074" y="779"/>
                </a:lnTo>
                <a:close/>
                <a:moveTo>
                  <a:pt x="2091" y="779"/>
                </a:moveTo>
                <a:lnTo>
                  <a:pt x="2098" y="779"/>
                </a:lnTo>
                <a:lnTo>
                  <a:pt x="2098" y="772"/>
                </a:lnTo>
                <a:lnTo>
                  <a:pt x="2091" y="772"/>
                </a:lnTo>
                <a:lnTo>
                  <a:pt x="2091" y="779"/>
                </a:lnTo>
                <a:close/>
                <a:moveTo>
                  <a:pt x="2107" y="779"/>
                </a:moveTo>
                <a:lnTo>
                  <a:pt x="2114" y="779"/>
                </a:lnTo>
                <a:lnTo>
                  <a:pt x="2114" y="772"/>
                </a:lnTo>
                <a:lnTo>
                  <a:pt x="2107" y="772"/>
                </a:lnTo>
                <a:lnTo>
                  <a:pt x="2107" y="779"/>
                </a:lnTo>
                <a:close/>
                <a:moveTo>
                  <a:pt x="2124" y="779"/>
                </a:moveTo>
                <a:lnTo>
                  <a:pt x="2131" y="779"/>
                </a:lnTo>
                <a:lnTo>
                  <a:pt x="2131" y="772"/>
                </a:lnTo>
                <a:lnTo>
                  <a:pt x="2124" y="772"/>
                </a:lnTo>
                <a:lnTo>
                  <a:pt x="2124" y="779"/>
                </a:lnTo>
                <a:close/>
                <a:moveTo>
                  <a:pt x="2140" y="779"/>
                </a:moveTo>
                <a:lnTo>
                  <a:pt x="2147" y="779"/>
                </a:lnTo>
                <a:lnTo>
                  <a:pt x="2147" y="772"/>
                </a:lnTo>
                <a:lnTo>
                  <a:pt x="2140" y="772"/>
                </a:lnTo>
                <a:lnTo>
                  <a:pt x="2140" y="779"/>
                </a:lnTo>
                <a:close/>
                <a:moveTo>
                  <a:pt x="2159" y="779"/>
                </a:moveTo>
                <a:lnTo>
                  <a:pt x="2164" y="779"/>
                </a:lnTo>
                <a:lnTo>
                  <a:pt x="2164" y="772"/>
                </a:lnTo>
                <a:lnTo>
                  <a:pt x="2159" y="772"/>
                </a:lnTo>
                <a:lnTo>
                  <a:pt x="2159" y="779"/>
                </a:lnTo>
                <a:close/>
                <a:moveTo>
                  <a:pt x="2176" y="779"/>
                </a:moveTo>
                <a:lnTo>
                  <a:pt x="2183" y="779"/>
                </a:lnTo>
                <a:lnTo>
                  <a:pt x="2183" y="772"/>
                </a:lnTo>
                <a:lnTo>
                  <a:pt x="2176" y="772"/>
                </a:lnTo>
                <a:lnTo>
                  <a:pt x="2176" y="779"/>
                </a:lnTo>
                <a:close/>
                <a:moveTo>
                  <a:pt x="2192" y="779"/>
                </a:moveTo>
                <a:lnTo>
                  <a:pt x="2200" y="779"/>
                </a:lnTo>
                <a:lnTo>
                  <a:pt x="2200" y="772"/>
                </a:lnTo>
                <a:lnTo>
                  <a:pt x="2192" y="772"/>
                </a:lnTo>
                <a:lnTo>
                  <a:pt x="2192" y="779"/>
                </a:lnTo>
                <a:close/>
                <a:moveTo>
                  <a:pt x="2209" y="779"/>
                </a:moveTo>
                <a:lnTo>
                  <a:pt x="2216" y="779"/>
                </a:lnTo>
                <a:lnTo>
                  <a:pt x="2216" y="772"/>
                </a:lnTo>
                <a:lnTo>
                  <a:pt x="2209" y="772"/>
                </a:lnTo>
                <a:lnTo>
                  <a:pt x="2209" y="779"/>
                </a:lnTo>
                <a:close/>
                <a:moveTo>
                  <a:pt x="2226" y="779"/>
                </a:moveTo>
                <a:lnTo>
                  <a:pt x="2233" y="779"/>
                </a:lnTo>
                <a:lnTo>
                  <a:pt x="2233" y="772"/>
                </a:lnTo>
                <a:lnTo>
                  <a:pt x="2226" y="772"/>
                </a:lnTo>
                <a:lnTo>
                  <a:pt x="2226" y="779"/>
                </a:lnTo>
                <a:close/>
                <a:moveTo>
                  <a:pt x="2242" y="779"/>
                </a:moveTo>
                <a:lnTo>
                  <a:pt x="2249" y="779"/>
                </a:lnTo>
                <a:lnTo>
                  <a:pt x="2249" y="772"/>
                </a:lnTo>
                <a:lnTo>
                  <a:pt x="2242" y="772"/>
                </a:lnTo>
                <a:lnTo>
                  <a:pt x="2242" y="779"/>
                </a:lnTo>
                <a:close/>
                <a:moveTo>
                  <a:pt x="2259" y="779"/>
                </a:moveTo>
                <a:lnTo>
                  <a:pt x="2266" y="779"/>
                </a:lnTo>
                <a:lnTo>
                  <a:pt x="2266" y="772"/>
                </a:lnTo>
                <a:lnTo>
                  <a:pt x="2259" y="772"/>
                </a:lnTo>
                <a:lnTo>
                  <a:pt x="2259" y="779"/>
                </a:lnTo>
                <a:close/>
                <a:moveTo>
                  <a:pt x="2275" y="779"/>
                </a:moveTo>
                <a:lnTo>
                  <a:pt x="2282" y="779"/>
                </a:lnTo>
                <a:lnTo>
                  <a:pt x="2282" y="772"/>
                </a:lnTo>
                <a:lnTo>
                  <a:pt x="2275" y="772"/>
                </a:lnTo>
                <a:lnTo>
                  <a:pt x="2275" y="779"/>
                </a:lnTo>
                <a:close/>
                <a:moveTo>
                  <a:pt x="2292" y="779"/>
                </a:moveTo>
                <a:lnTo>
                  <a:pt x="2299" y="779"/>
                </a:lnTo>
                <a:lnTo>
                  <a:pt x="2299" y="772"/>
                </a:lnTo>
                <a:lnTo>
                  <a:pt x="2292" y="772"/>
                </a:lnTo>
                <a:lnTo>
                  <a:pt x="2292" y="779"/>
                </a:lnTo>
                <a:close/>
                <a:moveTo>
                  <a:pt x="2308" y="779"/>
                </a:moveTo>
                <a:lnTo>
                  <a:pt x="2316" y="779"/>
                </a:lnTo>
                <a:lnTo>
                  <a:pt x="2316" y="772"/>
                </a:lnTo>
                <a:lnTo>
                  <a:pt x="2308" y="772"/>
                </a:lnTo>
                <a:lnTo>
                  <a:pt x="2308" y="779"/>
                </a:lnTo>
                <a:close/>
                <a:moveTo>
                  <a:pt x="2325" y="779"/>
                </a:moveTo>
                <a:lnTo>
                  <a:pt x="2332" y="779"/>
                </a:lnTo>
                <a:lnTo>
                  <a:pt x="2332" y="772"/>
                </a:lnTo>
                <a:lnTo>
                  <a:pt x="2325" y="772"/>
                </a:lnTo>
                <a:lnTo>
                  <a:pt x="2325" y="779"/>
                </a:lnTo>
                <a:close/>
                <a:moveTo>
                  <a:pt x="2342" y="779"/>
                </a:moveTo>
                <a:lnTo>
                  <a:pt x="2349" y="779"/>
                </a:lnTo>
                <a:lnTo>
                  <a:pt x="2349" y="772"/>
                </a:lnTo>
                <a:lnTo>
                  <a:pt x="2342" y="772"/>
                </a:lnTo>
                <a:lnTo>
                  <a:pt x="2342" y="779"/>
                </a:lnTo>
                <a:close/>
                <a:moveTo>
                  <a:pt x="2358" y="779"/>
                </a:moveTo>
                <a:lnTo>
                  <a:pt x="2365" y="779"/>
                </a:lnTo>
                <a:lnTo>
                  <a:pt x="2365" y="772"/>
                </a:lnTo>
                <a:lnTo>
                  <a:pt x="2358" y="772"/>
                </a:lnTo>
                <a:lnTo>
                  <a:pt x="2358" y="779"/>
                </a:lnTo>
                <a:close/>
                <a:moveTo>
                  <a:pt x="2375" y="779"/>
                </a:moveTo>
                <a:lnTo>
                  <a:pt x="2382" y="779"/>
                </a:lnTo>
                <a:lnTo>
                  <a:pt x="2382" y="772"/>
                </a:lnTo>
                <a:lnTo>
                  <a:pt x="2375" y="772"/>
                </a:lnTo>
                <a:lnTo>
                  <a:pt x="2375" y="779"/>
                </a:lnTo>
                <a:close/>
                <a:moveTo>
                  <a:pt x="2391" y="779"/>
                </a:moveTo>
                <a:lnTo>
                  <a:pt x="2398" y="779"/>
                </a:lnTo>
                <a:lnTo>
                  <a:pt x="2398" y="772"/>
                </a:lnTo>
                <a:lnTo>
                  <a:pt x="2391" y="772"/>
                </a:lnTo>
                <a:lnTo>
                  <a:pt x="2391" y="779"/>
                </a:lnTo>
                <a:close/>
                <a:moveTo>
                  <a:pt x="2408" y="779"/>
                </a:moveTo>
                <a:lnTo>
                  <a:pt x="2415" y="779"/>
                </a:lnTo>
                <a:lnTo>
                  <a:pt x="2415" y="772"/>
                </a:lnTo>
                <a:lnTo>
                  <a:pt x="2408" y="772"/>
                </a:lnTo>
                <a:lnTo>
                  <a:pt x="2408" y="779"/>
                </a:lnTo>
                <a:close/>
                <a:moveTo>
                  <a:pt x="2427" y="779"/>
                </a:moveTo>
                <a:lnTo>
                  <a:pt x="2434" y="779"/>
                </a:lnTo>
                <a:lnTo>
                  <a:pt x="2434" y="772"/>
                </a:lnTo>
                <a:lnTo>
                  <a:pt x="2427" y="772"/>
                </a:lnTo>
                <a:lnTo>
                  <a:pt x="2427" y="779"/>
                </a:lnTo>
                <a:close/>
                <a:moveTo>
                  <a:pt x="2443" y="779"/>
                </a:moveTo>
                <a:lnTo>
                  <a:pt x="2451" y="779"/>
                </a:lnTo>
                <a:lnTo>
                  <a:pt x="2451" y="772"/>
                </a:lnTo>
                <a:lnTo>
                  <a:pt x="2443" y="772"/>
                </a:lnTo>
                <a:lnTo>
                  <a:pt x="2443" y="779"/>
                </a:lnTo>
                <a:close/>
                <a:moveTo>
                  <a:pt x="2460" y="779"/>
                </a:moveTo>
                <a:lnTo>
                  <a:pt x="2467" y="779"/>
                </a:lnTo>
                <a:lnTo>
                  <a:pt x="2467" y="772"/>
                </a:lnTo>
                <a:lnTo>
                  <a:pt x="2460" y="772"/>
                </a:lnTo>
                <a:lnTo>
                  <a:pt x="2460" y="779"/>
                </a:lnTo>
                <a:close/>
                <a:moveTo>
                  <a:pt x="2477" y="779"/>
                </a:moveTo>
                <a:lnTo>
                  <a:pt x="2484" y="779"/>
                </a:lnTo>
                <a:lnTo>
                  <a:pt x="2484" y="772"/>
                </a:lnTo>
                <a:lnTo>
                  <a:pt x="2477" y="772"/>
                </a:lnTo>
                <a:lnTo>
                  <a:pt x="2477" y="779"/>
                </a:lnTo>
                <a:close/>
                <a:moveTo>
                  <a:pt x="568" y="795"/>
                </a:moveTo>
                <a:lnTo>
                  <a:pt x="575" y="795"/>
                </a:lnTo>
                <a:lnTo>
                  <a:pt x="575" y="788"/>
                </a:lnTo>
                <a:lnTo>
                  <a:pt x="568" y="788"/>
                </a:lnTo>
                <a:lnTo>
                  <a:pt x="568" y="795"/>
                </a:lnTo>
                <a:close/>
                <a:moveTo>
                  <a:pt x="585" y="795"/>
                </a:moveTo>
                <a:lnTo>
                  <a:pt x="592" y="795"/>
                </a:lnTo>
                <a:lnTo>
                  <a:pt x="592" y="788"/>
                </a:lnTo>
                <a:lnTo>
                  <a:pt x="585" y="788"/>
                </a:lnTo>
                <a:lnTo>
                  <a:pt x="585" y="795"/>
                </a:lnTo>
                <a:close/>
                <a:moveTo>
                  <a:pt x="601" y="795"/>
                </a:moveTo>
                <a:lnTo>
                  <a:pt x="608" y="795"/>
                </a:lnTo>
                <a:lnTo>
                  <a:pt x="608" y="788"/>
                </a:lnTo>
                <a:lnTo>
                  <a:pt x="601" y="788"/>
                </a:lnTo>
                <a:lnTo>
                  <a:pt x="601" y="795"/>
                </a:lnTo>
                <a:close/>
                <a:moveTo>
                  <a:pt x="620" y="795"/>
                </a:moveTo>
                <a:lnTo>
                  <a:pt x="625" y="795"/>
                </a:lnTo>
                <a:lnTo>
                  <a:pt x="625" y="788"/>
                </a:lnTo>
                <a:lnTo>
                  <a:pt x="620" y="788"/>
                </a:lnTo>
                <a:lnTo>
                  <a:pt x="620" y="795"/>
                </a:lnTo>
                <a:close/>
                <a:moveTo>
                  <a:pt x="637" y="795"/>
                </a:moveTo>
                <a:lnTo>
                  <a:pt x="644" y="795"/>
                </a:lnTo>
                <a:lnTo>
                  <a:pt x="644" y="788"/>
                </a:lnTo>
                <a:lnTo>
                  <a:pt x="637" y="788"/>
                </a:lnTo>
                <a:lnTo>
                  <a:pt x="637" y="795"/>
                </a:lnTo>
                <a:close/>
                <a:moveTo>
                  <a:pt x="686" y="795"/>
                </a:moveTo>
                <a:lnTo>
                  <a:pt x="693" y="795"/>
                </a:lnTo>
                <a:lnTo>
                  <a:pt x="693" y="788"/>
                </a:lnTo>
                <a:lnTo>
                  <a:pt x="686" y="788"/>
                </a:lnTo>
                <a:lnTo>
                  <a:pt x="686" y="795"/>
                </a:lnTo>
                <a:close/>
                <a:moveTo>
                  <a:pt x="703" y="795"/>
                </a:moveTo>
                <a:lnTo>
                  <a:pt x="710" y="795"/>
                </a:lnTo>
                <a:lnTo>
                  <a:pt x="710" y="788"/>
                </a:lnTo>
                <a:lnTo>
                  <a:pt x="703" y="788"/>
                </a:lnTo>
                <a:lnTo>
                  <a:pt x="703" y="795"/>
                </a:lnTo>
                <a:close/>
                <a:moveTo>
                  <a:pt x="720" y="795"/>
                </a:moveTo>
                <a:lnTo>
                  <a:pt x="727" y="795"/>
                </a:lnTo>
                <a:lnTo>
                  <a:pt x="727" y="788"/>
                </a:lnTo>
                <a:lnTo>
                  <a:pt x="720" y="788"/>
                </a:lnTo>
                <a:lnTo>
                  <a:pt x="720" y="795"/>
                </a:lnTo>
                <a:close/>
                <a:moveTo>
                  <a:pt x="736" y="795"/>
                </a:moveTo>
                <a:lnTo>
                  <a:pt x="743" y="795"/>
                </a:lnTo>
                <a:lnTo>
                  <a:pt x="743" y="788"/>
                </a:lnTo>
                <a:lnTo>
                  <a:pt x="736" y="788"/>
                </a:lnTo>
                <a:lnTo>
                  <a:pt x="736" y="795"/>
                </a:lnTo>
                <a:close/>
                <a:moveTo>
                  <a:pt x="753" y="795"/>
                </a:moveTo>
                <a:lnTo>
                  <a:pt x="760" y="795"/>
                </a:lnTo>
                <a:lnTo>
                  <a:pt x="760" y="788"/>
                </a:lnTo>
                <a:lnTo>
                  <a:pt x="753" y="788"/>
                </a:lnTo>
                <a:lnTo>
                  <a:pt x="753" y="795"/>
                </a:lnTo>
                <a:close/>
                <a:moveTo>
                  <a:pt x="786" y="795"/>
                </a:moveTo>
                <a:lnTo>
                  <a:pt x="793" y="795"/>
                </a:lnTo>
                <a:lnTo>
                  <a:pt x="793" y="788"/>
                </a:lnTo>
                <a:lnTo>
                  <a:pt x="786" y="788"/>
                </a:lnTo>
                <a:lnTo>
                  <a:pt x="786" y="795"/>
                </a:lnTo>
                <a:close/>
                <a:moveTo>
                  <a:pt x="802" y="795"/>
                </a:moveTo>
                <a:lnTo>
                  <a:pt x="810" y="795"/>
                </a:lnTo>
                <a:lnTo>
                  <a:pt x="810" y="788"/>
                </a:lnTo>
                <a:lnTo>
                  <a:pt x="802" y="788"/>
                </a:lnTo>
                <a:lnTo>
                  <a:pt x="802" y="795"/>
                </a:lnTo>
                <a:close/>
                <a:moveTo>
                  <a:pt x="819" y="795"/>
                </a:moveTo>
                <a:lnTo>
                  <a:pt x="826" y="795"/>
                </a:lnTo>
                <a:lnTo>
                  <a:pt x="826" y="788"/>
                </a:lnTo>
                <a:lnTo>
                  <a:pt x="819" y="788"/>
                </a:lnTo>
                <a:lnTo>
                  <a:pt x="819" y="795"/>
                </a:lnTo>
                <a:close/>
                <a:moveTo>
                  <a:pt x="836" y="795"/>
                </a:moveTo>
                <a:lnTo>
                  <a:pt x="843" y="795"/>
                </a:lnTo>
                <a:lnTo>
                  <a:pt x="843" y="788"/>
                </a:lnTo>
                <a:lnTo>
                  <a:pt x="836" y="788"/>
                </a:lnTo>
                <a:lnTo>
                  <a:pt x="836" y="795"/>
                </a:lnTo>
                <a:close/>
                <a:moveTo>
                  <a:pt x="852" y="795"/>
                </a:moveTo>
                <a:lnTo>
                  <a:pt x="859" y="795"/>
                </a:lnTo>
                <a:lnTo>
                  <a:pt x="859" y="788"/>
                </a:lnTo>
                <a:lnTo>
                  <a:pt x="852" y="788"/>
                </a:lnTo>
                <a:lnTo>
                  <a:pt x="852" y="795"/>
                </a:lnTo>
                <a:close/>
                <a:moveTo>
                  <a:pt x="1304" y="795"/>
                </a:moveTo>
                <a:lnTo>
                  <a:pt x="1312" y="795"/>
                </a:lnTo>
                <a:lnTo>
                  <a:pt x="1312" y="788"/>
                </a:lnTo>
                <a:lnTo>
                  <a:pt x="1304" y="788"/>
                </a:lnTo>
                <a:lnTo>
                  <a:pt x="1304" y="795"/>
                </a:lnTo>
                <a:close/>
                <a:moveTo>
                  <a:pt x="1321" y="795"/>
                </a:moveTo>
                <a:lnTo>
                  <a:pt x="1328" y="795"/>
                </a:lnTo>
                <a:lnTo>
                  <a:pt x="1328" y="788"/>
                </a:lnTo>
                <a:lnTo>
                  <a:pt x="1321" y="788"/>
                </a:lnTo>
                <a:lnTo>
                  <a:pt x="1321" y="795"/>
                </a:lnTo>
                <a:close/>
                <a:moveTo>
                  <a:pt x="1338" y="795"/>
                </a:moveTo>
                <a:lnTo>
                  <a:pt x="1345" y="795"/>
                </a:lnTo>
                <a:lnTo>
                  <a:pt x="1345" y="788"/>
                </a:lnTo>
                <a:lnTo>
                  <a:pt x="1338" y="788"/>
                </a:lnTo>
                <a:lnTo>
                  <a:pt x="1338" y="795"/>
                </a:lnTo>
                <a:close/>
                <a:moveTo>
                  <a:pt x="1354" y="795"/>
                </a:moveTo>
                <a:lnTo>
                  <a:pt x="1361" y="795"/>
                </a:lnTo>
                <a:lnTo>
                  <a:pt x="1361" y="788"/>
                </a:lnTo>
                <a:lnTo>
                  <a:pt x="1354" y="788"/>
                </a:lnTo>
                <a:lnTo>
                  <a:pt x="1354" y="795"/>
                </a:lnTo>
                <a:close/>
                <a:moveTo>
                  <a:pt x="1371" y="795"/>
                </a:moveTo>
                <a:lnTo>
                  <a:pt x="1378" y="795"/>
                </a:lnTo>
                <a:lnTo>
                  <a:pt x="1378" y="788"/>
                </a:lnTo>
                <a:lnTo>
                  <a:pt x="1371" y="788"/>
                </a:lnTo>
                <a:lnTo>
                  <a:pt x="1371" y="795"/>
                </a:lnTo>
                <a:close/>
                <a:moveTo>
                  <a:pt x="1390" y="795"/>
                </a:moveTo>
                <a:lnTo>
                  <a:pt x="1394" y="795"/>
                </a:lnTo>
                <a:lnTo>
                  <a:pt x="1394" y="788"/>
                </a:lnTo>
                <a:lnTo>
                  <a:pt x="1390" y="788"/>
                </a:lnTo>
                <a:lnTo>
                  <a:pt x="1390" y="795"/>
                </a:lnTo>
                <a:close/>
                <a:moveTo>
                  <a:pt x="1406" y="795"/>
                </a:moveTo>
                <a:lnTo>
                  <a:pt x="1413" y="795"/>
                </a:lnTo>
                <a:lnTo>
                  <a:pt x="1413" y="788"/>
                </a:lnTo>
                <a:lnTo>
                  <a:pt x="1406" y="788"/>
                </a:lnTo>
                <a:lnTo>
                  <a:pt x="1406" y="795"/>
                </a:lnTo>
                <a:close/>
                <a:moveTo>
                  <a:pt x="1423" y="795"/>
                </a:moveTo>
                <a:lnTo>
                  <a:pt x="1430" y="795"/>
                </a:lnTo>
                <a:lnTo>
                  <a:pt x="1430" y="788"/>
                </a:lnTo>
                <a:lnTo>
                  <a:pt x="1423" y="788"/>
                </a:lnTo>
                <a:lnTo>
                  <a:pt x="1423" y="795"/>
                </a:lnTo>
                <a:close/>
                <a:moveTo>
                  <a:pt x="1439" y="795"/>
                </a:moveTo>
                <a:lnTo>
                  <a:pt x="1447" y="795"/>
                </a:lnTo>
                <a:lnTo>
                  <a:pt x="1447" y="788"/>
                </a:lnTo>
                <a:lnTo>
                  <a:pt x="1439" y="788"/>
                </a:lnTo>
                <a:lnTo>
                  <a:pt x="1439" y="795"/>
                </a:lnTo>
                <a:close/>
                <a:moveTo>
                  <a:pt x="1456" y="795"/>
                </a:moveTo>
                <a:lnTo>
                  <a:pt x="1463" y="795"/>
                </a:lnTo>
                <a:lnTo>
                  <a:pt x="1463" y="788"/>
                </a:lnTo>
                <a:lnTo>
                  <a:pt x="1456" y="788"/>
                </a:lnTo>
                <a:lnTo>
                  <a:pt x="1456" y="795"/>
                </a:lnTo>
                <a:close/>
                <a:moveTo>
                  <a:pt x="1473" y="795"/>
                </a:moveTo>
                <a:lnTo>
                  <a:pt x="1480" y="795"/>
                </a:lnTo>
                <a:lnTo>
                  <a:pt x="1480" y="788"/>
                </a:lnTo>
                <a:lnTo>
                  <a:pt x="1473" y="788"/>
                </a:lnTo>
                <a:lnTo>
                  <a:pt x="1473" y="795"/>
                </a:lnTo>
                <a:close/>
                <a:moveTo>
                  <a:pt x="1489" y="795"/>
                </a:moveTo>
                <a:lnTo>
                  <a:pt x="1496" y="795"/>
                </a:lnTo>
                <a:lnTo>
                  <a:pt x="1496" y="788"/>
                </a:lnTo>
                <a:lnTo>
                  <a:pt x="1489" y="788"/>
                </a:lnTo>
                <a:lnTo>
                  <a:pt x="1489" y="795"/>
                </a:lnTo>
                <a:close/>
                <a:moveTo>
                  <a:pt x="1506" y="795"/>
                </a:moveTo>
                <a:lnTo>
                  <a:pt x="1513" y="795"/>
                </a:lnTo>
                <a:lnTo>
                  <a:pt x="1513" y="788"/>
                </a:lnTo>
                <a:lnTo>
                  <a:pt x="1506" y="788"/>
                </a:lnTo>
                <a:lnTo>
                  <a:pt x="1506" y="795"/>
                </a:lnTo>
                <a:close/>
                <a:moveTo>
                  <a:pt x="1522" y="795"/>
                </a:moveTo>
                <a:lnTo>
                  <a:pt x="1529" y="795"/>
                </a:lnTo>
                <a:lnTo>
                  <a:pt x="1529" y="788"/>
                </a:lnTo>
                <a:lnTo>
                  <a:pt x="1522" y="788"/>
                </a:lnTo>
                <a:lnTo>
                  <a:pt x="1522" y="795"/>
                </a:lnTo>
                <a:close/>
                <a:moveTo>
                  <a:pt x="1539" y="795"/>
                </a:moveTo>
                <a:lnTo>
                  <a:pt x="1546" y="795"/>
                </a:lnTo>
                <a:lnTo>
                  <a:pt x="1546" y="788"/>
                </a:lnTo>
                <a:lnTo>
                  <a:pt x="1539" y="788"/>
                </a:lnTo>
                <a:lnTo>
                  <a:pt x="1539" y="795"/>
                </a:lnTo>
                <a:close/>
                <a:moveTo>
                  <a:pt x="1555" y="795"/>
                </a:moveTo>
                <a:lnTo>
                  <a:pt x="1563" y="795"/>
                </a:lnTo>
                <a:lnTo>
                  <a:pt x="1563" y="788"/>
                </a:lnTo>
                <a:lnTo>
                  <a:pt x="1555" y="788"/>
                </a:lnTo>
                <a:lnTo>
                  <a:pt x="1555" y="795"/>
                </a:lnTo>
                <a:close/>
                <a:moveTo>
                  <a:pt x="1572" y="795"/>
                </a:moveTo>
                <a:lnTo>
                  <a:pt x="1579" y="795"/>
                </a:lnTo>
                <a:lnTo>
                  <a:pt x="1579" y="788"/>
                </a:lnTo>
                <a:lnTo>
                  <a:pt x="1572" y="788"/>
                </a:lnTo>
                <a:lnTo>
                  <a:pt x="1572" y="795"/>
                </a:lnTo>
                <a:close/>
                <a:moveTo>
                  <a:pt x="1589" y="795"/>
                </a:moveTo>
                <a:lnTo>
                  <a:pt x="1596" y="795"/>
                </a:lnTo>
                <a:lnTo>
                  <a:pt x="1596" y="788"/>
                </a:lnTo>
                <a:lnTo>
                  <a:pt x="1589" y="788"/>
                </a:lnTo>
                <a:lnTo>
                  <a:pt x="1589" y="795"/>
                </a:lnTo>
                <a:close/>
                <a:moveTo>
                  <a:pt x="1605" y="795"/>
                </a:moveTo>
                <a:lnTo>
                  <a:pt x="1612" y="795"/>
                </a:lnTo>
                <a:lnTo>
                  <a:pt x="1612" y="788"/>
                </a:lnTo>
                <a:lnTo>
                  <a:pt x="1605" y="788"/>
                </a:lnTo>
                <a:lnTo>
                  <a:pt x="1605" y="795"/>
                </a:lnTo>
                <a:close/>
                <a:moveTo>
                  <a:pt x="1622" y="795"/>
                </a:moveTo>
                <a:lnTo>
                  <a:pt x="1629" y="795"/>
                </a:lnTo>
                <a:lnTo>
                  <a:pt x="1629" y="788"/>
                </a:lnTo>
                <a:lnTo>
                  <a:pt x="1622" y="788"/>
                </a:lnTo>
                <a:lnTo>
                  <a:pt x="1622" y="795"/>
                </a:lnTo>
                <a:close/>
                <a:moveTo>
                  <a:pt x="1638" y="795"/>
                </a:moveTo>
                <a:lnTo>
                  <a:pt x="1645" y="795"/>
                </a:lnTo>
                <a:lnTo>
                  <a:pt x="1645" y="788"/>
                </a:lnTo>
                <a:lnTo>
                  <a:pt x="1638" y="788"/>
                </a:lnTo>
                <a:lnTo>
                  <a:pt x="1638" y="795"/>
                </a:lnTo>
                <a:close/>
                <a:moveTo>
                  <a:pt x="1657" y="795"/>
                </a:moveTo>
                <a:lnTo>
                  <a:pt x="1664" y="795"/>
                </a:lnTo>
                <a:lnTo>
                  <a:pt x="1664" y="788"/>
                </a:lnTo>
                <a:lnTo>
                  <a:pt x="1657" y="788"/>
                </a:lnTo>
                <a:lnTo>
                  <a:pt x="1657" y="795"/>
                </a:lnTo>
                <a:close/>
                <a:moveTo>
                  <a:pt x="1674" y="795"/>
                </a:moveTo>
                <a:lnTo>
                  <a:pt x="1681" y="795"/>
                </a:lnTo>
                <a:lnTo>
                  <a:pt x="1681" y="788"/>
                </a:lnTo>
                <a:lnTo>
                  <a:pt x="1674" y="788"/>
                </a:lnTo>
                <a:lnTo>
                  <a:pt x="1674" y="795"/>
                </a:lnTo>
                <a:close/>
                <a:moveTo>
                  <a:pt x="1690" y="795"/>
                </a:moveTo>
                <a:lnTo>
                  <a:pt x="1698" y="795"/>
                </a:lnTo>
                <a:lnTo>
                  <a:pt x="1698" y="788"/>
                </a:lnTo>
                <a:lnTo>
                  <a:pt x="1690" y="788"/>
                </a:lnTo>
                <a:lnTo>
                  <a:pt x="1690" y="795"/>
                </a:lnTo>
                <a:close/>
                <a:moveTo>
                  <a:pt x="1707" y="795"/>
                </a:moveTo>
                <a:lnTo>
                  <a:pt x="1714" y="795"/>
                </a:lnTo>
                <a:lnTo>
                  <a:pt x="1714" y="788"/>
                </a:lnTo>
                <a:lnTo>
                  <a:pt x="1707" y="788"/>
                </a:lnTo>
                <a:lnTo>
                  <a:pt x="1707" y="795"/>
                </a:lnTo>
                <a:close/>
                <a:moveTo>
                  <a:pt x="1724" y="795"/>
                </a:moveTo>
                <a:lnTo>
                  <a:pt x="1731" y="795"/>
                </a:lnTo>
                <a:lnTo>
                  <a:pt x="1731" y="788"/>
                </a:lnTo>
                <a:lnTo>
                  <a:pt x="1724" y="788"/>
                </a:lnTo>
                <a:lnTo>
                  <a:pt x="1724" y="795"/>
                </a:lnTo>
                <a:close/>
                <a:moveTo>
                  <a:pt x="1740" y="795"/>
                </a:moveTo>
                <a:lnTo>
                  <a:pt x="1747" y="795"/>
                </a:lnTo>
                <a:lnTo>
                  <a:pt x="1747" y="788"/>
                </a:lnTo>
                <a:lnTo>
                  <a:pt x="1740" y="788"/>
                </a:lnTo>
                <a:lnTo>
                  <a:pt x="1740" y="795"/>
                </a:lnTo>
                <a:close/>
                <a:moveTo>
                  <a:pt x="1757" y="795"/>
                </a:moveTo>
                <a:lnTo>
                  <a:pt x="1764" y="795"/>
                </a:lnTo>
                <a:lnTo>
                  <a:pt x="1764" y="788"/>
                </a:lnTo>
                <a:lnTo>
                  <a:pt x="1757" y="788"/>
                </a:lnTo>
                <a:lnTo>
                  <a:pt x="1757" y="795"/>
                </a:lnTo>
                <a:close/>
                <a:moveTo>
                  <a:pt x="1773" y="795"/>
                </a:moveTo>
                <a:lnTo>
                  <a:pt x="1780" y="795"/>
                </a:lnTo>
                <a:lnTo>
                  <a:pt x="1780" y="788"/>
                </a:lnTo>
                <a:lnTo>
                  <a:pt x="1773" y="788"/>
                </a:lnTo>
                <a:lnTo>
                  <a:pt x="1773" y="795"/>
                </a:lnTo>
                <a:close/>
                <a:moveTo>
                  <a:pt x="1790" y="795"/>
                </a:moveTo>
                <a:lnTo>
                  <a:pt x="1797" y="795"/>
                </a:lnTo>
                <a:lnTo>
                  <a:pt x="1797" y="788"/>
                </a:lnTo>
                <a:lnTo>
                  <a:pt x="1790" y="788"/>
                </a:lnTo>
                <a:lnTo>
                  <a:pt x="1790" y="795"/>
                </a:lnTo>
                <a:close/>
                <a:moveTo>
                  <a:pt x="1806" y="795"/>
                </a:moveTo>
                <a:lnTo>
                  <a:pt x="1814" y="795"/>
                </a:lnTo>
                <a:lnTo>
                  <a:pt x="1814" y="788"/>
                </a:lnTo>
                <a:lnTo>
                  <a:pt x="1806" y="788"/>
                </a:lnTo>
                <a:lnTo>
                  <a:pt x="1806" y="795"/>
                </a:lnTo>
                <a:close/>
                <a:moveTo>
                  <a:pt x="1823" y="795"/>
                </a:moveTo>
                <a:lnTo>
                  <a:pt x="1830" y="795"/>
                </a:lnTo>
                <a:lnTo>
                  <a:pt x="1830" y="788"/>
                </a:lnTo>
                <a:lnTo>
                  <a:pt x="1823" y="788"/>
                </a:lnTo>
                <a:lnTo>
                  <a:pt x="1823" y="795"/>
                </a:lnTo>
                <a:close/>
                <a:moveTo>
                  <a:pt x="1840" y="795"/>
                </a:moveTo>
                <a:lnTo>
                  <a:pt x="1847" y="795"/>
                </a:lnTo>
                <a:lnTo>
                  <a:pt x="1847" y="788"/>
                </a:lnTo>
                <a:lnTo>
                  <a:pt x="1840" y="788"/>
                </a:lnTo>
                <a:lnTo>
                  <a:pt x="1840" y="795"/>
                </a:lnTo>
                <a:close/>
                <a:moveTo>
                  <a:pt x="1856" y="795"/>
                </a:moveTo>
                <a:lnTo>
                  <a:pt x="1863" y="795"/>
                </a:lnTo>
                <a:lnTo>
                  <a:pt x="1863" y="788"/>
                </a:lnTo>
                <a:lnTo>
                  <a:pt x="1856" y="788"/>
                </a:lnTo>
                <a:lnTo>
                  <a:pt x="1856" y="795"/>
                </a:lnTo>
                <a:close/>
                <a:moveTo>
                  <a:pt x="1873" y="795"/>
                </a:moveTo>
                <a:lnTo>
                  <a:pt x="1880" y="795"/>
                </a:lnTo>
                <a:lnTo>
                  <a:pt x="1880" y="788"/>
                </a:lnTo>
                <a:lnTo>
                  <a:pt x="1873" y="788"/>
                </a:lnTo>
                <a:lnTo>
                  <a:pt x="1873" y="795"/>
                </a:lnTo>
                <a:close/>
                <a:moveTo>
                  <a:pt x="1889" y="795"/>
                </a:moveTo>
                <a:lnTo>
                  <a:pt x="1896" y="795"/>
                </a:lnTo>
                <a:lnTo>
                  <a:pt x="1896" y="788"/>
                </a:lnTo>
                <a:lnTo>
                  <a:pt x="1889" y="788"/>
                </a:lnTo>
                <a:lnTo>
                  <a:pt x="1889" y="795"/>
                </a:lnTo>
                <a:close/>
                <a:moveTo>
                  <a:pt x="1908" y="795"/>
                </a:moveTo>
                <a:lnTo>
                  <a:pt x="1915" y="795"/>
                </a:lnTo>
                <a:lnTo>
                  <a:pt x="1915" y="788"/>
                </a:lnTo>
                <a:lnTo>
                  <a:pt x="1908" y="788"/>
                </a:lnTo>
                <a:lnTo>
                  <a:pt x="1908" y="795"/>
                </a:lnTo>
                <a:close/>
                <a:moveTo>
                  <a:pt x="1925" y="795"/>
                </a:moveTo>
                <a:lnTo>
                  <a:pt x="1932" y="795"/>
                </a:lnTo>
                <a:lnTo>
                  <a:pt x="1932" y="788"/>
                </a:lnTo>
                <a:lnTo>
                  <a:pt x="1925" y="788"/>
                </a:lnTo>
                <a:lnTo>
                  <a:pt x="1925" y="795"/>
                </a:lnTo>
                <a:close/>
                <a:moveTo>
                  <a:pt x="1941" y="795"/>
                </a:moveTo>
                <a:lnTo>
                  <a:pt x="1949" y="795"/>
                </a:lnTo>
                <a:lnTo>
                  <a:pt x="1949" y="788"/>
                </a:lnTo>
                <a:lnTo>
                  <a:pt x="1941" y="788"/>
                </a:lnTo>
                <a:lnTo>
                  <a:pt x="1941" y="795"/>
                </a:lnTo>
                <a:close/>
                <a:moveTo>
                  <a:pt x="1958" y="795"/>
                </a:moveTo>
                <a:lnTo>
                  <a:pt x="1965" y="795"/>
                </a:lnTo>
                <a:lnTo>
                  <a:pt x="1965" y="788"/>
                </a:lnTo>
                <a:lnTo>
                  <a:pt x="1958" y="788"/>
                </a:lnTo>
                <a:lnTo>
                  <a:pt x="1958" y="795"/>
                </a:lnTo>
                <a:close/>
                <a:moveTo>
                  <a:pt x="2041" y="795"/>
                </a:moveTo>
                <a:lnTo>
                  <a:pt x="2048" y="795"/>
                </a:lnTo>
                <a:lnTo>
                  <a:pt x="2048" y="788"/>
                </a:lnTo>
                <a:lnTo>
                  <a:pt x="2041" y="788"/>
                </a:lnTo>
                <a:lnTo>
                  <a:pt x="2041" y="795"/>
                </a:lnTo>
                <a:close/>
                <a:moveTo>
                  <a:pt x="2057" y="795"/>
                </a:moveTo>
                <a:lnTo>
                  <a:pt x="2065" y="795"/>
                </a:lnTo>
                <a:lnTo>
                  <a:pt x="2065" y="788"/>
                </a:lnTo>
                <a:lnTo>
                  <a:pt x="2057" y="788"/>
                </a:lnTo>
                <a:lnTo>
                  <a:pt x="2057" y="795"/>
                </a:lnTo>
                <a:close/>
                <a:moveTo>
                  <a:pt x="2074" y="795"/>
                </a:moveTo>
                <a:lnTo>
                  <a:pt x="2081" y="795"/>
                </a:lnTo>
                <a:lnTo>
                  <a:pt x="2081" y="788"/>
                </a:lnTo>
                <a:lnTo>
                  <a:pt x="2074" y="788"/>
                </a:lnTo>
                <a:lnTo>
                  <a:pt x="2074" y="795"/>
                </a:lnTo>
                <a:close/>
                <a:moveTo>
                  <a:pt x="2091" y="795"/>
                </a:moveTo>
                <a:lnTo>
                  <a:pt x="2098" y="795"/>
                </a:lnTo>
                <a:lnTo>
                  <a:pt x="2098" y="788"/>
                </a:lnTo>
                <a:lnTo>
                  <a:pt x="2091" y="788"/>
                </a:lnTo>
                <a:lnTo>
                  <a:pt x="2091" y="795"/>
                </a:lnTo>
                <a:close/>
                <a:moveTo>
                  <a:pt x="2107" y="795"/>
                </a:moveTo>
                <a:lnTo>
                  <a:pt x="2114" y="795"/>
                </a:lnTo>
                <a:lnTo>
                  <a:pt x="2114" y="788"/>
                </a:lnTo>
                <a:lnTo>
                  <a:pt x="2107" y="788"/>
                </a:lnTo>
                <a:lnTo>
                  <a:pt x="2107" y="795"/>
                </a:lnTo>
                <a:close/>
                <a:moveTo>
                  <a:pt x="2124" y="795"/>
                </a:moveTo>
                <a:lnTo>
                  <a:pt x="2131" y="795"/>
                </a:lnTo>
                <a:lnTo>
                  <a:pt x="2131" y="788"/>
                </a:lnTo>
                <a:lnTo>
                  <a:pt x="2124" y="788"/>
                </a:lnTo>
                <a:lnTo>
                  <a:pt x="2124" y="795"/>
                </a:lnTo>
                <a:close/>
                <a:moveTo>
                  <a:pt x="2140" y="795"/>
                </a:moveTo>
                <a:lnTo>
                  <a:pt x="2147" y="795"/>
                </a:lnTo>
                <a:lnTo>
                  <a:pt x="2147" y="788"/>
                </a:lnTo>
                <a:lnTo>
                  <a:pt x="2140" y="788"/>
                </a:lnTo>
                <a:lnTo>
                  <a:pt x="2140" y="795"/>
                </a:lnTo>
                <a:close/>
                <a:moveTo>
                  <a:pt x="2159" y="795"/>
                </a:moveTo>
                <a:lnTo>
                  <a:pt x="2164" y="795"/>
                </a:lnTo>
                <a:lnTo>
                  <a:pt x="2164" y="788"/>
                </a:lnTo>
                <a:lnTo>
                  <a:pt x="2159" y="788"/>
                </a:lnTo>
                <a:lnTo>
                  <a:pt x="2159" y="795"/>
                </a:lnTo>
                <a:close/>
                <a:moveTo>
                  <a:pt x="2176" y="795"/>
                </a:moveTo>
                <a:lnTo>
                  <a:pt x="2183" y="795"/>
                </a:lnTo>
                <a:lnTo>
                  <a:pt x="2183" y="788"/>
                </a:lnTo>
                <a:lnTo>
                  <a:pt x="2176" y="788"/>
                </a:lnTo>
                <a:lnTo>
                  <a:pt x="2176" y="795"/>
                </a:lnTo>
                <a:close/>
                <a:moveTo>
                  <a:pt x="2192" y="795"/>
                </a:moveTo>
                <a:lnTo>
                  <a:pt x="2200" y="795"/>
                </a:lnTo>
                <a:lnTo>
                  <a:pt x="2200" y="788"/>
                </a:lnTo>
                <a:lnTo>
                  <a:pt x="2192" y="788"/>
                </a:lnTo>
                <a:lnTo>
                  <a:pt x="2192" y="795"/>
                </a:lnTo>
                <a:close/>
                <a:moveTo>
                  <a:pt x="2209" y="795"/>
                </a:moveTo>
                <a:lnTo>
                  <a:pt x="2216" y="795"/>
                </a:lnTo>
                <a:lnTo>
                  <a:pt x="2216" y="788"/>
                </a:lnTo>
                <a:lnTo>
                  <a:pt x="2209" y="788"/>
                </a:lnTo>
                <a:lnTo>
                  <a:pt x="2209" y="795"/>
                </a:lnTo>
                <a:close/>
                <a:moveTo>
                  <a:pt x="2226" y="795"/>
                </a:moveTo>
                <a:lnTo>
                  <a:pt x="2233" y="795"/>
                </a:lnTo>
                <a:lnTo>
                  <a:pt x="2233" y="788"/>
                </a:lnTo>
                <a:lnTo>
                  <a:pt x="2226" y="788"/>
                </a:lnTo>
                <a:lnTo>
                  <a:pt x="2226" y="795"/>
                </a:lnTo>
                <a:close/>
                <a:moveTo>
                  <a:pt x="2242" y="795"/>
                </a:moveTo>
                <a:lnTo>
                  <a:pt x="2249" y="795"/>
                </a:lnTo>
                <a:lnTo>
                  <a:pt x="2249" y="788"/>
                </a:lnTo>
                <a:lnTo>
                  <a:pt x="2242" y="788"/>
                </a:lnTo>
                <a:lnTo>
                  <a:pt x="2242" y="795"/>
                </a:lnTo>
                <a:close/>
                <a:moveTo>
                  <a:pt x="2259" y="795"/>
                </a:moveTo>
                <a:lnTo>
                  <a:pt x="2266" y="795"/>
                </a:lnTo>
                <a:lnTo>
                  <a:pt x="2266" y="788"/>
                </a:lnTo>
                <a:lnTo>
                  <a:pt x="2259" y="788"/>
                </a:lnTo>
                <a:lnTo>
                  <a:pt x="2259" y="795"/>
                </a:lnTo>
                <a:close/>
                <a:moveTo>
                  <a:pt x="2275" y="795"/>
                </a:moveTo>
                <a:lnTo>
                  <a:pt x="2282" y="795"/>
                </a:lnTo>
                <a:lnTo>
                  <a:pt x="2282" y="788"/>
                </a:lnTo>
                <a:lnTo>
                  <a:pt x="2275" y="788"/>
                </a:lnTo>
                <a:lnTo>
                  <a:pt x="2275" y="795"/>
                </a:lnTo>
                <a:close/>
                <a:moveTo>
                  <a:pt x="2292" y="795"/>
                </a:moveTo>
                <a:lnTo>
                  <a:pt x="2299" y="795"/>
                </a:lnTo>
                <a:lnTo>
                  <a:pt x="2299" y="788"/>
                </a:lnTo>
                <a:lnTo>
                  <a:pt x="2292" y="788"/>
                </a:lnTo>
                <a:lnTo>
                  <a:pt x="2292" y="795"/>
                </a:lnTo>
                <a:close/>
                <a:moveTo>
                  <a:pt x="2308" y="795"/>
                </a:moveTo>
                <a:lnTo>
                  <a:pt x="2316" y="795"/>
                </a:lnTo>
                <a:lnTo>
                  <a:pt x="2316" y="788"/>
                </a:lnTo>
                <a:lnTo>
                  <a:pt x="2308" y="788"/>
                </a:lnTo>
                <a:lnTo>
                  <a:pt x="2308" y="795"/>
                </a:lnTo>
                <a:close/>
                <a:moveTo>
                  <a:pt x="2325" y="795"/>
                </a:moveTo>
                <a:lnTo>
                  <a:pt x="2332" y="795"/>
                </a:lnTo>
                <a:lnTo>
                  <a:pt x="2332" y="788"/>
                </a:lnTo>
                <a:lnTo>
                  <a:pt x="2325" y="788"/>
                </a:lnTo>
                <a:lnTo>
                  <a:pt x="2325" y="795"/>
                </a:lnTo>
                <a:close/>
                <a:moveTo>
                  <a:pt x="2342" y="795"/>
                </a:moveTo>
                <a:lnTo>
                  <a:pt x="2349" y="795"/>
                </a:lnTo>
                <a:lnTo>
                  <a:pt x="2349" y="788"/>
                </a:lnTo>
                <a:lnTo>
                  <a:pt x="2342" y="788"/>
                </a:lnTo>
                <a:lnTo>
                  <a:pt x="2342" y="795"/>
                </a:lnTo>
                <a:close/>
                <a:moveTo>
                  <a:pt x="2358" y="795"/>
                </a:moveTo>
                <a:lnTo>
                  <a:pt x="2365" y="795"/>
                </a:lnTo>
                <a:lnTo>
                  <a:pt x="2365" y="788"/>
                </a:lnTo>
                <a:lnTo>
                  <a:pt x="2358" y="788"/>
                </a:lnTo>
                <a:lnTo>
                  <a:pt x="2358" y="795"/>
                </a:lnTo>
                <a:close/>
                <a:moveTo>
                  <a:pt x="2375" y="795"/>
                </a:moveTo>
                <a:lnTo>
                  <a:pt x="2382" y="795"/>
                </a:lnTo>
                <a:lnTo>
                  <a:pt x="2382" y="788"/>
                </a:lnTo>
                <a:lnTo>
                  <a:pt x="2375" y="788"/>
                </a:lnTo>
                <a:lnTo>
                  <a:pt x="2375" y="795"/>
                </a:lnTo>
                <a:close/>
                <a:moveTo>
                  <a:pt x="2391" y="795"/>
                </a:moveTo>
                <a:lnTo>
                  <a:pt x="2398" y="795"/>
                </a:lnTo>
                <a:lnTo>
                  <a:pt x="2398" y="788"/>
                </a:lnTo>
                <a:lnTo>
                  <a:pt x="2391" y="788"/>
                </a:lnTo>
                <a:lnTo>
                  <a:pt x="2391" y="795"/>
                </a:lnTo>
                <a:close/>
                <a:moveTo>
                  <a:pt x="2408" y="795"/>
                </a:moveTo>
                <a:lnTo>
                  <a:pt x="2415" y="795"/>
                </a:lnTo>
                <a:lnTo>
                  <a:pt x="2415" y="788"/>
                </a:lnTo>
                <a:lnTo>
                  <a:pt x="2408" y="788"/>
                </a:lnTo>
                <a:lnTo>
                  <a:pt x="2408" y="795"/>
                </a:lnTo>
                <a:close/>
                <a:moveTo>
                  <a:pt x="2477" y="795"/>
                </a:moveTo>
                <a:lnTo>
                  <a:pt x="2484" y="795"/>
                </a:lnTo>
                <a:lnTo>
                  <a:pt x="2484" y="788"/>
                </a:lnTo>
                <a:lnTo>
                  <a:pt x="2477" y="788"/>
                </a:lnTo>
                <a:lnTo>
                  <a:pt x="2477" y="795"/>
                </a:lnTo>
                <a:close/>
                <a:moveTo>
                  <a:pt x="568" y="812"/>
                </a:moveTo>
                <a:lnTo>
                  <a:pt x="575" y="812"/>
                </a:lnTo>
                <a:lnTo>
                  <a:pt x="575" y="805"/>
                </a:lnTo>
                <a:lnTo>
                  <a:pt x="568" y="805"/>
                </a:lnTo>
                <a:lnTo>
                  <a:pt x="568" y="812"/>
                </a:lnTo>
                <a:close/>
                <a:moveTo>
                  <a:pt x="585" y="812"/>
                </a:moveTo>
                <a:lnTo>
                  <a:pt x="592" y="812"/>
                </a:lnTo>
                <a:lnTo>
                  <a:pt x="592" y="805"/>
                </a:lnTo>
                <a:lnTo>
                  <a:pt x="585" y="805"/>
                </a:lnTo>
                <a:lnTo>
                  <a:pt x="585" y="812"/>
                </a:lnTo>
                <a:close/>
                <a:moveTo>
                  <a:pt x="601" y="812"/>
                </a:moveTo>
                <a:lnTo>
                  <a:pt x="608" y="812"/>
                </a:lnTo>
                <a:lnTo>
                  <a:pt x="608" y="805"/>
                </a:lnTo>
                <a:lnTo>
                  <a:pt x="601" y="805"/>
                </a:lnTo>
                <a:lnTo>
                  <a:pt x="601" y="812"/>
                </a:lnTo>
                <a:close/>
                <a:moveTo>
                  <a:pt x="620" y="812"/>
                </a:moveTo>
                <a:lnTo>
                  <a:pt x="625" y="812"/>
                </a:lnTo>
                <a:lnTo>
                  <a:pt x="625" y="805"/>
                </a:lnTo>
                <a:lnTo>
                  <a:pt x="620" y="805"/>
                </a:lnTo>
                <a:lnTo>
                  <a:pt x="620" y="812"/>
                </a:lnTo>
                <a:close/>
                <a:moveTo>
                  <a:pt x="637" y="812"/>
                </a:moveTo>
                <a:lnTo>
                  <a:pt x="644" y="812"/>
                </a:lnTo>
                <a:lnTo>
                  <a:pt x="644" y="805"/>
                </a:lnTo>
                <a:lnTo>
                  <a:pt x="637" y="805"/>
                </a:lnTo>
                <a:lnTo>
                  <a:pt x="637" y="812"/>
                </a:lnTo>
                <a:close/>
                <a:moveTo>
                  <a:pt x="653" y="812"/>
                </a:moveTo>
                <a:lnTo>
                  <a:pt x="660" y="812"/>
                </a:lnTo>
                <a:lnTo>
                  <a:pt x="660" y="805"/>
                </a:lnTo>
                <a:lnTo>
                  <a:pt x="653" y="805"/>
                </a:lnTo>
                <a:lnTo>
                  <a:pt x="653" y="812"/>
                </a:lnTo>
                <a:close/>
                <a:moveTo>
                  <a:pt x="670" y="812"/>
                </a:moveTo>
                <a:lnTo>
                  <a:pt x="677" y="812"/>
                </a:lnTo>
                <a:lnTo>
                  <a:pt x="677" y="805"/>
                </a:lnTo>
                <a:lnTo>
                  <a:pt x="670" y="805"/>
                </a:lnTo>
                <a:lnTo>
                  <a:pt x="670" y="812"/>
                </a:lnTo>
                <a:close/>
                <a:moveTo>
                  <a:pt x="686" y="812"/>
                </a:moveTo>
                <a:lnTo>
                  <a:pt x="693" y="812"/>
                </a:lnTo>
                <a:lnTo>
                  <a:pt x="693" y="805"/>
                </a:lnTo>
                <a:lnTo>
                  <a:pt x="686" y="805"/>
                </a:lnTo>
                <a:lnTo>
                  <a:pt x="686" y="812"/>
                </a:lnTo>
                <a:close/>
                <a:moveTo>
                  <a:pt x="703" y="812"/>
                </a:moveTo>
                <a:lnTo>
                  <a:pt x="710" y="812"/>
                </a:lnTo>
                <a:lnTo>
                  <a:pt x="710" y="805"/>
                </a:lnTo>
                <a:lnTo>
                  <a:pt x="703" y="805"/>
                </a:lnTo>
                <a:lnTo>
                  <a:pt x="703" y="812"/>
                </a:lnTo>
                <a:close/>
                <a:moveTo>
                  <a:pt x="720" y="812"/>
                </a:moveTo>
                <a:lnTo>
                  <a:pt x="727" y="812"/>
                </a:lnTo>
                <a:lnTo>
                  <a:pt x="727" y="805"/>
                </a:lnTo>
                <a:lnTo>
                  <a:pt x="720" y="805"/>
                </a:lnTo>
                <a:lnTo>
                  <a:pt x="720" y="812"/>
                </a:lnTo>
                <a:close/>
                <a:moveTo>
                  <a:pt x="802" y="812"/>
                </a:moveTo>
                <a:lnTo>
                  <a:pt x="810" y="812"/>
                </a:lnTo>
                <a:lnTo>
                  <a:pt x="810" y="805"/>
                </a:lnTo>
                <a:lnTo>
                  <a:pt x="802" y="805"/>
                </a:lnTo>
                <a:lnTo>
                  <a:pt x="802" y="812"/>
                </a:lnTo>
                <a:close/>
                <a:moveTo>
                  <a:pt x="819" y="812"/>
                </a:moveTo>
                <a:lnTo>
                  <a:pt x="826" y="812"/>
                </a:lnTo>
                <a:lnTo>
                  <a:pt x="826" y="805"/>
                </a:lnTo>
                <a:lnTo>
                  <a:pt x="819" y="805"/>
                </a:lnTo>
                <a:lnTo>
                  <a:pt x="819" y="812"/>
                </a:lnTo>
                <a:close/>
                <a:moveTo>
                  <a:pt x="836" y="812"/>
                </a:moveTo>
                <a:lnTo>
                  <a:pt x="843" y="812"/>
                </a:lnTo>
                <a:lnTo>
                  <a:pt x="843" y="805"/>
                </a:lnTo>
                <a:lnTo>
                  <a:pt x="836" y="805"/>
                </a:lnTo>
                <a:lnTo>
                  <a:pt x="836" y="812"/>
                </a:lnTo>
                <a:close/>
                <a:moveTo>
                  <a:pt x="852" y="812"/>
                </a:moveTo>
                <a:lnTo>
                  <a:pt x="859" y="812"/>
                </a:lnTo>
                <a:lnTo>
                  <a:pt x="859" y="805"/>
                </a:lnTo>
                <a:lnTo>
                  <a:pt x="852" y="805"/>
                </a:lnTo>
                <a:lnTo>
                  <a:pt x="852" y="812"/>
                </a:lnTo>
                <a:close/>
                <a:moveTo>
                  <a:pt x="871" y="812"/>
                </a:moveTo>
                <a:lnTo>
                  <a:pt x="876" y="812"/>
                </a:lnTo>
                <a:lnTo>
                  <a:pt x="876" y="805"/>
                </a:lnTo>
                <a:lnTo>
                  <a:pt x="871" y="805"/>
                </a:lnTo>
                <a:lnTo>
                  <a:pt x="871" y="812"/>
                </a:lnTo>
                <a:close/>
                <a:moveTo>
                  <a:pt x="888" y="812"/>
                </a:moveTo>
                <a:lnTo>
                  <a:pt x="895" y="812"/>
                </a:lnTo>
                <a:lnTo>
                  <a:pt x="895" y="805"/>
                </a:lnTo>
                <a:lnTo>
                  <a:pt x="888" y="805"/>
                </a:lnTo>
                <a:lnTo>
                  <a:pt x="888" y="812"/>
                </a:lnTo>
                <a:close/>
                <a:moveTo>
                  <a:pt x="904" y="812"/>
                </a:moveTo>
                <a:lnTo>
                  <a:pt x="911" y="812"/>
                </a:lnTo>
                <a:lnTo>
                  <a:pt x="911" y="805"/>
                </a:lnTo>
                <a:lnTo>
                  <a:pt x="904" y="805"/>
                </a:lnTo>
                <a:lnTo>
                  <a:pt x="904" y="812"/>
                </a:lnTo>
                <a:close/>
                <a:moveTo>
                  <a:pt x="1321" y="812"/>
                </a:moveTo>
                <a:lnTo>
                  <a:pt x="1328" y="812"/>
                </a:lnTo>
                <a:lnTo>
                  <a:pt x="1328" y="805"/>
                </a:lnTo>
                <a:lnTo>
                  <a:pt x="1321" y="805"/>
                </a:lnTo>
                <a:lnTo>
                  <a:pt x="1321" y="812"/>
                </a:lnTo>
                <a:close/>
                <a:moveTo>
                  <a:pt x="1338" y="812"/>
                </a:moveTo>
                <a:lnTo>
                  <a:pt x="1345" y="812"/>
                </a:lnTo>
                <a:lnTo>
                  <a:pt x="1345" y="805"/>
                </a:lnTo>
                <a:lnTo>
                  <a:pt x="1338" y="805"/>
                </a:lnTo>
                <a:lnTo>
                  <a:pt x="1338" y="812"/>
                </a:lnTo>
                <a:close/>
                <a:moveTo>
                  <a:pt x="1354" y="812"/>
                </a:moveTo>
                <a:lnTo>
                  <a:pt x="1361" y="812"/>
                </a:lnTo>
                <a:lnTo>
                  <a:pt x="1361" y="805"/>
                </a:lnTo>
                <a:lnTo>
                  <a:pt x="1354" y="805"/>
                </a:lnTo>
                <a:lnTo>
                  <a:pt x="1354" y="812"/>
                </a:lnTo>
                <a:close/>
                <a:moveTo>
                  <a:pt x="1371" y="812"/>
                </a:moveTo>
                <a:lnTo>
                  <a:pt x="1378" y="812"/>
                </a:lnTo>
                <a:lnTo>
                  <a:pt x="1378" y="805"/>
                </a:lnTo>
                <a:lnTo>
                  <a:pt x="1371" y="805"/>
                </a:lnTo>
                <a:lnTo>
                  <a:pt x="1371" y="812"/>
                </a:lnTo>
                <a:close/>
                <a:moveTo>
                  <a:pt x="1390" y="812"/>
                </a:moveTo>
                <a:lnTo>
                  <a:pt x="1394" y="812"/>
                </a:lnTo>
                <a:lnTo>
                  <a:pt x="1394" y="805"/>
                </a:lnTo>
                <a:lnTo>
                  <a:pt x="1390" y="805"/>
                </a:lnTo>
                <a:lnTo>
                  <a:pt x="1390" y="812"/>
                </a:lnTo>
                <a:close/>
                <a:moveTo>
                  <a:pt x="1406" y="812"/>
                </a:moveTo>
                <a:lnTo>
                  <a:pt x="1413" y="812"/>
                </a:lnTo>
                <a:lnTo>
                  <a:pt x="1413" y="805"/>
                </a:lnTo>
                <a:lnTo>
                  <a:pt x="1406" y="805"/>
                </a:lnTo>
                <a:lnTo>
                  <a:pt x="1406" y="812"/>
                </a:lnTo>
                <a:close/>
                <a:moveTo>
                  <a:pt x="1423" y="812"/>
                </a:moveTo>
                <a:lnTo>
                  <a:pt x="1430" y="812"/>
                </a:lnTo>
                <a:lnTo>
                  <a:pt x="1430" y="805"/>
                </a:lnTo>
                <a:lnTo>
                  <a:pt x="1423" y="805"/>
                </a:lnTo>
                <a:lnTo>
                  <a:pt x="1423" y="812"/>
                </a:lnTo>
                <a:close/>
                <a:moveTo>
                  <a:pt x="1439" y="812"/>
                </a:moveTo>
                <a:lnTo>
                  <a:pt x="1447" y="812"/>
                </a:lnTo>
                <a:lnTo>
                  <a:pt x="1447" y="805"/>
                </a:lnTo>
                <a:lnTo>
                  <a:pt x="1439" y="805"/>
                </a:lnTo>
                <a:lnTo>
                  <a:pt x="1439" y="812"/>
                </a:lnTo>
                <a:close/>
                <a:moveTo>
                  <a:pt x="1456" y="812"/>
                </a:moveTo>
                <a:lnTo>
                  <a:pt x="1463" y="812"/>
                </a:lnTo>
                <a:lnTo>
                  <a:pt x="1463" y="805"/>
                </a:lnTo>
                <a:lnTo>
                  <a:pt x="1456" y="805"/>
                </a:lnTo>
                <a:lnTo>
                  <a:pt x="1456" y="812"/>
                </a:lnTo>
                <a:close/>
                <a:moveTo>
                  <a:pt x="1473" y="812"/>
                </a:moveTo>
                <a:lnTo>
                  <a:pt x="1480" y="812"/>
                </a:lnTo>
                <a:lnTo>
                  <a:pt x="1480" y="805"/>
                </a:lnTo>
                <a:lnTo>
                  <a:pt x="1473" y="805"/>
                </a:lnTo>
                <a:lnTo>
                  <a:pt x="1473" y="812"/>
                </a:lnTo>
                <a:close/>
                <a:moveTo>
                  <a:pt x="1489" y="812"/>
                </a:moveTo>
                <a:lnTo>
                  <a:pt x="1496" y="812"/>
                </a:lnTo>
                <a:lnTo>
                  <a:pt x="1496" y="805"/>
                </a:lnTo>
                <a:lnTo>
                  <a:pt x="1489" y="805"/>
                </a:lnTo>
                <a:lnTo>
                  <a:pt x="1489" y="812"/>
                </a:lnTo>
                <a:close/>
                <a:moveTo>
                  <a:pt x="1506" y="812"/>
                </a:moveTo>
                <a:lnTo>
                  <a:pt x="1513" y="812"/>
                </a:lnTo>
                <a:lnTo>
                  <a:pt x="1513" y="805"/>
                </a:lnTo>
                <a:lnTo>
                  <a:pt x="1506" y="805"/>
                </a:lnTo>
                <a:lnTo>
                  <a:pt x="1506" y="812"/>
                </a:lnTo>
                <a:close/>
                <a:moveTo>
                  <a:pt x="1522" y="812"/>
                </a:moveTo>
                <a:lnTo>
                  <a:pt x="1529" y="812"/>
                </a:lnTo>
                <a:lnTo>
                  <a:pt x="1529" y="805"/>
                </a:lnTo>
                <a:lnTo>
                  <a:pt x="1522" y="805"/>
                </a:lnTo>
                <a:lnTo>
                  <a:pt x="1522" y="812"/>
                </a:lnTo>
                <a:close/>
                <a:moveTo>
                  <a:pt x="1539" y="812"/>
                </a:moveTo>
                <a:lnTo>
                  <a:pt x="1546" y="812"/>
                </a:lnTo>
                <a:lnTo>
                  <a:pt x="1546" y="805"/>
                </a:lnTo>
                <a:lnTo>
                  <a:pt x="1539" y="805"/>
                </a:lnTo>
                <a:lnTo>
                  <a:pt x="1539" y="812"/>
                </a:lnTo>
                <a:close/>
                <a:moveTo>
                  <a:pt x="1555" y="812"/>
                </a:moveTo>
                <a:lnTo>
                  <a:pt x="1563" y="812"/>
                </a:lnTo>
                <a:lnTo>
                  <a:pt x="1563" y="805"/>
                </a:lnTo>
                <a:lnTo>
                  <a:pt x="1555" y="805"/>
                </a:lnTo>
                <a:lnTo>
                  <a:pt x="1555" y="812"/>
                </a:lnTo>
                <a:close/>
                <a:moveTo>
                  <a:pt x="1572" y="812"/>
                </a:moveTo>
                <a:lnTo>
                  <a:pt x="1579" y="812"/>
                </a:lnTo>
                <a:lnTo>
                  <a:pt x="1579" y="805"/>
                </a:lnTo>
                <a:lnTo>
                  <a:pt x="1572" y="805"/>
                </a:lnTo>
                <a:lnTo>
                  <a:pt x="1572" y="812"/>
                </a:lnTo>
                <a:close/>
                <a:moveTo>
                  <a:pt x="1589" y="812"/>
                </a:moveTo>
                <a:lnTo>
                  <a:pt x="1596" y="812"/>
                </a:lnTo>
                <a:lnTo>
                  <a:pt x="1596" y="805"/>
                </a:lnTo>
                <a:lnTo>
                  <a:pt x="1589" y="805"/>
                </a:lnTo>
                <a:lnTo>
                  <a:pt x="1589" y="812"/>
                </a:lnTo>
                <a:close/>
                <a:moveTo>
                  <a:pt x="1605" y="812"/>
                </a:moveTo>
                <a:lnTo>
                  <a:pt x="1612" y="812"/>
                </a:lnTo>
                <a:lnTo>
                  <a:pt x="1612" y="805"/>
                </a:lnTo>
                <a:lnTo>
                  <a:pt x="1605" y="805"/>
                </a:lnTo>
                <a:lnTo>
                  <a:pt x="1605" y="812"/>
                </a:lnTo>
                <a:close/>
                <a:moveTo>
                  <a:pt x="1622" y="812"/>
                </a:moveTo>
                <a:lnTo>
                  <a:pt x="1629" y="812"/>
                </a:lnTo>
                <a:lnTo>
                  <a:pt x="1629" y="805"/>
                </a:lnTo>
                <a:lnTo>
                  <a:pt x="1622" y="805"/>
                </a:lnTo>
                <a:lnTo>
                  <a:pt x="1622" y="812"/>
                </a:lnTo>
                <a:close/>
                <a:moveTo>
                  <a:pt x="1638" y="812"/>
                </a:moveTo>
                <a:lnTo>
                  <a:pt x="1645" y="812"/>
                </a:lnTo>
                <a:lnTo>
                  <a:pt x="1645" y="805"/>
                </a:lnTo>
                <a:lnTo>
                  <a:pt x="1638" y="805"/>
                </a:lnTo>
                <a:lnTo>
                  <a:pt x="1638" y="812"/>
                </a:lnTo>
                <a:close/>
                <a:moveTo>
                  <a:pt x="1657" y="812"/>
                </a:moveTo>
                <a:lnTo>
                  <a:pt x="1664" y="812"/>
                </a:lnTo>
                <a:lnTo>
                  <a:pt x="1664" y="805"/>
                </a:lnTo>
                <a:lnTo>
                  <a:pt x="1657" y="805"/>
                </a:lnTo>
                <a:lnTo>
                  <a:pt x="1657" y="812"/>
                </a:lnTo>
                <a:close/>
                <a:moveTo>
                  <a:pt x="1674" y="812"/>
                </a:moveTo>
                <a:lnTo>
                  <a:pt x="1681" y="812"/>
                </a:lnTo>
                <a:lnTo>
                  <a:pt x="1681" y="805"/>
                </a:lnTo>
                <a:lnTo>
                  <a:pt x="1674" y="805"/>
                </a:lnTo>
                <a:lnTo>
                  <a:pt x="1674" y="812"/>
                </a:lnTo>
                <a:close/>
                <a:moveTo>
                  <a:pt x="1690" y="812"/>
                </a:moveTo>
                <a:lnTo>
                  <a:pt x="1698" y="812"/>
                </a:lnTo>
                <a:lnTo>
                  <a:pt x="1698" y="805"/>
                </a:lnTo>
                <a:lnTo>
                  <a:pt x="1690" y="805"/>
                </a:lnTo>
                <a:lnTo>
                  <a:pt x="1690" y="812"/>
                </a:lnTo>
                <a:close/>
                <a:moveTo>
                  <a:pt x="1707" y="812"/>
                </a:moveTo>
                <a:lnTo>
                  <a:pt x="1714" y="812"/>
                </a:lnTo>
                <a:lnTo>
                  <a:pt x="1714" y="805"/>
                </a:lnTo>
                <a:lnTo>
                  <a:pt x="1707" y="805"/>
                </a:lnTo>
                <a:lnTo>
                  <a:pt x="1707" y="812"/>
                </a:lnTo>
                <a:close/>
                <a:moveTo>
                  <a:pt x="1724" y="812"/>
                </a:moveTo>
                <a:lnTo>
                  <a:pt x="1731" y="812"/>
                </a:lnTo>
                <a:lnTo>
                  <a:pt x="1731" y="805"/>
                </a:lnTo>
                <a:lnTo>
                  <a:pt x="1724" y="805"/>
                </a:lnTo>
                <a:lnTo>
                  <a:pt x="1724" y="812"/>
                </a:lnTo>
                <a:close/>
                <a:moveTo>
                  <a:pt x="1740" y="812"/>
                </a:moveTo>
                <a:lnTo>
                  <a:pt x="1747" y="812"/>
                </a:lnTo>
                <a:lnTo>
                  <a:pt x="1747" y="805"/>
                </a:lnTo>
                <a:lnTo>
                  <a:pt x="1740" y="805"/>
                </a:lnTo>
                <a:lnTo>
                  <a:pt x="1740" y="812"/>
                </a:lnTo>
                <a:close/>
                <a:moveTo>
                  <a:pt x="1757" y="812"/>
                </a:moveTo>
                <a:lnTo>
                  <a:pt x="1764" y="812"/>
                </a:lnTo>
                <a:lnTo>
                  <a:pt x="1764" y="805"/>
                </a:lnTo>
                <a:lnTo>
                  <a:pt x="1757" y="805"/>
                </a:lnTo>
                <a:lnTo>
                  <a:pt x="1757" y="812"/>
                </a:lnTo>
                <a:close/>
                <a:moveTo>
                  <a:pt x="1773" y="812"/>
                </a:moveTo>
                <a:lnTo>
                  <a:pt x="1780" y="812"/>
                </a:lnTo>
                <a:lnTo>
                  <a:pt x="1780" y="805"/>
                </a:lnTo>
                <a:lnTo>
                  <a:pt x="1773" y="805"/>
                </a:lnTo>
                <a:lnTo>
                  <a:pt x="1773" y="812"/>
                </a:lnTo>
                <a:close/>
                <a:moveTo>
                  <a:pt x="1790" y="812"/>
                </a:moveTo>
                <a:lnTo>
                  <a:pt x="1797" y="812"/>
                </a:lnTo>
                <a:lnTo>
                  <a:pt x="1797" y="805"/>
                </a:lnTo>
                <a:lnTo>
                  <a:pt x="1790" y="805"/>
                </a:lnTo>
                <a:lnTo>
                  <a:pt x="1790" y="812"/>
                </a:lnTo>
                <a:close/>
                <a:moveTo>
                  <a:pt x="1806" y="812"/>
                </a:moveTo>
                <a:lnTo>
                  <a:pt x="1814" y="812"/>
                </a:lnTo>
                <a:lnTo>
                  <a:pt x="1814" y="805"/>
                </a:lnTo>
                <a:lnTo>
                  <a:pt x="1806" y="805"/>
                </a:lnTo>
                <a:lnTo>
                  <a:pt x="1806" y="812"/>
                </a:lnTo>
                <a:close/>
                <a:moveTo>
                  <a:pt x="1823" y="812"/>
                </a:moveTo>
                <a:lnTo>
                  <a:pt x="1830" y="812"/>
                </a:lnTo>
                <a:lnTo>
                  <a:pt x="1830" y="805"/>
                </a:lnTo>
                <a:lnTo>
                  <a:pt x="1823" y="805"/>
                </a:lnTo>
                <a:lnTo>
                  <a:pt x="1823" y="812"/>
                </a:lnTo>
                <a:close/>
                <a:moveTo>
                  <a:pt x="1840" y="812"/>
                </a:moveTo>
                <a:lnTo>
                  <a:pt x="1847" y="812"/>
                </a:lnTo>
                <a:lnTo>
                  <a:pt x="1847" y="805"/>
                </a:lnTo>
                <a:lnTo>
                  <a:pt x="1840" y="805"/>
                </a:lnTo>
                <a:lnTo>
                  <a:pt x="1840" y="812"/>
                </a:lnTo>
                <a:close/>
                <a:moveTo>
                  <a:pt x="1856" y="812"/>
                </a:moveTo>
                <a:lnTo>
                  <a:pt x="1863" y="812"/>
                </a:lnTo>
                <a:lnTo>
                  <a:pt x="1863" y="805"/>
                </a:lnTo>
                <a:lnTo>
                  <a:pt x="1856" y="805"/>
                </a:lnTo>
                <a:lnTo>
                  <a:pt x="1856" y="812"/>
                </a:lnTo>
                <a:close/>
                <a:moveTo>
                  <a:pt x="1873" y="812"/>
                </a:moveTo>
                <a:lnTo>
                  <a:pt x="1880" y="812"/>
                </a:lnTo>
                <a:lnTo>
                  <a:pt x="1880" y="805"/>
                </a:lnTo>
                <a:lnTo>
                  <a:pt x="1873" y="805"/>
                </a:lnTo>
                <a:lnTo>
                  <a:pt x="1873" y="812"/>
                </a:lnTo>
                <a:close/>
                <a:moveTo>
                  <a:pt x="1889" y="812"/>
                </a:moveTo>
                <a:lnTo>
                  <a:pt x="1896" y="812"/>
                </a:lnTo>
                <a:lnTo>
                  <a:pt x="1896" y="805"/>
                </a:lnTo>
                <a:lnTo>
                  <a:pt x="1889" y="805"/>
                </a:lnTo>
                <a:lnTo>
                  <a:pt x="1889" y="812"/>
                </a:lnTo>
                <a:close/>
                <a:moveTo>
                  <a:pt x="1908" y="812"/>
                </a:moveTo>
                <a:lnTo>
                  <a:pt x="1915" y="812"/>
                </a:lnTo>
                <a:lnTo>
                  <a:pt x="1915" y="805"/>
                </a:lnTo>
                <a:lnTo>
                  <a:pt x="1908" y="805"/>
                </a:lnTo>
                <a:lnTo>
                  <a:pt x="1908" y="812"/>
                </a:lnTo>
                <a:close/>
                <a:moveTo>
                  <a:pt x="1925" y="812"/>
                </a:moveTo>
                <a:lnTo>
                  <a:pt x="1932" y="812"/>
                </a:lnTo>
                <a:lnTo>
                  <a:pt x="1932" y="805"/>
                </a:lnTo>
                <a:lnTo>
                  <a:pt x="1925" y="805"/>
                </a:lnTo>
                <a:lnTo>
                  <a:pt x="1925" y="812"/>
                </a:lnTo>
                <a:close/>
                <a:moveTo>
                  <a:pt x="1941" y="812"/>
                </a:moveTo>
                <a:lnTo>
                  <a:pt x="1949" y="812"/>
                </a:lnTo>
                <a:lnTo>
                  <a:pt x="1949" y="805"/>
                </a:lnTo>
                <a:lnTo>
                  <a:pt x="1941" y="805"/>
                </a:lnTo>
                <a:lnTo>
                  <a:pt x="1941" y="812"/>
                </a:lnTo>
                <a:close/>
                <a:moveTo>
                  <a:pt x="2074" y="812"/>
                </a:moveTo>
                <a:lnTo>
                  <a:pt x="2081" y="812"/>
                </a:lnTo>
                <a:lnTo>
                  <a:pt x="2081" y="805"/>
                </a:lnTo>
                <a:lnTo>
                  <a:pt x="2074" y="805"/>
                </a:lnTo>
                <a:lnTo>
                  <a:pt x="2074" y="812"/>
                </a:lnTo>
                <a:close/>
                <a:moveTo>
                  <a:pt x="2091" y="812"/>
                </a:moveTo>
                <a:lnTo>
                  <a:pt x="2098" y="812"/>
                </a:lnTo>
                <a:lnTo>
                  <a:pt x="2098" y="805"/>
                </a:lnTo>
                <a:lnTo>
                  <a:pt x="2091" y="805"/>
                </a:lnTo>
                <a:lnTo>
                  <a:pt x="2091" y="812"/>
                </a:lnTo>
                <a:close/>
                <a:moveTo>
                  <a:pt x="2107" y="812"/>
                </a:moveTo>
                <a:lnTo>
                  <a:pt x="2114" y="812"/>
                </a:lnTo>
                <a:lnTo>
                  <a:pt x="2114" y="805"/>
                </a:lnTo>
                <a:lnTo>
                  <a:pt x="2107" y="805"/>
                </a:lnTo>
                <a:lnTo>
                  <a:pt x="2107" y="812"/>
                </a:lnTo>
                <a:close/>
                <a:moveTo>
                  <a:pt x="2124" y="812"/>
                </a:moveTo>
                <a:lnTo>
                  <a:pt x="2131" y="812"/>
                </a:lnTo>
                <a:lnTo>
                  <a:pt x="2131" y="805"/>
                </a:lnTo>
                <a:lnTo>
                  <a:pt x="2124" y="805"/>
                </a:lnTo>
                <a:lnTo>
                  <a:pt x="2124" y="812"/>
                </a:lnTo>
                <a:close/>
                <a:moveTo>
                  <a:pt x="2140" y="812"/>
                </a:moveTo>
                <a:lnTo>
                  <a:pt x="2147" y="812"/>
                </a:lnTo>
                <a:lnTo>
                  <a:pt x="2147" y="805"/>
                </a:lnTo>
                <a:lnTo>
                  <a:pt x="2140" y="805"/>
                </a:lnTo>
                <a:lnTo>
                  <a:pt x="2140" y="812"/>
                </a:lnTo>
                <a:close/>
                <a:moveTo>
                  <a:pt x="2159" y="812"/>
                </a:moveTo>
                <a:lnTo>
                  <a:pt x="2164" y="812"/>
                </a:lnTo>
                <a:lnTo>
                  <a:pt x="2164" y="805"/>
                </a:lnTo>
                <a:lnTo>
                  <a:pt x="2159" y="805"/>
                </a:lnTo>
                <a:lnTo>
                  <a:pt x="2159" y="812"/>
                </a:lnTo>
                <a:close/>
                <a:moveTo>
                  <a:pt x="2176" y="812"/>
                </a:moveTo>
                <a:lnTo>
                  <a:pt x="2183" y="812"/>
                </a:lnTo>
                <a:lnTo>
                  <a:pt x="2183" y="805"/>
                </a:lnTo>
                <a:lnTo>
                  <a:pt x="2176" y="805"/>
                </a:lnTo>
                <a:lnTo>
                  <a:pt x="2176" y="812"/>
                </a:lnTo>
                <a:close/>
                <a:moveTo>
                  <a:pt x="2242" y="812"/>
                </a:moveTo>
                <a:lnTo>
                  <a:pt x="2249" y="812"/>
                </a:lnTo>
                <a:lnTo>
                  <a:pt x="2249" y="805"/>
                </a:lnTo>
                <a:lnTo>
                  <a:pt x="2242" y="805"/>
                </a:lnTo>
                <a:lnTo>
                  <a:pt x="2242" y="812"/>
                </a:lnTo>
                <a:close/>
                <a:moveTo>
                  <a:pt x="2259" y="812"/>
                </a:moveTo>
                <a:lnTo>
                  <a:pt x="2266" y="812"/>
                </a:lnTo>
                <a:lnTo>
                  <a:pt x="2266" y="805"/>
                </a:lnTo>
                <a:lnTo>
                  <a:pt x="2259" y="805"/>
                </a:lnTo>
                <a:lnTo>
                  <a:pt x="2259" y="812"/>
                </a:lnTo>
                <a:close/>
                <a:moveTo>
                  <a:pt x="2275" y="812"/>
                </a:moveTo>
                <a:lnTo>
                  <a:pt x="2282" y="812"/>
                </a:lnTo>
                <a:lnTo>
                  <a:pt x="2282" y="805"/>
                </a:lnTo>
                <a:lnTo>
                  <a:pt x="2275" y="805"/>
                </a:lnTo>
                <a:lnTo>
                  <a:pt x="2275" y="812"/>
                </a:lnTo>
                <a:close/>
                <a:moveTo>
                  <a:pt x="2292" y="812"/>
                </a:moveTo>
                <a:lnTo>
                  <a:pt x="2299" y="812"/>
                </a:lnTo>
                <a:lnTo>
                  <a:pt x="2299" y="805"/>
                </a:lnTo>
                <a:lnTo>
                  <a:pt x="2292" y="805"/>
                </a:lnTo>
                <a:lnTo>
                  <a:pt x="2292" y="812"/>
                </a:lnTo>
                <a:close/>
                <a:moveTo>
                  <a:pt x="2308" y="812"/>
                </a:moveTo>
                <a:lnTo>
                  <a:pt x="2316" y="812"/>
                </a:lnTo>
                <a:lnTo>
                  <a:pt x="2316" y="805"/>
                </a:lnTo>
                <a:lnTo>
                  <a:pt x="2308" y="805"/>
                </a:lnTo>
                <a:lnTo>
                  <a:pt x="2308" y="812"/>
                </a:lnTo>
                <a:close/>
                <a:moveTo>
                  <a:pt x="2325" y="812"/>
                </a:moveTo>
                <a:lnTo>
                  <a:pt x="2332" y="812"/>
                </a:lnTo>
                <a:lnTo>
                  <a:pt x="2332" y="805"/>
                </a:lnTo>
                <a:lnTo>
                  <a:pt x="2325" y="805"/>
                </a:lnTo>
                <a:lnTo>
                  <a:pt x="2325" y="812"/>
                </a:lnTo>
                <a:close/>
                <a:moveTo>
                  <a:pt x="2342" y="812"/>
                </a:moveTo>
                <a:lnTo>
                  <a:pt x="2349" y="812"/>
                </a:lnTo>
                <a:lnTo>
                  <a:pt x="2349" y="805"/>
                </a:lnTo>
                <a:lnTo>
                  <a:pt x="2342" y="805"/>
                </a:lnTo>
                <a:lnTo>
                  <a:pt x="2342" y="812"/>
                </a:lnTo>
                <a:close/>
                <a:moveTo>
                  <a:pt x="2375" y="812"/>
                </a:moveTo>
                <a:lnTo>
                  <a:pt x="2382" y="812"/>
                </a:lnTo>
                <a:lnTo>
                  <a:pt x="2382" y="805"/>
                </a:lnTo>
                <a:lnTo>
                  <a:pt x="2375" y="805"/>
                </a:lnTo>
                <a:lnTo>
                  <a:pt x="2375" y="812"/>
                </a:lnTo>
                <a:close/>
                <a:moveTo>
                  <a:pt x="2391" y="812"/>
                </a:moveTo>
                <a:lnTo>
                  <a:pt x="2398" y="812"/>
                </a:lnTo>
                <a:lnTo>
                  <a:pt x="2398" y="805"/>
                </a:lnTo>
                <a:lnTo>
                  <a:pt x="2391" y="805"/>
                </a:lnTo>
                <a:lnTo>
                  <a:pt x="2391" y="812"/>
                </a:lnTo>
                <a:close/>
                <a:moveTo>
                  <a:pt x="2477" y="812"/>
                </a:moveTo>
                <a:lnTo>
                  <a:pt x="2484" y="812"/>
                </a:lnTo>
                <a:lnTo>
                  <a:pt x="2484" y="805"/>
                </a:lnTo>
                <a:lnTo>
                  <a:pt x="2477" y="805"/>
                </a:lnTo>
                <a:lnTo>
                  <a:pt x="2477" y="812"/>
                </a:lnTo>
                <a:close/>
                <a:moveTo>
                  <a:pt x="2493" y="812"/>
                </a:moveTo>
                <a:lnTo>
                  <a:pt x="2500" y="812"/>
                </a:lnTo>
                <a:lnTo>
                  <a:pt x="2500" y="805"/>
                </a:lnTo>
                <a:lnTo>
                  <a:pt x="2493" y="805"/>
                </a:lnTo>
                <a:lnTo>
                  <a:pt x="2493" y="812"/>
                </a:lnTo>
                <a:close/>
                <a:moveTo>
                  <a:pt x="585" y="829"/>
                </a:moveTo>
                <a:lnTo>
                  <a:pt x="592" y="829"/>
                </a:lnTo>
                <a:lnTo>
                  <a:pt x="592" y="822"/>
                </a:lnTo>
                <a:lnTo>
                  <a:pt x="585" y="822"/>
                </a:lnTo>
                <a:lnTo>
                  <a:pt x="585" y="829"/>
                </a:lnTo>
                <a:close/>
                <a:moveTo>
                  <a:pt x="601" y="829"/>
                </a:moveTo>
                <a:lnTo>
                  <a:pt x="608" y="829"/>
                </a:lnTo>
                <a:lnTo>
                  <a:pt x="608" y="822"/>
                </a:lnTo>
                <a:lnTo>
                  <a:pt x="601" y="822"/>
                </a:lnTo>
                <a:lnTo>
                  <a:pt x="601" y="829"/>
                </a:lnTo>
                <a:close/>
                <a:moveTo>
                  <a:pt x="620" y="829"/>
                </a:moveTo>
                <a:lnTo>
                  <a:pt x="625" y="829"/>
                </a:lnTo>
                <a:lnTo>
                  <a:pt x="625" y="822"/>
                </a:lnTo>
                <a:lnTo>
                  <a:pt x="620" y="822"/>
                </a:lnTo>
                <a:lnTo>
                  <a:pt x="620" y="829"/>
                </a:lnTo>
                <a:close/>
                <a:moveTo>
                  <a:pt x="637" y="829"/>
                </a:moveTo>
                <a:lnTo>
                  <a:pt x="644" y="829"/>
                </a:lnTo>
                <a:lnTo>
                  <a:pt x="644" y="822"/>
                </a:lnTo>
                <a:lnTo>
                  <a:pt x="637" y="822"/>
                </a:lnTo>
                <a:lnTo>
                  <a:pt x="637" y="829"/>
                </a:lnTo>
                <a:close/>
                <a:moveTo>
                  <a:pt x="653" y="829"/>
                </a:moveTo>
                <a:lnTo>
                  <a:pt x="660" y="829"/>
                </a:lnTo>
                <a:lnTo>
                  <a:pt x="660" y="822"/>
                </a:lnTo>
                <a:lnTo>
                  <a:pt x="653" y="822"/>
                </a:lnTo>
                <a:lnTo>
                  <a:pt x="653" y="829"/>
                </a:lnTo>
                <a:close/>
                <a:moveTo>
                  <a:pt x="670" y="829"/>
                </a:moveTo>
                <a:lnTo>
                  <a:pt x="677" y="829"/>
                </a:lnTo>
                <a:lnTo>
                  <a:pt x="677" y="822"/>
                </a:lnTo>
                <a:lnTo>
                  <a:pt x="670" y="822"/>
                </a:lnTo>
                <a:lnTo>
                  <a:pt x="670" y="829"/>
                </a:lnTo>
                <a:close/>
                <a:moveTo>
                  <a:pt x="686" y="829"/>
                </a:moveTo>
                <a:lnTo>
                  <a:pt x="693" y="829"/>
                </a:lnTo>
                <a:lnTo>
                  <a:pt x="693" y="822"/>
                </a:lnTo>
                <a:lnTo>
                  <a:pt x="686" y="822"/>
                </a:lnTo>
                <a:lnTo>
                  <a:pt x="686" y="829"/>
                </a:lnTo>
                <a:close/>
                <a:moveTo>
                  <a:pt x="703" y="829"/>
                </a:moveTo>
                <a:lnTo>
                  <a:pt x="710" y="829"/>
                </a:lnTo>
                <a:lnTo>
                  <a:pt x="710" y="822"/>
                </a:lnTo>
                <a:lnTo>
                  <a:pt x="703" y="822"/>
                </a:lnTo>
                <a:lnTo>
                  <a:pt x="703" y="829"/>
                </a:lnTo>
                <a:close/>
                <a:moveTo>
                  <a:pt x="720" y="829"/>
                </a:moveTo>
                <a:lnTo>
                  <a:pt x="727" y="829"/>
                </a:lnTo>
                <a:lnTo>
                  <a:pt x="727" y="822"/>
                </a:lnTo>
                <a:lnTo>
                  <a:pt x="720" y="822"/>
                </a:lnTo>
                <a:lnTo>
                  <a:pt x="720" y="829"/>
                </a:lnTo>
                <a:close/>
                <a:moveTo>
                  <a:pt x="802" y="829"/>
                </a:moveTo>
                <a:lnTo>
                  <a:pt x="810" y="829"/>
                </a:lnTo>
                <a:lnTo>
                  <a:pt x="810" y="822"/>
                </a:lnTo>
                <a:lnTo>
                  <a:pt x="802" y="822"/>
                </a:lnTo>
                <a:lnTo>
                  <a:pt x="802" y="829"/>
                </a:lnTo>
                <a:close/>
                <a:moveTo>
                  <a:pt x="819" y="829"/>
                </a:moveTo>
                <a:lnTo>
                  <a:pt x="826" y="829"/>
                </a:lnTo>
                <a:lnTo>
                  <a:pt x="826" y="822"/>
                </a:lnTo>
                <a:lnTo>
                  <a:pt x="819" y="822"/>
                </a:lnTo>
                <a:lnTo>
                  <a:pt x="819" y="829"/>
                </a:lnTo>
                <a:close/>
                <a:moveTo>
                  <a:pt x="852" y="829"/>
                </a:moveTo>
                <a:lnTo>
                  <a:pt x="859" y="829"/>
                </a:lnTo>
                <a:lnTo>
                  <a:pt x="859" y="822"/>
                </a:lnTo>
                <a:lnTo>
                  <a:pt x="852" y="822"/>
                </a:lnTo>
                <a:lnTo>
                  <a:pt x="852" y="829"/>
                </a:lnTo>
                <a:close/>
                <a:moveTo>
                  <a:pt x="888" y="829"/>
                </a:moveTo>
                <a:lnTo>
                  <a:pt x="895" y="829"/>
                </a:lnTo>
                <a:lnTo>
                  <a:pt x="895" y="822"/>
                </a:lnTo>
                <a:lnTo>
                  <a:pt x="888" y="822"/>
                </a:lnTo>
                <a:lnTo>
                  <a:pt x="888" y="829"/>
                </a:lnTo>
                <a:close/>
                <a:moveTo>
                  <a:pt x="904" y="829"/>
                </a:moveTo>
                <a:lnTo>
                  <a:pt x="911" y="829"/>
                </a:lnTo>
                <a:lnTo>
                  <a:pt x="911" y="822"/>
                </a:lnTo>
                <a:lnTo>
                  <a:pt x="904" y="822"/>
                </a:lnTo>
                <a:lnTo>
                  <a:pt x="904" y="829"/>
                </a:lnTo>
                <a:close/>
                <a:moveTo>
                  <a:pt x="937" y="829"/>
                </a:moveTo>
                <a:lnTo>
                  <a:pt x="944" y="829"/>
                </a:lnTo>
                <a:lnTo>
                  <a:pt x="944" y="822"/>
                </a:lnTo>
                <a:lnTo>
                  <a:pt x="937" y="822"/>
                </a:lnTo>
                <a:lnTo>
                  <a:pt x="937" y="829"/>
                </a:lnTo>
                <a:close/>
                <a:moveTo>
                  <a:pt x="1321" y="829"/>
                </a:moveTo>
                <a:lnTo>
                  <a:pt x="1328" y="829"/>
                </a:lnTo>
                <a:lnTo>
                  <a:pt x="1328" y="822"/>
                </a:lnTo>
                <a:lnTo>
                  <a:pt x="1321" y="822"/>
                </a:lnTo>
                <a:lnTo>
                  <a:pt x="1321" y="829"/>
                </a:lnTo>
                <a:close/>
                <a:moveTo>
                  <a:pt x="1338" y="829"/>
                </a:moveTo>
                <a:lnTo>
                  <a:pt x="1345" y="829"/>
                </a:lnTo>
                <a:lnTo>
                  <a:pt x="1345" y="822"/>
                </a:lnTo>
                <a:lnTo>
                  <a:pt x="1338" y="822"/>
                </a:lnTo>
                <a:lnTo>
                  <a:pt x="1338" y="829"/>
                </a:lnTo>
                <a:close/>
                <a:moveTo>
                  <a:pt x="1354" y="829"/>
                </a:moveTo>
                <a:lnTo>
                  <a:pt x="1361" y="829"/>
                </a:lnTo>
                <a:lnTo>
                  <a:pt x="1361" y="822"/>
                </a:lnTo>
                <a:lnTo>
                  <a:pt x="1354" y="822"/>
                </a:lnTo>
                <a:lnTo>
                  <a:pt x="1354" y="829"/>
                </a:lnTo>
                <a:close/>
                <a:moveTo>
                  <a:pt x="1371" y="829"/>
                </a:moveTo>
                <a:lnTo>
                  <a:pt x="1378" y="829"/>
                </a:lnTo>
                <a:lnTo>
                  <a:pt x="1378" y="822"/>
                </a:lnTo>
                <a:lnTo>
                  <a:pt x="1371" y="822"/>
                </a:lnTo>
                <a:lnTo>
                  <a:pt x="1371" y="829"/>
                </a:lnTo>
                <a:close/>
                <a:moveTo>
                  <a:pt x="1390" y="829"/>
                </a:moveTo>
                <a:lnTo>
                  <a:pt x="1394" y="829"/>
                </a:lnTo>
                <a:lnTo>
                  <a:pt x="1394" y="822"/>
                </a:lnTo>
                <a:lnTo>
                  <a:pt x="1390" y="822"/>
                </a:lnTo>
                <a:lnTo>
                  <a:pt x="1390" y="829"/>
                </a:lnTo>
                <a:close/>
                <a:moveTo>
                  <a:pt x="1406" y="829"/>
                </a:moveTo>
                <a:lnTo>
                  <a:pt x="1413" y="829"/>
                </a:lnTo>
                <a:lnTo>
                  <a:pt x="1413" y="822"/>
                </a:lnTo>
                <a:lnTo>
                  <a:pt x="1406" y="822"/>
                </a:lnTo>
                <a:lnTo>
                  <a:pt x="1406" y="829"/>
                </a:lnTo>
                <a:close/>
                <a:moveTo>
                  <a:pt x="1423" y="829"/>
                </a:moveTo>
                <a:lnTo>
                  <a:pt x="1430" y="829"/>
                </a:lnTo>
                <a:lnTo>
                  <a:pt x="1430" y="822"/>
                </a:lnTo>
                <a:lnTo>
                  <a:pt x="1423" y="822"/>
                </a:lnTo>
                <a:lnTo>
                  <a:pt x="1423" y="829"/>
                </a:lnTo>
                <a:close/>
                <a:moveTo>
                  <a:pt x="1439" y="829"/>
                </a:moveTo>
                <a:lnTo>
                  <a:pt x="1447" y="829"/>
                </a:lnTo>
                <a:lnTo>
                  <a:pt x="1447" y="822"/>
                </a:lnTo>
                <a:lnTo>
                  <a:pt x="1439" y="822"/>
                </a:lnTo>
                <a:lnTo>
                  <a:pt x="1439" y="829"/>
                </a:lnTo>
                <a:close/>
                <a:moveTo>
                  <a:pt x="1456" y="829"/>
                </a:moveTo>
                <a:lnTo>
                  <a:pt x="1463" y="829"/>
                </a:lnTo>
                <a:lnTo>
                  <a:pt x="1463" y="822"/>
                </a:lnTo>
                <a:lnTo>
                  <a:pt x="1456" y="822"/>
                </a:lnTo>
                <a:lnTo>
                  <a:pt x="1456" y="829"/>
                </a:lnTo>
                <a:close/>
                <a:moveTo>
                  <a:pt x="1473" y="829"/>
                </a:moveTo>
                <a:lnTo>
                  <a:pt x="1480" y="829"/>
                </a:lnTo>
                <a:lnTo>
                  <a:pt x="1480" y="822"/>
                </a:lnTo>
                <a:lnTo>
                  <a:pt x="1473" y="822"/>
                </a:lnTo>
                <a:lnTo>
                  <a:pt x="1473" y="829"/>
                </a:lnTo>
                <a:close/>
                <a:moveTo>
                  <a:pt x="1489" y="829"/>
                </a:moveTo>
                <a:lnTo>
                  <a:pt x="1496" y="829"/>
                </a:lnTo>
                <a:lnTo>
                  <a:pt x="1496" y="822"/>
                </a:lnTo>
                <a:lnTo>
                  <a:pt x="1489" y="822"/>
                </a:lnTo>
                <a:lnTo>
                  <a:pt x="1489" y="829"/>
                </a:lnTo>
                <a:close/>
                <a:moveTo>
                  <a:pt x="1506" y="829"/>
                </a:moveTo>
                <a:lnTo>
                  <a:pt x="1513" y="829"/>
                </a:lnTo>
                <a:lnTo>
                  <a:pt x="1513" y="822"/>
                </a:lnTo>
                <a:lnTo>
                  <a:pt x="1506" y="822"/>
                </a:lnTo>
                <a:lnTo>
                  <a:pt x="1506" y="829"/>
                </a:lnTo>
                <a:close/>
                <a:moveTo>
                  <a:pt x="1522" y="829"/>
                </a:moveTo>
                <a:lnTo>
                  <a:pt x="1529" y="829"/>
                </a:lnTo>
                <a:lnTo>
                  <a:pt x="1529" y="822"/>
                </a:lnTo>
                <a:lnTo>
                  <a:pt x="1522" y="822"/>
                </a:lnTo>
                <a:lnTo>
                  <a:pt x="1522" y="829"/>
                </a:lnTo>
                <a:close/>
                <a:moveTo>
                  <a:pt x="1539" y="829"/>
                </a:moveTo>
                <a:lnTo>
                  <a:pt x="1546" y="829"/>
                </a:lnTo>
                <a:lnTo>
                  <a:pt x="1546" y="822"/>
                </a:lnTo>
                <a:lnTo>
                  <a:pt x="1539" y="822"/>
                </a:lnTo>
                <a:lnTo>
                  <a:pt x="1539" y="829"/>
                </a:lnTo>
                <a:close/>
                <a:moveTo>
                  <a:pt x="1555" y="829"/>
                </a:moveTo>
                <a:lnTo>
                  <a:pt x="1563" y="829"/>
                </a:lnTo>
                <a:lnTo>
                  <a:pt x="1563" y="822"/>
                </a:lnTo>
                <a:lnTo>
                  <a:pt x="1555" y="822"/>
                </a:lnTo>
                <a:lnTo>
                  <a:pt x="1555" y="829"/>
                </a:lnTo>
                <a:close/>
                <a:moveTo>
                  <a:pt x="1572" y="829"/>
                </a:moveTo>
                <a:lnTo>
                  <a:pt x="1579" y="829"/>
                </a:lnTo>
                <a:lnTo>
                  <a:pt x="1579" y="822"/>
                </a:lnTo>
                <a:lnTo>
                  <a:pt x="1572" y="822"/>
                </a:lnTo>
                <a:lnTo>
                  <a:pt x="1572" y="829"/>
                </a:lnTo>
                <a:close/>
                <a:moveTo>
                  <a:pt x="1589" y="829"/>
                </a:moveTo>
                <a:lnTo>
                  <a:pt x="1596" y="829"/>
                </a:lnTo>
                <a:lnTo>
                  <a:pt x="1596" y="822"/>
                </a:lnTo>
                <a:lnTo>
                  <a:pt x="1589" y="822"/>
                </a:lnTo>
                <a:lnTo>
                  <a:pt x="1589" y="829"/>
                </a:lnTo>
                <a:close/>
                <a:moveTo>
                  <a:pt x="1605" y="829"/>
                </a:moveTo>
                <a:lnTo>
                  <a:pt x="1612" y="829"/>
                </a:lnTo>
                <a:lnTo>
                  <a:pt x="1612" y="822"/>
                </a:lnTo>
                <a:lnTo>
                  <a:pt x="1605" y="822"/>
                </a:lnTo>
                <a:lnTo>
                  <a:pt x="1605" y="829"/>
                </a:lnTo>
                <a:close/>
                <a:moveTo>
                  <a:pt x="1622" y="829"/>
                </a:moveTo>
                <a:lnTo>
                  <a:pt x="1629" y="829"/>
                </a:lnTo>
                <a:lnTo>
                  <a:pt x="1629" y="822"/>
                </a:lnTo>
                <a:lnTo>
                  <a:pt x="1622" y="822"/>
                </a:lnTo>
                <a:lnTo>
                  <a:pt x="1622" y="829"/>
                </a:lnTo>
                <a:close/>
                <a:moveTo>
                  <a:pt x="1638" y="829"/>
                </a:moveTo>
                <a:lnTo>
                  <a:pt x="1645" y="829"/>
                </a:lnTo>
                <a:lnTo>
                  <a:pt x="1645" y="822"/>
                </a:lnTo>
                <a:lnTo>
                  <a:pt x="1638" y="822"/>
                </a:lnTo>
                <a:lnTo>
                  <a:pt x="1638" y="829"/>
                </a:lnTo>
                <a:close/>
                <a:moveTo>
                  <a:pt x="1657" y="829"/>
                </a:moveTo>
                <a:lnTo>
                  <a:pt x="1664" y="829"/>
                </a:lnTo>
                <a:lnTo>
                  <a:pt x="1664" y="822"/>
                </a:lnTo>
                <a:lnTo>
                  <a:pt x="1657" y="822"/>
                </a:lnTo>
                <a:lnTo>
                  <a:pt x="1657" y="829"/>
                </a:lnTo>
                <a:close/>
                <a:moveTo>
                  <a:pt x="1674" y="829"/>
                </a:moveTo>
                <a:lnTo>
                  <a:pt x="1681" y="829"/>
                </a:lnTo>
                <a:lnTo>
                  <a:pt x="1681" y="822"/>
                </a:lnTo>
                <a:lnTo>
                  <a:pt x="1674" y="822"/>
                </a:lnTo>
                <a:lnTo>
                  <a:pt x="1674" y="829"/>
                </a:lnTo>
                <a:close/>
                <a:moveTo>
                  <a:pt x="1690" y="829"/>
                </a:moveTo>
                <a:lnTo>
                  <a:pt x="1698" y="829"/>
                </a:lnTo>
                <a:lnTo>
                  <a:pt x="1698" y="822"/>
                </a:lnTo>
                <a:lnTo>
                  <a:pt x="1690" y="822"/>
                </a:lnTo>
                <a:lnTo>
                  <a:pt x="1690" y="829"/>
                </a:lnTo>
                <a:close/>
                <a:moveTo>
                  <a:pt x="1707" y="829"/>
                </a:moveTo>
                <a:lnTo>
                  <a:pt x="1714" y="829"/>
                </a:lnTo>
                <a:lnTo>
                  <a:pt x="1714" y="822"/>
                </a:lnTo>
                <a:lnTo>
                  <a:pt x="1707" y="822"/>
                </a:lnTo>
                <a:lnTo>
                  <a:pt x="1707" y="829"/>
                </a:lnTo>
                <a:close/>
                <a:moveTo>
                  <a:pt x="1724" y="829"/>
                </a:moveTo>
                <a:lnTo>
                  <a:pt x="1731" y="829"/>
                </a:lnTo>
                <a:lnTo>
                  <a:pt x="1731" y="822"/>
                </a:lnTo>
                <a:lnTo>
                  <a:pt x="1724" y="822"/>
                </a:lnTo>
                <a:lnTo>
                  <a:pt x="1724" y="829"/>
                </a:lnTo>
                <a:close/>
                <a:moveTo>
                  <a:pt x="1740" y="829"/>
                </a:moveTo>
                <a:lnTo>
                  <a:pt x="1747" y="829"/>
                </a:lnTo>
                <a:lnTo>
                  <a:pt x="1747" y="822"/>
                </a:lnTo>
                <a:lnTo>
                  <a:pt x="1740" y="822"/>
                </a:lnTo>
                <a:lnTo>
                  <a:pt x="1740" y="829"/>
                </a:lnTo>
                <a:close/>
                <a:moveTo>
                  <a:pt x="1757" y="829"/>
                </a:moveTo>
                <a:lnTo>
                  <a:pt x="1764" y="829"/>
                </a:lnTo>
                <a:lnTo>
                  <a:pt x="1764" y="822"/>
                </a:lnTo>
                <a:lnTo>
                  <a:pt x="1757" y="822"/>
                </a:lnTo>
                <a:lnTo>
                  <a:pt x="1757" y="829"/>
                </a:lnTo>
                <a:close/>
                <a:moveTo>
                  <a:pt x="1773" y="829"/>
                </a:moveTo>
                <a:lnTo>
                  <a:pt x="1780" y="829"/>
                </a:lnTo>
                <a:lnTo>
                  <a:pt x="1780" y="822"/>
                </a:lnTo>
                <a:lnTo>
                  <a:pt x="1773" y="822"/>
                </a:lnTo>
                <a:lnTo>
                  <a:pt x="1773" y="829"/>
                </a:lnTo>
                <a:close/>
                <a:moveTo>
                  <a:pt x="1790" y="829"/>
                </a:moveTo>
                <a:lnTo>
                  <a:pt x="1797" y="829"/>
                </a:lnTo>
                <a:lnTo>
                  <a:pt x="1797" y="822"/>
                </a:lnTo>
                <a:lnTo>
                  <a:pt x="1790" y="822"/>
                </a:lnTo>
                <a:lnTo>
                  <a:pt x="1790" y="829"/>
                </a:lnTo>
                <a:close/>
                <a:moveTo>
                  <a:pt x="1806" y="829"/>
                </a:moveTo>
                <a:lnTo>
                  <a:pt x="1814" y="829"/>
                </a:lnTo>
                <a:lnTo>
                  <a:pt x="1814" y="822"/>
                </a:lnTo>
                <a:lnTo>
                  <a:pt x="1806" y="822"/>
                </a:lnTo>
                <a:lnTo>
                  <a:pt x="1806" y="829"/>
                </a:lnTo>
                <a:close/>
                <a:moveTo>
                  <a:pt x="1823" y="829"/>
                </a:moveTo>
                <a:lnTo>
                  <a:pt x="1830" y="829"/>
                </a:lnTo>
                <a:lnTo>
                  <a:pt x="1830" y="822"/>
                </a:lnTo>
                <a:lnTo>
                  <a:pt x="1823" y="822"/>
                </a:lnTo>
                <a:lnTo>
                  <a:pt x="1823" y="829"/>
                </a:lnTo>
                <a:close/>
                <a:moveTo>
                  <a:pt x="1840" y="829"/>
                </a:moveTo>
                <a:lnTo>
                  <a:pt x="1847" y="829"/>
                </a:lnTo>
                <a:lnTo>
                  <a:pt x="1847" y="822"/>
                </a:lnTo>
                <a:lnTo>
                  <a:pt x="1840" y="822"/>
                </a:lnTo>
                <a:lnTo>
                  <a:pt x="1840" y="829"/>
                </a:lnTo>
                <a:close/>
                <a:moveTo>
                  <a:pt x="1856" y="829"/>
                </a:moveTo>
                <a:lnTo>
                  <a:pt x="1863" y="829"/>
                </a:lnTo>
                <a:lnTo>
                  <a:pt x="1863" y="822"/>
                </a:lnTo>
                <a:lnTo>
                  <a:pt x="1856" y="822"/>
                </a:lnTo>
                <a:lnTo>
                  <a:pt x="1856" y="829"/>
                </a:lnTo>
                <a:close/>
                <a:moveTo>
                  <a:pt x="1873" y="829"/>
                </a:moveTo>
                <a:lnTo>
                  <a:pt x="1880" y="829"/>
                </a:lnTo>
                <a:lnTo>
                  <a:pt x="1880" y="822"/>
                </a:lnTo>
                <a:lnTo>
                  <a:pt x="1873" y="822"/>
                </a:lnTo>
                <a:lnTo>
                  <a:pt x="1873" y="829"/>
                </a:lnTo>
                <a:close/>
                <a:moveTo>
                  <a:pt x="1889" y="829"/>
                </a:moveTo>
                <a:lnTo>
                  <a:pt x="1896" y="829"/>
                </a:lnTo>
                <a:lnTo>
                  <a:pt x="1896" y="822"/>
                </a:lnTo>
                <a:lnTo>
                  <a:pt x="1889" y="822"/>
                </a:lnTo>
                <a:lnTo>
                  <a:pt x="1889" y="829"/>
                </a:lnTo>
                <a:close/>
                <a:moveTo>
                  <a:pt x="1908" y="829"/>
                </a:moveTo>
                <a:lnTo>
                  <a:pt x="1915" y="829"/>
                </a:lnTo>
                <a:lnTo>
                  <a:pt x="1915" y="822"/>
                </a:lnTo>
                <a:lnTo>
                  <a:pt x="1908" y="822"/>
                </a:lnTo>
                <a:lnTo>
                  <a:pt x="1908" y="829"/>
                </a:lnTo>
                <a:close/>
                <a:moveTo>
                  <a:pt x="1925" y="829"/>
                </a:moveTo>
                <a:lnTo>
                  <a:pt x="1932" y="829"/>
                </a:lnTo>
                <a:lnTo>
                  <a:pt x="1932" y="822"/>
                </a:lnTo>
                <a:lnTo>
                  <a:pt x="1925" y="822"/>
                </a:lnTo>
                <a:lnTo>
                  <a:pt x="1925" y="829"/>
                </a:lnTo>
                <a:close/>
                <a:moveTo>
                  <a:pt x="2074" y="829"/>
                </a:moveTo>
                <a:lnTo>
                  <a:pt x="2081" y="829"/>
                </a:lnTo>
                <a:lnTo>
                  <a:pt x="2081" y="822"/>
                </a:lnTo>
                <a:lnTo>
                  <a:pt x="2074" y="822"/>
                </a:lnTo>
                <a:lnTo>
                  <a:pt x="2074" y="829"/>
                </a:lnTo>
                <a:close/>
                <a:moveTo>
                  <a:pt x="2091" y="829"/>
                </a:moveTo>
                <a:lnTo>
                  <a:pt x="2098" y="829"/>
                </a:lnTo>
                <a:lnTo>
                  <a:pt x="2098" y="822"/>
                </a:lnTo>
                <a:lnTo>
                  <a:pt x="2091" y="822"/>
                </a:lnTo>
                <a:lnTo>
                  <a:pt x="2091" y="829"/>
                </a:lnTo>
                <a:close/>
                <a:moveTo>
                  <a:pt x="2107" y="829"/>
                </a:moveTo>
                <a:lnTo>
                  <a:pt x="2114" y="829"/>
                </a:lnTo>
                <a:lnTo>
                  <a:pt x="2114" y="822"/>
                </a:lnTo>
                <a:lnTo>
                  <a:pt x="2107" y="822"/>
                </a:lnTo>
                <a:lnTo>
                  <a:pt x="2107" y="829"/>
                </a:lnTo>
                <a:close/>
                <a:moveTo>
                  <a:pt x="2124" y="829"/>
                </a:moveTo>
                <a:lnTo>
                  <a:pt x="2131" y="829"/>
                </a:lnTo>
                <a:lnTo>
                  <a:pt x="2131" y="822"/>
                </a:lnTo>
                <a:lnTo>
                  <a:pt x="2124" y="822"/>
                </a:lnTo>
                <a:lnTo>
                  <a:pt x="2124" y="829"/>
                </a:lnTo>
                <a:close/>
                <a:moveTo>
                  <a:pt x="2140" y="829"/>
                </a:moveTo>
                <a:lnTo>
                  <a:pt x="2147" y="829"/>
                </a:lnTo>
                <a:lnTo>
                  <a:pt x="2147" y="822"/>
                </a:lnTo>
                <a:lnTo>
                  <a:pt x="2140" y="822"/>
                </a:lnTo>
                <a:lnTo>
                  <a:pt x="2140" y="829"/>
                </a:lnTo>
                <a:close/>
                <a:moveTo>
                  <a:pt x="2159" y="829"/>
                </a:moveTo>
                <a:lnTo>
                  <a:pt x="2164" y="829"/>
                </a:lnTo>
                <a:lnTo>
                  <a:pt x="2164" y="822"/>
                </a:lnTo>
                <a:lnTo>
                  <a:pt x="2159" y="822"/>
                </a:lnTo>
                <a:lnTo>
                  <a:pt x="2159" y="829"/>
                </a:lnTo>
                <a:close/>
                <a:moveTo>
                  <a:pt x="2242" y="829"/>
                </a:moveTo>
                <a:lnTo>
                  <a:pt x="2249" y="829"/>
                </a:lnTo>
                <a:lnTo>
                  <a:pt x="2249" y="822"/>
                </a:lnTo>
                <a:lnTo>
                  <a:pt x="2242" y="822"/>
                </a:lnTo>
                <a:lnTo>
                  <a:pt x="2242" y="829"/>
                </a:lnTo>
                <a:close/>
                <a:moveTo>
                  <a:pt x="2259" y="829"/>
                </a:moveTo>
                <a:lnTo>
                  <a:pt x="2266" y="829"/>
                </a:lnTo>
                <a:lnTo>
                  <a:pt x="2266" y="822"/>
                </a:lnTo>
                <a:lnTo>
                  <a:pt x="2259" y="822"/>
                </a:lnTo>
                <a:lnTo>
                  <a:pt x="2259" y="829"/>
                </a:lnTo>
                <a:close/>
                <a:moveTo>
                  <a:pt x="2275" y="829"/>
                </a:moveTo>
                <a:lnTo>
                  <a:pt x="2282" y="829"/>
                </a:lnTo>
                <a:lnTo>
                  <a:pt x="2282" y="822"/>
                </a:lnTo>
                <a:lnTo>
                  <a:pt x="2275" y="822"/>
                </a:lnTo>
                <a:lnTo>
                  <a:pt x="2275" y="829"/>
                </a:lnTo>
                <a:close/>
                <a:moveTo>
                  <a:pt x="2292" y="829"/>
                </a:moveTo>
                <a:lnTo>
                  <a:pt x="2299" y="829"/>
                </a:lnTo>
                <a:lnTo>
                  <a:pt x="2299" y="822"/>
                </a:lnTo>
                <a:lnTo>
                  <a:pt x="2292" y="822"/>
                </a:lnTo>
                <a:lnTo>
                  <a:pt x="2292" y="829"/>
                </a:lnTo>
                <a:close/>
                <a:moveTo>
                  <a:pt x="2308" y="829"/>
                </a:moveTo>
                <a:lnTo>
                  <a:pt x="2316" y="829"/>
                </a:lnTo>
                <a:lnTo>
                  <a:pt x="2316" y="822"/>
                </a:lnTo>
                <a:lnTo>
                  <a:pt x="2308" y="822"/>
                </a:lnTo>
                <a:lnTo>
                  <a:pt x="2308" y="829"/>
                </a:lnTo>
                <a:close/>
                <a:moveTo>
                  <a:pt x="2325" y="829"/>
                </a:moveTo>
                <a:lnTo>
                  <a:pt x="2332" y="829"/>
                </a:lnTo>
                <a:lnTo>
                  <a:pt x="2332" y="822"/>
                </a:lnTo>
                <a:lnTo>
                  <a:pt x="2325" y="822"/>
                </a:lnTo>
                <a:lnTo>
                  <a:pt x="2325" y="829"/>
                </a:lnTo>
                <a:close/>
                <a:moveTo>
                  <a:pt x="2342" y="829"/>
                </a:moveTo>
                <a:lnTo>
                  <a:pt x="2349" y="829"/>
                </a:lnTo>
                <a:lnTo>
                  <a:pt x="2349" y="822"/>
                </a:lnTo>
                <a:lnTo>
                  <a:pt x="2342" y="822"/>
                </a:lnTo>
                <a:lnTo>
                  <a:pt x="2342" y="829"/>
                </a:lnTo>
                <a:close/>
                <a:moveTo>
                  <a:pt x="2358" y="829"/>
                </a:moveTo>
                <a:lnTo>
                  <a:pt x="2365" y="829"/>
                </a:lnTo>
                <a:lnTo>
                  <a:pt x="2365" y="822"/>
                </a:lnTo>
                <a:lnTo>
                  <a:pt x="2358" y="822"/>
                </a:lnTo>
                <a:lnTo>
                  <a:pt x="2358" y="829"/>
                </a:lnTo>
                <a:close/>
                <a:moveTo>
                  <a:pt x="2460" y="829"/>
                </a:moveTo>
                <a:lnTo>
                  <a:pt x="2467" y="829"/>
                </a:lnTo>
                <a:lnTo>
                  <a:pt x="2467" y="822"/>
                </a:lnTo>
                <a:lnTo>
                  <a:pt x="2460" y="822"/>
                </a:lnTo>
                <a:lnTo>
                  <a:pt x="2460" y="829"/>
                </a:lnTo>
                <a:close/>
                <a:moveTo>
                  <a:pt x="2477" y="829"/>
                </a:moveTo>
                <a:lnTo>
                  <a:pt x="2484" y="829"/>
                </a:lnTo>
                <a:lnTo>
                  <a:pt x="2484" y="822"/>
                </a:lnTo>
                <a:lnTo>
                  <a:pt x="2477" y="822"/>
                </a:lnTo>
                <a:lnTo>
                  <a:pt x="2477" y="829"/>
                </a:lnTo>
                <a:close/>
                <a:moveTo>
                  <a:pt x="2493" y="829"/>
                </a:moveTo>
                <a:lnTo>
                  <a:pt x="2500" y="829"/>
                </a:lnTo>
                <a:lnTo>
                  <a:pt x="2500" y="822"/>
                </a:lnTo>
                <a:lnTo>
                  <a:pt x="2493" y="822"/>
                </a:lnTo>
                <a:lnTo>
                  <a:pt x="2493" y="829"/>
                </a:lnTo>
                <a:close/>
                <a:moveTo>
                  <a:pt x="620" y="845"/>
                </a:moveTo>
                <a:lnTo>
                  <a:pt x="625" y="845"/>
                </a:lnTo>
                <a:lnTo>
                  <a:pt x="625" y="838"/>
                </a:lnTo>
                <a:lnTo>
                  <a:pt x="620" y="838"/>
                </a:lnTo>
                <a:lnTo>
                  <a:pt x="620" y="845"/>
                </a:lnTo>
                <a:close/>
                <a:moveTo>
                  <a:pt x="637" y="845"/>
                </a:moveTo>
                <a:lnTo>
                  <a:pt x="644" y="845"/>
                </a:lnTo>
                <a:lnTo>
                  <a:pt x="644" y="838"/>
                </a:lnTo>
                <a:lnTo>
                  <a:pt x="637" y="838"/>
                </a:lnTo>
                <a:lnTo>
                  <a:pt x="637" y="845"/>
                </a:lnTo>
                <a:close/>
                <a:moveTo>
                  <a:pt x="653" y="845"/>
                </a:moveTo>
                <a:lnTo>
                  <a:pt x="660" y="845"/>
                </a:lnTo>
                <a:lnTo>
                  <a:pt x="660" y="838"/>
                </a:lnTo>
                <a:lnTo>
                  <a:pt x="653" y="838"/>
                </a:lnTo>
                <a:lnTo>
                  <a:pt x="653" y="845"/>
                </a:lnTo>
                <a:close/>
                <a:moveTo>
                  <a:pt x="670" y="845"/>
                </a:moveTo>
                <a:lnTo>
                  <a:pt x="677" y="845"/>
                </a:lnTo>
                <a:lnTo>
                  <a:pt x="677" y="838"/>
                </a:lnTo>
                <a:lnTo>
                  <a:pt x="670" y="838"/>
                </a:lnTo>
                <a:lnTo>
                  <a:pt x="670" y="845"/>
                </a:lnTo>
                <a:close/>
                <a:moveTo>
                  <a:pt x="686" y="845"/>
                </a:moveTo>
                <a:lnTo>
                  <a:pt x="693" y="845"/>
                </a:lnTo>
                <a:lnTo>
                  <a:pt x="693" y="838"/>
                </a:lnTo>
                <a:lnTo>
                  <a:pt x="686" y="838"/>
                </a:lnTo>
                <a:lnTo>
                  <a:pt x="686" y="845"/>
                </a:lnTo>
                <a:close/>
                <a:moveTo>
                  <a:pt x="703" y="845"/>
                </a:moveTo>
                <a:lnTo>
                  <a:pt x="710" y="845"/>
                </a:lnTo>
                <a:lnTo>
                  <a:pt x="710" y="838"/>
                </a:lnTo>
                <a:lnTo>
                  <a:pt x="703" y="838"/>
                </a:lnTo>
                <a:lnTo>
                  <a:pt x="703" y="845"/>
                </a:lnTo>
                <a:close/>
                <a:moveTo>
                  <a:pt x="720" y="845"/>
                </a:moveTo>
                <a:lnTo>
                  <a:pt x="727" y="845"/>
                </a:lnTo>
                <a:lnTo>
                  <a:pt x="727" y="838"/>
                </a:lnTo>
                <a:lnTo>
                  <a:pt x="720" y="838"/>
                </a:lnTo>
                <a:lnTo>
                  <a:pt x="720" y="845"/>
                </a:lnTo>
                <a:close/>
                <a:moveTo>
                  <a:pt x="736" y="845"/>
                </a:moveTo>
                <a:lnTo>
                  <a:pt x="743" y="845"/>
                </a:lnTo>
                <a:lnTo>
                  <a:pt x="743" y="838"/>
                </a:lnTo>
                <a:lnTo>
                  <a:pt x="736" y="838"/>
                </a:lnTo>
                <a:lnTo>
                  <a:pt x="736" y="845"/>
                </a:lnTo>
                <a:close/>
                <a:moveTo>
                  <a:pt x="753" y="845"/>
                </a:moveTo>
                <a:lnTo>
                  <a:pt x="760" y="845"/>
                </a:lnTo>
                <a:lnTo>
                  <a:pt x="760" y="838"/>
                </a:lnTo>
                <a:lnTo>
                  <a:pt x="753" y="838"/>
                </a:lnTo>
                <a:lnTo>
                  <a:pt x="753" y="845"/>
                </a:lnTo>
                <a:close/>
                <a:moveTo>
                  <a:pt x="937" y="845"/>
                </a:moveTo>
                <a:lnTo>
                  <a:pt x="944" y="845"/>
                </a:lnTo>
                <a:lnTo>
                  <a:pt x="944" y="838"/>
                </a:lnTo>
                <a:lnTo>
                  <a:pt x="937" y="838"/>
                </a:lnTo>
                <a:lnTo>
                  <a:pt x="937" y="845"/>
                </a:lnTo>
                <a:close/>
                <a:moveTo>
                  <a:pt x="1304" y="845"/>
                </a:moveTo>
                <a:lnTo>
                  <a:pt x="1312" y="845"/>
                </a:lnTo>
                <a:lnTo>
                  <a:pt x="1312" y="838"/>
                </a:lnTo>
                <a:lnTo>
                  <a:pt x="1304" y="838"/>
                </a:lnTo>
                <a:lnTo>
                  <a:pt x="1304" y="845"/>
                </a:lnTo>
                <a:close/>
                <a:moveTo>
                  <a:pt x="1321" y="845"/>
                </a:moveTo>
                <a:lnTo>
                  <a:pt x="1328" y="845"/>
                </a:lnTo>
                <a:lnTo>
                  <a:pt x="1328" y="838"/>
                </a:lnTo>
                <a:lnTo>
                  <a:pt x="1321" y="838"/>
                </a:lnTo>
                <a:lnTo>
                  <a:pt x="1321" y="845"/>
                </a:lnTo>
                <a:close/>
                <a:moveTo>
                  <a:pt x="1338" y="845"/>
                </a:moveTo>
                <a:lnTo>
                  <a:pt x="1345" y="845"/>
                </a:lnTo>
                <a:lnTo>
                  <a:pt x="1345" y="838"/>
                </a:lnTo>
                <a:lnTo>
                  <a:pt x="1338" y="838"/>
                </a:lnTo>
                <a:lnTo>
                  <a:pt x="1338" y="845"/>
                </a:lnTo>
                <a:close/>
                <a:moveTo>
                  <a:pt x="1354" y="845"/>
                </a:moveTo>
                <a:lnTo>
                  <a:pt x="1361" y="845"/>
                </a:lnTo>
                <a:lnTo>
                  <a:pt x="1361" y="838"/>
                </a:lnTo>
                <a:lnTo>
                  <a:pt x="1354" y="838"/>
                </a:lnTo>
                <a:lnTo>
                  <a:pt x="1354" y="845"/>
                </a:lnTo>
                <a:close/>
                <a:moveTo>
                  <a:pt x="1371" y="845"/>
                </a:moveTo>
                <a:lnTo>
                  <a:pt x="1378" y="845"/>
                </a:lnTo>
                <a:lnTo>
                  <a:pt x="1378" y="838"/>
                </a:lnTo>
                <a:lnTo>
                  <a:pt x="1371" y="838"/>
                </a:lnTo>
                <a:lnTo>
                  <a:pt x="1371" y="845"/>
                </a:lnTo>
                <a:close/>
                <a:moveTo>
                  <a:pt x="1390" y="845"/>
                </a:moveTo>
                <a:lnTo>
                  <a:pt x="1394" y="845"/>
                </a:lnTo>
                <a:lnTo>
                  <a:pt x="1394" y="838"/>
                </a:lnTo>
                <a:lnTo>
                  <a:pt x="1390" y="838"/>
                </a:lnTo>
                <a:lnTo>
                  <a:pt x="1390" y="845"/>
                </a:lnTo>
                <a:close/>
                <a:moveTo>
                  <a:pt x="1406" y="845"/>
                </a:moveTo>
                <a:lnTo>
                  <a:pt x="1413" y="845"/>
                </a:lnTo>
                <a:lnTo>
                  <a:pt x="1413" y="838"/>
                </a:lnTo>
                <a:lnTo>
                  <a:pt x="1406" y="838"/>
                </a:lnTo>
                <a:lnTo>
                  <a:pt x="1406" y="845"/>
                </a:lnTo>
                <a:close/>
                <a:moveTo>
                  <a:pt x="1423" y="845"/>
                </a:moveTo>
                <a:lnTo>
                  <a:pt x="1430" y="845"/>
                </a:lnTo>
                <a:lnTo>
                  <a:pt x="1430" y="838"/>
                </a:lnTo>
                <a:lnTo>
                  <a:pt x="1423" y="838"/>
                </a:lnTo>
                <a:lnTo>
                  <a:pt x="1423" y="845"/>
                </a:lnTo>
                <a:close/>
                <a:moveTo>
                  <a:pt x="1439" y="845"/>
                </a:moveTo>
                <a:lnTo>
                  <a:pt x="1447" y="845"/>
                </a:lnTo>
                <a:lnTo>
                  <a:pt x="1447" y="838"/>
                </a:lnTo>
                <a:lnTo>
                  <a:pt x="1439" y="838"/>
                </a:lnTo>
                <a:lnTo>
                  <a:pt x="1439" y="845"/>
                </a:lnTo>
                <a:close/>
                <a:moveTo>
                  <a:pt x="1456" y="845"/>
                </a:moveTo>
                <a:lnTo>
                  <a:pt x="1463" y="845"/>
                </a:lnTo>
                <a:lnTo>
                  <a:pt x="1463" y="838"/>
                </a:lnTo>
                <a:lnTo>
                  <a:pt x="1456" y="838"/>
                </a:lnTo>
                <a:lnTo>
                  <a:pt x="1456" y="845"/>
                </a:lnTo>
                <a:close/>
                <a:moveTo>
                  <a:pt x="1473" y="845"/>
                </a:moveTo>
                <a:lnTo>
                  <a:pt x="1480" y="845"/>
                </a:lnTo>
                <a:lnTo>
                  <a:pt x="1480" y="838"/>
                </a:lnTo>
                <a:lnTo>
                  <a:pt x="1473" y="838"/>
                </a:lnTo>
                <a:lnTo>
                  <a:pt x="1473" y="845"/>
                </a:lnTo>
                <a:close/>
                <a:moveTo>
                  <a:pt x="1489" y="845"/>
                </a:moveTo>
                <a:lnTo>
                  <a:pt x="1496" y="845"/>
                </a:lnTo>
                <a:lnTo>
                  <a:pt x="1496" y="838"/>
                </a:lnTo>
                <a:lnTo>
                  <a:pt x="1489" y="838"/>
                </a:lnTo>
                <a:lnTo>
                  <a:pt x="1489" y="845"/>
                </a:lnTo>
                <a:close/>
                <a:moveTo>
                  <a:pt x="1506" y="845"/>
                </a:moveTo>
                <a:lnTo>
                  <a:pt x="1513" y="845"/>
                </a:lnTo>
                <a:lnTo>
                  <a:pt x="1513" y="838"/>
                </a:lnTo>
                <a:lnTo>
                  <a:pt x="1506" y="838"/>
                </a:lnTo>
                <a:lnTo>
                  <a:pt x="1506" y="845"/>
                </a:lnTo>
                <a:close/>
                <a:moveTo>
                  <a:pt x="1522" y="845"/>
                </a:moveTo>
                <a:lnTo>
                  <a:pt x="1529" y="845"/>
                </a:lnTo>
                <a:lnTo>
                  <a:pt x="1529" y="838"/>
                </a:lnTo>
                <a:lnTo>
                  <a:pt x="1522" y="838"/>
                </a:lnTo>
                <a:lnTo>
                  <a:pt x="1522" y="845"/>
                </a:lnTo>
                <a:close/>
                <a:moveTo>
                  <a:pt x="1539" y="845"/>
                </a:moveTo>
                <a:lnTo>
                  <a:pt x="1546" y="845"/>
                </a:lnTo>
                <a:lnTo>
                  <a:pt x="1546" y="838"/>
                </a:lnTo>
                <a:lnTo>
                  <a:pt x="1539" y="838"/>
                </a:lnTo>
                <a:lnTo>
                  <a:pt x="1539" y="845"/>
                </a:lnTo>
                <a:close/>
                <a:moveTo>
                  <a:pt x="1555" y="845"/>
                </a:moveTo>
                <a:lnTo>
                  <a:pt x="1563" y="845"/>
                </a:lnTo>
                <a:lnTo>
                  <a:pt x="1563" y="838"/>
                </a:lnTo>
                <a:lnTo>
                  <a:pt x="1555" y="838"/>
                </a:lnTo>
                <a:lnTo>
                  <a:pt x="1555" y="845"/>
                </a:lnTo>
                <a:close/>
                <a:moveTo>
                  <a:pt x="1572" y="845"/>
                </a:moveTo>
                <a:lnTo>
                  <a:pt x="1579" y="845"/>
                </a:lnTo>
                <a:lnTo>
                  <a:pt x="1579" y="838"/>
                </a:lnTo>
                <a:lnTo>
                  <a:pt x="1572" y="838"/>
                </a:lnTo>
                <a:lnTo>
                  <a:pt x="1572" y="845"/>
                </a:lnTo>
                <a:close/>
                <a:moveTo>
                  <a:pt x="1589" y="845"/>
                </a:moveTo>
                <a:lnTo>
                  <a:pt x="1596" y="845"/>
                </a:lnTo>
                <a:lnTo>
                  <a:pt x="1596" y="838"/>
                </a:lnTo>
                <a:lnTo>
                  <a:pt x="1589" y="838"/>
                </a:lnTo>
                <a:lnTo>
                  <a:pt x="1589" y="845"/>
                </a:lnTo>
                <a:close/>
                <a:moveTo>
                  <a:pt x="1605" y="845"/>
                </a:moveTo>
                <a:lnTo>
                  <a:pt x="1612" y="845"/>
                </a:lnTo>
                <a:lnTo>
                  <a:pt x="1612" y="838"/>
                </a:lnTo>
                <a:lnTo>
                  <a:pt x="1605" y="838"/>
                </a:lnTo>
                <a:lnTo>
                  <a:pt x="1605" y="845"/>
                </a:lnTo>
                <a:close/>
                <a:moveTo>
                  <a:pt x="1622" y="845"/>
                </a:moveTo>
                <a:lnTo>
                  <a:pt x="1629" y="845"/>
                </a:lnTo>
                <a:lnTo>
                  <a:pt x="1629" y="838"/>
                </a:lnTo>
                <a:lnTo>
                  <a:pt x="1622" y="838"/>
                </a:lnTo>
                <a:lnTo>
                  <a:pt x="1622" y="845"/>
                </a:lnTo>
                <a:close/>
                <a:moveTo>
                  <a:pt x="1638" y="845"/>
                </a:moveTo>
                <a:lnTo>
                  <a:pt x="1645" y="845"/>
                </a:lnTo>
                <a:lnTo>
                  <a:pt x="1645" y="838"/>
                </a:lnTo>
                <a:lnTo>
                  <a:pt x="1638" y="838"/>
                </a:lnTo>
                <a:lnTo>
                  <a:pt x="1638" y="845"/>
                </a:lnTo>
                <a:close/>
                <a:moveTo>
                  <a:pt x="1657" y="845"/>
                </a:moveTo>
                <a:lnTo>
                  <a:pt x="1664" y="845"/>
                </a:lnTo>
                <a:lnTo>
                  <a:pt x="1664" y="838"/>
                </a:lnTo>
                <a:lnTo>
                  <a:pt x="1657" y="838"/>
                </a:lnTo>
                <a:lnTo>
                  <a:pt x="1657" y="845"/>
                </a:lnTo>
                <a:close/>
                <a:moveTo>
                  <a:pt x="1674" y="845"/>
                </a:moveTo>
                <a:lnTo>
                  <a:pt x="1681" y="845"/>
                </a:lnTo>
                <a:lnTo>
                  <a:pt x="1681" y="838"/>
                </a:lnTo>
                <a:lnTo>
                  <a:pt x="1674" y="838"/>
                </a:lnTo>
                <a:lnTo>
                  <a:pt x="1674" y="845"/>
                </a:lnTo>
                <a:close/>
                <a:moveTo>
                  <a:pt x="1690" y="845"/>
                </a:moveTo>
                <a:lnTo>
                  <a:pt x="1698" y="845"/>
                </a:lnTo>
                <a:lnTo>
                  <a:pt x="1698" y="838"/>
                </a:lnTo>
                <a:lnTo>
                  <a:pt x="1690" y="838"/>
                </a:lnTo>
                <a:lnTo>
                  <a:pt x="1690" y="845"/>
                </a:lnTo>
                <a:close/>
                <a:moveTo>
                  <a:pt x="1707" y="845"/>
                </a:moveTo>
                <a:lnTo>
                  <a:pt x="1714" y="845"/>
                </a:lnTo>
                <a:lnTo>
                  <a:pt x="1714" y="838"/>
                </a:lnTo>
                <a:lnTo>
                  <a:pt x="1707" y="838"/>
                </a:lnTo>
                <a:lnTo>
                  <a:pt x="1707" y="845"/>
                </a:lnTo>
                <a:close/>
                <a:moveTo>
                  <a:pt x="1724" y="845"/>
                </a:moveTo>
                <a:lnTo>
                  <a:pt x="1731" y="845"/>
                </a:lnTo>
                <a:lnTo>
                  <a:pt x="1731" y="838"/>
                </a:lnTo>
                <a:lnTo>
                  <a:pt x="1724" y="838"/>
                </a:lnTo>
                <a:lnTo>
                  <a:pt x="1724" y="845"/>
                </a:lnTo>
                <a:close/>
                <a:moveTo>
                  <a:pt x="1740" y="845"/>
                </a:moveTo>
                <a:lnTo>
                  <a:pt x="1747" y="845"/>
                </a:lnTo>
                <a:lnTo>
                  <a:pt x="1747" y="838"/>
                </a:lnTo>
                <a:lnTo>
                  <a:pt x="1740" y="838"/>
                </a:lnTo>
                <a:lnTo>
                  <a:pt x="1740" y="845"/>
                </a:lnTo>
                <a:close/>
                <a:moveTo>
                  <a:pt x="1757" y="845"/>
                </a:moveTo>
                <a:lnTo>
                  <a:pt x="1764" y="845"/>
                </a:lnTo>
                <a:lnTo>
                  <a:pt x="1764" y="838"/>
                </a:lnTo>
                <a:lnTo>
                  <a:pt x="1757" y="838"/>
                </a:lnTo>
                <a:lnTo>
                  <a:pt x="1757" y="845"/>
                </a:lnTo>
                <a:close/>
                <a:moveTo>
                  <a:pt x="1773" y="845"/>
                </a:moveTo>
                <a:lnTo>
                  <a:pt x="1780" y="845"/>
                </a:lnTo>
                <a:lnTo>
                  <a:pt x="1780" y="838"/>
                </a:lnTo>
                <a:lnTo>
                  <a:pt x="1773" y="838"/>
                </a:lnTo>
                <a:lnTo>
                  <a:pt x="1773" y="845"/>
                </a:lnTo>
                <a:close/>
                <a:moveTo>
                  <a:pt x="1790" y="845"/>
                </a:moveTo>
                <a:lnTo>
                  <a:pt x="1797" y="845"/>
                </a:lnTo>
                <a:lnTo>
                  <a:pt x="1797" y="838"/>
                </a:lnTo>
                <a:lnTo>
                  <a:pt x="1790" y="838"/>
                </a:lnTo>
                <a:lnTo>
                  <a:pt x="1790" y="845"/>
                </a:lnTo>
                <a:close/>
                <a:moveTo>
                  <a:pt x="1806" y="845"/>
                </a:moveTo>
                <a:lnTo>
                  <a:pt x="1814" y="845"/>
                </a:lnTo>
                <a:lnTo>
                  <a:pt x="1814" y="838"/>
                </a:lnTo>
                <a:lnTo>
                  <a:pt x="1806" y="838"/>
                </a:lnTo>
                <a:lnTo>
                  <a:pt x="1806" y="845"/>
                </a:lnTo>
                <a:close/>
                <a:moveTo>
                  <a:pt x="1823" y="845"/>
                </a:moveTo>
                <a:lnTo>
                  <a:pt x="1830" y="845"/>
                </a:lnTo>
                <a:lnTo>
                  <a:pt x="1830" y="838"/>
                </a:lnTo>
                <a:lnTo>
                  <a:pt x="1823" y="838"/>
                </a:lnTo>
                <a:lnTo>
                  <a:pt x="1823" y="845"/>
                </a:lnTo>
                <a:close/>
                <a:moveTo>
                  <a:pt x="1840" y="845"/>
                </a:moveTo>
                <a:lnTo>
                  <a:pt x="1847" y="845"/>
                </a:lnTo>
                <a:lnTo>
                  <a:pt x="1847" y="838"/>
                </a:lnTo>
                <a:lnTo>
                  <a:pt x="1840" y="838"/>
                </a:lnTo>
                <a:lnTo>
                  <a:pt x="1840" y="845"/>
                </a:lnTo>
                <a:close/>
                <a:moveTo>
                  <a:pt x="1856" y="845"/>
                </a:moveTo>
                <a:lnTo>
                  <a:pt x="1863" y="845"/>
                </a:lnTo>
                <a:lnTo>
                  <a:pt x="1863" y="838"/>
                </a:lnTo>
                <a:lnTo>
                  <a:pt x="1856" y="838"/>
                </a:lnTo>
                <a:lnTo>
                  <a:pt x="1856" y="845"/>
                </a:lnTo>
                <a:close/>
                <a:moveTo>
                  <a:pt x="1873" y="845"/>
                </a:moveTo>
                <a:lnTo>
                  <a:pt x="1880" y="845"/>
                </a:lnTo>
                <a:lnTo>
                  <a:pt x="1880" y="838"/>
                </a:lnTo>
                <a:lnTo>
                  <a:pt x="1873" y="838"/>
                </a:lnTo>
                <a:lnTo>
                  <a:pt x="1873" y="845"/>
                </a:lnTo>
                <a:close/>
                <a:moveTo>
                  <a:pt x="1889" y="845"/>
                </a:moveTo>
                <a:lnTo>
                  <a:pt x="1896" y="845"/>
                </a:lnTo>
                <a:lnTo>
                  <a:pt x="1896" y="838"/>
                </a:lnTo>
                <a:lnTo>
                  <a:pt x="1889" y="838"/>
                </a:lnTo>
                <a:lnTo>
                  <a:pt x="1889" y="845"/>
                </a:lnTo>
                <a:close/>
                <a:moveTo>
                  <a:pt x="2074" y="845"/>
                </a:moveTo>
                <a:lnTo>
                  <a:pt x="2081" y="845"/>
                </a:lnTo>
                <a:lnTo>
                  <a:pt x="2081" y="838"/>
                </a:lnTo>
                <a:lnTo>
                  <a:pt x="2074" y="838"/>
                </a:lnTo>
                <a:lnTo>
                  <a:pt x="2074" y="845"/>
                </a:lnTo>
                <a:close/>
                <a:moveTo>
                  <a:pt x="2091" y="845"/>
                </a:moveTo>
                <a:lnTo>
                  <a:pt x="2098" y="845"/>
                </a:lnTo>
                <a:lnTo>
                  <a:pt x="2098" y="838"/>
                </a:lnTo>
                <a:lnTo>
                  <a:pt x="2091" y="838"/>
                </a:lnTo>
                <a:lnTo>
                  <a:pt x="2091" y="845"/>
                </a:lnTo>
                <a:close/>
                <a:moveTo>
                  <a:pt x="2107" y="845"/>
                </a:moveTo>
                <a:lnTo>
                  <a:pt x="2114" y="845"/>
                </a:lnTo>
                <a:lnTo>
                  <a:pt x="2114" y="838"/>
                </a:lnTo>
                <a:lnTo>
                  <a:pt x="2107" y="838"/>
                </a:lnTo>
                <a:lnTo>
                  <a:pt x="2107" y="845"/>
                </a:lnTo>
                <a:close/>
                <a:moveTo>
                  <a:pt x="2124" y="845"/>
                </a:moveTo>
                <a:lnTo>
                  <a:pt x="2131" y="845"/>
                </a:lnTo>
                <a:lnTo>
                  <a:pt x="2131" y="838"/>
                </a:lnTo>
                <a:lnTo>
                  <a:pt x="2124" y="838"/>
                </a:lnTo>
                <a:lnTo>
                  <a:pt x="2124" y="845"/>
                </a:lnTo>
                <a:close/>
                <a:moveTo>
                  <a:pt x="2140" y="845"/>
                </a:moveTo>
                <a:lnTo>
                  <a:pt x="2147" y="845"/>
                </a:lnTo>
                <a:lnTo>
                  <a:pt x="2147" y="838"/>
                </a:lnTo>
                <a:lnTo>
                  <a:pt x="2140" y="838"/>
                </a:lnTo>
                <a:lnTo>
                  <a:pt x="2140" y="845"/>
                </a:lnTo>
                <a:close/>
                <a:moveTo>
                  <a:pt x="2259" y="845"/>
                </a:moveTo>
                <a:lnTo>
                  <a:pt x="2266" y="845"/>
                </a:lnTo>
                <a:lnTo>
                  <a:pt x="2266" y="838"/>
                </a:lnTo>
                <a:lnTo>
                  <a:pt x="2259" y="838"/>
                </a:lnTo>
                <a:lnTo>
                  <a:pt x="2259" y="845"/>
                </a:lnTo>
                <a:close/>
                <a:moveTo>
                  <a:pt x="2275" y="845"/>
                </a:moveTo>
                <a:lnTo>
                  <a:pt x="2282" y="845"/>
                </a:lnTo>
                <a:lnTo>
                  <a:pt x="2282" y="838"/>
                </a:lnTo>
                <a:lnTo>
                  <a:pt x="2275" y="838"/>
                </a:lnTo>
                <a:lnTo>
                  <a:pt x="2275" y="845"/>
                </a:lnTo>
                <a:close/>
                <a:moveTo>
                  <a:pt x="2292" y="845"/>
                </a:moveTo>
                <a:lnTo>
                  <a:pt x="2299" y="845"/>
                </a:lnTo>
                <a:lnTo>
                  <a:pt x="2299" y="838"/>
                </a:lnTo>
                <a:lnTo>
                  <a:pt x="2292" y="838"/>
                </a:lnTo>
                <a:lnTo>
                  <a:pt x="2292" y="845"/>
                </a:lnTo>
                <a:close/>
                <a:moveTo>
                  <a:pt x="2308" y="845"/>
                </a:moveTo>
                <a:lnTo>
                  <a:pt x="2316" y="845"/>
                </a:lnTo>
                <a:lnTo>
                  <a:pt x="2316" y="838"/>
                </a:lnTo>
                <a:lnTo>
                  <a:pt x="2308" y="838"/>
                </a:lnTo>
                <a:lnTo>
                  <a:pt x="2308" y="845"/>
                </a:lnTo>
                <a:close/>
                <a:moveTo>
                  <a:pt x="2325" y="845"/>
                </a:moveTo>
                <a:lnTo>
                  <a:pt x="2332" y="845"/>
                </a:lnTo>
                <a:lnTo>
                  <a:pt x="2332" y="838"/>
                </a:lnTo>
                <a:lnTo>
                  <a:pt x="2325" y="838"/>
                </a:lnTo>
                <a:lnTo>
                  <a:pt x="2325" y="845"/>
                </a:lnTo>
                <a:close/>
                <a:moveTo>
                  <a:pt x="2342" y="845"/>
                </a:moveTo>
                <a:lnTo>
                  <a:pt x="2349" y="845"/>
                </a:lnTo>
                <a:lnTo>
                  <a:pt x="2349" y="838"/>
                </a:lnTo>
                <a:lnTo>
                  <a:pt x="2342" y="838"/>
                </a:lnTo>
                <a:lnTo>
                  <a:pt x="2342" y="845"/>
                </a:lnTo>
                <a:close/>
                <a:moveTo>
                  <a:pt x="2358" y="845"/>
                </a:moveTo>
                <a:lnTo>
                  <a:pt x="2365" y="845"/>
                </a:lnTo>
                <a:lnTo>
                  <a:pt x="2365" y="838"/>
                </a:lnTo>
                <a:lnTo>
                  <a:pt x="2358" y="838"/>
                </a:lnTo>
                <a:lnTo>
                  <a:pt x="2358" y="845"/>
                </a:lnTo>
                <a:close/>
                <a:moveTo>
                  <a:pt x="2375" y="845"/>
                </a:moveTo>
                <a:lnTo>
                  <a:pt x="2382" y="845"/>
                </a:lnTo>
                <a:lnTo>
                  <a:pt x="2382" y="838"/>
                </a:lnTo>
                <a:lnTo>
                  <a:pt x="2375" y="838"/>
                </a:lnTo>
                <a:lnTo>
                  <a:pt x="2375" y="845"/>
                </a:lnTo>
                <a:close/>
                <a:moveTo>
                  <a:pt x="2460" y="845"/>
                </a:moveTo>
                <a:lnTo>
                  <a:pt x="2467" y="845"/>
                </a:lnTo>
                <a:lnTo>
                  <a:pt x="2467" y="838"/>
                </a:lnTo>
                <a:lnTo>
                  <a:pt x="2460" y="838"/>
                </a:lnTo>
                <a:lnTo>
                  <a:pt x="2460" y="845"/>
                </a:lnTo>
                <a:close/>
                <a:moveTo>
                  <a:pt x="2477" y="845"/>
                </a:moveTo>
                <a:lnTo>
                  <a:pt x="2484" y="845"/>
                </a:lnTo>
                <a:lnTo>
                  <a:pt x="2484" y="838"/>
                </a:lnTo>
                <a:lnTo>
                  <a:pt x="2477" y="838"/>
                </a:lnTo>
                <a:lnTo>
                  <a:pt x="2477" y="845"/>
                </a:lnTo>
                <a:close/>
                <a:moveTo>
                  <a:pt x="2493" y="845"/>
                </a:moveTo>
                <a:lnTo>
                  <a:pt x="2500" y="845"/>
                </a:lnTo>
                <a:lnTo>
                  <a:pt x="2500" y="838"/>
                </a:lnTo>
                <a:lnTo>
                  <a:pt x="2493" y="838"/>
                </a:lnTo>
                <a:lnTo>
                  <a:pt x="2493" y="845"/>
                </a:lnTo>
                <a:close/>
                <a:moveTo>
                  <a:pt x="686" y="862"/>
                </a:moveTo>
                <a:lnTo>
                  <a:pt x="693" y="862"/>
                </a:lnTo>
                <a:lnTo>
                  <a:pt x="693" y="857"/>
                </a:lnTo>
                <a:lnTo>
                  <a:pt x="686" y="857"/>
                </a:lnTo>
                <a:lnTo>
                  <a:pt x="686" y="862"/>
                </a:lnTo>
                <a:close/>
                <a:moveTo>
                  <a:pt x="703" y="862"/>
                </a:moveTo>
                <a:lnTo>
                  <a:pt x="710" y="862"/>
                </a:lnTo>
                <a:lnTo>
                  <a:pt x="710" y="857"/>
                </a:lnTo>
                <a:lnTo>
                  <a:pt x="703" y="857"/>
                </a:lnTo>
                <a:lnTo>
                  <a:pt x="703" y="862"/>
                </a:lnTo>
                <a:close/>
                <a:moveTo>
                  <a:pt x="720" y="862"/>
                </a:moveTo>
                <a:lnTo>
                  <a:pt x="727" y="862"/>
                </a:lnTo>
                <a:lnTo>
                  <a:pt x="727" y="857"/>
                </a:lnTo>
                <a:lnTo>
                  <a:pt x="720" y="857"/>
                </a:lnTo>
                <a:lnTo>
                  <a:pt x="720" y="862"/>
                </a:lnTo>
                <a:close/>
                <a:moveTo>
                  <a:pt x="736" y="862"/>
                </a:moveTo>
                <a:lnTo>
                  <a:pt x="743" y="862"/>
                </a:lnTo>
                <a:lnTo>
                  <a:pt x="743" y="857"/>
                </a:lnTo>
                <a:lnTo>
                  <a:pt x="736" y="857"/>
                </a:lnTo>
                <a:lnTo>
                  <a:pt x="736" y="862"/>
                </a:lnTo>
                <a:close/>
                <a:moveTo>
                  <a:pt x="753" y="862"/>
                </a:moveTo>
                <a:lnTo>
                  <a:pt x="760" y="862"/>
                </a:lnTo>
                <a:lnTo>
                  <a:pt x="760" y="857"/>
                </a:lnTo>
                <a:lnTo>
                  <a:pt x="753" y="857"/>
                </a:lnTo>
                <a:lnTo>
                  <a:pt x="753" y="862"/>
                </a:lnTo>
                <a:close/>
                <a:moveTo>
                  <a:pt x="1321" y="862"/>
                </a:moveTo>
                <a:lnTo>
                  <a:pt x="1328" y="862"/>
                </a:lnTo>
                <a:lnTo>
                  <a:pt x="1328" y="857"/>
                </a:lnTo>
                <a:lnTo>
                  <a:pt x="1321" y="857"/>
                </a:lnTo>
                <a:lnTo>
                  <a:pt x="1321" y="862"/>
                </a:lnTo>
                <a:close/>
                <a:moveTo>
                  <a:pt x="1338" y="862"/>
                </a:moveTo>
                <a:lnTo>
                  <a:pt x="1345" y="862"/>
                </a:lnTo>
                <a:lnTo>
                  <a:pt x="1345" y="857"/>
                </a:lnTo>
                <a:lnTo>
                  <a:pt x="1338" y="857"/>
                </a:lnTo>
                <a:lnTo>
                  <a:pt x="1338" y="862"/>
                </a:lnTo>
                <a:close/>
                <a:moveTo>
                  <a:pt x="1354" y="862"/>
                </a:moveTo>
                <a:lnTo>
                  <a:pt x="1361" y="862"/>
                </a:lnTo>
                <a:lnTo>
                  <a:pt x="1361" y="857"/>
                </a:lnTo>
                <a:lnTo>
                  <a:pt x="1354" y="857"/>
                </a:lnTo>
                <a:lnTo>
                  <a:pt x="1354" y="862"/>
                </a:lnTo>
                <a:close/>
                <a:moveTo>
                  <a:pt x="1371" y="862"/>
                </a:moveTo>
                <a:lnTo>
                  <a:pt x="1378" y="862"/>
                </a:lnTo>
                <a:lnTo>
                  <a:pt x="1378" y="857"/>
                </a:lnTo>
                <a:lnTo>
                  <a:pt x="1371" y="857"/>
                </a:lnTo>
                <a:lnTo>
                  <a:pt x="1371" y="862"/>
                </a:lnTo>
                <a:close/>
                <a:moveTo>
                  <a:pt x="1390" y="862"/>
                </a:moveTo>
                <a:lnTo>
                  <a:pt x="1394" y="862"/>
                </a:lnTo>
                <a:lnTo>
                  <a:pt x="1394" y="857"/>
                </a:lnTo>
                <a:lnTo>
                  <a:pt x="1390" y="857"/>
                </a:lnTo>
                <a:lnTo>
                  <a:pt x="1390" y="862"/>
                </a:lnTo>
                <a:close/>
                <a:moveTo>
                  <a:pt x="1406" y="862"/>
                </a:moveTo>
                <a:lnTo>
                  <a:pt x="1413" y="862"/>
                </a:lnTo>
                <a:lnTo>
                  <a:pt x="1413" y="857"/>
                </a:lnTo>
                <a:lnTo>
                  <a:pt x="1406" y="857"/>
                </a:lnTo>
                <a:lnTo>
                  <a:pt x="1406" y="862"/>
                </a:lnTo>
                <a:close/>
                <a:moveTo>
                  <a:pt x="1423" y="862"/>
                </a:moveTo>
                <a:lnTo>
                  <a:pt x="1430" y="862"/>
                </a:lnTo>
                <a:lnTo>
                  <a:pt x="1430" y="857"/>
                </a:lnTo>
                <a:lnTo>
                  <a:pt x="1423" y="857"/>
                </a:lnTo>
                <a:lnTo>
                  <a:pt x="1423" y="862"/>
                </a:lnTo>
                <a:close/>
                <a:moveTo>
                  <a:pt x="1439" y="862"/>
                </a:moveTo>
                <a:lnTo>
                  <a:pt x="1447" y="862"/>
                </a:lnTo>
                <a:lnTo>
                  <a:pt x="1447" y="857"/>
                </a:lnTo>
                <a:lnTo>
                  <a:pt x="1439" y="857"/>
                </a:lnTo>
                <a:lnTo>
                  <a:pt x="1439" y="862"/>
                </a:lnTo>
                <a:close/>
                <a:moveTo>
                  <a:pt x="1456" y="862"/>
                </a:moveTo>
                <a:lnTo>
                  <a:pt x="1463" y="862"/>
                </a:lnTo>
                <a:lnTo>
                  <a:pt x="1463" y="857"/>
                </a:lnTo>
                <a:lnTo>
                  <a:pt x="1456" y="857"/>
                </a:lnTo>
                <a:lnTo>
                  <a:pt x="1456" y="862"/>
                </a:lnTo>
                <a:close/>
                <a:moveTo>
                  <a:pt x="1473" y="862"/>
                </a:moveTo>
                <a:lnTo>
                  <a:pt x="1480" y="862"/>
                </a:lnTo>
                <a:lnTo>
                  <a:pt x="1480" y="857"/>
                </a:lnTo>
                <a:lnTo>
                  <a:pt x="1473" y="857"/>
                </a:lnTo>
                <a:lnTo>
                  <a:pt x="1473" y="862"/>
                </a:lnTo>
                <a:close/>
                <a:moveTo>
                  <a:pt x="1489" y="862"/>
                </a:moveTo>
                <a:lnTo>
                  <a:pt x="1496" y="862"/>
                </a:lnTo>
                <a:lnTo>
                  <a:pt x="1496" y="857"/>
                </a:lnTo>
                <a:lnTo>
                  <a:pt x="1489" y="857"/>
                </a:lnTo>
                <a:lnTo>
                  <a:pt x="1489" y="862"/>
                </a:lnTo>
                <a:close/>
                <a:moveTo>
                  <a:pt x="1506" y="862"/>
                </a:moveTo>
                <a:lnTo>
                  <a:pt x="1513" y="862"/>
                </a:lnTo>
                <a:lnTo>
                  <a:pt x="1513" y="857"/>
                </a:lnTo>
                <a:lnTo>
                  <a:pt x="1506" y="857"/>
                </a:lnTo>
                <a:lnTo>
                  <a:pt x="1506" y="862"/>
                </a:lnTo>
                <a:close/>
                <a:moveTo>
                  <a:pt x="1522" y="862"/>
                </a:moveTo>
                <a:lnTo>
                  <a:pt x="1529" y="862"/>
                </a:lnTo>
                <a:lnTo>
                  <a:pt x="1529" y="857"/>
                </a:lnTo>
                <a:lnTo>
                  <a:pt x="1522" y="857"/>
                </a:lnTo>
                <a:lnTo>
                  <a:pt x="1522" y="862"/>
                </a:lnTo>
                <a:close/>
                <a:moveTo>
                  <a:pt x="1539" y="862"/>
                </a:moveTo>
                <a:lnTo>
                  <a:pt x="1546" y="862"/>
                </a:lnTo>
                <a:lnTo>
                  <a:pt x="1546" y="857"/>
                </a:lnTo>
                <a:lnTo>
                  <a:pt x="1539" y="857"/>
                </a:lnTo>
                <a:lnTo>
                  <a:pt x="1539" y="862"/>
                </a:lnTo>
                <a:close/>
                <a:moveTo>
                  <a:pt x="1555" y="862"/>
                </a:moveTo>
                <a:lnTo>
                  <a:pt x="1563" y="862"/>
                </a:lnTo>
                <a:lnTo>
                  <a:pt x="1563" y="857"/>
                </a:lnTo>
                <a:lnTo>
                  <a:pt x="1555" y="857"/>
                </a:lnTo>
                <a:lnTo>
                  <a:pt x="1555" y="862"/>
                </a:lnTo>
                <a:close/>
                <a:moveTo>
                  <a:pt x="1572" y="862"/>
                </a:moveTo>
                <a:lnTo>
                  <a:pt x="1579" y="862"/>
                </a:lnTo>
                <a:lnTo>
                  <a:pt x="1579" y="857"/>
                </a:lnTo>
                <a:lnTo>
                  <a:pt x="1572" y="857"/>
                </a:lnTo>
                <a:lnTo>
                  <a:pt x="1572" y="862"/>
                </a:lnTo>
                <a:close/>
                <a:moveTo>
                  <a:pt x="1589" y="862"/>
                </a:moveTo>
                <a:lnTo>
                  <a:pt x="1596" y="862"/>
                </a:lnTo>
                <a:lnTo>
                  <a:pt x="1596" y="857"/>
                </a:lnTo>
                <a:lnTo>
                  <a:pt x="1589" y="857"/>
                </a:lnTo>
                <a:lnTo>
                  <a:pt x="1589" y="862"/>
                </a:lnTo>
                <a:close/>
                <a:moveTo>
                  <a:pt x="1605" y="862"/>
                </a:moveTo>
                <a:lnTo>
                  <a:pt x="1612" y="862"/>
                </a:lnTo>
                <a:lnTo>
                  <a:pt x="1612" y="857"/>
                </a:lnTo>
                <a:lnTo>
                  <a:pt x="1605" y="857"/>
                </a:lnTo>
                <a:lnTo>
                  <a:pt x="1605" y="862"/>
                </a:lnTo>
                <a:close/>
                <a:moveTo>
                  <a:pt x="1622" y="862"/>
                </a:moveTo>
                <a:lnTo>
                  <a:pt x="1629" y="862"/>
                </a:lnTo>
                <a:lnTo>
                  <a:pt x="1629" y="857"/>
                </a:lnTo>
                <a:lnTo>
                  <a:pt x="1622" y="857"/>
                </a:lnTo>
                <a:lnTo>
                  <a:pt x="1622" y="862"/>
                </a:lnTo>
                <a:close/>
                <a:moveTo>
                  <a:pt x="1638" y="862"/>
                </a:moveTo>
                <a:lnTo>
                  <a:pt x="1645" y="862"/>
                </a:lnTo>
                <a:lnTo>
                  <a:pt x="1645" y="857"/>
                </a:lnTo>
                <a:lnTo>
                  <a:pt x="1638" y="857"/>
                </a:lnTo>
                <a:lnTo>
                  <a:pt x="1638" y="862"/>
                </a:lnTo>
                <a:close/>
                <a:moveTo>
                  <a:pt x="1657" y="862"/>
                </a:moveTo>
                <a:lnTo>
                  <a:pt x="1664" y="862"/>
                </a:lnTo>
                <a:lnTo>
                  <a:pt x="1664" y="857"/>
                </a:lnTo>
                <a:lnTo>
                  <a:pt x="1657" y="857"/>
                </a:lnTo>
                <a:lnTo>
                  <a:pt x="1657" y="862"/>
                </a:lnTo>
                <a:close/>
                <a:moveTo>
                  <a:pt x="1674" y="862"/>
                </a:moveTo>
                <a:lnTo>
                  <a:pt x="1681" y="862"/>
                </a:lnTo>
                <a:lnTo>
                  <a:pt x="1681" y="857"/>
                </a:lnTo>
                <a:lnTo>
                  <a:pt x="1674" y="857"/>
                </a:lnTo>
                <a:lnTo>
                  <a:pt x="1674" y="862"/>
                </a:lnTo>
                <a:close/>
                <a:moveTo>
                  <a:pt x="1690" y="862"/>
                </a:moveTo>
                <a:lnTo>
                  <a:pt x="1698" y="862"/>
                </a:lnTo>
                <a:lnTo>
                  <a:pt x="1698" y="857"/>
                </a:lnTo>
                <a:lnTo>
                  <a:pt x="1690" y="857"/>
                </a:lnTo>
                <a:lnTo>
                  <a:pt x="1690" y="862"/>
                </a:lnTo>
                <a:close/>
                <a:moveTo>
                  <a:pt x="1707" y="862"/>
                </a:moveTo>
                <a:lnTo>
                  <a:pt x="1714" y="862"/>
                </a:lnTo>
                <a:lnTo>
                  <a:pt x="1714" y="857"/>
                </a:lnTo>
                <a:lnTo>
                  <a:pt x="1707" y="857"/>
                </a:lnTo>
                <a:lnTo>
                  <a:pt x="1707" y="862"/>
                </a:lnTo>
                <a:close/>
                <a:moveTo>
                  <a:pt x="1724" y="862"/>
                </a:moveTo>
                <a:lnTo>
                  <a:pt x="1731" y="862"/>
                </a:lnTo>
                <a:lnTo>
                  <a:pt x="1731" y="857"/>
                </a:lnTo>
                <a:lnTo>
                  <a:pt x="1724" y="857"/>
                </a:lnTo>
                <a:lnTo>
                  <a:pt x="1724" y="862"/>
                </a:lnTo>
                <a:close/>
                <a:moveTo>
                  <a:pt x="1740" y="862"/>
                </a:moveTo>
                <a:lnTo>
                  <a:pt x="1747" y="862"/>
                </a:lnTo>
                <a:lnTo>
                  <a:pt x="1747" y="857"/>
                </a:lnTo>
                <a:lnTo>
                  <a:pt x="1740" y="857"/>
                </a:lnTo>
                <a:lnTo>
                  <a:pt x="1740" y="862"/>
                </a:lnTo>
                <a:close/>
                <a:moveTo>
                  <a:pt x="1757" y="862"/>
                </a:moveTo>
                <a:lnTo>
                  <a:pt x="1764" y="862"/>
                </a:lnTo>
                <a:lnTo>
                  <a:pt x="1764" y="857"/>
                </a:lnTo>
                <a:lnTo>
                  <a:pt x="1757" y="857"/>
                </a:lnTo>
                <a:lnTo>
                  <a:pt x="1757" y="862"/>
                </a:lnTo>
                <a:close/>
                <a:moveTo>
                  <a:pt x="1773" y="862"/>
                </a:moveTo>
                <a:lnTo>
                  <a:pt x="1780" y="862"/>
                </a:lnTo>
                <a:lnTo>
                  <a:pt x="1780" y="857"/>
                </a:lnTo>
                <a:lnTo>
                  <a:pt x="1773" y="857"/>
                </a:lnTo>
                <a:lnTo>
                  <a:pt x="1773" y="862"/>
                </a:lnTo>
                <a:close/>
                <a:moveTo>
                  <a:pt x="1790" y="862"/>
                </a:moveTo>
                <a:lnTo>
                  <a:pt x="1797" y="862"/>
                </a:lnTo>
                <a:lnTo>
                  <a:pt x="1797" y="857"/>
                </a:lnTo>
                <a:lnTo>
                  <a:pt x="1790" y="857"/>
                </a:lnTo>
                <a:lnTo>
                  <a:pt x="1790" y="862"/>
                </a:lnTo>
                <a:close/>
                <a:moveTo>
                  <a:pt x="1806" y="862"/>
                </a:moveTo>
                <a:lnTo>
                  <a:pt x="1814" y="862"/>
                </a:lnTo>
                <a:lnTo>
                  <a:pt x="1814" y="857"/>
                </a:lnTo>
                <a:lnTo>
                  <a:pt x="1806" y="857"/>
                </a:lnTo>
                <a:lnTo>
                  <a:pt x="1806" y="862"/>
                </a:lnTo>
                <a:close/>
                <a:moveTo>
                  <a:pt x="1823" y="862"/>
                </a:moveTo>
                <a:lnTo>
                  <a:pt x="1830" y="862"/>
                </a:lnTo>
                <a:lnTo>
                  <a:pt x="1830" y="857"/>
                </a:lnTo>
                <a:lnTo>
                  <a:pt x="1823" y="857"/>
                </a:lnTo>
                <a:lnTo>
                  <a:pt x="1823" y="862"/>
                </a:lnTo>
                <a:close/>
                <a:moveTo>
                  <a:pt x="1840" y="862"/>
                </a:moveTo>
                <a:lnTo>
                  <a:pt x="1847" y="862"/>
                </a:lnTo>
                <a:lnTo>
                  <a:pt x="1847" y="857"/>
                </a:lnTo>
                <a:lnTo>
                  <a:pt x="1840" y="857"/>
                </a:lnTo>
                <a:lnTo>
                  <a:pt x="1840" y="862"/>
                </a:lnTo>
                <a:close/>
                <a:moveTo>
                  <a:pt x="1856" y="862"/>
                </a:moveTo>
                <a:lnTo>
                  <a:pt x="1863" y="862"/>
                </a:lnTo>
                <a:lnTo>
                  <a:pt x="1863" y="857"/>
                </a:lnTo>
                <a:lnTo>
                  <a:pt x="1856" y="857"/>
                </a:lnTo>
                <a:lnTo>
                  <a:pt x="1856" y="862"/>
                </a:lnTo>
                <a:close/>
                <a:moveTo>
                  <a:pt x="1873" y="862"/>
                </a:moveTo>
                <a:lnTo>
                  <a:pt x="1880" y="862"/>
                </a:lnTo>
                <a:lnTo>
                  <a:pt x="1880" y="857"/>
                </a:lnTo>
                <a:lnTo>
                  <a:pt x="1873" y="857"/>
                </a:lnTo>
                <a:lnTo>
                  <a:pt x="1873" y="862"/>
                </a:lnTo>
                <a:close/>
                <a:moveTo>
                  <a:pt x="2074" y="862"/>
                </a:moveTo>
                <a:lnTo>
                  <a:pt x="2081" y="862"/>
                </a:lnTo>
                <a:lnTo>
                  <a:pt x="2081" y="857"/>
                </a:lnTo>
                <a:lnTo>
                  <a:pt x="2074" y="857"/>
                </a:lnTo>
                <a:lnTo>
                  <a:pt x="2074" y="862"/>
                </a:lnTo>
                <a:close/>
                <a:moveTo>
                  <a:pt x="2091" y="862"/>
                </a:moveTo>
                <a:lnTo>
                  <a:pt x="2098" y="862"/>
                </a:lnTo>
                <a:lnTo>
                  <a:pt x="2098" y="857"/>
                </a:lnTo>
                <a:lnTo>
                  <a:pt x="2091" y="857"/>
                </a:lnTo>
                <a:lnTo>
                  <a:pt x="2091" y="862"/>
                </a:lnTo>
                <a:close/>
                <a:moveTo>
                  <a:pt x="2107" y="862"/>
                </a:moveTo>
                <a:lnTo>
                  <a:pt x="2114" y="862"/>
                </a:lnTo>
                <a:lnTo>
                  <a:pt x="2114" y="857"/>
                </a:lnTo>
                <a:lnTo>
                  <a:pt x="2107" y="857"/>
                </a:lnTo>
                <a:lnTo>
                  <a:pt x="2107" y="862"/>
                </a:lnTo>
                <a:close/>
                <a:moveTo>
                  <a:pt x="2124" y="862"/>
                </a:moveTo>
                <a:lnTo>
                  <a:pt x="2131" y="862"/>
                </a:lnTo>
                <a:lnTo>
                  <a:pt x="2131" y="857"/>
                </a:lnTo>
                <a:lnTo>
                  <a:pt x="2124" y="857"/>
                </a:lnTo>
                <a:lnTo>
                  <a:pt x="2124" y="862"/>
                </a:lnTo>
                <a:close/>
                <a:moveTo>
                  <a:pt x="2242" y="862"/>
                </a:moveTo>
                <a:lnTo>
                  <a:pt x="2249" y="862"/>
                </a:lnTo>
                <a:lnTo>
                  <a:pt x="2249" y="857"/>
                </a:lnTo>
                <a:lnTo>
                  <a:pt x="2242" y="857"/>
                </a:lnTo>
                <a:lnTo>
                  <a:pt x="2242" y="862"/>
                </a:lnTo>
                <a:close/>
                <a:moveTo>
                  <a:pt x="2275" y="862"/>
                </a:moveTo>
                <a:lnTo>
                  <a:pt x="2282" y="862"/>
                </a:lnTo>
                <a:lnTo>
                  <a:pt x="2282" y="857"/>
                </a:lnTo>
                <a:lnTo>
                  <a:pt x="2275" y="857"/>
                </a:lnTo>
                <a:lnTo>
                  <a:pt x="2275" y="862"/>
                </a:lnTo>
                <a:close/>
                <a:moveTo>
                  <a:pt x="2292" y="862"/>
                </a:moveTo>
                <a:lnTo>
                  <a:pt x="2299" y="862"/>
                </a:lnTo>
                <a:lnTo>
                  <a:pt x="2299" y="857"/>
                </a:lnTo>
                <a:lnTo>
                  <a:pt x="2292" y="857"/>
                </a:lnTo>
                <a:lnTo>
                  <a:pt x="2292" y="862"/>
                </a:lnTo>
                <a:close/>
                <a:moveTo>
                  <a:pt x="2308" y="862"/>
                </a:moveTo>
                <a:lnTo>
                  <a:pt x="2316" y="862"/>
                </a:lnTo>
                <a:lnTo>
                  <a:pt x="2316" y="857"/>
                </a:lnTo>
                <a:lnTo>
                  <a:pt x="2308" y="857"/>
                </a:lnTo>
                <a:lnTo>
                  <a:pt x="2308" y="862"/>
                </a:lnTo>
                <a:close/>
                <a:moveTo>
                  <a:pt x="2325" y="862"/>
                </a:moveTo>
                <a:lnTo>
                  <a:pt x="2332" y="862"/>
                </a:lnTo>
                <a:lnTo>
                  <a:pt x="2332" y="857"/>
                </a:lnTo>
                <a:lnTo>
                  <a:pt x="2325" y="857"/>
                </a:lnTo>
                <a:lnTo>
                  <a:pt x="2325" y="862"/>
                </a:lnTo>
                <a:close/>
                <a:moveTo>
                  <a:pt x="2342" y="862"/>
                </a:moveTo>
                <a:lnTo>
                  <a:pt x="2349" y="862"/>
                </a:lnTo>
                <a:lnTo>
                  <a:pt x="2349" y="857"/>
                </a:lnTo>
                <a:lnTo>
                  <a:pt x="2342" y="857"/>
                </a:lnTo>
                <a:lnTo>
                  <a:pt x="2342" y="862"/>
                </a:lnTo>
                <a:close/>
                <a:moveTo>
                  <a:pt x="2358" y="862"/>
                </a:moveTo>
                <a:lnTo>
                  <a:pt x="2365" y="862"/>
                </a:lnTo>
                <a:lnTo>
                  <a:pt x="2365" y="857"/>
                </a:lnTo>
                <a:lnTo>
                  <a:pt x="2358" y="857"/>
                </a:lnTo>
                <a:lnTo>
                  <a:pt x="2358" y="862"/>
                </a:lnTo>
                <a:close/>
                <a:moveTo>
                  <a:pt x="2375" y="862"/>
                </a:moveTo>
                <a:lnTo>
                  <a:pt x="2382" y="862"/>
                </a:lnTo>
                <a:lnTo>
                  <a:pt x="2382" y="857"/>
                </a:lnTo>
                <a:lnTo>
                  <a:pt x="2375" y="857"/>
                </a:lnTo>
                <a:lnTo>
                  <a:pt x="2375" y="862"/>
                </a:lnTo>
                <a:close/>
                <a:moveTo>
                  <a:pt x="2477" y="862"/>
                </a:moveTo>
                <a:lnTo>
                  <a:pt x="2484" y="862"/>
                </a:lnTo>
                <a:lnTo>
                  <a:pt x="2484" y="857"/>
                </a:lnTo>
                <a:lnTo>
                  <a:pt x="2477" y="857"/>
                </a:lnTo>
                <a:lnTo>
                  <a:pt x="2477" y="862"/>
                </a:lnTo>
                <a:close/>
                <a:moveTo>
                  <a:pt x="2493" y="862"/>
                </a:moveTo>
                <a:lnTo>
                  <a:pt x="2500" y="862"/>
                </a:lnTo>
                <a:lnTo>
                  <a:pt x="2500" y="857"/>
                </a:lnTo>
                <a:lnTo>
                  <a:pt x="2493" y="857"/>
                </a:lnTo>
                <a:lnTo>
                  <a:pt x="2493" y="862"/>
                </a:lnTo>
                <a:close/>
                <a:moveTo>
                  <a:pt x="2510" y="862"/>
                </a:moveTo>
                <a:lnTo>
                  <a:pt x="2517" y="862"/>
                </a:lnTo>
                <a:lnTo>
                  <a:pt x="2517" y="857"/>
                </a:lnTo>
                <a:lnTo>
                  <a:pt x="2510" y="857"/>
                </a:lnTo>
                <a:lnTo>
                  <a:pt x="2510" y="862"/>
                </a:lnTo>
                <a:close/>
                <a:moveTo>
                  <a:pt x="720" y="881"/>
                </a:moveTo>
                <a:lnTo>
                  <a:pt x="727" y="881"/>
                </a:lnTo>
                <a:lnTo>
                  <a:pt x="727" y="874"/>
                </a:lnTo>
                <a:lnTo>
                  <a:pt x="720" y="874"/>
                </a:lnTo>
                <a:lnTo>
                  <a:pt x="720" y="881"/>
                </a:lnTo>
                <a:close/>
                <a:moveTo>
                  <a:pt x="736" y="881"/>
                </a:moveTo>
                <a:lnTo>
                  <a:pt x="743" y="881"/>
                </a:lnTo>
                <a:lnTo>
                  <a:pt x="743" y="874"/>
                </a:lnTo>
                <a:lnTo>
                  <a:pt x="736" y="874"/>
                </a:lnTo>
                <a:lnTo>
                  <a:pt x="736" y="881"/>
                </a:lnTo>
                <a:close/>
                <a:moveTo>
                  <a:pt x="753" y="881"/>
                </a:moveTo>
                <a:lnTo>
                  <a:pt x="760" y="881"/>
                </a:lnTo>
                <a:lnTo>
                  <a:pt x="760" y="874"/>
                </a:lnTo>
                <a:lnTo>
                  <a:pt x="753" y="874"/>
                </a:lnTo>
                <a:lnTo>
                  <a:pt x="753" y="881"/>
                </a:lnTo>
                <a:close/>
                <a:moveTo>
                  <a:pt x="819" y="881"/>
                </a:moveTo>
                <a:lnTo>
                  <a:pt x="826" y="881"/>
                </a:lnTo>
                <a:lnTo>
                  <a:pt x="826" y="874"/>
                </a:lnTo>
                <a:lnTo>
                  <a:pt x="819" y="874"/>
                </a:lnTo>
                <a:lnTo>
                  <a:pt x="819" y="881"/>
                </a:lnTo>
                <a:close/>
                <a:moveTo>
                  <a:pt x="836" y="881"/>
                </a:moveTo>
                <a:lnTo>
                  <a:pt x="843" y="881"/>
                </a:lnTo>
                <a:lnTo>
                  <a:pt x="843" y="874"/>
                </a:lnTo>
                <a:lnTo>
                  <a:pt x="836" y="874"/>
                </a:lnTo>
                <a:lnTo>
                  <a:pt x="836" y="881"/>
                </a:lnTo>
                <a:close/>
                <a:moveTo>
                  <a:pt x="852" y="881"/>
                </a:moveTo>
                <a:lnTo>
                  <a:pt x="859" y="881"/>
                </a:lnTo>
                <a:lnTo>
                  <a:pt x="859" y="874"/>
                </a:lnTo>
                <a:lnTo>
                  <a:pt x="852" y="874"/>
                </a:lnTo>
                <a:lnTo>
                  <a:pt x="852" y="881"/>
                </a:lnTo>
                <a:close/>
                <a:moveTo>
                  <a:pt x="871" y="881"/>
                </a:moveTo>
                <a:lnTo>
                  <a:pt x="876" y="881"/>
                </a:lnTo>
                <a:lnTo>
                  <a:pt x="876" y="874"/>
                </a:lnTo>
                <a:lnTo>
                  <a:pt x="871" y="874"/>
                </a:lnTo>
                <a:lnTo>
                  <a:pt x="871" y="881"/>
                </a:lnTo>
                <a:close/>
                <a:moveTo>
                  <a:pt x="888" y="881"/>
                </a:moveTo>
                <a:lnTo>
                  <a:pt x="895" y="881"/>
                </a:lnTo>
                <a:lnTo>
                  <a:pt x="895" y="874"/>
                </a:lnTo>
                <a:lnTo>
                  <a:pt x="888" y="874"/>
                </a:lnTo>
                <a:lnTo>
                  <a:pt x="888" y="881"/>
                </a:lnTo>
                <a:close/>
                <a:moveTo>
                  <a:pt x="904" y="881"/>
                </a:moveTo>
                <a:lnTo>
                  <a:pt x="911" y="881"/>
                </a:lnTo>
                <a:lnTo>
                  <a:pt x="911" y="874"/>
                </a:lnTo>
                <a:lnTo>
                  <a:pt x="904" y="874"/>
                </a:lnTo>
                <a:lnTo>
                  <a:pt x="904" y="881"/>
                </a:lnTo>
                <a:close/>
                <a:moveTo>
                  <a:pt x="921" y="881"/>
                </a:moveTo>
                <a:lnTo>
                  <a:pt x="928" y="881"/>
                </a:lnTo>
                <a:lnTo>
                  <a:pt x="928" y="874"/>
                </a:lnTo>
                <a:lnTo>
                  <a:pt x="921" y="874"/>
                </a:lnTo>
                <a:lnTo>
                  <a:pt x="921" y="881"/>
                </a:lnTo>
                <a:close/>
                <a:moveTo>
                  <a:pt x="937" y="881"/>
                </a:moveTo>
                <a:lnTo>
                  <a:pt x="944" y="881"/>
                </a:lnTo>
                <a:lnTo>
                  <a:pt x="944" y="874"/>
                </a:lnTo>
                <a:lnTo>
                  <a:pt x="937" y="874"/>
                </a:lnTo>
                <a:lnTo>
                  <a:pt x="937" y="881"/>
                </a:lnTo>
                <a:close/>
                <a:moveTo>
                  <a:pt x="1321" y="881"/>
                </a:moveTo>
                <a:lnTo>
                  <a:pt x="1328" y="881"/>
                </a:lnTo>
                <a:lnTo>
                  <a:pt x="1328" y="874"/>
                </a:lnTo>
                <a:lnTo>
                  <a:pt x="1321" y="874"/>
                </a:lnTo>
                <a:lnTo>
                  <a:pt x="1321" y="881"/>
                </a:lnTo>
                <a:close/>
                <a:moveTo>
                  <a:pt x="1338" y="881"/>
                </a:moveTo>
                <a:lnTo>
                  <a:pt x="1345" y="881"/>
                </a:lnTo>
                <a:lnTo>
                  <a:pt x="1345" y="874"/>
                </a:lnTo>
                <a:lnTo>
                  <a:pt x="1338" y="874"/>
                </a:lnTo>
                <a:lnTo>
                  <a:pt x="1338" y="881"/>
                </a:lnTo>
                <a:close/>
                <a:moveTo>
                  <a:pt x="1354" y="881"/>
                </a:moveTo>
                <a:lnTo>
                  <a:pt x="1361" y="881"/>
                </a:lnTo>
                <a:lnTo>
                  <a:pt x="1361" y="874"/>
                </a:lnTo>
                <a:lnTo>
                  <a:pt x="1354" y="874"/>
                </a:lnTo>
                <a:lnTo>
                  <a:pt x="1354" y="881"/>
                </a:lnTo>
                <a:close/>
                <a:moveTo>
                  <a:pt x="1371" y="881"/>
                </a:moveTo>
                <a:lnTo>
                  <a:pt x="1378" y="881"/>
                </a:lnTo>
                <a:lnTo>
                  <a:pt x="1378" y="874"/>
                </a:lnTo>
                <a:lnTo>
                  <a:pt x="1371" y="874"/>
                </a:lnTo>
                <a:lnTo>
                  <a:pt x="1371" y="881"/>
                </a:lnTo>
                <a:close/>
                <a:moveTo>
                  <a:pt x="1390" y="881"/>
                </a:moveTo>
                <a:lnTo>
                  <a:pt x="1394" y="881"/>
                </a:lnTo>
                <a:lnTo>
                  <a:pt x="1394" y="874"/>
                </a:lnTo>
                <a:lnTo>
                  <a:pt x="1390" y="874"/>
                </a:lnTo>
                <a:lnTo>
                  <a:pt x="1390" y="881"/>
                </a:lnTo>
                <a:close/>
                <a:moveTo>
                  <a:pt x="1406" y="881"/>
                </a:moveTo>
                <a:lnTo>
                  <a:pt x="1413" y="881"/>
                </a:lnTo>
                <a:lnTo>
                  <a:pt x="1413" y="874"/>
                </a:lnTo>
                <a:lnTo>
                  <a:pt x="1406" y="874"/>
                </a:lnTo>
                <a:lnTo>
                  <a:pt x="1406" y="881"/>
                </a:lnTo>
                <a:close/>
                <a:moveTo>
                  <a:pt x="1423" y="881"/>
                </a:moveTo>
                <a:lnTo>
                  <a:pt x="1430" y="881"/>
                </a:lnTo>
                <a:lnTo>
                  <a:pt x="1430" y="874"/>
                </a:lnTo>
                <a:lnTo>
                  <a:pt x="1423" y="874"/>
                </a:lnTo>
                <a:lnTo>
                  <a:pt x="1423" y="881"/>
                </a:lnTo>
                <a:close/>
                <a:moveTo>
                  <a:pt x="1439" y="881"/>
                </a:moveTo>
                <a:lnTo>
                  <a:pt x="1447" y="881"/>
                </a:lnTo>
                <a:lnTo>
                  <a:pt x="1447" y="874"/>
                </a:lnTo>
                <a:lnTo>
                  <a:pt x="1439" y="874"/>
                </a:lnTo>
                <a:lnTo>
                  <a:pt x="1439" y="881"/>
                </a:lnTo>
                <a:close/>
                <a:moveTo>
                  <a:pt x="1456" y="881"/>
                </a:moveTo>
                <a:lnTo>
                  <a:pt x="1463" y="881"/>
                </a:lnTo>
                <a:lnTo>
                  <a:pt x="1463" y="874"/>
                </a:lnTo>
                <a:lnTo>
                  <a:pt x="1456" y="874"/>
                </a:lnTo>
                <a:lnTo>
                  <a:pt x="1456" y="881"/>
                </a:lnTo>
                <a:close/>
                <a:moveTo>
                  <a:pt x="1473" y="881"/>
                </a:moveTo>
                <a:lnTo>
                  <a:pt x="1480" y="881"/>
                </a:lnTo>
                <a:lnTo>
                  <a:pt x="1480" y="874"/>
                </a:lnTo>
                <a:lnTo>
                  <a:pt x="1473" y="874"/>
                </a:lnTo>
                <a:lnTo>
                  <a:pt x="1473" y="881"/>
                </a:lnTo>
                <a:close/>
                <a:moveTo>
                  <a:pt x="1489" y="881"/>
                </a:moveTo>
                <a:lnTo>
                  <a:pt x="1496" y="881"/>
                </a:lnTo>
                <a:lnTo>
                  <a:pt x="1496" y="874"/>
                </a:lnTo>
                <a:lnTo>
                  <a:pt x="1489" y="874"/>
                </a:lnTo>
                <a:lnTo>
                  <a:pt x="1489" y="881"/>
                </a:lnTo>
                <a:close/>
                <a:moveTo>
                  <a:pt x="1506" y="881"/>
                </a:moveTo>
                <a:lnTo>
                  <a:pt x="1513" y="881"/>
                </a:lnTo>
                <a:lnTo>
                  <a:pt x="1513" y="874"/>
                </a:lnTo>
                <a:lnTo>
                  <a:pt x="1506" y="874"/>
                </a:lnTo>
                <a:lnTo>
                  <a:pt x="1506" y="881"/>
                </a:lnTo>
                <a:close/>
                <a:moveTo>
                  <a:pt x="1522" y="881"/>
                </a:moveTo>
                <a:lnTo>
                  <a:pt x="1529" y="881"/>
                </a:lnTo>
                <a:lnTo>
                  <a:pt x="1529" y="874"/>
                </a:lnTo>
                <a:lnTo>
                  <a:pt x="1522" y="874"/>
                </a:lnTo>
                <a:lnTo>
                  <a:pt x="1522" y="881"/>
                </a:lnTo>
                <a:close/>
                <a:moveTo>
                  <a:pt x="1539" y="881"/>
                </a:moveTo>
                <a:lnTo>
                  <a:pt x="1546" y="881"/>
                </a:lnTo>
                <a:lnTo>
                  <a:pt x="1546" y="874"/>
                </a:lnTo>
                <a:lnTo>
                  <a:pt x="1539" y="874"/>
                </a:lnTo>
                <a:lnTo>
                  <a:pt x="1539" y="881"/>
                </a:lnTo>
                <a:close/>
                <a:moveTo>
                  <a:pt x="1555" y="881"/>
                </a:moveTo>
                <a:lnTo>
                  <a:pt x="1563" y="881"/>
                </a:lnTo>
                <a:lnTo>
                  <a:pt x="1563" y="874"/>
                </a:lnTo>
                <a:lnTo>
                  <a:pt x="1555" y="874"/>
                </a:lnTo>
                <a:lnTo>
                  <a:pt x="1555" y="881"/>
                </a:lnTo>
                <a:close/>
                <a:moveTo>
                  <a:pt x="1572" y="881"/>
                </a:moveTo>
                <a:lnTo>
                  <a:pt x="1579" y="881"/>
                </a:lnTo>
                <a:lnTo>
                  <a:pt x="1579" y="874"/>
                </a:lnTo>
                <a:lnTo>
                  <a:pt x="1572" y="874"/>
                </a:lnTo>
                <a:lnTo>
                  <a:pt x="1572" y="881"/>
                </a:lnTo>
                <a:close/>
                <a:moveTo>
                  <a:pt x="1589" y="881"/>
                </a:moveTo>
                <a:lnTo>
                  <a:pt x="1596" y="881"/>
                </a:lnTo>
                <a:lnTo>
                  <a:pt x="1596" y="874"/>
                </a:lnTo>
                <a:lnTo>
                  <a:pt x="1589" y="874"/>
                </a:lnTo>
                <a:lnTo>
                  <a:pt x="1589" y="881"/>
                </a:lnTo>
                <a:close/>
                <a:moveTo>
                  <a:pt x="1605" y="881"/>
                </a:moveTo>
                <a:lnTo>
                  <a:pt x="1612" y="881"/>
                </a:lnTo>
                <a:lnTo>
                  <a:pt x="1612" y="874"/>
                </a:lnTo>
                <a:lnTo>
                  <a:pt x="1605" y="874"/>
                </a:lnTo>
                <a:lnTo>
                  <a:pt x="1605" y="881"/>
                </a:lnTo>
                <a:close/>
                <a:moveTo>
                  <a:pt x="1622" y="881"/>
                </a:moveTo>
                <a:lnTo>
                  <a:pt x="1629" y="881"/>
                </a:lnTo>
                <a:lnTo>
                  <a:pt x="1629" y="874"/>
                </a:lnTo>
                <a:lnTo>
                  <a:pt x="1622" y="874"/>
                </a:lnTo>
                <a:lnTo>
                  <a:pt x="1622" y="881"/>
                </a:lnTo>
                <a:close/>
                <a:moveTo>
                  <a:pt x="1638" y="881"/>
                </a:moveTo>
                <a:lnTo>
                  <a:pt x="1645" y="881"/>
                </a:lnTo>
                <a:lnTo>
                  <a:pt x="1645" y="874"/>
                </a:lnTo>
                <a:lnTo>
                  <a:pt x="1638" y="874"/>
                </a:lnTo>
                <a:lnTo>
                  <a:pt x="1638" y="881"/>
                </a:lnTo>
                <a:close/>
                <a:moveTo>
                  <a:pt x="1657" y="881"/>
                </a:moveTo>
                <a:lnTo>
                  <a:pt x="1664" y="881"/>
                </a:lnTo>
                <a:lnTo>
                  <a:pt x="1664" y="874"/>
                </a:lnTo>
                <a:lnTo>
                  <a:pt x="1657" y="874"/>
                </a:lnTo>
                <a:lnTo>
                  <a:pt x="1657" y="881"/>
                </a:lnTo>
                <a:close/>
                <a:moveTo>
                  <a:pt x="1674" y="881"/>
                </a:moveTo>
                <a:lnTo>
                  <a:pt x="1681" y="881"/>
                </a:lnTo>
                <a:lnTo>
                  <a:pt x="1681" y="874"/>
                </a:lnTo>
                <a:lnTo>
                  <a:pt x="1674" y="874"/>
                </a:lnTo>
                <a:lnTo>
                  <a:pt x="1674" y="881"/>
                </a:lnTo>
                <a:close/>
                <a:moveTo>
                  <a:pt x="1690" y="881"/>
                </a:moveTo>
                <a:lnTo>
                  <a:pt x="1698" y="881"/>
                </a:lnTo>
                <a:lnTo>
                  <a:pt x="1698" y="874"/>
                </a:lnTo>
                <a:lnTo>
                  <a:pt x="1690" y="874"/>
                </a:lnTo>
                <a:lnTo>
                  <a:pt x="1690" y="881"/>
                </a:lnTo>
                <a:close/>
                <a:moveTo>
                  <a:pt x="1707" y="881"/>
                </a:moveTo>
                <a:lnTo>
                  <a:pt x="1714" y="881"/>
                </a:lnTo>
                <a:lnTo>
                  <a:pt x="1714" y="874"/>
                </a:lnTo>
                <a:lnTo>
                  <a:pt x="1707" y="874"/>
                </a:lnTo>
                <a:lnTo>
                  <a:pt x="1707" y="881"/>
                </a:lnTo>
                <a:close/>
                <a:moveTo>
                  <a:pt x="1724" y="881"/>
                </a:moveTo>
                <a:lnTo>
                  <a:pt x="1731" y="881"/>
                </a:lnTo>
                <a:lnTo>
                  <a:pt x="1731" y="874"/>
                </a:lnTo>
                <a:lnTo>
                  <a:pt x="1724" y="874"/>
                </a:lnTo>
                <a:lnTo>
                  <a:pt x="1724" y="881"/>
                </a:lnTo>
                <a:close/>
                <a:moveTo>
                  <a:pt x="1740" y="881"/>
                </a:moveTo>
                <a:lnTo>
                  <a:pt x="1747" y="881"/>
                </a:lnTo>
                <a:lnTo>
                  <a:pt x="1747" y="874"/>
                </a:lnTo>
                <a:lnTo>
                  <a:pt x="1740" y="874"/>
                </a:lnTo>
                <a:lnTo>
                  <a:pt x="1740" y="881"/>
                </a:lnTo>
                <a:close/>
                <a:moveTo>
                  <a:pt x="1757" y="881"/>
                </a:moveTo>
                <a:lnTo>
                  <a:pt x="1764" y="881"/>
                </a:lnTo>
                <a:lnTo>
                  <a:pt x="1764" y="874"/>
                </a:lnTo>
                <a:lnTo>
                  <a:pt x="1757" y="874"/>
                </a:lnTo>
                <a:lnTo>
                  <a:pt x="1757" y="881"/>
                </a:lnTo>
                <a:close/>
                <a:moveTo>
                  <a:pt x="1773" y="881"/>
                </a:moveTo>
                <a:lnTo>
                  <a:pt x="1780" y="881"/>
                </a:lnTo>
                <a:lnTo>
                  <a:pt x="1780" y="874"/>
                </a:lnTo>
                <a:lnTo>
                  <a:pt x="1773" y="874"/>
                </a:lnTo>
                <a:lnTo>
                  <a:pt x="1773" y="881"/>
                </a:lnTo>
                <a:close/>
                <a:moveTo>
                  <a:pt x="1790" y="881"/>
                </a:moveTo>
                <a:lnTo>
                  <a:pt x="1797" y="881"/>
                </a:lnTo>
                <a:lnTo>
                  <a:pt x="1797" y="874"/>
                </a:lnTo>
                <a:lnTo>
                  <a:pt x="1790" y="874"/>
                </a:lnTo>
                <a:lnTo>
                  <a:pt x="1790" y="881"/>
                </a:lnTo>
                <a:close/>
                <a:moveTo>
                  <a:pt x="1806" y="881"/>
                </a:moveTo>
                <a:lnTo>
                  <a:pt x="1814" y="881"/>
                </a:lnTo>
                <a:lnTo>
                  <a:pt x="1814" y="874"/>
                </a:lnTo>
                <a:lnTo>
                  <a:pt x="1806" y="874"/>
                </a:lnTo>
                <a:lnTo>
                  <a:pt x="1806" y="881"/>
                </a:lnTo>
                <a:close/>
                <a:moveTo>
                  <a:pt x="1823" y="881"/>
                </a:moveTo>
                <a:lnTo>
                  <a:pt x="1830" y="881"/>
                </a:lnTo>
                <a:lnTo>
                  <a:pt x="1830" y="874"/>
                </a:lnTo>
                <a:lnTo>
                  <a:pt x="1823" y="874"/>
                </a:lnTo>
                <a:lnTo>
                  <a:pt x="1823" y="881"/>
                </a:lnTo>
                <a:close/>
                <a:moveTo>
                  <a:pt x="1840" y="881"/>
                </a:moveTo>
                <a:lnTo>
                  <a:pt x="1847" y="881"/>
                </a:lnTo>
                <a:lnTo>
                  <a:pt x="1847" y="874"/>
                </a:lnTo>
                <a:lnTo>
                  <a:pt x="1840" y="874"/>
                </a:lnTo>
                <a:lnTo>
                  <a:pt x="1840" y="881"/>
                </a:lnTo>
                <a:close/>
                <a:moveTo>
                  <a:pt x="1856" y="881"/>
                </a:moveTo>
                <a:lnTo>
                  <a:pt x="1863" y="881"/>
                </a:lnTo>
                <a:lnTo>
                  <a:pt x="1863" y="874"/>
                </a:lnTo>
                <a:lnTo>
                  <a:pt x="1856" y="874"/>
                </a:lnTo>
                <a:lnTo>
                  <a:pt x="1856" y="881"/>
                </a:lnTo>
                <a:close/>
                <a:moveTo>
                  <a:pt x="1873" y="881"/>
                </a:moveTo>
                <a:lnTo>
                  <a:pt x="1880" y="881"/>
                </a:lnTo>
                <a:lnTo>
                  <a:pt x="1880" y="874"/>
                </a:lnTo>
                <a:lnTo>
                  <a:pt x="1873" y="874"/>
                </a:lnTo>
                <a:lnTo>
                  <a:pt x="1873" y="881"/>
                </a:lnTo>
                <a:close/>
                <a:moveTo>
                  <a:pt x="1889" y="881"/>
                </a:moveTo>
                <a:lnTo>
                  <a:pt x="1896" y="881"/>
                </a:lnTo>
                <a:lnTo>
                  <a:pt x="1896" y="874"/>
                </a:lnTo>
                <a:lnTo>
                  <a:pt x="1889" y="874"/>
                </a:lnTo>
                <a:lnTo>
                  <a:pt x="1889" y="881"/>
                </a:lnTo>
                <a:close/>
                <a:moveTo>
                  <a:pt x="2091" y="881"/>
                </a:moveTo>
                <a:lnTo>
                  <a:pt x="2098" y="881"/>
                </a:lnTo>
                <a:lnTo>
                  <a:pt x="2098" y="874"/>
                </a:lnTo>
                <a:lnTo>
                  <a:pt x="2091" y="874"/>
                </a:lnTo>
                <a:lnTo>
                  <a:pt x="2091" y="881"/>
                </a:lnTo>
                <a:close/>
                <a:moveTo>
                  <a:pt x="2107" y="881"/>
                </a:moveTo>
                <a:lnTo>
                  <a:pt x="2114" y="881"/>
                </a:lnTo>
                <a:lnTo>
                  <a:pt x="2114" y="874"/>
                </a:lnTo>
                <a:lnTo>
                  <a:pt x="2107" y="874"/>
                </a:lnTo>
                <a:lnTo>
                  <a:pt x="2107" y="881"/>
                </a:lnTo>
                <a:close/>
                <a:moveTo>
                  <a:pt x="2124" y="881"/>
                </a:moveTo>
                <a:lnTo>
                  <a:pt x="2131" y="881"/>
                </a:lnTo>
                <a:lnTo>
                  <a:pt x="2131" y="874"/>
                </a:lnTo>
                <a:lnTo>
                  <a:pt x="2124" y="874"/>
                </a:lnTo>
                <a:lnTo>
                  <a:pt x="2124" y="881"/>
                </a:lnTo>
                <a:close/>
                <a:moveTo>
                  <a:pt x="2242" y="881"/>
                </a:moveTo>
                <a:lnTo>
                  <a:pt x="2249" y="881"/>
                </a:lnTo>
                <a:lnTo>
                  <a:pt x="2249" y="874"/>
                </a:lnTo>
                <a:lnTo>
                  <a:pt x="2242" y="874"/>
                </a:lnTo>
                <a:lnTo>
                  <a:pt x="2242" y="881"/>
                </a:lnTo>
                <a:close/>
                <a:moveTo>
                  <a:pt x="2292" y="881"/>
                </a:moveTo>
                <a:lnTo>
                  <a:pt x="2299" y="881"/>
                </a:lnTo>
                <a:lnTo>
                  <a:pt x="2299" y="874"/>
                </a:lnTo>
                <a:lnTo>
                  <a:pt x="2292" y="874"/>
                </a:lnTo>
                <a:lnTo>
                  <a:pt x="2292" y="881"/>
                </a:lnTo>
                <a:close/>
                <a:moveTo>
                  <a:pt x="2308" y="881"/>
                </a:moveTo>
                <a:lnTo>
                  <a:pt x="2316" y="881"/>
                </a:lnTo>
                <a:lnTo>
                  <a:pt x="2316" y="874"/>
                </a:lnTo>
                <a:lnTo>
                  <a:pt x="2308" y="874"/>
                </a:lnTo>
                <a:lnTo>
                  <a:pt x="2308" y="881"/>
                </a:lnTo>
                <a:close/>
                <a:moveTo>
                  <a:pt x="2325" y="881"/>
                </a:moveTo>
                <a:lnTo>
                  <a:pt x="2332" y="881"/>
                </a:lnTo>
                <a:lnTo>
                  <a:pt x="2332" y="874"/>
                </a:lnTo>
                <a:lnTo>
                  <a:pt x="2325" y="874"/>
                </a:lnTo>
                <a:lnTo>
                  <a:pt x="2325" y="881"/>
                </a:lnTo>
                <a:close/>
                <a:moveTo>
                  <a:pt x="2342" y="881"/>
                </a:moveTo>
                <a:lnTo>
                  <a:pt x="2349" y="881"/>
                </a:lnTo>
                <a:lnTo>
                  <a:pt x="2349" y="874"/>
                </a:lnTo>
                <a:lnTo>
                  <a:pt x="2342" y="874"/>
                </a:lnTo>
                <a:lnTo>
                  <a:pt x="2342" y="881"/>
                </a:lnTo>
                <a:close/>
                <a:moveTo>
                  <a:pt x="2358" y="881"/>
                </a:moveTo>
                <a:lnTo>
                  <a:pt x="2365" y="881"/>
                </a:lnTo>
                <a:lnTo>
                  <a:pt x="2365" y="874"/>
                </a:lnTo>
                <a:lnTo>
                  <a:pt x="2358" y="874"/>
                </a:lnTo>
                <a:lnTo>
                  <a:pt x="2358" y="881"/>
                </a:lnTo>
                <a:close/>
                <a:moveTo>
                  <a:pt x="2375" y="881"/>
                </a:moveTo>
                <a:lnTo>
                  <a:pt x="2382" y="881"/>
                </a:lnTo>
                <a:lnTo>
                  <a:pt x="2382" y="874"/>
                </a:lnTo>
                <a:lnTo>
                  <a:pt x="2375" y="874"/>
                </a:lnTo>
                <a:lnTo>
                  <a:pt x="2375" y="881"/>
                </a:lnTo>
                <a:close/>
                <a:moveTo>
                  <a:pt x="2460" y="881"/>
                </a:moveTo>
                <a:lnTo>
                  <a:pt x="2467" y="881"/>
                </a:lnTo>
                <a:lnTo>
                  <a:pt x="2467" y="874"/>
                </a:lnTo>
                <a:lnTo>
                  <a:pt x="2460" y="874"/>
                </a:lnTo>
                <a:lnTo>
                  <a:pt x="2460" y="881"/>
                </a:lnTo>
                <a:close/>
                <a:moveTo>
                  <a:pt x="2477" y="881"/>
                </a:moveTo>
                <a:lnTo>
                  <a:pt x="2484" y="881"/>
                </a:lnTo>
                <a:lnTo>
                  <a:pt x="2484" y="874"/>
                </a:lnTo>
                <a:lnTo>
                  <a:pt x="2477" y="874"/>
                </a:lnTo>
                <a:lnTo>
                  <a:pt x="2477" y="881"/>
                </a:lnTo>
                <a:close/>
                <a:moveTo>
                  <a:pt x="2493" y="881"/>
                </a:moveTo>
                <a:lnTo>
                  <a:pt x="2500" y="881"/>
                </a:lnTo>
                <a:lnTo>
                  <a:pt x="2500" y="874"/>
                </a:lnTo>
                <a:lnTo>
                  <a:pt x="2493" y="874"/>
                </a:lnTo>
                <a:lnTo>
                  <a:pt x="2493" y="881"/>
                </a:lnTo>
                <a:close/>
                <a:moveTo>
                  <a:pt x="2510" y="881"/>
                </a:moveTo>
                <a:lnTo>
                  <a:pt x="2517" y="881"/>
                </a:lnTo>
                <a:lnTo>
                  <a:pt x="2517" y="874"/>
                </a:lnTo>
                <a:lnTo>
                  <a:pt x="2510" y="874"/>
                </a:lnTo>
                <a:lnTo>
                  <a:pt x="2510" y="881"/>
                </a:lnTo>
                <a:close/>
                <a:moveTo>
                  <a:pt x="736" y="898"/>
                </a:moveTo>
                <a:lnTo>
                  <a:pt x="743" y="898"/>
                </a:lnTo>
                <a:lnTo>
                  <a:pt x="743" y="890"/>
                </a:lnTo>
                <a:lnTo>
                  <a:pt x="736" y="890"/>
                </a:lnTo>
                <a:lnTo>
                  <a:pt x="736" y="898"/>
                </a:lnTo>
                <a:close/>
                <a:moveTo>
                  <a:pt x="753" y="898"/>
                </a:moveTo>
                <a:lnTo>
                  <a:pt x="760" y="898"/>
                </a:lnTo>
                <a:lnTo>
                  <a:pt x="760" y="890"/>
                </a:lnTo>
                <a:lnTo>
                  <a:pt x="753" y="890"/>
                </a:lnTo>
                <a:lnTo>
                  <a:pt x="753" y="898"/>
                </a:lnTo>
                <a:close/>
                <a:moveTo>
                  <a:pt x="769" y="898"/>
                </a:moveTo>
                <a:lnTo>
                  <a:pt x="776" y="898"/>
                </a:lnTo>
                <a:lnTo>
                  <a:pt x="776" y="890"/>
                </a:lnTo>
                <a:lnTo>
                  <a:pt x="769" y="890"/>
                </a:lnTo>
                <a:lnTo>
                  <a:pt x="769" y="898"/>
                </a:lnTo>
                <a:close/>
                <a:moveTo>
                  <a:pt x="786" y="898"/>
                </a:moveTo>
                <a:lnTo>
                  <a:pt x="793" y="898"/>
                </a:lnTo>
                <a:lnTo>
                  <a:pt x="793" y="890"/>
                </a:lnTo>
                <a:lnTo>
                  <a:pt x="786" y="890"/>
                </a:lnTo>
                <a:lnTo>
                  <a:pt x="786" y="898"/>
                </a:lnTo>
                <a:close/>
                <a:moveTo>
                  <a:pt x="802" y="898"/>
                </a:moveTo>
                <a:lnTo>
                  <a:pt x="810" y="898"/>
                </a:lnTo>
                <a:lnTo>
                  <a:pt x="810" y="890"/>
                </a:lnTo>
                <a:lnTo>
                  <a:pt x="802" y="890"/>
                </a:lnTo>
                <a:lnTo>
                  <a:pt x="802" y="898"/>
                </a:lnTo>
                <a:close/>
                <a:moveTo>
                  <a:pt x="819" y="898"/>
                </a:moveTo>
                <a:lnTo>
                  <a:pt x="826" y="898"/>
                </a:lnTo>
                <a:lnTo>
                  <a:pt x="826" y="890"/>
                </a:lnTo>
                <a:lnTo>
                  <a:pt x="819" y="890"/>
                </a:lnTo>
                <a:lnTo>
                  <a:pt x="819" y="898"/>
                </a:lnTo>
                <a:close/>
                <a:moveTo>
                  <a:pt x="836" y="898"/>
                </a:moveTo>
                <a:lnTo>
                  <a:pt x="843" y="898"/>
                </a:lnTo>
                <a:lnTo>
                  <a:pt x="843" y="890"/>
                </a:lnTo>
                <a:lnTo>
                  <a:pt x="836" y="890"/>
                </a:lnTo>
                <a:lnTo>
                  <a:pt x="836" y="898"/>
                </a:lnTo>
                <a:close/>
                <a:moveTo>
                  <a:pt x="852" y="898"/>
                </a:moveTo>
                <a:lnTo>
                  <a:pt x="859" y="898"/>
                </a:lnTo>
                <a:lnTo>
                  <a:pt x="859" y="890"/>
                </a:lnTo>
                <a:lnTo>
                  <a:pt x="852" y="890"/>
                </a:lnTo>
                <a:lnTo>
                  <a:pt x="852" y="898"/>
                </a:lnTo>
                <a:close/>
                <a:moveTo>
                  <a:pt x="871" y="898"/>
                </a:moveTo>
                <a:lnTo>
                  <a:pt x="876" y="898"/>
                </a:lnTo>
                <a:lnTo>
                  <a:pt x="876" y="890"/>
                </a:lnTo>
                <a:lnTo>
                  <a:pt x="871" y="890"/>
                </a:lnTo>
                <a:lnTo>
                  <a:pt x="871" y="898"/>
                </a:lnTo>
                <a:close/>
                <a:moveTo>
                  <a:pt x="888" y="898"/>
                </a:moveTo>
                <a:lnTo>
                  <a:pt x="895" y="898"/>
                </a:lnTo>
                <a:lnTo>
                  <a:pt x="895" y="890"/>
                </a:lnTo>
                <a:lnTo>
                  <a:pt x="888" y="890"/>
                </a:lnTo>
                <a:lnTo>
                  <a:pt x="888" y="898"/>
                </a:lnTo>
                <a:close/>
                <a:moveTo>
                  <a:pt x="904" y="898"/>
                </a:moveTo>
                <a:lnTo>
                  <a:pt x="911" y="898"/>
                </a:lnTo>
                <a:lnTo>
                  <a:pt x="911" y="890"/>
                </a:lnTo>
                <a:lnTo>
                  <a:pt x="904" y="890"/>
                </a:lnTo>
                <a:lnTo>
                  <a:pt x="904" y="898"/>
                </a:lnTo>
                <a:close/>
                <a:moveTo>
                  <a:pt x="921" y="898"/>
                </a:moveTo>
                <a:lnTo>
                  <a:pt x="928" y="898"/>
                </a:lnTo>
                <a:lnTo>
                  <a:pt x="928" y="890"/>
                </a:lnTo>
                <a:lnTo>
                  <a:pt x="921" y="890"/>
                </a:lnTo>
                <a:lnTo>
                  <a:pt x="921" y="898"/>
                </a:lnTo>
                <a:close/>
                <a:moveTo>
                  <a:pt x="937" y="898"/>
                </a:moveTo>
                <a:lnTo>
                  <a:pt x="944" y="898"/>
                </a:lnTo>
                <a:lnTo>
                  <a:pt x="944" y="890"/>
                </a:lnTo>
                <a:lnTo>
                  <a:pt x="937" y="890"/>
                </a:lnTo>
                <a:lnTo>
                  <a:pt x="937" y="898"/>
                </a:lnTo>
                <a:close/>
                <a:moveTo>
                  <a:pt x="954" y="898"/>
                </a:moveTo>
                <a:lnTo>
                  <a:pt x="961" y="898"/>
                </a:lnTo>
                <a:lnTo>
                  <a:pt x="961" y="890"/>
                </a:lnTo>
                <a:lnTo>
                  <a:pt x="954" y="890"/>
                </a:lnTo>
                <a:lnTo>
                  <a:pt x="954" y="898"/>
                </a:lnTo>
                <a:close/>
                <a:moveTo>
                  <a:pt x="1338" y="898"/>
                </a:moveTo>
                <a:lnTo>
                  <a:pt x="1345" y="898"/>
                </a:lnTo>
                <a:lnTo>
                  <a:pt x="1345" y="890"/>
                </a:lnTo>
                <a:lnTo>
                  <a:pt x="1338" y="890"/>
                </a:lnTo>
                <a:lnTo>
                  <a:pt x="1338" y="898"/>
                </a:lnTo>
                <a:close/>
                <a:moveTo>
                  <a:pt x="1354" y="898"/>
                </a:moveTo>
                <a:lnTo>
                  <a:pt x="1361" y="898"/>
                </a:lnTo>
                <a:lnTo>
                  <a:pt x="1361" y="890"/>
                </a:lnTo>
                <a:lnTo>
                  <a:pt x="1354" y="890"/>
                </a:lnTo>
                <a:lnTo>
                  <a:pt x="1354" y="898"/>
                </a:lnTo>
                <a:close/>
                <a:moveTo>
                  <a:pt x="1371" y="898"/>
                </a:moveTo>
                <a:lnTo>
                  <a:pt x="1378" y="898"/>
                </a:lnTo>
                <a:lnTo>
                  <a:pt x="1378" y="890"/>
                </a:lnTo>
                <a:lnTo>
                  <a:pt x="1371" y="890"/>
                </a:lnTo>
                <a:lnTo>
                  <a:pt x="1371" y="898"/>
                </a:lnTo>
                <a:close/>
                <a:moveTo>
                  <a:pt x="1390" y="898"/>
                </a:moveTo>
                <a:lnTo>
                  <a:pt x="1394" y="898"/>
                </a:lnTo>
                <a:lnTo>
                  <a:pt x="1394" y="890"/>
                </a:lnTo>
                <a:lnTo>
                  <a:pt x="1390" y="890"/>
                </a:lnTo>
                <a:lnTo>
                  <a:pt x="1390" y="898"/>
                </a:lnTo>
                <a:close/>
                <a:moveTo>
                  <a:pt x="1406" y="898"/>
                </a:moveTo>
                <a:lnTo>
                  <a:pt x="1413" y="898"/>
                </a:lnTo>
                <a:lnTo>
                  <a:pt x="1413" y="890"/>
                </a:lnTo>
                <a:lnTo>
                  <a:pt x="1406" y="890"/>
                </a:lnTo>
                <a:lnTo>
                  <a:pt x="1406" y="898"/>
                </a:lnTo>
                <a:close/>
                <a:moveTo>
                  <a:pt x="1423" y="898"/>
                </a:moveTo>
                <a:lnTo>
                  <a:pt x="1430" y="898"/>
                </a:lnTo>
                <a:lnTo>
                  <a:pt x="1430" y="890"/>
                </a:lnTo>
                <a:lnTo>
                  <a:pt x="1423" y="890"/>
                </a:lnTo>
                <a:lnTo>
                  <a:pt x="1423" y="898"/>
                </a:lnTo>
                <a:close/>
                <a:moveTo>
                  <a:pt x="1439" y="898"/>
                </a:moveTo>
                <a:lnTo>
                  <a:pt x="1447" y="898"/>
                </a:lnTo>
                <a:lnTo>
                  <a:pt x="1447" y="890"/>
                </a:lnTo>
                <a:lnTo>
                  <a:pt x="1439" y="890"/>
                </a:lnTo>
                <a:lnTo>
                  <a:pt x="1439" y="898"/>
                </a:lnTo>
                <a:close/>
                <a:moveTo>
                  <a:pt x="1456" y="898"/>
                </a:moveTo>
                <a:lnTo>
                  <a:pt x="1463" y="898"/>
                </a:lnTo>
                <a:lnTo>
                  <a:pt x="1463" y="890"/>
                </a:lnTo>
                <a:lnTo>
                  <a:pt x="1456" y="890"/>
                </a:lnTo>
                <a:lnTo>
                  <a:pt x="1456" y="898"/>
                </a:lnTo>
                <a:close/>
                <a:moveTo>
                  <a:pt x="1473" y="898"/>
                </a:moveTo>
                <a:lnTo>
                  <a:pt x="1480" y="898"/>
                </a:lnTo>
                <a:lnTo>
                  <a:pt x="1480" y="890"/>
                </a:lnTo>
                <a:lnTo>
                  <a:pt x="1473" y="890"/>
                </a:lnTo>
                <a:lnTo>
                  <a:pt x="1473" y="898"/>
                </a:lnTo>
                <a:close/>
                <a:moveTo>
                  <a:pt x="1489" y="898"/>
                </a:moveTo>
                <a:lnTo>
                  <a:pt x="1496" y="898"/>
                </a:lnTo>
                <a:lnTo>
                  <a:pt x="1496" y="890"/>
                </a:lnTo>
                <a:lnTo>
                  <a:pt x="1489" y="890"/>
                </a:lnTo>
                <a:lnTo>
                  <a:pt x="1489" y="898"/>
                </a:lnTo>
                <a:close/>
                <a:moveTo>
                  <a:pt x="1506" y="898"/>
                </a:moveTo>
                <a:lnTo>
                  <a:pt x="1513" y="898"/>
                </a:lnTo>
                <a:lnTo>
                  <a:pt x="1513" y="890"/>
                </a:lnTo>
                <a:lnTo>
                  <a:pt x="1506" y="890"/>
                </a:lnTo>
                <a:lnTo>
                  <a:pt x="1506" y="898"/>
                </a:lnTo>
                <a:close/>
                <a:moveTo>
                  <a:pt x="1522" y="898"/>
                </a:moveTo>
                <a:lnTo>
                  <a:pt x="1529" y="898"/>
                </a:lnTo>
                <a:lnTo>
                  <a:pt x="1529" y="890"/>
                </a:lnTo>
                <a:lnTo>
                  <a:pt x="1522" y="890"/>
                </a:lnTo>
                <a:lnTo>
                  <a:pt x="1522" y="898"/>
                </a:lnTo>
                <a:close/>
                <a:moveTo>
                  <a:pt x="1539" y="898"/>
                </a:moveTo>
                <a:lnTo>
                  <a:pt x="1546" y="898"/>
                </a:lnTo>
                <a:lnTo>
                  <a:pt x="1546" y="890"/>
                </a:lnTo>
                <a:lnTo>
                  <a:pt x="1539" y="890"/>
                </a:lnTo>
                <a:lnTo>
                  <a:pt x="1539" y="898"/>
                </a:lnTo>
                <a:close/>
                <a:moveTo>
                  <a:pt x="1555" y="898"/>
                </a:moveTo>
                <a:lnTo>
                  <a:pt x="1563" y="898"/>
                </a:lnTo>
                <a:lnTo>
                  <a:pt x="1563" y="890"/>
                </a:lnTo>
                <a:lnTo>
                  <a:pt x="1555" y="890"/>
                </a:lnTo>
                <a:lnTo>
                  <a:pt x="1555" y="898"/>
                </a:lnTo>
                <a:close/>
                <a:moveTo>
                  <a:pt x="1572" y="898"/>
                </a:moveTo>
                <a:lnTo>
                  <a:pt x="1579" y="898"/>
                </a:lnTo>
                <a:lnTo>
                  <a:pt x="1579" y="890"/>
                </a:lnTo>
                <a:lnTo>
                  <a:pt x="1572" y="890"/>
                </a:lnTo>
                <a:lnTo>
                  <a:pt x="1572" y="898"/>
                </a:lnTo>
                <a:close/>
                <a:moveTo>
                  <a:pt x="1589" y="898"/>
                </a:moveTo>
                <a:lnTo>
                  <a:pt x="1596" y="898"/>
                </a:lnTo>
                <a:lnTo>
                  <a:pt x="1596" y="890"/>
                </a:lnTo>
                <a:lnTo>
                  <a:pt x="1589" y="890"/>
                </a:lnTo>
                <a:lnTo>
                  <a:pt x="1589" y="898"/>
                </a:lnTo>
                <a:close/>
                <a:moveTo>
                  <a:pt x="1605" y="898"/>
                </a:moveTo>
                <a:lnTo>
                  <a:pt x="1612" y="898"/>
                </a:lnTo>
                <a:lnTo>
                  <a:pt x="1612" y="890"/>
                </a:lnTo>
                <a:lnTo>
                  <a:pt x="1605" y="890"/>
                </a:lnTo>
                <a:lnTo>
                  <a:pt x="1605" y="898"/>
                </a:lnTo>
                <a:close/>
                <a:moveTo>
                  <a:pt x="1622" y="898"/>
                </a:moveTo>
                <a:lnTo>
                  <a:pt x="1629" y="898"/>
                </a:lnTo>
                <a:lnTo>
                  <a:pt x="1629" y="890"/>
                </a:lnTo>
                <a:lnTo>
                  <a:pt x="1622" y="890"/>
                </a:lnTo>
                <a:lnTo>
                  <a:pt x="1622" y="898"/>
                </a:lnTo>
                <a:close/>
                <a:moveTo>
                  <a:pt x="1638" y="898"/>
                </a:moveTo>
                <a:lnTo>
                  <a:pt x="1645" y="898"/>
                </a:lnTo>
                <a:lnTo>
                  <a:pt x="1645" y="890"/>
                </a:lnTo>
                <a:lnTo>
                  <a:pt x="1638" y="890"/>
                </a:lnTo>
                <a:lnTo>
                  <a:pt x="1638" y="898"/>
                </a:lnTo>
                <a:close/>
                <a:moveTo>
                  <a:pt x="1657" y="898"/>
                </a:moveTo>
                <a:lnTo>
                  <a:pt x="1664" y="898"/>
                </a:lnTo>
                <a:lnTo>
                  <a:pt x="1664" y="890"/>
                </a:lnTo>
                <a:lnTo>
                  <a:pt x="1657" y="890"/>
                </a:lnTo>
                <a:lnTo>
                  <a:pt x="1657" y="898"/>
                </a:lnTo>
                <a:close/>
                <a:moveTo>
                  <a:pt x="1674" y="898"/>
                </a:moveTo>
                <a:lnTo>
                  <a:pt x="1681" y="898"/>
                </a:lnTo>
                <a:lnTo>
                  <a:pt x="1681" y="890"/>
                </a:lnTo>
                <a:lnTo>
                  <a:pt x="1674" y="890"/>
                </a:lnTo>
                <a:lnTo>
                  <a:pt x="1674" y="898"/>
                </a:lnTo>
                <a:close/>
                <a:moveTo>
                  <a:pt x="1690" y="898"/>
                </a:moveTo>
                <a:lnTo>
                  <a:pt x="1698" y="898"/>
                </a:lnTo>
                <a:lnTo>
                  <a:pt x="1698" y="890"/>
                </a:lnTo>
                <a:lnTo>
                  <a:pt x="1690" y="890"/>
                </a:lnTo>
                <a:lnTo>
                  <a:pt x="1690" y="898"/>
                </a:lnTo>
                <a:close/>
                <a:moveTo>
                  <a:pt x="1707" y="898"/>
                </a:moveTo>
                <a:lnTo>
                  <a:pt x="1714" y="898"/>
                </a:lnTo>
                <a:lnTo>
                  <a:pt x="1714" y="890"/>
                </a:lnTo>
                <a:lnTo>
                  <a:pt x="1707" y="890"/>
                </a:lnTo>
                <a:lnTo>
                  <a:pt x="1707" y="898"/>
                </a:lnTo>
                <a:close/>
                <a:moveTo>
                  <a:pt x="1724" y="898"/>
                </a:moveTo>
                <a:lnTo>
                  <a:pt x="1731" y="898"/>
                </a:lnTo>
                <a:lnTo>
                  <a:pt x="1731" y="890"/>
                </a:lnTo>
                <a:lnTo>
                  <a:pt x="1724" y="890"/>
                </a:lnTo>
                <a:lnTo>
                  <a:pt x="1724" y="898"/>
                </a:lnTo>
                <a:close/>
                <a:moveTo>
                  <a:pt x="1740" y="898"/>
                </a:moveTo>
                <a:lnTo>
                  <a:pt x="1747" y="898"/>
                </a:lnTo>
                <a:lnTo>
                  <a:pt x="1747" y="890"/>
                </a:lnTo>
                <a:lnTo>
                  <a:pt x="1740" y="890"/>
                </a:lnTo>
                <a:lnTo>
                  <a:pt x="1740" y="898"/>
                </a:lnTo>
                <a:close/>
                <a:moveTo>
                  <a:pt x="1757" y="898"/>
                </a:moveTo>
                <a:lnTo>
                  <a:pt x="1764" y="898"/>
                </a:lnTo>
                <a:lnTo>
                  <a:pt x="1764" y="890"/>
                </a:lnTo>
                <a:lnTo>
                  <a:pt x="1757" y="890"/>
                </a:lnTo>
                <a:lnTo>
                  <a:pt x="1757" y="898"/>
                </a:lnTo>
                <a:close/>
                <a:moveTo>
                  <a:pt x="1773" y="898"/>
                </a:moveTo>
                <a:lnTo>
                  <a:pt x="1780" y="898"/>
                </a:lnTo>
                <a:lnTo>
                  <a:pt x="1780" y="890"/>
                </a:lnTo>
                <a:lnTo>
                  <a:pt x="1773" y="890"/>
                </a:lnTo>
                <a:lnTo>
                  <a:pt x="1773" y="898"/>
                </a:lnTo>
                <a:close/>
                <a:moveTo>
                  <a:pt x="1790" y="898"/>
                </a:moveTo>
                <a:lnTo>
                  <a:pt x="1797" y="898"/>
                </a:lnTo>
                <a:lnTo>
                  <a:pt x="1797" y="890"/>
                </a:lnTo>
                <a:lnTo>
                  <a:pt x="1790" y="890"/>
                </a:lnTo>
                <a:lnTo>
                  <a:pt x="1790" y="898"/>
                </a:lnTo>
                <a:close/>
                <a:moveTo>
                  <a:pt x="1806" y="898"/>
                </a:moveTo>
                <a:lnTo>
                  <a:pt x="1814" y="898"/>
                </a:lnTo>
                <a:lnTo>
                  <a:pt x="1814" y="890"/>
                </a:lnTo>
                <a:lnTo>
                  <a:pt x="1806" y="890"/>
                </a:lnTo>
                <a:lnTo>
                  <a:pt x="1806" y="898"/>
                </a:lnTo>
                <a:close/>
                <a:moveTo>
                  <a:pt x="1823" y="898"/>
                </a:moveTo>
                <a:lnTo>
                  <a:pt x="1830" y="898"/>
                </a:lnTo>
                <a:lnTo>
                  <a:pt x="1830" y="890"/>
                </a:lnTo>
                <a:lnTo>
                  <a:pt x="1823" y="890"/>
                </a:lnTo>
                <a:lnTo>
                  <a:pt x="1823" y="898"/>
                </a:lnTo>
                <a:close/>
                <a:moveTo>
                  <a:pt x="1840" y="898"/>
                </a:moveTo>
                <a:lnTo>
                  <a:pt x="1847" y="898"/>
                </a:lnTo>
                <a:lnTo>
                  <a:pt x="1847" y="890"/>
                </a:lnTo>
                <a:lnTo>
                  <a:pt x="1840" y="890"/>
                </a:lnTo>
                <a:lnTo>
                  <a:pt x="1840" y="898"/>
                </a:lnTo>
                <a:close/>
                <a:moveTo>
                  <a:pt x="1856" y="898"/>
                </a:moveTo>
                <a:lnTo>
                  <a:pt x="1863" y="898"/>
                </a:lnTo>
                <a:lnTo>
                  <a:pt x="1863" y="890"/>
                </a:lnTo>
                <a:lnTo>
                  <a:pt x="1856" y="890"/>
                </a:lnTo>
                <a:lnTo>
                  <a:pt x="1856" y="898"/>
                </a:lnTo>
                <a:close/>
                <a:moveTo>
                  <a:pt x="1873" y="898"/>
                </a:moveTo>
                <a:lnTo>
                  <a:pt x="1880" y="898"/>
                </a:lnTo>
                <a:lnTo>
                  <a:pt x="1880" y="890"/>
                </a:lnTo>
                <a:lnTo>
                  <a:pt x="1873" y="890"/>
                </a:lnTo>
                <a:lnTo>
                  <a:pt x="1873" y="898"/>
                </a:lnTo>
                <a:close/>
                <a:moveTo>
                  <a:pt x="1889" y="898"/>
                </a:moveTo>
                <a:lnTo>
                  <a:pt x="1896" y="898"/>
                </a:lnTo>
                <a:lnTo>
                  <a:pt x="1896" y="890"/>
                </a:lnTo>
                <a:lnTo>
                  <a:pt x="1889" y="890"/>
                </a:lnTo>
                <a:lnTo>
                  <a:pt x="1889" y="898"/>
                </a:lnTo>
                <a:close/>
                <a:moveTo>
                  <a:pt x="2091" y="898"/>
                </a:moveTo>
                <a:lnTo>
                  <a:pt x="2098" y="898"/>
                </a:lnTo>
                <a:lnTo>
                  <a:pt x="2098" y="890"/>
                </a:lnTo>
                <a:lnTo>
                  <a:pt x="2091" y="890"/>
                </a:lnTo>
                <a:lnTo>
                  <a:pt x="2091" y="898"/>
                </a:lnTo>
                <a:close/>
                <a:moveTo>
                  <a:pt x="2107" y="898"/>
                </a:moveTo>
                <a:lnTo>
                  <a:pt x="2114" y="898"/>
                </a:lnTo>
                <a:lnTo>
                  <a:pt x="2114" y="890"/>
                </a:lnTo>
                <a:lnTo>
                  <a:pt x="2107" y="890"/>
                </a:lnTo>
                <a:lnTo>
                  <a:pt x="2107" y="898"/>
                </a:lnTo>
                <a:close/>
                <a:moveTo>
                  <a:pt x="2124" y="898"/>
                </a:moveTo>
                <a:lnTo>
                  <a:pt x="2131" y="898"/>
                </a:lnTo>
                <a:lnTo>
                  <a:pt x="2131" y="890"/>
                </a:lnTo>
                <a:lnTo>
                  <a:pt x="2124" y="890"/>
                </a:lnTo>
                <a:lnTo>
                  <a:pt x="2124" y="898"/>
                </a:lnTo>
                <a:close/>
                <a:moveTo>
                  <a:pt x="2140" y="898"/>
                </a:moveTo>
                <a:lnTo>
                  <a:pt x="2147" y="898"/>
                </a:lnTo>
                <a:lnTo>
                  <a:pt x="2147" y="890"/>
                </a:lnTo>
                <a:lnTo>
                  <a:pt x="2140" y="890"/>
                </a:lnTo>
                <a:lnTo>
                  <a:pt x="2140" y="898"/>
                </a:lnTo>
                <a:close/>
                <a:moveTo>
                  <a:pt x="2275" y="898"/>
                </a:moveTo>
                <a:lnTo>
                  <a:pt x="2282" y="898"/>
                </a:lnTo>
                <a:lnTo>
                  <a:pt x="2282" y="890"/>
                </a:lnTo>
                <a:lnTo>
                  <a:pt x="2275" y="890"/>
                </a:lnTo>
                <a:lnTo>
                  <a:pt x="2275" y="898"/>
                </a:lnTo>
                <a:close/>
                <a:moveTo>
                  <a:pt x="2292" y="898"/>
                </a:moveTo>
                <a:lnTo>
                  <a:pt x="2299" y="898"/>
                </a:lnTo>
                <a:lnTo>
                  <a:pt x="2299" y="890"/>
                </a:lnTo>
                <a:lnTo>
                  <a:pt x="2292" y="890"/>
                </a:lnTo>
                <a:lnTo>
                  <a:pt x="2292" y="898"/>
                </a:lnTo>
                <a:close/>
                <a:moveTo>
                  <a:pt x="2325" y="898"/>
                </a:moveTo>
                <a:lnTo>
                  <a:pt x="2332" y="898"/>
                </a:lnTo>
                <a:lnTo>
                  <a:pt x="2332" y="890"/>
                </a:lnTo>
                <a:lnTo>
                  <a:pt x="2325" y="890"/>
                </a:lnTo>
                <a:lnTo>
                  <a:pt x="2325" y="898"/>
                </a:lnTo>
                <a:close/>
                <a:moveTo>
                  <a:pt x="2342" y="898"/>
                </a:moveTo>
                <a:lnTo>
                  <a:pt x="2349" y="898"/>
                </a:lnTo>
                <a:lnTo>
                  <a:pt x="2349" y="890"/>
                </a:lnTo>
                <a:lnTo>
                  <a:pt x="2342" y="890"/>
                </a:lnTo>
                <a:lnTo>
                  <a:pt x="2342" y="898"/>
                </a:lnTo>
                <a:close/>
                <a:moveTo>
                  <a:pt x="2358" y="898"/>
                </a:moveTo>
                <a:lnTo>
                  <a:pt x="2365" y="898"/>
                </a:lnTo>
                <a:lnTo>
                  <a:pt x="2365" y="890"/>
                </a:lnTo>
                <a:lnTo>
                  <a:pt x="2358" y="890"/>
                </a:lnTo>
                <a:lnTo>
                  <a:pt x="2358" y="898"/>
                </a:lnTo>
                <a:close/>
                <a:moveTo>
                  <a:pt x="2443" y="898"/>
                </a:moveTo>
                <a:lnTo>
                  <a:pt x="2451" y="898"/>
                </a:lnTo>
                <a:lnTo>
                  <a:pt x="2451" y="890"/>
                </a:lnTo>
                <a:lnTo>
                  <a:pt x="2443" y="890"/>
                </a:lnTo>
                <a:lnTo>
                  <a:pt x="2443" y="898"/>
                </a:lnTo>
                <a:close/>
                <a:moveTo>
                  <a:pt x="2460" y="898"/>
                </a:moveTo>
                <a:lnTo>
                  <a:pt x="2467" y="898"/>
                </a:lnTo>
                <a:lnTo>
                  <a:pt x="2467" y="890"/>
                </a:lnTo>
                <a:lnTo>
                  <a:pt x="2460" y="890"/>
                </a:lnTo>
                <a:lnTo>
                  <a:pt x="2460" y="898"/>
                </a:lnTo>
                <a:close/>
                <a:moveTo>
                  <a:pt x="2477" y="898"/>
                </a:moveTo>
                <a:lnTo>
                  <a:pt x="2484" y="898"/>
                </a:lnTo>
                <a:lnTo>
                  <a:pt x="2484" y="890"/>
                </a:lnTo>
                <a:lnTo>
                  <a:pt x="2477" y="890"/>
                </a:lnTo>
                <a:lnTo>
                  <a:pt x="2477" y="898"/>
                </a:lnTo>
                <a:close/>
                <a:moveTo>
                  <a:pt x="2493" y="898"/>
                </a:moveTo>
                <a:lnTo>
                  <a:pt x="2500" y="898"/>
                </a:lnTo>
                <a:lnTo>
                  <a:pt x="2500" y="890"/>
                </a:lnTo>
                <a:lnTo>
                  <a:pt x="2493" y="890"/>
                </a:lnTo>
                <a:lnTo>
                  <a:pt x="2493" y="898"/>
                </a:lnTo>
                <a:close/>
                <a:moveTo>
                  <a:pt x="2510" y="898"/>
                </a:moveTo>
                <a:lnTo>
                  <a:pt x="2517" y="898"/>
                </a:lnTo>
                <a:lnTo>
                  <a:pt x="2517" y="890"/>
                </a:lnTo>
                <a:lnTo>
                  <a:pt x="2510" y="890"/>
                </a:lnTo>
                <a:lnTo>
                  <a:pt x="2510" y="898"/>
                </a:lnTo>
                <a:close/>
                <a:moveTo>
                  <a:pt x="2526" y="898"/>
                </a:moveTo>
                <a:lnTo>
                  <a:pt x="2533" y="898"/>
                </a:lnTo>
                <a:lnTo>
                  <a:pt x="2533" y="890"/>
                </a:lnTo>
                <a:lnTo>
                  <a:pt x="2526" y="890"/>
                </a:lnTo>
                <a:lnTo>
                  <a:pt x="2526" y="898"/>
                </a:lnTo>
                <a:close/>
                <a:moveTo>
                  <a:pt x="753" y="914"/>
                </a:moveTo>
                <a:lnTo>
                  <a:pt x="760" y="914"/>
                </a:lnTo>
                <a:lnTo>
                  <a:pt x="760" y="907"/>
                </a:lnTo>
                <a:lnTo>
                  <a:pt x="753" y="907"/>
                </a:lnTo>
                <a:lnTo>
                  <a:pt x="753" y="914"/>
                </a:lnTo>
                <a:close/>
                <a:moveTo>
                  <a:pt x="769" y="914"/>
                </a:moveTo>
                <a:lnTo>
                  <a:pt x="776" y="914"/>
                </a:lnTo>
                <a:lnTo>
                  <a:pt x="776" y="907"/>
                </a:lnTo>
                <a:lnTo>
                  <a:pt x="769" y="907"/>
                </a:lnTo>
                <a:lnTo>
                  <a:pt x="769" y="914"/>
                </a:lnTo>
                <a:close/>
                <a:moveTo>
                  <a:pt x="786" y="914"/>
                </a:moveTo>
                <a:lnTo>
                  <a:pt x="793" y="914"/>
                </a:lnTo>
                <a:lnTo>
                  <a:pt x="793" y="907"/>
                </a:lnTo>
                <a:lnTo>
                  <a:pt x="786" y="907"/>
                </a:lnTo>
                <a:lnTo>
                  <a:pt x="786" y="914"/>
                </a:lnTo>
                <a:close/>
                <a:moveTo>
                  <a:pt x="802" y="914"/>
                </a:moveTo>
                <a:lnTo>
                  <a:pt x="810" y="914"/>
                </a:lnTo>
                <a:lnTo>
                  <a:pt x="810" y="907"/>
                </a:lnTo>
                <a:lnTo>
                  <a:pt x="802" y="907"/>
                </a:lnTo>
                <a:lnTo>
                  <a:pt x="802" y="914"/>
                </a:lnTo>
                <a:close/>
                <a:moveTo>
                  <a:pt x="819" y="914"/>
                </a:moveTo>
                <a:lnTo>
                  <a:pt x="826" y="914"/>
                </a:lnTo>
                <a:lnTo>
                  <a:pt x="826" y="907"/>
                </a:lnTo>
                <a:lnTo>
                  <a:pt x="819" y="907"/>
                </a:lnTo>
                <a:lnTo>
                  <a:pt x="819" y="914"/>
                </a:lnTo>
                <a:close/>
                <a:moveTo>
                  <a:pt x="836" y="914"/>
                </a:moveTo>
                <a:lnTo>
                  <a:pt x="843" y="914"/>
                </a:lnTo>
                <a:lnTo>
                  <a:pt x="843" y="907"/>
                </a:lnTo>
                <a:lnTo>
                  <a:pt x="836" y="907"/>
                </a:lnTo>
                <a:lnTo>
                  <a:pt x="836" y="914"/>
                </a:lnTo>
                <a:close/>
                <a:moveTo>
                  <a:pt x="852" y="914"/>
                </a:moveTo>
                <a:lnTo>
                  <a:pt x="859" y="914"/>
                </a:lnTo>
                <a:lnTo>
                  <a:pt x="859" y="907"/>
                </a:lnTo>
                <a:lnTo>
                  <a:pt x="852" y="907"/>
                </a:lnTo>
                <a:lnTo>
                  <a:pt x="852" y="914"/>
                </a:lnTo>
                <a:close/>
                <a:moveTo>
                  <a:pt x="871" y="914"/>
                </a:moveTo>
                <a:lnTo>
                  <a:pt x="876" y="914"/>
                </a:lnTo>
                <a:lnTo>
                  <a:pt x="876" y="907"/>
                </a:lnTo>
                <a:lnTo>
                  <a:pt x="871" y="907"/>
                </a:lnTo>
                <a:lnTo>
                  <a:pt x="871" y="914"/>
                </a:lnTo>
                <a:close/>
                <a:moveTo>
                  <a:pt x="888" y="914"/>
                </a:moveTo>
                <a:lnTo>
                  <a:pt x="895" y="914"/>
                </a:lnTo>
                <a:lnTo>
                  <a:pt x="895" y="907"/>
                </a:lnTo>
                <a:lnTo>
                  <a:pt x="888" y="907"/>
                </a:lnTo>
                <a:lnTo>
                  <a:pt x="888" y="914"/>
                </a:lnTo>
                <a:close/>
                <a:moveTo>
                  <a:pt x="904" y="914"/>
                </a:moveTo>
                <a:lnTo>
                  <a:pt x="911" y="914"/>
                </a:lnTo>
                <a:lnTo>
                  <a:pt x="911" y="907"/>
                </a:lnTo>
                <a:lnTo>
                  <a:pt x="904" y="907"/>
                </a:lnTo>
                <a:lnTo>
                  <a:pt x="904" y="914"/>
                </a:lnTo>
                <a:close/>
                <a:moveTo>
                  <a:pt x="921" y="914"/>
                </a:moveTo>
                <a:lnTo>
                  <a:pt x="928" y="914"/>
                </a:lnTo>
                <a:lnTo>
                  <a:pt x="928" y="907"/>
                </a:lnTo>
                <a:lnTo>
                  <a:pt x="921" y="907"/>
                </a:lnTo>
                <a:lnTo>
                  <a:pt x="921" y="914"/>
                </a:lnTo>
                <a:close/>
                <a:moveTo>
                  <a:pt x="937" y="914"/>
                </a:moveTo>
                <a:lnTo>
                  <a:pt x="944" y="914"/>
                </a:lnTo>
                <a:lnTo>
                  <a:pt x="944" y="907"/>
                </a:lnTo>
                <a:lnTo>
                  <a:pt x="937" y="907"/>
                </a:lnTo>
                <a:lnTo>
                  <a:pt x="937" y="914"/>
                </a:lnTo>
                <a:close/>
                <a:moveTo>
                  <a:pt x="954" y="914"/>
                </a:moveTo>
                <a:lnTo>
                  <a:pt x="961" y="914"/>
                </a:lnTo>
                <a:lnTo>
                  <a:pt x="961" y="907"/>
                </a:lnTo>
                <a:lnTo>
                  <a:pt x="954" y="907"/>
                </a:lnTo>
                <a:lnTo>
                  <a:pt x="954" y="914"/>
                </a:lnTo>
                <a:close/>
                <a:moveTo>
                  <a:pt x="971" y="914"/>
                </a:moveTo>
                <a:lnTo>
                  <a:pt x="978" y="914"/>
                </a:lnTo>
                <a:lnTo>
                  <a:pt x="978" y="907"/>
                </a:lnTo>
                <a:lnTo>
                  <a:pt x="971" y="907"/>
                </a:lnTo>
                <a:lnTo>
                  <a:pt x="971" y="914"/>
                </a:lnTo>
                <a:close/>
                <a:moveTo>
                  <a:pt x="1338" y="914"/>
                </a:moveTo>
                <a:lnTo>
                  <a:pt x="1345" y="914"/>
                </a:lnTo>
                <a:lnTo>
                  <a:pt x="1345" y="907"/>
                </a:lnTo>
                <a:lnTo>
                  <a:pt x="1338" y="907"/>
                </a:lnTo>
                <a:lnTo>
                  <a:pt x="1338" y="914"/>
                </a:lnTo>
                <a:close/>
                <a:moveTo>
                  <a:pt x="1354" y="914"/>
                </a:moveTo>
                <a:lnTo>
                  <a:pt x="1361" y="914"/>
                </a:lnTo>
                <a:lnTo>
                  <a:pt x="1361" y="907"/>
                </a:lnTo>
                <a:lnTo>
                  <a:pt x="1354" y="907"/>
                </a:lnTo>
                <a:lnTo>
                  <a:pt x="1354" y="914"/>
                </a:lnTo>
                <a:close/>
                <a:moveTo>
                  <a:pt x="1371" y="914"/>
                </a:moveTo>
                <a:lnTo>
                  <a:pt x="1378" y="914"/>
                </a:lnTo>
                <a:lnTo>
                  <a:pt x="1378" y="907"/>
                </a:lnTo>
                <a:lnTo>
                  <a:pt x="1371" y="907"/>
                </a:lnTo>
                <a:lnTo>
                  <a:pt x="1371" y="914"/>
                </a:lnTo>
                <a:close/>
                <a:moveTo>
                  <a:pt x="1390" y="914"/>
                </a:moveTo>
                <a:lnTo>
                  <a:pt x="1394" y="914"/>
                </a:lnTo>
                <a:lnTo>
                  <a:pt x="1394" y="907"/>
                </a:lnTo>
                <a:lnTo>
                  <a:pt x="1390" y="907"/>
                </a:lnTo>
                <a:lnTo>
                  <a:pt x="1390" y="914"/>
                </a:lnTo>
                <a:close/>
                <a:moveTo>
                  <a:pt x="1406" y="914"/>
                </a:moveTo>
                <a:lnTo>
                  <a:pt x="1413" y="914"/>
                </a:lnTo>
                <a:lnTo>
                  <a:pt x="1413" y="907"/>
                </a:lnTo>
                <a:lnTo>
                  <a:pt x="1406" y="907"/>
                </a:lnTo>
                <a:lnTo>
                  <a:pt x="1406" y="914"/>
                </a:lnTo>
                <a:close/>
                <a:moveTo>
                  <a:pt x="1423" y="914"/>
                </a:moveTo>
                <a:lnTo>
                  <a:pt x="1430" y="914"/>
                </a:lnTo>
                <a:lnTo>
                  <a:pt x="1430" y="907"/>
                </a:lnTo>
                <a:lnTo>
                  <a:pt x="1423" y="907"/>
                </a:lnTo>
                <a:lnTo>
                  <a:pt x="1423" y="914"/>
                </a:lnTo>
                <a:close/>
                <a:moveTo>
                  <a:pt x="1439" y="914"/>
                </a:moveTo>
                <a:lnTo>
                  <a:pt x="1447" y="914"/>
                </a:lnTo>
                <a:lnTo>
                  <a:pt x="1447" y="907"/>
                </a:lnTo>
                <a:lnTo>
                  <a:pt x="1439" y="907"/>
                </a:lnTo>
                <a:lnTo>
                  <a:pt x="1439" y="914"/>
                </a:lnTo>
                <a:close/>
                <a:moveTo>
                  <a:pt x="1456" y="914"/>
                </a:moveTo>
                <a:lnTo>
                  <a:pt x="1463" y="914"/>
                </a:lnTo>
                <a:lnTo>
                  <a:pt x="1463" y="907"/>
                </a:lnTo>
                <a:lnTo>
                  <a:pt x="1456" y="907"/>
                </a:lnTo>
                <a:lnTo>
                  <a:pt x="1456" y="914"/>
                </a:lnTo>
                <a:close/>
                <a:moveTo>
                  <a:pt x="1473" y="914"/>
                </a:moveTo>
                <a:lnTo>
                  <a:pt x="1480" y="914"/>
                </a:lnTo>
                <a:lnTo>
                  <a:pt x="1480" y="907"/>
                </a:lnTo>
                <a:lnTo>
                  <a:pt x="1473" y="907"/>
                </a:lnTo>
                <a:lnTo>
                  <a:pt x="1473" y="914"/>
                </a:lnTo>
                <a:close/>
                <a:moveTo>
                  <a:pt x="1489" y="914"/>
                </a:moveTo>
                <a:lnTo>
                  <a:pt x="1496" y="914"/>
                </a:lnTo>
                <a:lnTo>
                  <a:pt x="1496" y="907"/>
                </a:lnTo>
                <a:lnTo>
                  <a:pt x="1489" y="907"/>
                </a:lnTo>
                <a:lnTo>
                  <a:pt x="1489" y="914"/>
                </a:lnTo>
                <a:close/>
                <a:moveTo>
                  <a:pt x="1506" y="914"/>
                </a:moveTo>
                <a:lnTo>
                  <a:pt x="1513" y="914"/>
                </a:lnTo>
                <a:lnTo>
                  <a:pt x="1513" y="907"/>
                </a:lnTo>
                <a:lnTo>
                  <a:pt x="1506" y="907"/>
                </a:lnTo>
                <a:lnTo>
                  <a:pt x="1506" y="914"/>
                </a:lnTo>
                <a:close/>
                <a:moveTo>
                  <a:pt x="1522" y="914"/>
                </a:moveTo>
                <a:lnTo>
                  <a:pt x="1529" y="914"/>
                </a:lnTo>
                <a:lnTo>
                  <a:pt x="1529" y="907"/>
                </a:lnTo>
                <a:lnTo>
                  <a:pt x="1522" y="907"/>
                </a:lnTo>
                <a:lnTo>
                  <a:pt x="1522" y="914"/>
                </a:lnTo>
                <a:close/>
                <a:moveTo>
                  <a:pt x="1539" y="914"/>
                </a:moveTo>
                <a:lnTo>
                  <a:pt x="1546" y="914"/>
                </a:lnTo>
                <a:lnTo>
                  <a:pt x="1546" y="907"/>
                </a:lnTo>
                <a:lnTo>
                  <a:pt x="1539" y="907"/>
                </a:lnTo>
                <a:lnTo>
                  <a:pt x="1539" y="914"/>
                </a:lnTo>
                <a:close/>
                <a:moveTo>
                  <a:pt x="1555" y="914"/>
                </a:moveTo>
                <a:lnTo>
                  <a:pt x="1563" y="914"/>
                </a:lnTo>
                <a:lnTo>
                  <a:pt x="1563" y="907"/>
                </a:lnTo>
                <a:lnTo>
                  <a:pt x="1555" y="907"/>
                </a:lnTo>
                <a:lnTo>
                  <a:pt x="1555" y="914"/>
                </a:lnTo>
                <a:close/>
                <a:moveTo>
                  <a:pt x="1572" y="914"/>
                </a:moveTo>
                <a:lnTo>
                  <a:pt x="1579" y="914"/>
                </a:lnTo>
                <a:lnTo>
                  <a:pt x="1579" y="907"/>
                </a:lnTo>
                <a:lnTo>
                  <a:pt x="1572" y="907"/>
                </a:lnTo>
                <a:lnTo>
                  <a:pt x="1572" y="914"/>
                </a:lnTo>
                <a:close/>
                <a:moveTo>
                  <a:pt x="1589" y="914"/>
                </a:moveTo>
                <a:lnTo>
                  <a:pt x="1596" y="914"/>
                </a:lnTo>
                <a:lnTo>
                  <a:pt x="1596" y="907"/>
                </a:lnTo>
                <a:lnTo>
                  <a:pt x="1589" y="907"/>
                </a:lnTo>
                <a:lnTo>
                  <a:pt x="1589" y="914"/>
                </a:lnTo>
                <a:close/>
                <a:moveTo>
                  <a:pt x="1605" y="914"/>
                </a:moveTo>
                <a:lnTo>
                  <a:pt x="1612" y="914"/>
                </a:lnTo>
                <a:lnTo>
                  <a:pt x="1612" y="907"/>
                </a:lnTo>
                <a:lnTo>
                  <a:pt x="1605" y="907"/>
                </a:lnTo>
                <a:lnTo>
                  <a:pt x="1605" y="914"/>
                </a:lnTo>
                <a:close/>
                <a:moveTo>
                  <a:pt x="1622" y="914"/>
                </a:moveTo>
                <a:lnTo>
                  <a:pt x="1629" y="914"/>
                </a:lnTo>
                <a:lnTo>
                  <a:pt x="1629" y="907"/>
                </a:lnTo>
                <a:lnTo>
                  <a:pt x="1622" y="907"/>
                </a:lnTo>
                <a:lnTo>
                  <a:pt x="1622" y="914"/>
                </a:lnTo>
                <a:close/>
                <a:moveTo>
                  <a:pt x="1638" y="914"/>
                </a:moveTo>
                <a:lnTo>
                  <a:pt x="1645" y="914"/>
                </a:lnTo>
                <a:lnTo>
                  <a:pt x="1645" y="907"/>
                </a:lnTo>
                <a:lnTo>
                  <a:pt x="1638" y="907"/>
                </a:lnTo>
                <a:lnTo>
                  <a:pt x="1638" y="914"/>
                </a:lnTo>
                <a:close/>
                <a:moveTo>
                  <a:pt x="1657" y="914"/>
                </a:moveTo>
                <a:lnTo>
                  <a:pt x="1664" y="914"/>
                </a:lnTo>
                <a:lnTo>
                  <a:pt x="1664" y="907"/>
                </a:lnTo>
                <a:lnTo>
                  <a:pt x="1657" y="907"/>
                </a:lnTo>
                <a:lnTo>
                  <a:pt x="1657" y="914"/>
                </a:lnTo>
                <a:close/>
                <a:moveTo>
                  <a:pt x="1674" y="914"/>
                </a:moveTo>
                <a:lnTo>
                  <a:pt x="1681" y="914"/>
                </a:lnTo>
                <a:lnTo>
                  <a:pt x="1681" y="907"/>
                </a:lnTo>
                <a:lnTo>
                  <a:pt x="1674" y="907"/>
                </a:lnTo>
                <a:lnTo>
                  <a:pt x="1674" y="914"/>
                </a:lnTo>
                <a:close/>
                <a:moveTo>
                  <a:pt x="1690" y="914"/>
                </a:moveTo>
                <a:lnTo>
                  <a:pt x="1698" y="914"/>
                </a:lnTo>
                <a:lnTo>
                  <a:pt x="1698" y="907"/>
                </a:lnTo>
                <a:lnTo>
                  <a:pt x="1690" y="907"/>
                </a:lnTo>
                <a:lnTo>
                  <a:pt x="1690" y="914"/>
                </a:lnTo>
                <a:close/>
                <a:moveTo>
                  <a:pt x="1707" y="914"/>
                </a:moveTo>
                <a:lnTo>
                  <a:pt x="1714" y="914"/>
                </a:lnTo>
                <a:lnTo>
                  <a:pt x="1714" y="907"/>
                </a:lnTo>
                <a:lnTo>
                  <a:pt x="1707" y="907"/>
                </a:lnTo>
                <a:lnTo>
                  <a:pt x="1707" y="914"/>
                </a:lnTo>
                <a:close/>
                <a:moveTo>
                  <a:pt x="1724" y="914"/>
                </a:moveTo>
                <a:lnTo>
                  <a:pt x="1731" y="914"/>
                </a:lnTo>
                <a:lnTo>
                  <a:pt x="1731" y="907"/>
                </a:lnTo>
                <a:lnTo>
                  <a:pt x="1724" y="907"/>
                </a:lnTo>
                <a:lnTo>
                  <a:pt x="1724" y="914"/>
                </a:lnTo>
                <a:close/>
                <a:moveTo>
                  <a:pt x="1740" y="914"/>
                </a:moveTo>
                <a:lnTo>
                  <a:pt x="1747" y="914"/>
                </a:lnTo>
                <a:lnTo>
                  <a:pt x="1747" y="907"/>
                </a:lnTo>
                <a:lnTo>
                  <a:pt x="1740" y="907"/>
                </a:lnTo>
                <a:lnTo>
                  <a:pt x="1740" y="914"/>
                </a:lnTo>
                <a:close/>
                <a:moveTo>
                  <a:pt x="1757" y="914"/>
                </a:moveTo>
                <a:lnTo>
                  <a:pt x="1764" y="914"/>
                </a:lnTo>
                <a:lnTo>
                  <a:pt x="1764" y="907"/>
                </a:lnTo>
                <a:lnTo>
                  <a:pt x="1757" y="907"/>
                </a:lnTo>
                <a:lnTo>
                  <a:pt x="1757" y="914"/>
                </a:lnTo>
                <a:close/>
                <a:moveTo>
                  <a:pt x="1773" y="914"/>
                </a:moveTo>
                <a:lnTo>
                  <a:pt x="1780" y="914"/>
                </a:lnTo>
                <a:lnTo>
                  <a:pt x="1780" y="907"/>
                </a:lnTo>
                <a:lnTo>
                  <a:pt x="1773" y="907"/>
                </a:lnTo>
                <a:lnTo>
                  <a:pt x="1773" y="914"/>
                </a:lnTo>
                <a:close/>
                <a:moveTo>
                  <a:pt x="1790" y="914"/>
                </a:moveTo>
                <a:lnTo>
                  <a:pt x="1797" y="914"/>
                </a:lnTo>
                <a:lnTo>
                  <a:pt x="1797" y="907"/>
                </a:lnTo>
                <a:lnTo>
                  <a:pt x="1790" y="907"/>
                </a:lnTo>
                <a:lnTo>
                  <a:pt x="1790" y="914"/>
                </a:lnTo>
                <a:close/>
                <a:moveTo>
                  <a:pt x="1806" y="914"/>
                </a:moveTo>
                <a:lnTo>
                  <a:pt x="1814" y="914"/>
                </a:lnTo>
                <a:lnTo>
                  <a:pt x="1814" y="907"/>
                </a:lnTo>
                <a:lnTo>
                  <a:pt x="1806" y="907"/>
                </a:lnTo>
                <a:lnTo>
                  <a:pt x="1806" y="914"/>
                </a:lnTo>
                <a:close/>
                <a:moveTo>
                  <a:pt x="1823" y="914"/>
                </a:moveTo>
                <a:lnTo>
                  <a:pt x="1830" y="914"/>
                </a:lnTo>
                <a:lnTo>
                  <a:pt x="1830" y="907"/>
                </a:lnTo>
                <a:lnTo>
                  <a:pt x="1823" y="907"/>
                </a:lnTo>
                <a:lnTo>
                  <a:pt x="1823" y="914"/>
                </a:lnTo>
                <a:close/>
                <a:moveTo>
                  <a:pt x="1840" y="914"/>
                </a:moveTo>
                <a:lnTo>
                  <a:pt x="1847" y="914"/>
                </a:lnTo>
                <a:lnTo>
                  <a:pt x="1847" y="907"/>
                </a:lnTo>
                <a:lnTo>
                  <a:pt x="1840" y="907"/>
                </a:lnTo>
                <a:lnTo>
                  <a:pt x="1840" y="914"/>
                </a:lnTo>
                <a:close/>
                <a:moveTo>
                  <a:pt x="1856" y="914"/>
                </a:moveTo>
                <a:lnTo>
                  <a:pt x="1863" y="914"/>
                </a:lnTo>
                <a:lnTo>
                  <a:pt x="1863" y="907"/>
                </a:lnTo>
                <a:lnTo>
                  <a:pt x="1856" y="907"/>
                </a:lnTo>
                <a:lnTo>
                  <a:pt x="1856" y="914"/>
                </a:lnTo>
                <a:close/>
                <a:moveTo>
                  <a:pt x="1873" y="914"/>
                </a:moveTo>
                <a:lnTo>
                  <a:pt x="1880" y="914"/>
                </a:lnTo>
                <a:lnTo>
                  <a:pt x="1880" y="907"/>
                </a:lnTo>
                <a:lnTo>
                  <a:pt x="1873" y="907"/>
                </a:lnTo>
                <a:lnTo>
                  <a:pt x="1873" y="914"/>
                </a:lnTo>
                <a:close/>
                <a:moveTo>
                  <a:pt x="2107" y="914"/>
                </a:moveTo>
                <a:lnTo>
                  <a:pt x="2114" y="914"/>
                </a:lnTo>
                <a:lnTo>
                  <a:pt x="2114" y="907"/>
                </a:lnTo>
                <a:lnTo>
                  <a:pt x="2107" y="907"/>
                </a:lnTo>
                <a:lnTo>
                  <a:pt x="2107" y="914"/>
                </a:lnTo>
                <a:close/>
                <a:moveTo>
                  <a:pt x="2124" y="914"/>
                </a:moveTo>
                <a:lnTo>
                  <a:pt x="2131" y="914"/>
                </a:lnTo>
                <a:lnTo>
                  <a:pt x="2131" y="907"/>
                </a:lnTo>
                <a:lnTo>
                  <a:pt x="2124" y="907"/>
                </a:lnTo>
                <a:lnTo>
                  <a:pt x="2124" y="914"/>
                </a:lnTo>
                <a:close/>
                <a:moveTo>
                  <a:pt x="2140" y="914"/>
                </a:moveTo>
                <a:lnTo>
                  <a:pt x="2147" y="914"/>
                </a:lnTo>
                <a:lnTo>
                  <a:pt x="2147" y="907"/>
                </a:lnTo>
                <a:lnTo>
                  <a:pt x="2140" y="907"/>
                </a:lnTo>
                <a:lnTo>
                  <a:pt x="2140" y="914"/>
                </a:lnTo>
                <a:close/>
                <a:moveTo>
                  <a:pt x="2292" y="914"/>
                </a:moveTo>
                <a:lnTo>
                  <a:pt x="2299" y="914"/>
                </a:lnTo>
                <a:lnTo>
                  <a:pt x="2299" y="907"/>
                </a:lnTo>
                <a:lnTo>
                  <a:pt x="2292" y="907"/>
                </a:lnTo>
                <a:lnTo>
                  <a:pt x="2292" y="914"/>
                </a:lnTo>
                <a:close/>
                <a:moveTo>
                  <a:pt x="2308" y="914"/>
                </a:moveTo>
                <a:lnTo>
                  <a:pt x="2316" y="914"/>
                </a:lnTo>
                <a:lnTo>
                  <a:pt x="2316" y="907"/>
                </a:lnTo>
                <a:lnTo>
                  <a:pt x="2308" y="907"/>
                </a:lnTo>
                <a:lnTo>
                  <a:pt x="2308" y="914"/>
                </a:lnTo>
                <a:close/>
                <a:moveTo>
                  <a:pt x="2443" y="914"/>
                </a:moveTo>
                <a:lnTo>
                  <a:pt x="2451" y="914"/>
                </a:lnTo>
                <a:lnTo>
                  <a:pt x="2451" y="907"/>
                </a:lnTo>
                <a:lnTo>
                  <a:pt x="2443" y="907"/>
                </a:lnTo>
                <a:lnTo>
                  <a:pt x="2443" y="914"/>
                </a:lnTo>
                <a:close/>
                <a:moveTo>
                  <a:pt x="2477" y="914"/>
                </a:moveTo>
                <a:lnTo>
                  <a:pt x="2484" y="914"/>
                </a:lnTo>
                <a:lnTo>
                  <a:pt x="2484" y="907"/>
                </a:lnTo>
                <a:lnTo>
                  <a:pt x="2477" y="907"/>
                </a:lnTo>
                <a:lnTo>
                  <a:pt x="2477" y="914"/>
                </a:lnTo>
                <a:close/>
                <a:moveTo>
                  <a:pt x="2493" y="914"/>
                </a:moveTo>
                <a:lnTo>
                  <a:pt x="2500" y="914"/>
                </a:lnTo>
                <a:lnTo>
                  <a:pt x="2500" y="907"/>
                </a:lnTo>
                <a:lnTo>
                  <a:pt x="2493" y="907"/>
                </a:lnTo>
                <a:lnTo>
                  <a:pt x="2493" y="914"/>
                </a:lnTo>
                <a:close/>
                <a:moveTo>
                  <a:pt x="2510" y="914"/>
                </a:moveTo>
                <a:lnTo>
                  <a:pt x="2517" y="914"/>
                </a:lnTo>
                <a:lnTo>
                  <a:pt x="2517" y="907"/>
                </a:lnTo>
                <a:lnTo>
                  <a:pt x="2510" y="907"/>
                </a:lnTo>
                <a:lnTo>
                  <a:pt x="2510" y="914"/>
                </a:lnTo>
                <a:close/>
                <a:moveTo>
                  <a:pt x="2526" y="914"/>
                </a:moveTo>
                <a:lnTo>
                  <a:pt x="2533" y="914"/>
                </a:lnTo>
                <a:lnTo>
                  <a:pt x="2533" y="907"/>
                </a:lnTo>
                <a:lnTo>
                  <a:pt x="2526" y="907"/>
                </a:lnTo>
                <a:lnTo>
                  <a:pt x="2526" y="914"/>
                </a:lnTo>
                <a:close/>
                <a:moveTo>
                  <a:pt x="802" y="931"/>
                </a:moveTo>
                <a:lnTo>
                  <a:pt x="810" y="931"/>
                </a:lnTo>
                <a:lnTo>
                  <a:pt x="810" y="924"/>
                </a:lnTo>
                <a:lnTo>
                  <a:pt x="802" y="924"/>
                </a:lnTo>
                <a:lnTo>
                  <a:pt x="802" y="931"/>
                </a:lnTo>
                <a:close/>
                <a:moveTo>
                  <a:pt x="819" y="931"/>
                </a:moveTo>
                <a:lnTo>
                  <a:pt x="826" y="931"/>
                </a:lnTo>
                <a:lnTo>
                  <a:pt x="826" y="924"/>
                </a:lnTo>
                <a:lnTo>
                  <a:pt x="819" y="924"/>
                </a:lnTo>
                <a:lnTo>
                  <a:pt x="819" y="931"/>
                </a:lnTo>
                <a:close/>
                <a:moveTo>
                  <a:pt x="836" y="931"/>
                </a:moveTo>
                <a:lnTo>
                  <a:pt x="843" y="931"/>
                </a:lnTo>
                <a:lnTo>
                  <a:pt x="843" y="924"/>
                </a:lnTo>
                <a:lnTo>
                  <a:pt x="836" y="924"/>
                </a:lnTo>
                <a:lnTo>
                  <a:pt x="836" y="931"/>
                </a:lnTo>
                <a:close/>
                <a:moveTo>
                  <a:pt x="852" y="931"/>
                </a:moveTo>
                <a:lnTo>
                  <a:pt x="859" y="931"/>
                </a:lnTo>
                <a:lnTo>
                  <a:pt x="859" y="924"/>
                </a:lnTo>
                <a:lnTo>
                  <a:pt x="852" y="924"/>
                </a:lnTo>
                <a:lnTo>
                  <a:pt x="852" y="931"/>
                </a:lnTo>
                <a:close/>
                <a:moveTo>
                  <a:pt x="871" y="931"/>
                </a:moveTo>
                <a:lnTo>
                  <a:pt x="876" y="931"/>
                </a:lnTo>
                <a:lnTo>
                  <a:pt x="876" y="924"/>
                </a:lnTo>
                <a:lnTo>
                  <a:pt x="871" y="924"/>
                </a:lnTo>
                <a:lnTo>
                  <a:pt x="871" y="931"/>
                </a:lnTo>
                <a:close/>
                <a:moveTo>
                  <a:pt x="888" y="931"/>
                </a:moveTo>
                <a:lnTo>
                  <a:pt x="895" y="931"/>
                </a:lnTo>
                <a:lnTo>
                  <a:pt x="895" y="924"/>
                </a:lnTo>
                <a:lnTo>
                  <a:pt x="888" y="924"/>
                </a:lnTo>
                <a:lnTo>
                  <a:pt x="888" y="931"/>
                </a:lnTo>
                <a:close/>
                <a:moveTo>
                  <a:pt x="904" y="931"/>
                </a:moveTo>
                <a:lnTo>
                  <a:pt x="911" y="931"/>
                </a:lnTo>
                <a:lnTo>
                  <a:pt x="911" y="924"/>
                </a:lnTo>
                <a:lnTo>
                  <a:pt x="904" y="924"/>
                </a:lnTo>
                <a:lnTo>
                  <a:pt x="904" y="931"/>
                </a:lnTo>
                <a:close/>
                <a:moveTo>
                  <a:pt x="921" y="931"/>
                </a:moveTo>
                <a:lnTo>
                  <a:pt x="928" y="931"/>
                </a:lnTo>
                <a:lnTo>
                  <a:pt x="928" y="924"/>
                </a:lnTo>
                <a:lnTo>
                  <a:pt x="921" y="924"/>
                </a:lnTo>
                <a:lnTo>
                  <a:pt x="921" y="931"/>
                </a:lnTo>
                <a:close/>
                <a:moveTo>
                  <a:pt x="937" y="931"/>
                </a:moveTo>
                <a:lnTo>
                  <a:pt x="944" y="931"/>
                </a:lnTo>
                <a:lnTo>
                  <a:pt x="944" y="924"/>
                </a:lnTo>
                <a:lnTo>
                  <a:pt x="937" y="924"/>
                </a:lnTo>
                <a:lnTo>
                  <a:pt x="937" y="931"/>
                </a:lnTo>
                <a:close/>
                <a:moveTo>
                  <a:pt x="954" y="931"/>
                </a:moveTo>
                <a:lnTo>
                  <a:pt x="961" y="931"/>
                </a:lnTo>
                <a:lnTo>
                  <a:pt x="961" y="924"/>
                </a:lnTo>
                <a:lnTo>
                  <a:pt x="954" y="924"/>
                </a:lnTo>
                <a:lnTo>
                  <a:pt x="954" y="931"/>
                </a:lnTo>
                <a:close/>
                <a:moveTo>
                  <a:pt x="971" y="931"/>
                </a:moveTo>
                <a:lnTo>
                  <a:pt x="978" y="931"/>
                </a:lnTo>
                <a:lnTo>
                  <a:pt x="978" y="924"/>
                </a:lnTo>
                <a:lnTo>
                  <a:pt x="971" y="924"/>
                </a:lnTo>
                <a:lnTo>
                  <a:pt x="971" y="931"/>
                </a:lnTo>
                <a:close/>
                <a:moveTo>
                  <a:pt x="987" y="931"/>
                </a:moveTo>
                <a:lnTo>
                  <a:pt x="994" y="931"/>
                </a:lnTo>
                <a:lnTo>
                  <a:pt x="994" y="924"/>
                </a:lnTo>
                <a:lnTo>
                  <a:pt x="987" y="924"/>
                </a:lnTo>
                <a:lnTo>
                  <a:pt x="987" y="931"/>
                </a:lnTo>
                <a:close/>
                <a:moveTo>
                  <a:pt x="1004" y="931"/>
                </a:moveTo>
                <a:lnTo>
                  <a:pt x="1011" y="931"/>
                </a:lnTo>
                <a:lnTo>
                  <a:pt x="1011" y="924"/>
                </a:lnTo>
                <a:lnTo>
                  <a:pt x="1004" y="924"/>
                </a:lnTo>
                <a:lnTo>
                  <a:pt x="1004" y="931"/>
                </a:lnTo>
                <a:close/>
                <a:moveTo>
                  <a:pt x="1020" y="931"/>
                </a:moveTo>
                <a:lnTo>
                  <a:pt x="1027" y="931"/>
                </a:lnTo>
                <a:lnTo>
                  <a:pt x="1027" y="924"/>
                </a:lnTo>
                <a:lnTo>
                  <a:pt x="1020" y="924"/>
                </a:lnTo>
                <a:lnTo>
                  <a:pt x="1020" y="931"/>
                </a:lnTo>
                <a:close/>
                <a:moveTo>
                  <a:pt x="1354" y="931"/>
                </a:moveTo>
                <a:lnTo>
                  <a:pt x="1361" y="931"/>
                </a:lnTo>
                <a:lnTo>
                  <a:pt x="1361" y="924"/>
                </a:lnTo>
                <a:lnTo>
                  <a:pt x="1354" y="924"/>
                </a:lnTo>
                <a:lnTo>
                  <a:pt x="1354" y="931"/>
                </a:lnTo>
                <a:close/>
                <a:moveTo>
                  <a:pt x="1371" y="931"/>
                </a:moveTo>
                <a:lnTo>
                  <a:pt x="1378" y="931"/>
                </a:lnTo>
                <a:lnTo>
                  <a:pt x="1378" y="924"/>
                </a:lnTo>
                <a:lnTo>
                  <a:pt x="1371" y="924"/>
                </a:lnTo>
                <a:lnTo>
                  <a:pt x="1371" y="931"/>
                </a:lnTo>
                <a:close/>
                <a:moveTo>
                  <a:pt x="1390" y="931"/>
                </a:moveTo>
                <a:lnTo>
                  <a:pt x="1394" y="931"/>
                </a:lnTo>
                <a:lnTo>
                  <a:pt x="1394" y="924"/>
                </a:lnTo>
                <a:lnTo>
                  <a:pt x="1390" y="924"/>
                </a:lnTo>
                <a:lnTo>
                  <a:pt x="1390" y="931"/>
                </a:lnTo>
                <a:close/>
                <a:moveTo>
                  <a:pt x="1406" y="931"/>
                </a:moveTo>
                <a:lnTo>
                  <a:pt x="1413" y="931"/>
                </a:lnTo>
                <a:lnTo>
                  <a:pt x="1413" y="924"/>
                </a:lnTo>
                <a:lnTo>
                  <a:pt x="1406" y="924"/>
                </a:lnTo>
                <a:lnTo>
                  <a:pt x="1406" y="931"/>
                </a:lnTo>
                <a:close/>
                <a:moveTo>
                  <a:pt x="1423" y="931"/>
                </a:moveTo>
                <a:lnTo>
                  <a:pt x="1430" y="931"/>
                </a:lnTo>
                <a:lnTo>
                  <a:pt x="1430" y="924"/>
                </a:lnTo>
                <a:lnTo>
                  <a:pt x="1423" y="924"/>
                </a:lnTo>
                <a:lnTo>
                  <a:pt x="1423" y="931"/>
                </a:lnTo>
                <a:close/>
                <a:moveTo>
                  <a:pt x="1439" y="931"/>
                </a:moveTo>
                <a:lnTo>
                  <a:pt x="1447" y="931"/>
                </a:lnTo>
                <a:lnTo>
                  <a:pt x="1447" y="924"/>
                </a:lnTo>
                <a:lnTo>
                  <a:pt x="1439" y="924"/>
                </a:lnTo>
                <a:lnTo>
                  <a:pt x="1439" y="931"/>
                </a:lnTo>
                <a:close/>
                <a:moveTo>
                  <a:pt x="1456" y="931"/>
                </a:moveTo>
                <a:lnTo>
                  <a:pt x="1463" y="931"/>
                </a:lnTo>
                <a:lnTo>
                  <a:pt x="1463" y="924"/>
                </a:lnTo>
                <a:lnTo>
                  <a:pt x="1456" y="924"/>
                </a:lnTo>
                <a:lnTo>
                  <a:pt x="1456" y="931"/>
                </a:lnTo>
                <a:close/>
                <a:moveTo>
                  <a:pt x="1473" y="931"/>
                </a:moveTo>
                <a:lnTo>
                  <a:pt x="1480" y="931"/>
                </a:lnTo>
                <a:lnTo>
                  <a:pt x="1480" y="924"/>
                </a:lnTo>
                <a:lnTo>
                  <a:pt x="1473" y="924"/>
                </a:lnTo>
                <a:lnTo>
                  <a:pt x="1473" y="931"/>
                </a:lnTo>
                <a:close/>
                <a:moveTo>
                  <a:pt x="1489" y="931"/>
                </a:moveTo>
                <a:lnTo>
                  <a:pt x="1496" y="931"/>
                </a:lnTo>
                <a:lnTo>
                  <a:pt x="1496" y="924"/>
                </a:lnTo>
                <a:lnTo>
                  <a:pt x="1489" y="924"/>
                </a:lnTo>
                <a:lnTo>
                  <a:pt x="1489" y="931"/>
                </a:lnTo>
                <a:close/>
                <a:moveTo>
                  <a:pt x="1506" y="931"/>
                </a:moveTo>
                <a:lnTo>
                  <a:pt x="1513" y="931"/>
                </a:lnTo>
                <a:lnTo>
                  <a:pt x="1513" y="924"/>
                </a:lnTo>
                <a:lnTo>
                  <a:pt x="1506" y="924"/>
                </a:lnTo>
                <a:lnTo>
                  <a:pt x="1506" y="931"/>
                </a:lnTo>
                <a:close/>
                <a:moveTo>
                  <a:pt x="1522" y="931"/>
                </a:moveTo>
                <a:lnTo>
                  <a:pt x="1529" y="931"/>
                </a:lnTo>
                <a:lnTo>
                  <a:pt x="1529" y="924"/>
                </a:lnTo>
                <a:lnTo>
                  <a:pt x="1522" y="924"/>
                </a:lnTo>
                <a:lnTo>
                  <a:pt x="1522" y="931"/>
                </a:lnTo>
                <a:close/>
                <a:moveTo>
                  <a:pt x="1539" y="931"/>
                </a:moveTo>
                <a:lnTo>
                  <a:pt x="1546" y="931"/>
                </a:lnTo>
                <a:lnTo>
                  <a:pt x="1546" y="924"/>
                </a:lnTo>
                <a:lnTo>
                  <a:pt x="1539" y="924"/>
                </a:lnTo>
                <a:lnTo>
                  <a:pt x="1539" y="931"/>
                </a:lnTo>
                <a:close/>
                <a:moveTo>
                  <a:pt x="1555" y="931"/>
                </a:moveTo>
                <a:lnTo>
                  <a:pt x="1563" y="931"/>
                </a:lnTo>
                <a:lnTo>
                  <a:pt x="1563" y="924"/>
                </a:lnTo>
                <a:lnTo>
                  <a:pt x="1555" y="924"/>
                </a:lnTo>
                <a:lnTo>
                  <a:pt x="1555" y="931"/>
                </a:lnTo>
                <a:close/>
                <a:moveTo>
                  <a:pt x="1572" y="931"/>
                </a:moveTo>
                <a:lnTo>
                  <a:pt x="1579" y="931"/>
                </a:lnTo>
                <a:lnTo>
                  <a:pt x="1579" y="924"/>
                </a:lnTo>
                <a:lnTo>
                  <a:pt x="1572" y="924"/>
                </a:lnTo>
                <a:lnTo>
                  <a:pt x="1572" y="931"/>
                </a:lnTo>
                <a:close/>
                <a:moveTo>
                  <a:pt x="1589" y="931"/>
                </a:moveTo>
                <a:lnTo>
                  <a:pt x="1596" y="931"/>
                </a:lnTo>
                <a:lnTo>
                  <a:pt x="1596" y="924"/>
                </a:lnTo>
                <a:lnTo>
                  <a:pt x="1589" y="924"/>
                </a:lnTo>
                <a:lnTo>
                  <a:pt x="1589" y="931"/>
                </a:lnTo>
                <a:close/>
                <a:moveTo>
                  <a:pt x="1605" y="931"/>
                </a:moveTo>
                <a:lnTo>
                  <a:pt x="1612" y="931"/>
                </a:lnTo>
                <a:lnTo>
                  <a:pt x="1612" y="924"/>
                </a:lnTo>
                <a:lnTo>
                  <a:pt x="1605" y="924"/>
                </a:lnTo>
                <a:lnTo>
                  <a:pt x="1605" y="931"/>
                </a:lnTo>
                <a:close/>
                <a:moveTo>
                  <a:pt x="1622" y="931"/>
                </a:moveTo>
                <a:lnTo>
                  <a:pt x="1629" y="931"/>
                </a:lnTo>
                <a:lnTo>
                  <a:pt x="1629" y="924"/>
                </a:lnTo>
                <a:lnTo>
                  <a:pt x="1622" y="924"/>
                </a:lnTo>
                <a:lnTo>
                  <a:pt x="1622" y="931"/>
                </a:lnTo>
                <a:close/>
                <a:moveTo>
                  <a:pt x="1638" y="931"/>
                </a:moveTo>
                <a:lnTo>
                  <a:pt x="1645" y="931"/>
                </a:lnTo>
                <a:lnTo>
                  <a:pt x="1645" y="924"/>
                </a:lnTo>
                <a:lnTo>
                  <a:pt x="1638" y="924"/>
                </a:lnTo>
                <a:lnTo>
                  <a:pt x="1638" y="931"/>
                </a:lnTo>
                <a:close/>
                <a:moveTo>
                  <a:pt x="1657" y="931"/>
                </a:moveTo>
                <a:lnTo>
                  <a:pt x="1664" y="931"/>
                </a:lnTo>
                <a:lnTo>
                  <a:pt x="1664" y="924"/>
                </a:lnTo>
                <a:lnTo>
                  <a:pt x="1657" y="924"/>
                </a:lnTo>
                <a:lnTo>
                  <a:pt x="1657" y="931"/>
                </a:lnTo>
                <a:close/>
                <a:moveTo>
                  <a:pt x="1674" y="931"/>
                </a:moveTo>
                <a:lnTo>
                  <a:pt x="1681" y="931"/>
                </a:lnTo>
                <a:lnTo>
                  <a:pt x="1681" y="924"/>
                </a:lnTo>
                <a:lnTo>
                  <a:pt x="1674" y="924"/>
                </a:lnTo>
                <a:lnTo>
                  <a:pt x="1674" y="931"/>
                </a:lnTo>
                <a:close/>
                <a:moveTo>
                  <a:pt x="1690" y="931"/>
                </a:moveTo>
                <a:lnTo>
                  <a:pt x="1698" y="931"/>
                </a:lnTo>
                <a:lnTo>
                  <a:pt x="1698" y="924"/>
                </a:lnTo>
                <a:lnTo>
                  <a:pt x="1690" y="924"/>
                </a:lnTo>
                <a:lnTo>
                  <a:pt x="1690" y="931"/>
                </a:lnTo>
                <a:close/>
                <a:moveTo>
                  <a:pt x="1707" y="931"/>
                </a:moveTo>
                <a:lnTo>
                  <a:pt x="1714" y="931"/>
                </a:lnTo>
                <a:lnTo>
                  <a:pt x="1714" y="924"/>
                </a:lnTo>
                <a:lnTo>
                  <a:pt x="1707" y="924"/>
                </a:lnTo>
                <a:lnTo>
                  <a:pt x="1707" y="931"/>
                </a:lnTo>
                <a:close/>
                <a:moveTo>
                  <a:pt x="1724" y="931"/>
                </a:moveTo>
                <a:lnTo>
                  <a:pt x="1731" y="931"/>
                </a:lnTo>
                <a:lnTo>
                  <a:pt x="1731" y="924"/>
                </a:lnTo>
                <a:lnTo>
                  <a:pt x="1724" y="924"/>
                </a:lnTo>
                <a:lnTo>
                  <a:pt x="1724" y="931"/>
                </a:lnTo>
                <a:close/>
                <a:moveTo>
                  <a:pt x="1740" y="931"/>
                </a:moveTo>
                <a:lnTo>
                  <a:pt x="1747" y="931"/>
                </a:lnTo>
                <a:lnTo>
                  <a:pt x="1747" y="924"/>
                </a:lnTo>
                <a:lnTo>
                  <a:pt x="1740" y="924"/>
                </a:lnTo>
                <a:lnTo>
                  <a:pt x="1740" y="931"/>
                </a:lnTo>
                <a:close/>
                <a:moveTo>
                  <a:pt x="1757" y="931"/>
                </a:moveTo>
                <a:lnTo>
                  <a:pt x="1764" y="931"/>
                </a:lnTo>
                <a:lnTo>
                  <a:pt x="1764" y="924"/>
                </a:lnTo>
                <a:lnTo>
                  <a:pt x="1757" y="924"/>
                </a:lnTo>
                <a:lnTo>
                  <a:pt x="1757" y="931"/>
                </a:lnTo>
                <a:close/>
                <a:moveTo>
                  <a:pt x="1773" y="931"/>
                </a:moveTo>
                <a:lnTo>
                  <a:pt x="1780" y="931"/>
                </a:lnTo>
                <a:lnTo>
                  <a:pt x="1780" y="924"/>
                </a:lnTo>
                <a:lnTo>
                  <a:pt x="1773" y="924"/>
                </a:lnTo>
                <a:lnTo>
                  <a:pt x="1773" y="931"/>
                </a:lnTo>
                <a:close/>
                <a:moveTo>
                  <a:pt x="1790" y="931"/>
                </a:moveTo>
                <a:lnTo>
                  <a:pt x="1797" y="931"/>
                </a:lnTo>
                <a:lnTo>
                  <a:pt x="1797" y="924"/>
                </a:lnTo>
                <a:lnTo>
                  <a:pt x="1790" y="924"/>
                </a:lnTo>
                <a:lnTo>
                  <a:pt x="1790" y="931"/>
                </a:lnTo>
                <a:close/>
                <a:moveTo>
                  <a:pt x="1806" y="931"/>
                </a:moveTo>
                <a:lnTo>
                  <a:pt x="1814" y="931"/>
                </a:lnTo>
                <a:lnTo>
                  <a:pt x="1814" y="924"/>
                </a:lnTo>
                <a:lnTo>
                  <a:pt x="1806" y="924"/>
                </a:lnTo>
                <a:lnTo>
                  <a:pt x="1806" y="931"/>
                </a:lnTo>
                <a:close/>
                <a:moveTo>
                  <a:pt x="1823" y="931"/>
                </a:moveTo>
                <a:lnTo>
                  <a:pt x="1830" y="931"/>
                </a:lnTo>
                <a:lnTo>
                  <a:pt x="1830" y="924"/>
                </a:lnTo>
                <a:lnTo>
                  <a:pt x="1823" y="924"/>
                </a:lnTo>
                <a:lnTo>
                  <a:pt x="1823" y="931"/>
                </a:lnTo>
                <a:close/>
                <a:moveTo>
                  <a:pt x="1840" y="931"/>
                </a:moveTo>
                <a:lnTo>
                  <a:pt x="1847" y="931"/>
                </a:lnTo>
                <a:lnTo>
                  <a:pt x="1847" y="924"/>
                </a:lnTo>
                <a:lnTo>
                  <a:pt x="1840" y="924"/>
                </a:lnTo>
                <a:lnTo>
                  <a:pt x="1840" y="931"/>
                </a:lnTo>
                <a:close/>
                <a:moveTo>
                  <a:pt x="1856" y="931"/>
                </a:moveTo>
                <a:lnTo>
                  <a:pt x="1863" y="931"/>
                </a:lnTo>
                <a:lnTo>
                  <a:pt x="1863" y="924"/>
                </a:lnTo>
                <a:lnTo>
                  <a:pt x="1856" y="924"/>
                </a:lnTo>
                <a:lnTo>
                  <a:pt x="1856" y="931"/>
                </a:lnTo>
                <a:close/>
                <a:moveTo>
                  <a:pt x="1873" y="931"/>
                </a:moveTo>
                <a:lnTo>
                  <a:pt x="1880" y="931"/>
                </a:lnTo>
                <a:lnTo>
                  <a:pt x="1880" y="924"/>
                </a:lnTo>
                <a:lnTo>
                  <a:pt x="1873" y="924"/>
                </a:lnTo>
                <a:lnTo>
                  <a:pt x="1873" y="931"/>
                </a:lnTo>
                <a:close/>
                <a:moveTo>
                  <a:pt x="2124" y="931"/>
                </a:moveTo>
                <a:lnTo>
                  <a:pt x="2131" y="931"/>
                </a:lnTo>
                <a:lnTo>
                  <a:pt x="2131" y="924"/>
                </a:lnTo>
                <a:lnTo>
                  <a:pt x="2124" y="924"/>
                </a:lnTo>
                <a:lnTo>
                  <a:pt x="2124" y="931"/>
                </a:lnTo>
                <a:close/>
                <a:moveTo>
                  <a:pt x="2140" y="931"/>
                </a:moveTo>
                <a:lnTo>
                  <a:pt x="2147" y="931"/>
                </a:lnTo>
                <a:lnTo>
                  <a:pt x="2147" y="924"/>
                </a:lnTo>
                <a:lnTo>
                  <a:pt x="2140" y="924"/>
                </a:lnTo>
                <a:lnTo>
                  <a:pt x="2140" y="931"/>
                </a:lnTo>
                <a:close/>
                <a:moveTo>
                  <a:pt x="2259" y="931"/>
                </a:moveTo>
                <a:lnTo>
                  <a:pt x="2266" y="931"/>
                </a:lnTo>
                <a:lnTo>
                  <a:pt x="2266" y="924"/>
                </a:lnTo>
                <a:lnTo>
                  <a:pt x="2259" y="924"/>
                </a:lnTo>
                <a:lnTo>
                  <a:pt x="2259" y="931"/>
                </a:lnTo>
                <a:close/>
                <a:moveTo>
                  <a:pt x="2275" y="931"/>
                </a:moveTo>
                <a:lnTo>
                  <a:pt x="2282" y="931"/>
                </a:lnTo>
                <a:lnTo>
                  <a:pt x="2282" y="924"/>
                </a:lnTo>
                <a:lnTo>
                  <a:pt x="2275" y="924"/>
                </a:lnTo>
                <a:lnTo>
                  <a:pt x="2275" y="931"/>
                </a:lnTo>
                <a:close/>
                <a:moveTo>
                  <a:pt x="2292" y="931"/>
                </a:moveTo>
                <a:lnTo>
                  <a:pt x="2299" y="931"/>
                </a:lnTo>
                <a:lnTo>
                  <a:pt x="2299" y="924"/>
                </a:lnTo>
                <a:lnTo>
                  <a:pt x="2292" y="924"/>
                </a:lnTo>
                <a:lnTo>
                  <a:pt x="2292" y="931"/>
                </a:lnTo>
                <a:close/>
                <a:moveTo>
                  <a:pt x="2308" y="931"/>
                </a:moveTo>
                <a:lnTo>
                  <a:pt x="2316" y="931"/>
                </a:lnTo>
                <a:lnTo>
                  <a:pt x="2316" y="924"/>
                </a:lnTo>
                <a:lnTo>
                  <a:pt x="2308" y="924"/>
                </a:lnTo>
                <a:lnTo>
                  <a:pt x="2308" y="931"/>
                </a:lnTo>
                <a:close/>
                <a:moveTo>
                  <a:pt x="2325" y="931"/>
                </a:moveTo>
                <a:lnTo>
                  <a:pt x="2332" y="931"/>
                </a:lnTo>
                <a:lnTo>
                  <a:pt x="2332" y="924"/>
                </a:lnTo>
                <a:lnTo>
                  <a:pt x="2325" y="924"/>
                </a:lnTo>
                <a:lnTo>
                  <a:pt x="2325" y="931"/>
                </a:lnTo>
                <a:close/>
                <a:moveTo>
                  <a:pt x="2408" y="931"/>
                </a:moveTo>
                <a:lnTo>
                  <a:pt x="2415" y="931"/>
                </a:lnTo>
                <a:lnTo>
                  <a:pt x="2415" y="924"/>
                </a:lnTo>
                <a:lnTo>
                  <a:pt x="2408" y="924"/>
                </a:lnTo>
                <a:lnTo>
                  <a:pt x="2408" y="931"/>
                </a:lnTo>
                <a:close/>
                <a:moveTo>
                  <a:pt x="2427" y="931"/>
                </a:moveTo>
                <a:lnTo>
                  <a:pt x="2434" y="931"/>
                </a:lnTo>
                <a:lnTo>
                  <a:pt x="2434" y="924"/>
                </a:lnTo>
                <a:lnTo>
                  <a:pt x="2427" y="924"/>
                </a:lnTo>
                <a:lnTo>
                  <a:pt x="2427" y="931"/>
                </a:lnTo>
                <a:close/>
                <a:moveTo>
                  <a:pt x="2443" y="931"/>
                </a:moveTo>
                <a:lnTo>
                  <a:pt x="2451" y="931"/>
                </a:lnTo>
                <a:lnTo>
                  <a:pt x="2451" y="924"/>
                </a:lnTo>
                <a:lnTo>
                  <a:pt x="2443" y="924"/>
                </a:lnTo>
                <a:lnTo>
                  <a:pt x="2443" y="931"/>
                </a:lnTo>
                <a:close/>
                <a:moveTo>
                  <a:pt x="2460" y="931"/>
                </a:moveTo>
                <a:lnTo>
                  <a:pt x="2467" y="931"/>
                </a:lnTo>
                <a:lnTo>
                  <a:pt x="2467" y="924"/>
                </a:lnTo>
                <a:lnTo>
                  <a:pt x="2460" y="924"/>
                </a:lnTo>
                <a:lnTo>
                  <a:pt x="2460" y="931"/>
                </a:lnTo>
                <a:close/>
                <a:moveTo>
                  <a:pt x="2477" y="931"/>
                </a:moveTo>
                <a:lnTo>
                  <a:pt x="2484" y="931"/>
                </a:lnTo>
                <a:lnTo>
                  <a:pt x="2484" y="924"/>
                </a:lnTo>
                <a:lnTo>
                  <a:pt x="2477" y="924"/>
                </a:lnTo>
                <a:lnTo>
                  <a:pt x="2477" y="931"/>
                </a:lnTo>
                <a:close/>
                <a:moveTo>
                  <a:pt x="2510" y="931"/>
                </a:moveTo>
                <a:lnTo>
                  <a:pt x="2517" y="931"/>
                </a:lnTo>
                <a:lnTo>
                  <a:pt x="2517" y="924"/>
                </a:lnTo>
                <a:lnTo>
                  <a:pt x="2510" y="924"/>
                </a:lnTo>
                <a:lnTo>
                  <a:pt x="2510" y="931"/>
                </a:lnTo>
                <a:close/>
                <a:moveTo>
                  <a:pt x="802" y="947"/>
                </a:moveTo>
                <a:lnTo>
                  <a:pt x="810" y="947"/>
                </a:lnTo>
                <a:lnTo>
                  <a:pt x="810" y="940"/>
                </a:lnTo>
                <a:lnTo>
                  <a:pt x="802" y="940"/>
                </a:lnTo>
                <a:lnTo>
                  <a:pt x="802" y="947"/>
                </a:lnTo>
                <a:close/>
                <a:moveTo>
                  <a:pt x="819" y="947"/>
                </a:moveTo>
                <a:lnTo>
                  <a:pt x="826" y="947"/>
                </a:lnTo>
                <a:lnTo>
                  <a:pt x="826" y="940"/>
                </a:lnTo>
                <a:lnTo>
                  <a:pt x="819" y="940"/>
                </a:lnTo>
                <a:lnTo>
                  <a:pt x="819" y="947"/>
                </a:lnTo>
                <a:close/>
                <a:moveTo>
                  <a:pt x="836" y="947"/>
                </a:moveTo>
                <a:lnTo>
                  <a:pt x="843" y="947"/>
                </a:lnTo>
                <a:lnTo>
                  <a:pt x="843" y="940"/>
                </a:lnTo>
                <a:lnTo>
                  <a:pt x="836" y="940"/>
                </a:lnTo>
                <a:lnTo>
                  <a:pt x="836" y="947"/>
                </a:lnTo>
                <a:close/>
                <a:moveTo>
                  <a:pt x="852" y="947"/>
                </a:moveTo>
                <a:lnTo>
                  <a:pt x="859" y="947"/>
                </a:lnTo>
                <a:lnTo>
                  <a:pt x="859" y="940"/>
                </a:lnTo>
                <a:lnTo>
                  <a:pt x="852" y="940"/>
                </a:lnTo>
                <a:lnTo>
                  <a:pt x="852" y="947"/>
                </a:lnTo>
                <a:close/>
                <a:moveTo>
                  <a:pt x="871" y="947"/>
                </a:moveTo>
                <a:lnTo>
                  <a:pt x="876" y="947"/>
                </a:lnTo>
                <a:lnTo>
                  <a:pt x="876" y="940"/>
                </a:lnTo>
                <a:lnTo>
                  <a:pt x="871" y="940"/>
                </a:lnTo>
                <a:lnTo>
                  <a:pt x="871" y="947"/>
                </a:lnTo>
                <a:close/>
                <a:moveTo>
                  <a:pt x="888" y="947"/>
                </a:moveTo>
                <a:lnTo>
                  <a:pt x="895" y="947"/>
                </a:lnTo>
                <a:lnTo>
                  <a:pt x="895" y="940"/>
                </a:lnTo>
                <a:lnTo>
                  <a:pt x="888" y="940"/>
                </a:lnTo>
                <a:lnTo>
                  <a:pt x="888" y="947"/>
                </a:lnTo>
                <a:close/>
                <a:moveTo>
                  <a:pt x="904" y="947"/>
                </a:moveTo>
                <a:lnTo>
                  <a:pt x="911" y="947"/>
                </a:lnTo>
                <a:lnTo>
                  <a:pt x="911" y="940"/>
                </a:lnTo>
                <a:lnTo>
                  <a:pt x="904" y="940"/>
                </a:lnTo>
                <a:lnTo>
                  <a:pt x="904" y="947"/>
                </a:lnTo>
                <a:close/>
                <a:moveTo>
                  <a:pt x="921" y="947"/>
                </a:moveTo>
                <a:lnTo>
                  <a:pt x="928" y="947"/>
                </a:lnTo>
                <a:lnTo>
                  <a:pt x="928" y="940"/>
                </a:lnTo>
                <a:lnTo>
                  <a:pt x="921" y="940"/>
                </a:lnTo>
                <a:lnTo>
                  <a:pt x="921" y="947"/>
                </a:lnTo>
                <a:close/>
                <a:moveTo>
                  <a:pt x="937" y="947"/>
                </a:moveTo>
                <a:lnTo>
                  <a:pt x="944" y="947"/>
                </a:lnTo>
                <a:lnTo>
                  <a:pt x="944" y="940"/>
                </a:lnTo>
                <a:lnTo>
                  <a:pt x="937" y="940"/>
                </a:lnTo>
                <a:lnTo>
                  <a:pt x="937" y="947"/>
                </a:lnTo>
                <a:close/>
                <a:moveTo>
                  <a:pt x="954" y="947"/>
                </a:moveTo>
                <a:lnTo>
                  <a:pt x="961" y="947"/>
                </a:lnTo>
                <a:lnTo>
                  <a:pt x="961" y="940"/>
                </a:lnTo>
                <a:lnTo>
                  <a:pt x="954" y="940"/>
                </a:lnTo>
                <a:lnTo>
                  <a:pt x="954" y="947"/>
                </a:lnTo>
                <a:close/>
                <a:moveTo>
                  <a:pt x="971" y="947"/>
                </a:moveTo>
                <a:lnTo>
                  <a:pt x="978" y="947"/>
                </a:lnTo>
                <a:lnTo>
                  <a:pt x="978" y="940"/>
                </a:lnTo>
                <a:lnTo>
                  <a:pt x="971" y="940"/>
                </a:lnTo>
                <a:lnTo>
                  <a:pt x="971" y="947"/>
                </a:lnTo>
                <a:close/>
                <a:moveTo>
                  <a:pt x="987" y="947"/>
                </a:moveTo>
                <a:lnTo>
                  <a:pt x="994" y="947"/>
                </a:lnTo>
                <a:lnTo>
                  <a:pt x="994" y="940"/>
                </a:lnTo>
                <a:lnTo>
                  <a:pt x="987" y="940"/>
                </a:lnTo>
                <a:lnTo>
                  <a:pt x="987" y="947"/>
                </a:lnTo>
                <a:close/>
                <a:moveTo>
                  <a:pt x="1004" y="947"/>
                </a:moveTo>
                <a:lnTo>
                  <a:pt x="1011" y="947"/>
                </a:lnTo>
                <a:lnTo>
                  <a:pt x="1011" y="940"/>
                </a:lnTo>
                <a:lnTo>
                  <a:pt x="1004" y="940"/>
                </a:lnTo>
                <a:lnTo>
                  <a:pt x="1004" y="947"/>
                </a:lnTo>
                <a:close/>
                <a:moveTo>
                  <a:pt x="1020" y="947"/>
                </a:moveTo>
                <a:lnTo>
                  <a:pt x="1027" y="947"/>
                </a:lnTo>
                <a:lnTo>
                  <a:pt x="1027" y="940"/>
                </a:lnTo>
                <a:lnTo>
                  <a:pt x="1020" y="940"/>
                </a:lnTo>
                <a:lnTo>
                  <a:pt x="1020" y="947"/>
                </a:lnTo>
                <a:close/>
                <a:moveTo>
                  <a:pt x="1390" y="947"/>
                </a:moveTo>
                <a:lnTo>
                  <a:pt x="1394" y="947"/>
                </a:lnTo>
                <a:lnTo>
                  <a:pt x="1394" y="940"/>
                </a:lnTo>
                <a:lnTo>
                  <a:pt x="1390" y="940"/>
                </a:lnTo>
                <a:lnTo>
                  <a:pt x="1390" y="947"/>
                </a:lnTo>
                <a:close/>
                <a:moveTo>
                  <a:pt x="1522" y="947"/>
                </a:moveTo>
                <a:lnTo>
                  <a:pt x="1529" y="947"/>
                </a:lnTo>
                <a:lnTo>
                  <a:pt x="1529" y="940"/>
                </a:lnTo>
                <a:lnTo>
                  <a:pt x="1522" y="940"/>
                </a:lnTo>
                <a:lnTo>
                  <a:pt x="1522" y="947"/>
                </a:lnTo>
                <a:close/>
                <a:moveTo>
                  <a:pt x="1539" y="947"/>
                </a:moveTo>
                <a:lnTo>
                  <a:pt x="1546" y="947"/>
                </a:lnTo>
                <a:lnTo>
                  <a:pt x="1546" y="940"/>
                </a:lnTo>
                <a:lnTo>
                  <a:pt x="1539" y="940"/>
                </a:lnTo>
                <a:lnTo>
                  <a:pt x="1539" y="947"/>
                </a:lnTo>
                <a:close/>
                <a:moveTo>
                  <a:pt x="1555" y="947"/>
                </a:moveTo>
                <a:lnTo>
                  <a:pt x="1563" y="947"/>
                </a:lnTo>
                <a:lnTo>
                  <a:pt x="1563" y="940"/>
                </a:lnTo>
                <a:lnTo>
                  <a:pt x="1555" y="940"/>
                </a:lnTo>
                <a:lnTo>
                  <a:pt x="1555" y="947"/>
                </a:lnTo>
                <a:close/>
                <a:moveTo>
                  <a:pt x="1572" y="947"/>
                </a:moveTo>
                <a:lnTo>
                  <a:pt x="1579" y="947"/>
                </a:lnTo>
                <a:lnTo>
                  <a:pt x="1579" y="940"/>
                </a:lnTo>
                <a:lnTo>
                  <a:pt x="1572" y="940"/>
                </a:lnTo>
                <a:lnTo>
                  <a:pt x="1572" y="947"/>
                </a:lnTo>
                <a:close/>
                <a:moveTo>
                  <a:pt x="1589" y="947"/>
                </a:moveTo>
                <a:lnTo>
                  <a:pt x="1596" y="947"/>
                </a:lnTo>
                <a:lnTo>
                  <a:pt x="1596" y="940"/>
                </a:lnTo>
                <a:lnTo>
                  <a:pt x="1589" y="940"/>
                </a:lnTo>
                <a:lnTo>
                  <a:pt x="1589" y="947"/>
                </a:lnTo>
                <a:close/>
                <a:moveTo>
                  <a:pt x="1605" y="947"/>
                </a:moveTo>
                <a:lnTo>
                  <a:pt x="1612" y="947"/>
                </a:lnTo>
                <a:lnTo>
                  <a:pt x="1612" y="940"/>
                </a:lnTo>
                <a:lnTo>
                  <a:pt x="1605" y="940"/>
                </a:lnTo>
                <a:lnTo>
                  <a:pt x="1605" y="947"/>
                </a:lnTo>
                <a:close/>
                <a:moveTo>
                  <a:pt x="1622" y="947"/>
                </a:moveTo>
                <a:lnTo>
                  <a:pt x="1629" y="947"/>
                </a:lnTo>
                <a:lnTo>
                  <a:pt x="1629" y="940"/>
                </a:lnTo>
                <a:lnTo>
                  <a:pt x="1622" y="940"/>
                </a:lnTo>
                <a:lnTo>
                  <a:pt x="1622" y="947"/>
                </a:lnTo>
                <a:close/>
                <a:moveTo>
                  <a:pt x="1638" y="947"/>
                </a:moveTo>
                <a:lnTo>
                  <a:pt x="1645" y="947"/>
                </a:lnTo>
                <a:lnTo>
                  <a:pt x="1645" y="940"/>
                </a:lnTo>
                <a:lnTo>
                  <a:pt x="1638" y="940"/>
                </a:lnTo>
                <a:lnTo>
                  <a:pt x="1638" y="947"/>
                </a:lnTo>
                <a:close/>
                <a:moveTo>
                  <a:pt x="1657" y="947"/>
                </a:moveTo>
                <a:lnTo>
                  <a:pt x="1664" y="947"/>
                </a:lnTo>
                <a:lnTo>
                  <a:pt x="1664" y="940"/>
                </a:lnTo>
                <a:lnTo>
                  <a:pt x="1657" y="940"/>
                </a:lnTo>
                <a:lnTo>
                  <a:pt x="1657" y="947"/>
                </a:lnTo>
                <a:close/>
                <a:moveTo>
                  <a:pt x="1674" y="947"/>
                </a:moveTo>
                <a:lnTo>
                  <a:pt x="1681" y="947"/>
                </a:lnTo>
                <a:lnTo>
                  <a:pt x="1681" y="940"/>
                </a:lnTo>
                <a:lnTo>
                  <a:pt x="1674" y="940"/>
                </a:lnTo>
                <a:lnTo>
                  <a:pt x="1674" y="947"/>
                </a:lnTo>
                <a:close/>
                <a:moveTo>
                  <a:pt x="1690" y="947"/>
                </a:moveTo>
                <a:lnTo>
                  <a:pt x="1698" y="947"/>
                </a:lnTo>
                <a:lnTo>
                  <a:pt x="1698" y="940"/>
                </a:lnTo>
                <a:lnTo>
                  <a:pt x="1690" y="940"/>
                </a:lnTo>
                <a:lnTo>
                  <a:pt x="1690" y="947"/>
                </a:lnTo>
                <a:close/>
                <a:moveTo>
                  <a:pt x="1707" y="947"/>
                </a:moveTo>
                <a:lnTo>
                  <a:pt x="1714" y="947"/>
                </a:lnTo>
                <a:lnTo>
                  <a:pt x="1714" y="940"/>
                </a:lnTo>
                <a:lnTo>
                  <a:pt x="1707" y="940"/>
                </a:lnTo>
                <a:lnTo>
                  <a:pt x="1707" y="947"/>
                </a:lnTo>
                <a:close/>
                <a:moveTo>
                  <a:pt x="1724" y="947"/>
                </a:moveTo>
                <a:lnTo>
                  <a:pt x="1731" y="947"/>
                </a:lnTo>
                <a:lnTo>
                  <a:pt x="1731" y="940"/>
                </a:lnTo>
                <a:lnTo>
                  <a:pt x="1724" y="940"/>
                </a:lnTo>
                <a:lnTo>
                  <a:pt x="1724" y="947"/>
                </a:lnTo>
                <a:close/>
                <a:moveTo>
                  <a:pt x="1740" y="947"/>
                </a:moveTo>
                <a:lnTo>
                  <a:pt x="1747" y="947"/>
                </a:lnTo>
                <a:lnTo>
                  <a:pt x="1747" y="940"/>
                </a:lnTo>
                <a:lnTo>
                  <a:pt x="1740" y="940"/>
                </a:lnTo>
                <a:lnTo>
                  <a:pt x="1740" y="947"/>
                </a:lnTo>
                <a:close/>
                <a:moveTo>
                  <a:pt x="1757" y="947"/>
                </a:moveTo>
                <a:lnTo>
                  <a:pt x="1764" y="947"/>
                </a:lnTo>
                <a:lnTo>
                  <a:pt x="1764" y="940"/>
                </a:lnTo>
                <a:lnTo>
                  <a:pt x="1757" y="940"/>
                </a:lnTo>
                <a:lnTo>
                  <a:pt x="1757" y="947"/>
                </a:lnTo>
                <a:close/>
                <a:moveTo>
                  <a:pt x="1773" y="947"/>
                </a:moveTo>
                <a:lnTo>
                  <a:pt x="1780" y="947"/>
                </a:lnTo>
                <a:lnTo>
                  <a:pt x="1780" y="940"/>
                </a:lnTo>
                <a:lnTo>
                  <a:pt x="1773" y="940"/>
                </a:lnTo>
                <a:lnTo>
                  <a:pt x="1773" y="947"/>
                </a:lnTo>
                <a:close/>
                <a:moveTo>
                  <a:pt x="1790" y="947"/>
                </a:moveTo>
                <a:lnTo>
                  <a:pt x="1797" y="947"/>
                </a:lnTo>
                <a:lnTo>
                  <a:pt x="1797" y="940"/>
                </a:lnTo>
                <a:lnTo>
                  <a:pt x="1790" y="940"/>
                </a:lnTo>
                <a:lnTo>
                  <a:pt x="1790" y="947"/>
                </a:lnTo>
                <a:close/>
                <a:moveTo>
                  <a:pt x="1806" y="947"/>
                </a:moveTo>
                <a:lnTo>
                  <a:pt x="1814" y="947"/>
                </a:lnTo>
                <a:lnTo>
                  <a:pt x="1814" y="940"/>
                </a:lnTo>
                <a:lnTo>
                  <a:pt x="1806" y="940"/>
                </a:lnTo>
                <a:lnTo>
                  <a:pt x="1806" y="947"/>
                </a:lnTo>
                <a:close/>
                <a:moveTo>
                  <a:pt x="1823" y="947"/>
                </a:moveTo>
                <a:lnTo>
                  <a:pt x="1830" y="947"/>
                </a:lnTo>
                <a:lnTo>
                  <a:pt x="1830" y="940"/>
                </a:lnTo>
                <a:lnTo>
                  <a:pt x="1823" y="940"/>
                </a:lnTo>
                <a:lnTo>
                  <a:pt x="1823" y="947"/>
                </a:lnTo>
                <a:close/>
                <a:moveTo>
                  <a:pt x="1840" y="947"/>
                </a:moveTo>
                <a:lnTo>
                  <a:pt x="1847" y="947"/>
                </a:lnTo>
                <a:lnTo>
                  <a:pt x="1847" y="940"/>
                </a:lnTo>
                <a:lnTo>
                  <a:pt x="1840" y="940"/>
                </a:lnTo>
                <a:lnTo>
                  <a:pt x="1840" y="947"/>
                </a:lnTo>
                <a:close/>
                <a:moveTo>
                  <a:pt x="1856" y="947"/>
                </a:moveTo>
                <a:lnTo>
                  <a:pt x="1863" y="947"/>
                </a:lnTo>
                <a:lnTo>
                  <a:pt x="1863" y="940"/>
                </a:lnTo>
                <a:lnTo>
                  <a:pt x="1856" y="940"/>
                </a:lnTo>
                <a:lnTo>
                  <a:pt x="1856" y="947"/>
                </a:lnTo>
                <a:close/>
                <a:moveTo>
                  <a:pt x="2259" y="947"/>
                </a:moveTo>
                <a:lnTo>
                  <a:pt x="2266" y="947"/>
                </a:lnTo>
                <a:lnTo>
                  <a:pt x="2266" y="940"/>
                </a:lnTo>
                <a:lnTo>
                  <a:pt x="2259" y="940"/>
                </a:lnTo>
                <a:lnTo>
                  <a:pt x="2259" y="947"/>
                </a:lnTo>
                <a:close/>
                <a:moveTo>
                  <a:pt x="2275" y="947"/>
                </a:moveTo>
                <a:lnTo>
                  <a:pt x="2282" y="947"/>
                </a:lnTo>
                <a:lnTo>
                  <a:pt x="2282" y="940"/>
                </a:lnTo>
                <a:lnTo>
                  <a:pt x="2275" y="940"/>
                </a:lnTo>
                <a:lnTo>
                  <a:pt x="2275" y="947"/>
                </a:lnTo>
                <a:close/>
                <a:moveTo>
                  <a:pt x="2292" y="947"/>
                </a:moveTo>
                <a:lnTo>
                  <a:pt x="2299" y="947"/>
                </a:lnTo>
                <a:lnTo>
                  <a:pt x="2299" y="940"/>
                </a:lnTo>
                <a:lnTo>
                  <a:pt x="2292" y="940"/>
                </a:lnTo>
                <a:lnTo>
                  <a:pt x="2292" y="947"/>
                </a:lnTo>
                <a:close/>
                <a:moveTo>
                  <a:pt x="2308" y="947"/>
                </a:moveTo>
                <a:lnTo>
                  <a:pt x="2316" y="947"/>
                </a:lnTo>
                <a:lnTo>
                  <a:pt x="2316" y="940"/>
                </a:lnTo>
                <a:lnTo>
                  <a:pt x="2308" y="940"/>
                </a:lnTo>
                <a:lnTo>
                  <a:pt x="2308" y="947"/>
                </a:lnTo>
                <a:close/>
                <a:moveTo>
                  <a:pt x="2325" y="947"/>
                </a:moveTo>
                <a:lnTo>
                  <a:pt x="2332" y="947"/>
                </a:lnTo>
                <a:lnTo>
                  <a:pt x="2332" y="940"/>
                </a:lnTo>
                <a:lnTo>
                  <a:pt x="2325" y="940"/>
                </a:lnTo>
                <a:lnTo>
                  <a:pt x="2325" y="947"/>
                </a:lnTo>
                <a:close/>
                <a:moveTo>
                  <a:pt x="2391" y="947"/>
                </a:moveTo>
                <a:lnTo>
                  <a:pt x="2398" y="947"/>
                </a:lnTo>
                <a:lnTo>
                  <a:pt x="2398" y="940"/>
                </a:lnTo>
                <a:lnTo>
                  <a:pt x="2391" y="940"/>
                </a:lnTo>
                <a:lnTo>
                  <a:pt x="2391" y="947"/>
                </a:lnTo>
                <a:close/>
                <a:moveTo>
                  <a:pt x="2408" y="947"/>
                </a:moveTo>
                <a:lnTo>
                  <a:pt x="2415" y="947"/>
                </a:lnTo>
                <a:lnTo>
                  <a:pt x="2415" y="940"/>
                </a:lnTo>
                <a:lnTo>
                  <a:pt x="2408" y="940"/>
                </a:lnTo>
                <a:lnTo>
                  <a:pt x="2408" y="947"/>
                </a:lnTo>
                <a:close/>
                <a:moveTo>
                  <a:pt x="2427" y="947"/>
                </a:moveTo>
                <a:lnTo>
                  <a:pt x="2434" y="947"/>
                </a:lnTo>
                <a:lnTo>
                  <a:pt x="2434" y="940"/>
                </a:lnTo>
                <a:lnTo>
                  <a:pt x="2427" y="940"/>
                </a:lnTo>
                <a:lnTo>
                  <a:pt x="2427" y="947"/>
                </a:lnTo>
                <a:close/>
                <a:moveTo>
                  <a:pt x="2443" y="947"/>
                </a:moveTo>
                <a:lnTo>
                  <a:pt x="2451" y="947"/>
                </a:lnTo>
                <a:lnTo>
                  <a:pt x="2451" y="940"/>
                </a:lnTo>
                <a:lnTo>
                  <a:pt x="2443" y="940"/>
                </a:lnTo>
                <a:lnTo>
                  <a:pt x="2443" y="947"/>
                </a:lnTo>
                <a:close/>
                <a:moveTo>
                  <a:pt x="2460" y="947"/>
                </a:moveTo>
                <a:lnTo>
                  <a:pt x="2467" y="947"/>
                </a:lnTo>
                <a:lnTo>
                  <a:pt x="2467" y="940"/>
                </a:lnTo>
                <a:lnTo>
                  <a:pt x="2460" y="940"/>
                </a:lnTo>
                <a:lnTo>
                  <a:pt x="2460" y="947"/>
                </a:lnTo>
                <a:close/>
                <a:moveTo>
                  <a:pt x="2526" y="947"/>
                </a:moveTo>
                <a:lnTo>
                  <a:pt x="2533" y="947"/>
                </a:lnTo>
                <a:lnTo>
                  <a:pt x="2533" y="940"/>
                </a:lnTo>
                <a:lnTo>
                  <a:pt x="2526" y="940"/>
                </a:lnTo>
                <a:lnTo>
                  <a:pt x="2526" y="947"/>
                </a:lnTo>
                <a:close/>
                <a:moveTo>
                  <a:pt x="2543" y="947"/>
                </a:moveTo>
                <a:lnTo>
                  <a:pt x="2550" y="947"/>
                </a:lnTo>
                <a:lnTo>
                  <a:pt x="2550" y="940"/>
                </a:lnTo>
                <a:lnTo>
                  <a:pt x="2543" y="940"/>
                </a:lnTo>
                <a:lnTo>
                  <a:pt x="2543" y="947"/>
                </a:lnTo>
                <a:close/>
                <a:moveTo>
                  <a:pt x="786" y="964"/>
                </a:moveTo>
                <a:lnTo>
                  <a:pt x="793" y="964"/>
                </a:lnTo>
                <a:lnTo>
                  <a:pt x="793" y="957"/>
                </a:lnTo>
                <a:lnTo>
                  <a:pt x="786" y="957"/>
                </a:lnTo>
                <a:lnTo>
                  <a:pt x="786" y="964"/>
                </a:lnTo>
                <a:close/>
                <a:moveTo>
                  <a:pt x="802" y="964"/>
                </a:moveTo>
                <a:lnTo>
                  <a:pt x="810" y="964"/>
                </a:lnTo>
                <a:lnTo>
                  <a:pt x="810" y="957"/>
                </a:lnTo>
                <a:lnTo>
                  <a:pt x="802" y="957"/>
                </a:lnTo>
                <a:lnTo>
                  <a:pt x="802" y="964"/>
                </a:lnTo>
                <a:close/>
                <a:moveTo>
                  <a:pt x="819" y="964"/>
                </a:moveTo>
                <a:lnTo>
                  <a:pt x="826" y="964"/>
                </a:lnTo>
                <a:lnTo>
                  <a:pt x="826" y="957"/>
                </a:lnTo>
                <a:lnTo>
                  <a:pt x="819" y="957"/>
                </a:lnTo>
                <a:lnTo>
                  <a:pt x="819" y="964"/>
                </a:lnTo>
                <a:close/>
                <a:moveTo>
                  <a:pt x="836" y="964"/>
                </a:moveTo>
                <a:lnTo>
                  <a:pt x="843" y="964"/>
                </a:lnTo>
                <a:lnTo>
                  <a:pt x="843" y="957"/>
                </a:lnTo>
                <a:lnTo>
                  <a:pt x="836" y="957"/>
                </a:lnTo>
                <a:lnTo>
                  <a:pt x="836" y="964"/>
                </a:lnTo>
                <a:close/>
                <a:moveTo>
                  <a:pt x="852" y="964"/>
                </a:moveTo>
                <a:lnTo>
                  <a:pt x="859" y="964"/>
                </a:lnTo>
                <a:lnTo>
                  <a:pt x="859" y="957"/>
                </a:lnTo>
                <a:lnTo>
                  <a:pt x="852" y="957"/>
                </a:lnTo>
                <a:lnTo>
                  <a:pt x="852" y="964"/>
                </a:lnTo>
                <a:close/>
                <a:moveTo>
                  <a:pt x="871" y="964"/>
                </a:moveTo>
                <a:lnTo>
                  <a:pt x="876" y="964"/>
                </a:lnTo>
                <a:lnTo>
                  <a:pt x="876" y="957"/>
                </a:lnTo>
                <a:lnTo>
                  <a:pt x="871" y="957"/>
                </a:lnTo>
                <a:lnTo>
                  <a:pt x="871" y="964"/>
                </a:lnTo>
                <a:close/>
                <a:moveTo>
                  <a:pt x="888" y="964"/>
                </a:moveTo>
                <a:lnTo>
                  <a:pt x="895" y="964"/>
                </a:lnTo>
                <a:lnTo>
                  <a:pt x="895" y="957"/>
                </a:lnTo>
                <a:lnTo>
                  <a:pt x="888" y="957"/>
                </a:lnTo>
                <a:lnTo>
                  <a:pt x="888" y="964"/>
                </a:lnTo>
                <a:close/>
                <a:moveTo>
                  <a:pt x="904" y="964"/>
                </a:moveTo>
                <a:lnTo>
                  <a:pt x="911" y="964"/>
                </a:lnTo>
                <a:lnTo>
                  <a:pt x="911" y="957"/>
                </a:lnTo>
                <a:lnTo>
                  <a:pt x="904" y="957"/>
                </a:lnTo>
                <a:lnTo>
                  <a:pt x="904" y="964"/>
                </a:lnTo>
                <a:close/>
                <a:moveTo>
                  <a:pt x="921" y="964"/>
                </a:moveTo>
                <a:lnTo>
                  <a:pt x="928" y="964"/>
                </a:lnTo>
                <a:lnTo>
                  <a:pt x="928" y="957"/>
                </a:lnTo>
                <a:lnTo>
                  <a:pt x="921" y="957"/>
                </a:lnTo>
                <a:lnTo>
                  <a:pt x="921" y="964"/>
                </a:lnTo>
                <a:close/>
                <a:moveTo>
                  <a:pt x="937" y="964"/>
                </a:moveTo>
                <a:lnTo>
                  <a:pt x="944" y="964"/>
                </a:lnTo>
                <a:lnTo>
                  <a:pt x="944" y="957"/>
                </a:lnTo>
                <a:lnTo>
                  <a:pt x="937" y="957"/>
                </a:lnTo>
                <a:lnTo>
                  <a:pt x="937" y="964"/>
                </a:lnTo>
                <a:close/>
                <a:moveTo>
                  <a:pt x="954" y="964"/>
                </a:moveTo>
                <a:lnTo>
                  <a:pt x="961" y="964"/>
                </a:lnTo>
                <a:lnTo>
                  <a:pt x="961" y="957"/>
                </a:lnTo>
                <a:lnTo>
                  <a:pt x="954" y="957"/>
                </a:lnTo>
                <a:lnTo>
                  <a:pt x="954" y="964"/>
                </a:lnTo>
                <a:close/>
                <a:moveTo>
                  <a:pt x="971" y="964"/>
                </a:moveTo>
                <a:lnTo>
                  <a:pt x="978" y="964"/>
                </a:lnTo>
                <a:lnTo>
                  <a:pt x="978" y="957"/>
                </a:lnTo>
                <a:lnTo>
                  <a:pt x="971" y="957"/>
                </a:lnTo>
                <a:lnTo>
                  <a:pt x="971" y="964"/>
                </a:lnTo>
                <a:close/>
                <a:moveTo>
                  <a:pt x="987" y="964"/>
                </a:moveTo>
                <a:lnTo>
                  <a:pt x="994" y="964"/>
                </a:lnTo>
                <a:lnTo>
                  <a:pt x="994" y="957"/>
                </a:lnTo>
                <a:lnTo>
                  <a:pt x="987" y="957"/>
                </a:lnTo>
                <a:lnTo>
                  <a:pt x="987" y="964"/>
                </a:lnTo>
                <a:close/>
                <a:moveTo>
                  <a:pt x="1004" y="964"/>
                </a:moveTo>
                <a:lnTo>
                  <a:pt x="1011" y="964"/>
                </a:lnTo>
                <a:lnTo>
                  <a:pt x="1011" y="957"/>
                </a:lnTo>
                <a:lnTo>
                  <a:pt x="1004" y="957"/>
                </a:lnTo>
                <a:lnTo>
                  <a:pt x="1004" y="964"/>
                </a:lnTo>
                <a:close/>
                <a:moveTo>
                  <a:pt x="1020" y="964"/>
                </a:moveTo>
                <a:lnTo>
                  <a:pt x="1027" y="964"/>
                </a:lnTo>
                <a:lnTo>
                  <a:pt x="1027" y="957"/>
                </a:lnTo>
                <a:lnTo>
                  <a:pt x="1020" y="957"/>
                </a:lnTo>
                <a:lnTo>
                  <a:pt x="1020" y="964"/>
                </a:lnTo>
                <a:close/>
                <a:moveTo>
                  <a:pt x="1037" y="964"/>
                </a:moveTo>
                <a:lnTo>
                  <a:pt x="1044" y="964"/>
                </a:lnTo>
                <a:lnTo>
                  <a:pt x="1044" y="957"/>
                </a:lnTo>
                <a:lnTo>
                  <a:pt x="1037" y="957"/>
                </a:lnTo>
                <a:lnTo>
                  <a:pt x="1037" y="964"/>
                </a:lnTo>
                <a:close/>
                <a:moveTo>
                  <a:pt x="1539" y="964"/>
                </a:moveTo>
                <a:lnTo>
                  <a:pt x="1546" y="964"/>
                </a:lnTo>
                <a:lnTo>
                  <a:pt x="1546" y="957"/>
                </a:lnTo>
                <a:lnTo>
                  <a:pt x="1539" y="957"/>
                </a:lnTo>
                <a:lnTo>
                  <a:pt x="1539" y="964"/>
                </a:lnTo>
                <a:close/>
                <a:moveTo>
                  <a:pt x="1555" y="964"/>
                </a:moveTo>
                <a:lnTo>
                  <a:pt x="1563" y="964"/>
                </a:lnTo>
                <a:lnTo>
                  <a:pt x="1563" y="957"/>
                </a:lnTo>
                <a:lnTo>
                  <a:pt x="1555" y="957"/>
                </a:lnTo>
                <a:lnTo>
                  <a:pt x="1555" y="964"/>
                </a:lnTo>
                <a:close/>
                <a:moveTo>
                  <a:pt x="1572" y="964"/>
                </a:moveTo>
                <a:lnTo>
                  <a:pt x="1579" y="964"/>
                </a:lnTo>
                <a:lnTo>
                  <a:pt x="1579" y="957"/>
                </a:lnTo>
                <a:lnTo>
                  <a:pt x="1572" y="957"/>
                </a:lnTo>
                <a:lnTo>
                  <a:pt x="1572" y="964"/>
                </a:lnTo>
                <a:close/>
                <a:moveTo>
                  <a:pt x="1589" y="964"/>
                </a:moveTo>
                <a:lnTo>
                  <a:pt x="1596" y="964"/>
                </a:lnTo>
                <a:lnTo>
                  <a:pt x="1596" y="957"/>
                </a:lnTo>
                <a:lnTo>
                  <a:pt x="1589" y="957"/>
                </a:lnTo>
                <a:lnTo>
                  <a:pt x="1589" y="964"/>
                </a:lnTo>
                <a:close/>
                <a:moveTo>
                  <a:pt x="1605" y="964"/>
                </a:moveTo>
                <a:lnTo>
                  <a:pt x="1612" y="964"/>
                </a:lnTo>
                <a:lnTo>
                  <a:pt x="1612" y="957"/>
                </a:lnTo>
                <a:lnTo>
                  <a:pt x="1605" y="957"/>
                </a:lnTo>
                <a:lnTo>
                  <a:pt x="1605" y="964"/>
                </a:lnTo>
                <a:close/>
                <a:moveTo>
                  <a:pt x="1622" y="964"/>
                </a:moveTo>
                <a:lnTo>
                  <a:pt x="1629" y="964"/>
                </a:lnTo>
                <a:lnTo>
                  <a:pt x="1629" y="957"/>
                </a:lnTo>
                <a:lnTo>
                  <a:pt x="1622" y="957"/>
                </a:lnTo>
                <a:lnTo>
                  <a:pt x="1622" y="964"/>
                </a:lnTo>
                <a:close/>
                <a:moveTo>
                  <a:pt x="1638" y="964"/>
                </a:moveTo>
                <a:lnTo>
                  <a:pt x="1645" y="964"/>
                </a:lnTo>
                <a:lnTo>
                  <a:pt x="1645" y="957"/>
                </a:lnTo>
                <a:lnTo>
                  <a:pt x="1638" y="957"/>
                </a:lnTo>
                <a:lnTo>
                  <a:pt x="1638" y="964"/>
                </a:lnTo>
                <a:close/>
                <a:moveTo>
                  <a:pt x="1657" y="964"/>
                </a:moveTo>
                <a:lnTo>
                  <a:pt x="1664" y="964"/>
                </a:lnTo>
                <a:lnTo>
                  <a:pt x="1664" y="957"/>
                </a:lnTo>
                <a:lnTo>
                  <a:pt x="1657" y="957"/>
                </a:lnTo>
                <a:lnTo>
                  <a:pt x="1657" y="964"/>
                </a:lnTo>
                <a:close/>
                <a:moveTo>
                  <a:pt x="1674" y="964"/>
                </a:moveTo>
                <a:lnTo>
                  <a:pt x="1681" y="964"/>
                </a:lnTo>
                <a:lnTo>
                  <a:pt x="1681" y="957"/>
                </a:lnTo>
                <a:lnTo>
                  <a:pt x="1674" y="957"/>
                </a:lnTo>
                <a:lnTo>
                  <a:pt x="1674" y="964"/>
                </a:lnTo>
                <a:close/>
                <a:moveTo>
                  <a:pt x="1690" y="964"/>
                </a:moveTo>
                <a:lnTo>
                  <a:pt x="1698" y="964"/>
                </a:lnTo>
                <a:lnTo>
                  <a:pt x="1698" y="957"/>
                </a:lnTo>
                <a:lnTo>
                  <a:pt x="1690" y="957"/>
                </a:lnTo>
                <a:lnTo>
                  <a:pt x="1690" y="964"/>
                </a:lnTo>
                <a:close/>
                <a:moveTo>
                  <a:pt x="1707" y="964"/>
                </a:moveTo>
                <a:lnTo>
                  <a:pt x="1714" y="964"/>
                </a:lnTo>
                <a:lnTo>
                  <a:pt x="1714" y="957"/>
                </a:lnTo>
                <a:lnTo>
                  <a:pt x="1707" y="957"/>
                </a:lnTo>
                <a:lnTo>
                  <a:pt x="1707" y="964"/>
                </a:lnTo>
                <a:close/>
                <a:moveTo>
                  <a:pt x="1724" y="964"/>
                </a:moveTo>
                <a:lnTo>
                  <a:pt x="1731" y="964"/>
                </a:lnTo>
                <a:lnTo>
                  <a:pt x="1731" y="957"/>
                </a:lnTo>
                <a:lnTo>
                  <a:pt x="1724" y="957"/>
                </a:lnTo>
                <a:lnTo>
                  <a:pt x="1724" y="964"/>
                </a:lnTo>
                <a:close/>
                <a:moveTo>
                  <a:pt x="1740" y="964"/>
                </a:moveTo>
                <a:lnTo>
                  <a:pt x="1747" y="964"/>
                </a:lnTo>
                <a:lnTo>
                  <a:pt x="1747" y="957"/>
                </a:lnTo>
                <a:lnTo>
                  <a:pt x="1740" y="957"/>
                </a:lnTo>
                <a:lnTo>
                  <a:pt x="1740" y="964"/>
                </a:lnTo>
                <a:close/>
                <a:moveTo>
                  <a:pt x="1757" y="964"/>
                </a:moveTo>
                <a:lnTo>
                  <a:pt x="1764" y="964"/>
                </a:lnTo>
                <a:lnTo>
                  <a:pt x="1764" y="957"/>
                </a:lnTo>
                <a:lnTo>
                  <a:pt x="1757" y="957"/>
                </a:lnTo>
                <a:lnTo>
                  <a:pt x="1757" y="964"/>
                </a:lnTo>
                <a:close/>
                <a:moveTo>
                  <a:pt x="1773" y="964"/>
                </a:moveTo>
                <a:lnTo>
                  <a:pt x="1780" y="964"/>
                </a:lnTo>
                <a:lnTo>
                  <a:pt x="1780" y="957"/>
                </a:lnTo>
                <a:lnTo>
                  <a:pt x="1773" y="957"/>
                </a:lnTo>
                <a:lnTo>
                  <a:pt x="1773" y="964"/>
                </a:lnTo>
                <a:close/>
                <a:moveTo>
                  <a:pt x="1790" y="964"/>
                </a:moveTo>
                <a:lnTo>
                  <a:pt x="1797" y="964"/>
                </a:lnTo>
                <a:lnTo>
                  <a:pt x="1797" y="957"/>
                </a:lnTo>
                <a:lnTo>
                  <a:pt x="1790" y="957"/>
                </a:lnTo>
                <a:lnTo>
                  <a:pt x="1790" y="964"/>
                </a:lnTo>
                <a:close/>
                <a:moveTo>
                  <a:pt x="1806" y="964"/>
                </a:moveTo>
                <a:lnTo>
                  <a:pt x="1814" y="964"/>
                </a:lnTo>
                <a:lnTo>
                  <a:pt x="1814" y="957"/>
                </a:lnTo>
                <a:lnTo>
                  <a:pt x="1806" y="957"/>
                </a:lnTo>
                <a:lnTo>
                  <a:pt x="1806" y="964"/>
                </a:lnTo>
                <a:close/>
                <a:moveTo>
                  <a:pt x="1823" y="964"/>
                </a:moveTo>
                <a:lnTo>
                  <a:pt x="1830" y="964"/>
                </a:lnTo>
                <a:lnTo>
                  <a:pt x="1830" y="957"/>
                </a:lnTo>
                <a:lnTo>
                  <a:pt x="1823" y="957"/>
                </a:lnTo>
                <a:lnTo>
                  <a:pt x="1823" y="964"/>
                </a:lnTo>
                <a:close/>
                <a:moveTo>
                  <a:pt x="1840" y="964"/>
                </a:moveTo>
                <a:lnTo>
                  <a:pt x="1847" y="964"/>
                </a:lnTo>
                <a:lnTo>
                  <a:pt x="1847" y="957"/>
                </a:lnTo>
                <a:lnTo>
                  <a:pt x="1840" y="957"/>
                </a:lnTo>
                <a:lnTo>
                  <a:pt x="1840" y="964"/>
                </a:lnTo>
                <a:close/>
                <a:moveTo>
                  <a:pt x="2259" y="964"/>
                </a:moveTo>
                <a:lnTo>
                  <a:pt x="2266" y="964"/>
                </a:lnTo>
                <a:lnTo>
                  <a:pt x="2266" y="957"/>
                </a:lnTo>
                <a:lnTo>
                  <a:pt x="2259" y="957"/>
                </a:lnTo>
                <a:lnTo>
                  <a:pt x="2259" y="964"/>
                </a:lnTo>
                <a:close/>
                <a:moveTo>
                  <a:pt x="2275" y="964"/>
                </a:moveTo>
                <a:lnTo>
                  <a:pt x="2282" y="964"/>
                </a:lnTo>
                <a:lnTo>
                  <a:pt x="2282" y="957"/>
                </a:lnTo>
                <a:lnTo>
                  <a:pt x="2275" y="957"/>
                </a:lnTo>
                <a:lnTo>
                  <a:pt x="2275" y="964"/>
                </a:lnTo>
                <a:close/>
                <a:moveTo>
                  <a:pt x="2292" y="964"/>
                </a:moveTo>
                <a:lnTo>
                  <a:pt x="2299" y="964"/>
                </a:lnTo>
                <a:lnTo>
                  <a:pt x="2299" y="957"/>
                </a:lnTo>
                <a:lnTo>
                  <a:pt x="2292" y="957"/>
                </a:lnTo>
                <a:lnTo>
                  <a:pt x="2292" y="964"/>
                </a:lnTo>
                <a:close/>
                <a:moveTo>
                  <a:pt x="2308" y="964"/>
                </a:moveTo>
                <a:lnTo>
                  <a:pt x="2316" y="964"/>
                </a:lnTo>
                <a:lnTo>
                  <a:pt x="2316" y="957"/>
                </a:lnTo>
                <a:lnTo>
                  <a:pt x="2308" y="957"/>
                </a:lnTo>
                <a:lnTo>
                  <a:pt x="2308" y="964"/>
                </a:lnTo>
                <a:close/>
                <a:moveTo>
                  <a:pt x="2325" y="964"/>
                </a:moveTo>
                <a:lnTo>
                  <a:pt x="2332" y="964"/>
                </a:lnTo>
                <a:lnTo>
                  <a:pt x="2332" y="957"/>
                </a:lnTo>
                <a:lnTo>
                  <a:pt x="2325" y="957"/>
                </a:lnTo>
                <a:lnTo>
                  <a:pt x="2325" y="964"/>
                </a:lnTo>
                <a:close/>
                <a:moveTo>
                  <a:pt x="2342" y="964"/>
                </a:moveTo>
                <a:lnTo>
                  <a:pt x="2349" y="964"/>
                </a:lnTo>
                <a:lnTo>
                  <a:pt x="2349" y="957"/>
                </a:lnTo>
                <a:lnTo>
                  <a:pt x="2342" y="957"/>
                </a:lnTo>
                <a:lnTo>
                  <a:pt x="2342" y="964"/>
                </a:lnTo>
                <a:close/>
                <a:moveTo>
                  <a:pt x="2375" y="964"/>
                </a:moveTo>
                <a:lnTo>
                  <a:pt x="2382" y="964"/>
                </a:lnTo>
                <a:lnTo>
                  <a:pt x="2382" y="957"/>
                </a:lnTo>
                <a:lnTo>
                  <a:pt x="2375" y="957"/>
                </a:lnTo>
                <a:lnTo>
                  <a:pt x="2375" y="964"/>
                </a:lnTo>
                <a:close/>
                <a:moveTo>
                  <a:pt x="2391" y="964"/>
                </a:moveTo>
                <a:lnTo>
                  <a:pt x="2398" y="964"/>
                </a:lnTo>
                <a:lnTo>
                  <a:pt x="2398" y="957"/>
                </a:lnTo>
                <a:lnTo>
                  <a:pt x="2391" y="957"/>
                </a:lnTo>
                <a:lnTo>
                  <a:pt x="2391" y="964"/>
                </a:lnTo>
                <a:close/>
                <a:moveTo>
                  <a:pt x="2408" y="964"/>
                </a:moveTo>
                <a:lnTo>
                  <a:pt x="2415" y="964"/>
                </a:lnTo>
                <a:lnTo>
                  <a:pt x="2415" y="957"/>
                </a:lnTo>
                <a:lnTo>
                  <a:pt x="2408" y="957"/>
                </a:lnTo>
                <a:lnTo>
                  <a:pt x="2408" y="964"/>
                </a:lnTo>
                <a:close/>
                <a:moveTo>
                  <a:pt x="2427" y="964"/>
                </a:moveTo>
                <a:lnTo>
                  <a:pt x="2434" y="964"/>
                </a:lnTo>
                <a:lnTo>
                  <a:pt x="2434" y="957"/>
                </a:lnTo>
                <a:lnTo>
                  <a:pt x="2427" y="957"/>
                </a:lnTo>
                <a:lnTo>
                  <a:pt x="2427" y="964"/>
                </a:lnTo>
                <a:close/>
                <a:moveTo>
                  <a:pt x="2443" y="964"/>
                </a:moveTo>
                <a:lnTo>
                  <a:pt x="2451" y="964"/>
                </a:lnTo>
                <a:lnTo>
                  <a:pt x="2451" y="957"/>
                </a:lnTo>
                <a:lnTo>
                  <a:pt x="2443" y="957"/>
                </a:lnTo>
                <a:lnTo>
                  <a:pt x="2443" y="964"/>
                </a:lnTo>
                <a:close/>
                <a:moveTo>
                  <a:pt x="2460" y="964"/>
                </a:moveTo>
                <a:lnTo>
                  <a:pt x="2467" y="964"/>
                </a:lnTo>
                <a:lnTo>
                  <a:pt x="2467" y="957"/>
                </a:lnTo>
                <a:lnTo>
                  <a:pt x="2460" y="957"/>
                </a:lnTo>
                <a:lnTo>
                  <a:pt x="2460" y="964"/>
                </a:lnTo>
                <a:close/>
                <a:moveTo>
                  <a:pt x="2477" y="964"/>
                </a:moveTo>
                <a:lnTo>
                  <a:pt x="2484" y="964"/>
                </a:lnTo>
                <a:lnTo>
                  <a:pt x="2484" y="957"/>
                </a:lnTo>
                <a:lnTo>
                  <a:pt x="2477" y="957"/>
                </a:lnTo>
                <a:lnTo>
                  <a:pt x="2477" y="964"/>
                </a:lnTo>
                <a:close/>
                <a:moveTo>
                  <a:pt x="2493" y="964"/>
                </a:moveTo>
                <a:lnTo>
                  <a:pt x="2500" y="964"/>
                </a:lnTo>
                <a:lnTo>
                  <a:pt x="2500" y="957"/>
                </a:lnTo>
                <a:lnTo>
                  <a:pt x="2493" y="957"/>
                </a:lnTo>
                <a:lnTo>
                  <a:pt x="2493" y="964"/>
                </a:lnTo>
                <a:close/>
                <a:moveTo>
                  <a:pt x="2510" y="964"/>
                </a:moveTo>
                <a:lnTo>
                  <a:pt x="2517" y="964"/>
                </a:lnTo>
                <a:lnTo>
                  <a:pt x="2517" y="957"/>
                </a:lnTo>
                <a:lnTo>
                  <a:pt x="2510" y="957"/>
                </a:lnTo>
                <a:lnTo>
                  <a:pt x="2510" y="964"/>
                </a:lnTo>
                <a:close/>
                <a:moveTo>
                  <a:pt x="2526" y="964"/>
                </a:moveTo>
                <a:lnTo>
                  <a:pt x="2533" y="964"/>
                </a:lnTo>
                <a:lnTo>
                  <a:pt x="2533" y="957"/>
                </a:lnTo>
                <a:lnTo>
                  <a:pt x="2526" y="957"/>
                </a:lnTo>
                <a:lnTo>
                  <a:pt x="2526" y="964"/>
                </a:lnTo>
                <a:close/>
                <a:moveTo>
                  <a:pt x="2543" y="964"/>
                </a:moveTo>
                <a:lnTo>
                  <a:pt x="2550" y="964"/>
                </a:lnTo>
                <a:lnTo>
                  <a:pt x="2550" y="957"/>
                </a:lnTo>
                <a:lnTo>
                  <a:pt x="2543" y="957"/>
                </a:lnTo>
                <a:lnTo>
                  <a:pt x="2543" y="964"/>
                </a:lnTo>
                <a:close/>
                <a:moveTo>
                  <a:pt x="2761" y="964"/>
                </a:moveTo>
                <a:lnTo>
                  <a:pt x="2768" y="964"/>
                </a:lnTo>
                <a:lnTo>
                  <a:pt x="2768" y="957"/>
                </a:lnTo>
                <a:lnTo>
                  <a:pt x="2761" y="957"/>
                </a:lnTo>
                <a:lnTo>
                  <a:pt x="2761" y="964"/>
                </a:lnTo>
                <a:close/>
                <a:moveTo>
                  <a:pt x="769" y="981"/>
                </a:moveTo>
                <a:lnTo>
                  <a:pt x="776" y="981"/>
                </a:lnTo>
                <a:lnTo>
                  <a:pt x="776" y="974"/>
                </a:lnTo>
                <a:lnTo>
                  <a:pt x="769" y="974"/>
                </a:lnTo>
                <a:lnTo>
                  <a:pt x="769" y="981"/>
                </a:lnTo>
                <a:close/>
                <a:moveTo>
                  <a:pt x="786" y="981"/>
                </a:moveTo>
                <a:lnTo>
                  <a:pt x="793" y="981"/>
                </a:lnTo>
                <a:lnTo>
                  <a:pt x="793" y="974"/>
                </a:lnTo>
                <a:lnTo>
                  <a:pt x="786" y="974"/>
                </a:lnTo>
                <a:lnTo>
                  <a:pt x="786" y="981"/>
                </a:lnTo>
                <a:close/>
                <a:moveTo>
                  <a:pt x="802" y="981"/>
                </a:moveTo>
                <a:lnTo>
                  <a:pt x="810" y="981"/>
                </a:lnTo>
                <a:lnTo>
                  <a:pt x="810" y="974"/>
                </a:lnTo>
                <a:lnTo>
                  <a:pt x="802" y="974"/>
                </a:lnTo>
                <a:lnTo>
                  <a:pt x="802" y="981"/>
                </a:lnTo>
                <a:close/>
                <a:moveTo>
                  <a:pt x="819" y="981"/>
                </a:moveTo>
                <a:lnTo>
                  <a:pt x="826" y="981"/>
                </a:lnTo>
                <a:lnTo>
                  <a:pt x="826" y="974"/>
                </a:lnTo>
                <a:lnTo>
                  <a:pt x="819" y="974"/>
                </a:lnTo>
                <a:lnTo>
                  <a:pt x="819" y="981"/>
                </a:lnTo>
                <a:close/>
                <a:moveTo>
                  <a:pt x="836" y="981"/>
                </a:moveTo>
                <a:lnTo>
                  <a:pt x="843" y="981"/>
                </a:lnTo>
                <a:lnTo>
                  <a:pt x="843" y="974"/>
                </a:lnTo>
                <a:lnTo>
                  <a:pt x="836" y="974"/>
                </a:lnTo>
                <a:lnTo>
                  <a:pt x="836" y="981"/>
                </a:lnTo>
                <a:close/>
                <a:moveTo>
                  <a:pt x="852" y="981"/>
                </a:moveTo>
                <a:lnTo>
                  <a:pt x="859" y="981"/>
                </a:lnTo>
                <a:lnTo>
                  <a:pt x="859" y="974"/>
                </a:lnTo>
                <a:lnTo>
                  <a:pt x="852" y="974"/>
                </a:lnTo>
                <a:lnTo>
                  <a:pt x="852" y="981"/>
                </a:lnTo>
                <a:close/>
                <a:moveTo>
                  <a:pt x="871" y="981"/>
                </a:moveTo>
                <a:lnTo>
                  <a:pt x="876" y="981"/>
                </a:lnTo>
                <a:lnTo>
                  <a:pt x="876" y="974"/>
                </a:lnTo>
                <a:lnTo>
                  <a:pt x="871" y="974"/>
                </a:lnTo>
                <a:lnTo>
                  <a:pt x="871" y="981"/>
                </a:lnTo>
                <a:close/>
                <a:moveTo>
                  <a:pt x="888" y="981"/>
                </a:moveTo>
                <a:lnTo>
                  <a:pt x="895" y="981"/>
                </a:lnTo>
                <a:lnTo>
                  <a:pt x="895" y="974"/>
                </a:lnTo>
                <a:lnTo>
                  <a:pt x="888" y="974"/>
                </a:lnTo>
                <a:lnTo>
                  <a:pt x="888" y="981"/>
                </a:lnTo>
                <a:close/>
                <a:moveTo>
                  <a:pt x="904" y="981"/>
                </a:moveTo>
                <a:lnTo>
                  <a:pt x="911" y="981"/>
                </a:lnTo>
                <a:lnTo>
                  <a:pt x="911" y="974"/>
                </a:lnTo>
                <a:lnTo>
                  <a:pt x="904" y="974"/>
                </a:lnTo>
                <a:lnTo>
                  <a:pt x="904" y="981"/>
                </a:lnTo>
                <a:close/>
                <a:moveTo>
                  <a:pt x="921" y="981"/>
                </a:moveTo>
                <a:lnTo>
                  <a:pt x="928" y="981"/>
                </a:lnTo>
                <a:lnTo>
                  <a:pt x="928" y="974"/>
                </a:lnTo>
                <a:lnTo>
                  <a:pt x="921" y="974"/>
                </a:lnTo>
                <a:lnTo>
                  <a:pt x="921" y="981"/>
                </a:lnTo>
                <a:close/>
                <a:moveTo>
                  <a:pt x="937" y="981"/>
                </a:moveTo>
                <a:lnTo>
                  <a:pt x="944" y="981"/>
                </a:lnTo>
                <a:lnTo>
                  <a:pt x="944" y="974"/>
                </a:lnTo>
                <a:lnTo>
                  <a:pt x="937" y="974"/>
                </a:lnTo>
                <a:lnTo>
                  <a:pt x="937" y="981"/>
                </a:lnTo>
                <a:close/>
                <a:moveTo>
                  <a:pt x="954" y="981"/>
                </a:moveTo>
                <a:lnTo>
                  <a:pt x="961" y="981"/>
                </a:lnTo>
                <a:lnTo>
                  <a:pt x="961" y="974"/>
                </a:lnTo>
                <a:lnTo>
                  <a:pt x="954" y="974"/>
                </a:lnTo>
                <a:lnTo>
                  <a:pt x="954" y="981"/>
                </a:lnTo>
                <a:close/>
                <a:moveTo>
                  <a:pt x="971" y="981"/>
                </a:moveTo>
                <a:lnTo>
                  <a:pt x="978" y="981"/>
                </a:lnTo>
                <a:lnTo>
                  <a:pt x="978" y="974"/>
                </a:lnTo>
                <a:lnTo>
                  <a:pt x="971" y="974"/>
                </a:lnTo>
                <a:lnTo>
                  <a:pt x="971" y="981"/>
                </a:lnTo>
                <a:close/>
                <a:moveTo>
                  <a:pt x="987" y="981"/>
                </a:moveTo>
                <a:lnTo>
                  <a:pt x="994" y="981"/>
                </a:lnTo>
                <a:lnTo>
                  <a:pt x="994" y="974"/>
                </a:lnTo>
                <a:lnTo>
                  <a:pt x="987" y="974"/>
                </a:lnTo>
                <a:lnTo>
                  <a:pt x="987" y="981"/>
                </a:lnTo>
                <a:close/>
                <a:moveTo>
                  <a:pt x="1004" y="981"/>
                </a:moveTo>
                <a:lnTo>
                  <a:pt x="1011" y="981"/>
                </a:lnTo>
                <a:lnTo>
                  <a:pt x="1011" y="974"/>
                </a:lnTo>
                <a:lnTo>
                  <a:pt x="1004" y="974"/>
                </a:lnTo>
                <a:lnTo>
                  <a:pt x="1004" y="981"/>
                </a:lnTo>
                <a:close/>
                <a:moveTo>
                  <a:pt x="1020" y="981"/>
                </a:moveTo>
                <a:lnTo>
                  <a:pt x="1027" y="981"/>
                </a:lnTo>
                <a:lnTo>
                  <a:pt x="1027" y="974"/>
                </a:lnTo>
                <a:lnTo>
                  <a:pt x="1020" y="974"/>
                </a:lnTo>
                <a:lnTo>
                  <a:pt x="1020" y="981"/>
                </a:lnTo>
                <a:close/>
                <a:moveTo>
                  <a:pt x="1037" y="981"/>
                </a:moveTo>
                <a:lnTo>
                  <a:pt x="1044" y="981"/>
                </a:lnTo>
                <a:lnTo>
                  <a:pt x="1044" y="974"/>
                </a:lnTo>
                <a:lnTo>
                  <a:pt x="1037" y="974"/>
                </a:lnTo>
                <a:lnTo>
                  <a:pt x="1037" y="981"/>
                </a:lnTo>
                <a:close/>
                <a:moveTo>
                  <a:pt x="1053" y="981"/>
                </a:moveTo>
                <a:lnTo>
                  <a:pt x="1061" y="981"/>
                </a:lnTo>
                <a:lnTo>
                  <a:pt x="1061" y="974"/>
                </a:lnTo>
                <a:lnTo>
                  <a:pt x="1053" y="974"/>
                </a:lnTo>
                <a:lnTo>
                  <a:pt x="1053" y="981"/>
                </a:lnTo>
                <a:close/>
                <a:moveTo>
                  <a:pt x="1070" y="981"/>
                </a:moveTo>
                <a:lnTo>
                  <a:pt x="1077" y="981"/>
                </a:lnTo>
                <a:lnTo>
                  <a:pt x="1077" y="974"/>
                </a:lnTo>
                <a:lnTo>
                  <a:pt x="1070" y="974"/>
                </a:lnTo>
                <a:lnTo>
                  <a:pt x="1070" y="981"/>
                </a:lnTo>
                <a:close/>
                <a:moveTo>
                  <a:pt x="1539" y="981"/>
                </a:moveTo>
                <a:lnTo>
                  <a:pt x="1546" y="981"/>
                </a:lnTo>
                <a:lnTo>
                  <a:pt x="1546" y="974"/>
                </a:lnTo>
                <a:lnTo>
                  <a:pt x="1539" y="974"/>
                </a:lnTo>
                <a:lnTo>
                  <a:pt x="1539" y="981"/>
                </a:lnTo>
                <a:close/>
                <a:moveTo>
                  <a:pt x="1555" y="981"/>
                </a:moveTo>
                <a:lnTo>
                  <a:pt x="1563" y="981"/>
                </a:lnTo>
                <a:lnTo>
                  <a:pt x="1563" y="974"/>
                </a:lnTo>
                <a:lnTo>
                  <a:pt x="1555" y="974"/>
                </a:lnTo>
                <a:lnTo>
                  <a:pt x="1555" y="981"/>
                </a:lnTo>
                <a:close/>
                <a:moveTo>
                  <a:pt x="1572" y="981"/>
                </a:moveTo>
                <a:lnTo>
                  <a:pt x="1579" y="981"/>
                </a:lnTo>
                <a:lnTo>
                  <a:pt x="1579" y="974"/>
                </a:lnTo>
                <a:lnTo>
                  <a:pt x="1572" y="974"/>
                </a:lnTo>
                <a:lnTo>
                  <a:pt x="1572" y="981"/>
                </a:lnTo>
                <a:close/>
                <a:moveTo>
                  <a:pt x="1589" y="981"/>
                </a:moveTo>
                <a:lnTo>
                  <a:pt x="1596" y="981"/>
                </a:lnTo>
                <a:lnTo>
                  <a:pt x="1596" y="974"/>
                </a:lnTo>
                <a:lnTo>
                  <a:pt x="1589" y="974"/>
                </a:lnTo>
                <a:lnTo>
                  <a:pt x="1589" y="981"/>
                </a:lnTo>
                <a:close/>
                <a:moveTo>
                  <a:pt x="1605" y="981"/>
                </a:moveTo>
                <a:lnTo>
                  <a:pt x="1612" y="981"/>
                </a:lnTo>
                <a:lnTo>
                  <a:pt x="1612" y="974"/>
                </a:lnTo>
                <a:lnTo>
                  <a:pt x="1605" y="974"/>
                </a:lnTo>
                <a:lnTo>
                  <a:pt x="1605" y="981"/>
                </a:lnTo>
                <a:close/>
                <a:moveTo>
                  <a:pt x="1622" y="981"/>
                </a:moveTo>
                <a:lnTo>
                  <a:pt x="1629" y="981"/>
                </a:lnTo>
                <a:lnTo>
                  <a:pt x="1629" y="974"/>
                </a:lnTo>
                <a:lnTo>
                  <a:pt x="1622" y="974"/>
                </a:lnTo>
                <a:lnTo>
                  <a:pt x="1622" y="981"/>
                </a:lnTo>
                <a:close/>
                <a:moveTo>
                  <a:pt x="1638" y="981"/>
                </a:moveTo>
                <a:lnTo>
                  <a:pt x="1645" y="981"/>
                </a:lnTo>
                <a:lnTo>
                  <a:pt x="1645" y="974"/>
                </a:lnTo>
                <a:lnTo>
                  <a:pt x="1638" y="974"/>
                </a:lnTo>
                <a:lnTo>
                  <a:pt x="1638" y="981"/>
                </a:lnTo>
                <a:close/>
                <a:moveTo>
                  <a:pt x="1657" y="981"/>
                </a:moveTo>
                <a:lnTo>
                  <a:pt x="1664" y="981"/>
                </a:lnTo>
                <a:lnTo>
                  <a:pt x="1664" y="974"/>
                </a:lnTo>
                <a:lnTo>
                  <a:pt x="1657" y="974"/>
                </a:lnTo>
                <a:lnTo>
                  <a:pt x="1657" y="981"/>
                </a:lnTo>
                <a:close/>
                <a:moveTo>
                  <a:pt x="1674" y="981"/>
                </a:moveTo>
                <a:lnTo>
                  <a:pt x="1681" y="981"/>
                </a:lnTo>
                <a:lnTo>
                  <a:pt x="1681" y="974"/>
                </a:lnTo>
                <a:lnTo>
                  <a:pt x="1674" y="974"/>
                </a:lnTo>
                <a:lnTo>
                  <a:pt x="1674" y="981"/>
                </a:lnTo>
                <a:close/>
                <a:moveTo>
                  <a:pt x="1690" y="981"/>
                </a:moveTo>
                <a:lnTo>
                  <a:pt x="1698" y="981"/>
                </a:lnTo>
                <a:lnTo>
                  <a:pt x="1698" y="974"/>
                </a:lnTo>
                <a:lnTo>
                  <a:pt x="1690" y="974"/>
                </a:lnTo>
                <a:lnTo>
                  <a:pt x="1690" y="981"/>
                </a:lnTo>
                <a:close/>
                <a:moveTo>
                  <a:pt x="1707" y="981"/>
                </a:moveTo>
                <a:lnTo>
                  <a:pt x="1714" y="981"/>
                </a:lnTo>
                <a:lnTo>
                  <a:pt x="1714" y="974"/>
                </a:lnTo>
                <a:lnTo>
                  <a:pt x="1707" y="974"/>
                </a:lnTo>
                <a:lnTo>
                  <a:pt x="1707" y="981"/>
                </a:lnTo>
                <a:close/>
                <a:moveTo>
                  <a:pt x="1724" y="981"/>
                </a:moveTo>
                <a:lnTo>
                  <a:pt x="1731" y="981"/>
                </a:lnTo>
                <a:lnTo>
                  <a:pt x="1731" y="974"/>
                </a:lnTo>
                <a:lnTo>
                  <a:pt x="1724" y="974"/>
                </a:lnTo>
                <a:lnTo>
                  <a:pt x="1724" y="981"/>
                </a:lnTo>
                <a:close/>
                <a:moveTo>
                  <a:pt x="1740" y="981"/>
                </a:moveTo>
                <a:lnTo>
                  <a:pt x="1747" y="981"/>
                </a:lnTo>
                <a:lnTo>
                  <a:pt x="1747" y="974"/>
                </a:lnTo>
                <a:lnTo>
                  <a:pt x="1740" y="974"/>
                </a:lnTo>
                <a:lnTo>
                  <a:pt x="1740" y="981"/>
                </a:lnTo>
                <a:close/>
                <a:moveTo>
                  <a:pt x="1757" y="981"/>
                </a:moveTo>
                <a:lnTo>
                  <a:pt x="1764" y="981"/>
                </a:lnTo>
                <a:lnTo>
                  <a:pt x="1764" y="974"/>
                </a:lnTo>
                <a:lnTo>
                  <a:pt x="1757" y="974"/>
                </a:lnTo>
                <a:lnTo>
                  <a:pt x="1757" y="981"/>
                </a:lnTo>
                <a:close/>
                <a:moveTo>
                  <a:pt x="1773" y="981"/>
                </a:moveTo>
                <a:lnTo>
                  <a:pt x="1780" y="981"/>
                </a:lnTo>
                <a:lnTo>
                  <a:pt x="1780" y="974"/>
                </a:lnTo>
                <a:lnTo>
                  <a:pt x="1773" y="974"/>
                </a:lnTo>
                <a:lnTo>
                  <a:pt x="1773" y="981"/>
                </a:lnTo>
                <a:close/>
                <a:moveTo>
                  <a:pt x="1790" y="981"/>
                </a:moveTo>
                <a:lnTo>
                  <a:pt x="1797" y="981"/>
                </a:lnTo>
                <a:lnTo>
                  <a:pt x="1797" y="974"/>
                </a:lnTo>
                <a:lnTo>
                  <a:pt x="1790" y="974"/>
                </a:lnTo>
                <a:lnTo>
                  <a:pt x="1790" y="981"/>
                </a:lnTo>
                <a:close/>
                <a:moveTo>
                  <a:pt x="1806" y="981"/>
                </a:moveTo>
                <a:lnTo>
                  <a:pt x="1814" y="981"/>
                </a:lnTo>
                <a:lnTo>
                  <a:pt x="1814" y="974"/>
                </a:lnTo>
                <a:lnTo>
                  <a:pt x="1806" y="974"/>
                </a:lnTo>
                <a:lnTo>
                  <a:pt x="1806" y="981"/>
                </a:lnTo>
                <a:close/>
                <a:moveTo>
                  <a:pt x="1823" y="981"/>
                </a:moveTo>
                <a:lnTo>
                  <a:pt x="1830" y="981"/>
                </a:lnTo>
                <a:lnTo>
                  <a:pt x="1830" y="974"/>
                </a:lnTo>
                <a:lnTo>
                  <a:pt x="1823" y="974"/>
                </a:lnTo>
                <a:lnTo>
                  <a:pt x="1823" y="981"/>
                </a:lnTo>
                <a:close/>
                <a:moveTo>
                  <a:pt x="2292" y="981"/>
                </a:moveTo>
                <a:lnTo>
                  <a:pt x="2299" y="981"/>
                </a:lnTo>
                <a:lnTo>
                  <a:pt x="2299" y="974"/>
                </a:lnTo>
                <a:lnTo>
                  <a:pt x="2292" y="974"/>
                </a:lnTo>
                <a:lnTo>
                  <a:pt x="2292" y="981"/>
                </a:lnTo>
                <a:close/>
                <a:moveTo>
                  <a:pt x="2308" y="981"/>
                </a:moveTo>
                <a:lnTo>
                  <a:pt x="2316" y="981"/>
                </a:lnTo>
                <a:lnTo>
                  <a:pt x="2316" y="974"/>
                </a:lnTo>
                <a:lnTo>
                  <a:pt x="2308" y="974"/>
                </a:lnTo>
                <a:lnTo>
                  <a:pt x="2308" y="981"/>
                </a:lnTo>
                <a:close/>
                <a:moveTo>
                  <a:pt x="2325" y="981"/>
                </a:moveTo>
                <a:lnTo>
                  <a:pt x="2332" y="981"/>
                </a:lnTo>
                <a:lnTo>
                  <a:pt x="2332" y="974"/>
                </a:lnTo>
                <a:lnTo>
                  <a:pt x="2325" y="974"/>
                </a:lnTo>
                <a:lnTo>
                  <a:pt x="2325" y="981"/>
                </a:lnTo>
                <a:close/>
                <a:moveTo>
                  <a:pt x="2342" y="981"/>
                </a:moveTo>
                <a:lnTo>
                  <a:pt x="2349" y="981"/>
                </a:lnTo>
                <a:lnTo>
                  <a:pt x="2349" y="974"/>
                </a:lnTo>
                <a:lnTo>
                  <a:pt x="2342" y="974"/>
                </a:lnTo>
                <a:lnTo>
                  <a:pt x="2342" y="981"/>
                </a:lnTo>
                <a:close/>
                <a:moveTo>
                  <a:pt x="2375" y="981"/>
                </a:moveTo>
                <a:lnTo>
                  <a:pt x="2382" y="981"/>
                </a:lnTo>
                <a:lnTo>
                  <a:pt x="2382" y="974"/>
                </a:lnTo>
                <a:lnTo>
                  <a:pt x="2375" y="974"/>
                </a:lnTo>
                <a:lnTo>
                  <a:pt x="2375" y="981"/>
                </a:lnTo>
                <a:close/>
                <a:moveTo>
                  <a:pt x="2391" y="981"/>
                </a:moveTo>
                <a:lnTo>
                  <a:pt x="2398" y="981"/>
                </a:lnTo>
                <a:lnTo>
                  <a:pt x="2398" y="974"/>
                </a:lnTo>
                <a:lnTo>
                  <a:pt x="2391" y="974"/>
                </a:lnTo>
                <a:lnTo>
                  <a:pt x="2391" y="981"/>
                </a:lnTo>
                <a:close/>
                <a:moveTo>
                  <a:pt x="2408" y="981"/>
                </a:moveTo>
                <a:lnTo>
                  <a:pt x="2415" y="981"/>
                </a:lnTo>
                <a:lnTo>
                  <a:pt x="2415" y="974"/>
                </a:lnTo>
                <a:lnTo>
                  <a:pt x="2408" y="974"/>
                </a:lnTo>
                <a:lnTo>
                  <a:pt x="2408" y="981"/>
                </a:lnTo>
                <a:close/>
                <a:moveTo>
                  <a:pt x="2427" y="981"/>
                </a:moveTo>
                <a:lnTo>
                  <a:pt x="2434" y="981"/>
                </a:lnTo>
                <a:lnTo>
                  <a:pt x="2434" y="974"/>
                </a:lnTo>
                <a:lnTo>
                  <a:pt x="2427" y="974"/>
                </a:lnTo>
                <a:lnTo>
                  <a:pt x="2427" y="981"/>
                </a:lnTo>
                <a:close/>
                <a:moveTo>
                  <a:pt x="2443" y="981"/>
                </a:moveTo>
                <a:lnTo>
                  <a:pt x="2451" y="981"/>
                </a:lnTo>
                <a:lnTo>
                  <a:pt x="2451" y="974"/>
                </a:lnTo>
                <a:lnTo>
                  <a:pt x="2443" y="974"/>
                </a:lnTo>
                <a:lnTo>
                  <a:pt x="2443" y="981"/>
                </a:lnTo>
                <a:close/>
                <a:moveTo>
                  <a:pt x="2460" y="981"/>
                </a:moveTo>
                <a:lnTo>
                  <a:pt x="2467" y="981"/>
                </a:lnTo>
                <a:lnTo>
                  <a:pt x="2467" y="974"/>
                </a:lnTo>
                <a:lnTo>
                  <a:pt x="2460" y="974"/>
                </a:lnTo>
                <a:lnTo>
                  <a:pt x="2460" y="981"/>
                </a:lnTo>
                <a:close/>
                <a:moveTo>
                  <a:pt x="2477" y="981"/>
                </a:moveTo>
                <a:lnTo>
                  <a:pt x="2484" y="981"/>
                </a:lnTo>
                <a:lnTo>
                  <a:pt x="2484" y="974"/>
                </a:lnTo>
                <a:lnTo>
                  <a:pt x="2477" y="974"/>
                </a:lnTo>
                <a:lnTo>
                  <a:pt x="2477" y="981"/>
                </a:lnTo>
                <a:close/>
                <a:moveTo>
                  <a:pt x="2493" y="981"/>
                </a:moveTo>
                <a:lnTo>
                  <a:pt x="2500" y="981"/>
                </a:lnTo>
                <a:lnTo>
                  <a:pt x="2500" y="974"/>
                </a:lnTo>
                <a:lnTo>
                  <a:pt x="2493" y="974"/>
                </a:lnTo>
                <a:lnTo>
                  <a:pt x="2493" y="981"/>
                </a:lnTo>
                <a:close/>
                <a:moveTo>
                  <a:pt x="2526" y="981"/>
                </a:moveTo>
                <a:lnTo>
                  <a:pt x="2533" y="981"/>
                </a:lnTo>
                <a:lnTo>
                  <a:pt x="2533" y="974"/>
                </a:lnTo>
                <a:lnTo>
                  <a:pt x="2526" y="974"/>
                </a:lnTo>
                <a:lnTo>
                  <a:pt x="2526" y="981"/>
                </a:lnTo>
                <a:close/>
                <a:moveTo>
                  <a:pt x="2543" y="981"/>
                </a:moveTo>
                <a:lnTo>
                  <a:pt x="2550" y="981"/>
                </a:lnTo>
                <a:lnTo>
                  <a:pt x="2550" y="974"/>
                </a:lnTo>
                <a:lnTo>
                  <a:pt x="2543" y="974"/>
                </a:lnTo>
                <a:lnTo>
                  <a:pt x="2543" y="981"/>
                </a:lnTo>
                <a:close/>
                <a:moveTo>
                  <a:pt x="2560" y="981"/>
                </a:moveTo>
                <a:lnTo>
                  <a:pt x="2567" y="981"/>
                </a:lnTo>
                <a:lnTo>
                  <a:pt x="2567" y="974"/>
                </a:lnTo>
                <a:lnTo>
                  <a:pt x="2560" y="974"/>
                </a:lnTo>
                <a:lnTo>
                  <a:pt x="2560" y="981"/>
                </a:lnTo>
                <a:close/>
                <a:moveTo>
                  <a:pt x="2576" y="981"/>
                </a:moveTo>
                <a:lnTo>
                  <a:pt x="2583" y="981"/>
                </a:lnTo>
                <a:lnTo>
                  <a:pt x="2583" y="974"/>
                </a:lnTo>
                <a:lnTo>
                  <a:pt x="2576" y="974"/>
                </a:lnTo>
                <a:lnTo>
                  <a:pt x="2576" y="981"/>
                </a:lnTo>
                <a:close/>
                <a:moveTo>
                  <a:pt x="2593" y="981"/>
                </a:moveTo>
                <a:lnTo>
                  <a:pt x="2600" y="981"/>
                </a:lnTo>
                <a:lnTo>
                  <a:pt x="2600" y="974"/>
                </a:lnTo>
                <a:lnTo>
                  <a:pt x="2593" y="974"/>
                </a:lnTo>
                <a:lnTo>
                  <a:pt x="2593" y="981"/>
                </a:lnTo>
                <a:close/>
                <a:moveTo>
                  <a:pt x="769" y="997"/>
                </a:moveTo>
                <a:lnTo>
                  <a:pt x="776" y="997"/>
                </a:lnTo>
                <a:lnTo>
                  <a:pt x="776" y="990"/>
                </a:lnTo>
                <a:lnTo>
                  <a:pt x="769" y="990"/>
                </a:lnTo>
                <a:lnTo>
                  <a:pt x="769" y="997"/>
                </a:lnTo>
                <a:close/>
                <a:moveTo>
                  <a:pt x="786" y="997"/>
                </a:moveTo>
                <a:lnTo>
                  <a:pt x="793" y="997"/>
                </a:lnTo>
                <a:lnTo>
                  <a:pt x="793" y="990"/>
                </a:lnTo>
                <a:lnTo>
                  <a:pt x="786" y="990"/>
                </a:lnTo>
                <a:lnTo>
                  <a:pt x="786" y="997"/>
                </a:lnTo>
                <a:close/>
                <a:moveTo>
                  <a:pt x="802" y="997"/>
                </a:moveTo>
                <a:lnTo>
                  <a:pt x="810" y="997"/>
                </a:lnTo>
                <a:lnTo>
                  <a:pt x="810" y="990"/>
                </a:lnTo>
                <a:lnTo>
                  <a:pt x="802" y="990"/>
                </a:lnTo>
                <a:lnTo>
                  <a:pt x="802" y="997"/>
                </a:lnTo>
                <a:close/>
                <a:moveTo>
                  <a:pt x="819" y="997"/>
                </a:moveTo>
                <a:lnTo>
                  <a:pt x="826" y="997"/>
                </a:lnTo>
                <a:lnTo>
                  <a:pt x="826" y="990"/>
                </a:lnTo>
                <a:lnTo>
                  <a:pt x="819" y="990"/>
                </a:lnTo>
                <a:lnTo>
                  <a:pt x="819" y="997"/>
                </a:lnTo>
                <a:close/>
                <a:moveTo>
                  <a:pt x="836" y="997"/>
                </a:moveTo>
                <a:lnTo>
                  <a:pt x="843" y="997"/>
                </a:lnTo>
                <a:lnTo>
                  <a:pt x="843" y="990"/>
                </a:lnTo>
                <a:lnTo>
                  <a:pt x="836" y="990"/>
                </a:lnTo>
                <a:lnTo>
                  <a:pt x="836" y="997"/>
                </a:lnTo>
                <a:close/>
                <a:moveTo>
                  <a:pt x="852" y="997"/>
                </a:moveTo>
                <a:lnTo>
                  <a:pt x="859" y="997"/>
                </a:lnTo>
                <a:lnTo>
                  <a:pt x="859" y="990"/>
                </a:lnTo>
                <a:lnTo>
                  <a:pt x="852" y="990"/>
                </a:lnTo>
                <a:lnTo>
                  <a:pt x="852" y="997"/>
                </a:lnTo>
                <a:close/>
                <a:moveTo>
                  <a:pt x="871" y="997"/>
                </a:moveTo>
                <a:lnTo>
                  <a:pt x="876" y="997"/>
                </a:lnTo>
                <a:lnTo>
                  <a:pt x="876" y="990"/>
                </a:lnTo>
                <a:lnTo>
                  <a:pt x="871" y="990"/>
                </a:lnTo>
                <a:lnTo>
                  <a:pt x="871" y="997"/>
                </a:lnTo>
                <a:close/>
                <a:moveTo>
                  <a:pt x="888" y="997"/>
                </a:moveTo>
                <a:lnTo>
                  <a:pt x="895" y="997"/>
                </a:lnTo>
                <a:lnTo>
                  <a:pt x="895" y="990"/>
                </a:lnTo>
                <a:lnTo>
                  <a:pt x="888" y="990"/>
                </a:lnTo>
                <a:lnTo>
                  <a:pt x="888" y="997"/>
                </a:lnTo>
                <a:close/>
                <a:moveTo>
                  <a:pt x="904" y="997"/>
                </a:moveTo>
                <a:lnTo>
                  <a:pt x="911" y="997"/>
                </a:lnTo>
                <a:lnTo>
                  <a:pt x="911" y="990"/>
                </a:lnTo>
                <a:lnTo>
                  <a:pt x="904" y="990"/>
                </a:lnTo>
                <a:lnTo>
                  <a:pt x="904" y="997"/>
                </a:lnTo>
                <a:close/>
                <a:moveTo>
                  <a:pt x="921" y="997"/>
                </a:moveTo>
                <a:lnTo>
                  <a:pt x="928" y="997"/>
                </a:lnTo>
                <a:lnTo>
                  <a:pt x="928" y="990"/>
                </a:lnTo>
                <a:lnTo>
                  <a:pt x="921" y="990"/>
                </a:lnTo>
                <a:lnTo>
                  <a:pt x="921" y="997"/>
                </a:lnTo>
                <a:close/>
                <a:moveTo>
                  <a:pt x="937" y="997"/>
                </a:moveTo>
                <a:lnTo>
                  <a:pt x="944" y="997"/>
                </a:lnTo>
                <a:lnTo>
                  <a:pt x="944" y="990"/>
                </a:lnTo>
                <a:lnTo>
                  <a:pt x="937" y="990"/>
                </a:lnTo>
                <a:lnTo>
                  <a:pt x="937" y="997"/>
                </a:lnTo>
                <a:close/>
                <a:moveTo>
                  <a:pt x="954" y="997"/>
                </a:moveTo>
                <a:lnTo>
                  <a:pt x="961" y="997"/>
                </a:lnTo>
                <a:lnTo>
                  <a:pt x="961" y="990"/>
                </a:lnTo>
                <a:lnTo>
                  <a:pt x="954" y="990"/>
                </a:lnTo>
                <a:lnTo>
                  <a:pt x="954" y="997"/>
                </a:lnTo>
                <a:close/>
                <a:moveTo>
                  <a:pt x="971" y="997"/>
                </a:moveTo>
                <a:lnTo>
                  <a:pt x="978" y="997"/>
                </a:lnTo>
                <a:lnTo>
                  <a:pt x="978" y="990"/>
                </a:lnTo>
                <a:lnTo>
                  <a:pt x="971" y="990"/>
                </a:lnTo>
                <a:lnTo>
                  <a:pt x="971" y="997"/>
                </a:lnTo>
                <a:close/>
                <a:moveTo>
                  <a:pt x="987" y="997"/>
                </a:moveTo>
                <a:lnTo>
                  <a:pt x="994" y="997"/>
                </a:lnTo>
                <a:lnTo>
                  <a:pt x="994" y="990"/>
                </a:lnTo>
                <a:lnTo>
                  <a:pt x="987" y="990"/>
                </a:lnTo>
                <a:lnTo>
                  <a:pt x="987" y="997"/>
                </a:lnTo>
                <a:close/>
                <a:moveTo>
                  <a:pt x="1004" y="997"/>
                </a:moveTo>
                <a:lnTo>
                  <a:pt x="1011" y="997"/>
                </a:lnTo>
                <a:lnTo>
                  <a:pt x="1011" y="990"/>
                </a:lnTo>
                <a:lnTo>
                  <a:pt x="1004" y="990"/>
                </a:lnTo>
                <a:lnTo>
                  <a:pt x="1004" y="997"/>
                </a:lnTo>
                <a:close/>
                <a:moveTo>
                  <a:pt x="1020" y="997"/>
                </a:moveTo>
                <a:lnTo>
                  <a:pt x="1027" y="997"/>
                </a:lnTo>
                <a:lnTo>
                  <a:pt x="1027" y="990"/>
                </a:lnTo>
                <a:lnTo>
                  <a:pt x="1020" y="990"/>
                </a:lnTo>
                <a:lnTo>
                  <a:pt x="1020" y="997"/>
                </a:lnTo>
                <a:close/>
                <a:moveTo>
                  <a:pt x="1037" y="997"/>
                </a:moveTo>
                <a:lnTo>
                  <a:pt x="1044" y="997"/>
                </a:lnTo>
                <a:lnTo>
                  <a:pt x="1044" y="990"/>
                </a:lnTo>
                <a:lnTo>
                  <a:pt x="1037" y="990"/>
                </a:lnTo>
                <a:lnTo>
                  <a:pt x="1037" y="997"/>
                </a:lnTo>
                <a:close/>
                <a:moveTo>
                  <a:pt x="1053" y="997"/>
                </a:moveTo>
                <a:lnTo>
                  <a:pt x="1061" y="997"/>
                </a:lnTo>
                <a:lnTo>
                  <a:pt x="1061" y="990"/>
                </a:lnTo>
                <a:lnTo>
                  <a:pt x="1053" y="990"/>
                </a:lnTo>
                <a:lnTo>
                  <a:pt x="1053" y="997"/>
                </a:lnTo>
                <a:close/>
                <a:moveTo>
                  <a:pt x="1070" y="997"/>
                </a:moveTo>
                <a:lnTo>
                  <a:pt x="1077" y="997"/>
                </a:lnTo>
                <a:lnTo>
                  <a:pt x="1077" y="990"/>
                </a:lnTo>
                <a:lnTo>
                  <a:pt x="1070" y="990"/>
                </a:lnTo>
                <a:lnTo>
                  <a:pt x="1070" y="997"/>
                </a:lnTo>
                <a:close/>
                <a:moveTo>
                  <a:pt x="1087" y="997"/>
                </a:moveTo>
                <a:lnTo>
                  <a:pt x="1094" y="997"/>
                </a:lnTo>
                <a:lnTo>
                  <a:pt x="1094" y="990"/>
                </a:lnTo>
                <a:lnTo>
                  <a:pt x="1087" y="990"/>
                </a:lnTo>
                <a:lnTo>
                  <a:pt x="1087" y="997"/>
                </a:lnTo>
                <a:close/>
                <a:moveTo>
                  <a:pt x="1103" y="997"/>
                </a:moveTo>
                <a:lnTo>
                  <a:pt x="1110" y="997"/>
                </a:lnTo>
                <a:lnTo>
                  <a:pt x="1110" y="990"/>
                </a:lnTo>
                <a:lnTo>
                  <a:pt x="1103" y="990"/>
                </a:lnTo>
                <a:lnTo>
                  <a:pt x="1103" y="997"/>
                </a:lnTo>
                <a:close/>
                <a:moveTo>
                  <a:pt x="1120" y="997"/>
                </a:moveTo>
                <a:lnTo>
                  <a:pt x="1127" y="997"/>
                </a:lnTo>
                <a:lnTo>
                  <a:pt x="1127" y="990"/>
                </a:lnTo>
                <a:lnTo>
                  <a:pt x="1120" y="990"/>
                </a:lnTo>
                <a:lnTo>
                  <a:pt x="1120" y="997"/>
                </a:lnTo>
                <a:close/>
                <a:moveTo>
                  <a:pt x="1539" y="997"/>
                </a:moveTo>
                <a:lnTo>
                  <a:pt x="1546" y="997"/>
                </a:lnTo>
                <a:lnTo>
                  <a:pt x="1546" y="990"/>
                </a:lnTo>
                <a:lnTo>
                  <a:pt x="1539" y="990"/>
                </a:lnTo>
                <a:lnTo>
                  <a:pt x="1539" y="997"/>
                </a:lnTo>
                <a:close/>
                <a:moveTo>
                  <a:pt x="1555" y="997"/>
                </a:moveTo>
                <a:lnTo>
                  <a:pt x="1563" y="997"/>
                </a:lnTo>
                <a:lnTo>
                  <a:pt x="1563" y="990"/>
                </a:lnTo>
                <a:lnTo>
                  <a:pt x="1555" y="990"/>
                </a:lnTo>
                <a:lnTo>
                  <a:pt x="1555" y="997"/>
                </a:lnTo>
                <a:close/>
                <a:moveTo>
                  <a:pt x="1572" y="997"/>
                </a:moveTo>
                <a:lnTo>
                  <a:pt x="1579" y="997"/>
                </a:lnTo>
                <a:lnTo>
                  <a:pt x="1579" y="990"/>
                </a:lnTo>
                <a:lnTo>
                  <a:pt x="1572" y="990"/>
                </a:lnTo>
                <a:lnTo>
                  <a:pt x="1572" y="997"/>
                </a:lnTo>
                <a:close/>
                <a:moveTo>
                  <a:pt x="1589" y="997"/>
                </a:moveTo>
                <a:lnTo>
                  <a:pt x="1596" y="997"/>
                </a:lnTo>
                <a:lnTo>
                  <a:pt x="1596" y="990"/>
                </a:lnTo>
                <a:lnTo>
                  <a:pt x="1589" y="990"/>
                </a:lnTo>
                <a:lnTo>
                  <a:pt x="1589" y="997"/>
                </a:lnTo>
                <a:close/>
                <a:moveTo>
                  <a:pt x="1605" y="997"/>
                </a:moveTo>
                <a:lnTo>
                  <a:pt x="1612" y="997"/>
                </a:lnTo>
                <a:lnTo>
                  <a:pt x="1612" y="990"/>
                </a:lnTo>
                <a:lnTo>
                  <a:pt x="1605" y="990"/>
                </a:lnTo>
                <a:lnTo>
                  <a:pt x="1605" y="997"/>
                </a:lnTo>
                <a:close/>
                <a:moveTo>
                  <a:pt x="1622" y="997"/>
                </a:moveTo>
                <a:lnTo>
                  <a:pt x="1629" y="997"/>
                </a:lnTo>
                <a:lnTo>
                  <a:pt x="1629" y="990"/>
                </a:lnTo>
                <a:lnTo>
                  <a:pt x="1622" y="990"/>
                </a:lnTo>
                <a:lnTo>
                  <a:pt x="1622" y="997"/>
                </a:lnTo>
                <a:close/>
                <a:moveTo>
                  <a:pt x="1638" y="997"/>
                </a:moveTo>
                <a:lnTo>
                  <a:pt x="1645" y="997"/>
                </a:lnTo>
                <a:lnTo>
                  <a:pt x="1645" y="990"/>
                </a:lnTo>
                <a:lnTo>
                  <a:pt x="1638" y="990"/>
                </a:lnTo>
                <a:lnTo>
                  <a:pt x="1638" y="997"/>
                </a:lnTo>
                <a:close/>
                <a:moveTo>
                  <a:pt x="1657" y="997"/>
                </a:moveTo>
                <a:lnTo>
                  <a:pt x="1664" y="997"/>
                </a:lnTo>
                <a:lnTo>
                  <a:pt x="1664" y="990"/>
                </a:lnTo>
                <a:lnTo>
                  <a:pt x="1657" y="990"/>
                </a:lnTo>
                <a:lnTo>
                  <a:pt x="1657" y="997"/>
                </a:lnTo>
                <a:close/>
                <a:moveTo>
                  <a:pt x="1674" y="997"/>
                </a:moveTo>
                <a:lnTo>
                  <a:pt x="1681" y="997"/>
                </a:lnTo>
                <a:lnTo>
                  <a:pt x="1681" y="990"/>
                </a:lnTo>
                <a:lnTo>
                  <a:pt x="1674" y="990"/>
                </a:lnTo>
                <a:lnTo>
                  <a:pt x="1674" y="997"/>
                </a:lnTo>
                <a:close/>
                <a:moveTo>
                  <a:pt x="1690" y="997"/>
                </a:moveTo>
                <a:lnTo>
                  <a:pt x="1698" y="997"/>
                </a:lnTo>
                <a:lnTo>
                  <a:pt x="1698" y="990"/>
                </a:lnTo>
                <a:lnTo>
                  <a:pt x="1690" y="990"/>
                </a:lnTo>
                <a:lnTo>
                  <a:pt x="1690" y="997"/>
                </a:lnTo>
                <a:close/>
                <a:moveTo>
                  <a:pt x="1707" y="997"/>
                </a:moveTo>
                <a:lnTo>
                  <a:pt x="1714" y="997"/>
                </a:lnTo>
                <a:lnTo>
                  <a:pt x="1714" y="990"/>
                </a:lnTo>
                <a:lnTo>
                  <a:pt x="1707" y="990"/>
                </a:lnTo>
                <a:lnTo>
                  <a:pt x="1707" y="997"/>
                </a:lnTo>
                <a:close/>
                <a:moveTo>
                  <a:pt x="1724" y="997"/>
                </a:moveTo>
                <a:lnTo>
                  <a:pt x="1731" y="997"/>
                </a:lnTo>
                <a:lnTo>
                  <a:pt x="1731" y="990"/>
                </a:lnTo>
                <a:lnTo>
                  <a:pt x="1724" y="990"/>
                </a:lnTo>
                <a:lnTo>
                  <a:pt x="1724" y="997"/>
                </a:lnTo>
                <a:close/>
                <a:moveTo>
                  <a:pt x="1740" y="997"/>
                </a:moveTo>
                <a:lnTo>
                  <a:pt x="1747" y="997"/>
                </a:lnTo>
                <a:lnTo>
                  <a:pt x="1747" y="990"/>
                </a:lnTo>
                <a:lnTo>
                  <a:pt x="1740" y="990"/>
                </a:lnTo>
                <a:lnTo>
                  <a:pt x="1740" y="997"/>
                </a:lnTo>
                <a:close/>
                <a:moveTo>
                  <a:pt x="1757" y="997"/>
                </a:moveTo>
                <a:lnTo>
                  <a:pt x="1764" y="997"/>
                </a:lnTo>
                <a:lnTo>
                  <a:pt x="1764" y="990"/>
                </a:lnTo>
                <a:lnTo>
                  <a:pt x="1757" y="990"/>
                </a:lnTo>
                <a:lnTo>
                  <a:pt x="1757" y="997"/>
                </a:lnTo>
                <a:close/>
                <a:moveTo>
                  <a:pt x="1773" y="997"/>
                </a:moveTo>
                <a:lnTo>
                  <a:pt x="1780" y="997"/>
                </a:lnTo>
                <a:lnTo>
                  <a:pt x="1780" y="990"/>
                </a:lnTo>
                <a:lnTo>
                  <a:pt x="1773" y="990"/>
                </a:lnTo>
                <a:lnTo>
                  <a:pt x="1773" y="997"/>
                </a:lnTo>
                <a:close/>
                <a:moveTo>
                  <a:pt x="1790" y="997"/>
                </a:moveTo>
                <a:lnTo>
                  <a:pt x="1797" y="997"/>
                </a:lnTo>
                <a:lnTo>
                  <a:pt x="1797" y="990"/>
                </a:lnTo>
                <a:lnTo>
                  <a:pt x="1790" y="990"/>
                </a:lnTo>
                <a:lnTo>
                  <a:pt x="1790" y="997"/>
                </a:lnTo>
                <a:close/>
                <a:moveTo>
                  <a:pt x="1806" y="997"/>
                </a:moveTo>
                <a:lnTo>
                  <a:pt x="1814" y="997"/>
                </a:lnTo>
                <a:lnTo>
                  <a:pt x="1814" y="990"/>
                </a:lnTo>
                <a:lnTo>
                  <a:pt x="1806" y="990"/>
                </a:lnTo>
                <a:lnTo>
                  <a:pt x="1806" y="997"/>
                </a:lnTo>
                <a:close/>
                <a:moveTo>
                  <a:pt x="2292" y="997"/>
                </a:moveTo>
                <a:lnTo>
                  <a:pt x="2299" y="997"/>
                </a:lnTo>
                <a:lnTo>
                  <a:pt x="2299" y="990"/>
                </a:lnTo>
                <a:lnTo>
                  <a:pt x="2292" y="990"/>
                </a:lnTo>
                <a:lnTo>
                  <a:pt x="2292" y="997"/>
                </a:lnTo>
                <a:close/>
                <a:moveTo>
                  <a:pt x="2308" y="997"/>
                </a:moveTo>
                <a:lnTo>
                  <a:pt x="2316" y="997"/>
                </a:lnTo>
                <a:lnTo>
                  <a:pt x="2316" y="990"/>
                </a:lnTo>
                <a:lnTo>
                  <a:pt x="2308" y="990"/>
                </a:lnTo>
                <a:lnTo>
                  <a:pt x="2308" y="997"/>
                </a:lnTo>
                <a:close/>
                <a:moveTo>
                  <a:pt x="2325" y="997"/>
                </a:moveTo>
                <a:lnTo>
                  <a:pt x="2332" y="997"/>
                </a:lnTo>
                <a:lnTo>
                  <a:pt x="2332" y="990"/>
                </a:lnTo>
                <a:lnTo>
                  <a:pt x="2325" y="990"/>
                </a:lnTo>
                <a:lnTo>
                  <a:pt x="2325" y="997"/>
                </a:lnTo>
                <a:close/>
                <a:moveTo>
                  <a:pt x="2342" y="997"/>
                </a:moveTo>
                <a:lnTo>
                  <a:pt x="2349" y="997"/>
                </a:lnTo>
                <a:lnTo>
                  <a:pt x="2349" y="990"/>
                </a:lnTo>
                <a:lnTo>
                  <a:pt x="2342" y="990"/>
                </a:lnTo>
                <a:lnTo>
                  <a:pt x="2342" y="997"/>
                </a:lnTo>
                <a:close/>
                <a:moveTo>
                  <a:pt x="2358" y="997"/>
                </a:moveTo>
                <a:lnTo>
                  <a:pt x="2365" y="997"/>
                </a:lnTo>
                <a:lnTo>
                  <a:pt x="2365" y="990"/>
                </a:lnTo>
                <a:lnTo>
                  <a:pt x="2358" y="990"/>
                </a:lnTo>
                <a:lnTo>
                  <a:pt x="2358" y="997"/>
                </a:lnTo>
                <a:close/>
                <a:moveTo>
                  <a:pt x="2375" y="997"/>
                </a:moveTo>
                <a:lnTo>
                  <a:pt x="2382" y="997"/>
                </a:lnTo>
                <a:lnTo>
                  <a:pt x="2382" y="990"/>
                </a:lnTo>
                <a:lnTo>
                  <a:pt x="2375" y="990"/>
                </a:lnTo>
                <a:lnTo>
                  <a:pt x="2375" y="997"/>
                </a:lnTo>
                <a:close/>
                <a:moveTo>
                  <a:pt x="2391" y="997"/>
                </a:moveTo>
                <a:lnTo>
                  <a:pt x="2398" y="997"/>
                </a:lnTo>
                <a:lnTo>
                  <a:pt x="2398" y="990"/>
                </a:lnTo>
                <a:lnTo>
                  <a:pt x="2391" y="990"/>
                </a:lnTo>
                <a:lnTo>
                  <a:pt x="2391" y="997"/>
                </a:lnTo>
                <a:close/>
                <a:moveTo>
                  <a:pt x="2408" y="997"/>
                </a:moveTo>
                <a:lnTo>
                  <a:pt x="2415" y="997"/>
                </a:lnTo>
                <a:lnTo>
                  <a:pt x="2415" y="990"/>
                </a:lnTo>
                <a:lnTo>
                  <a:pt x="2408" y="990"/>
                </a:lnTo>
                <a:lnTo>
                  <a:pt x="2408" y="997"/>
                </a:lnTo>
                <a:close/>
                <a:moveTo>
                  <a:pt x="2427" y="997"/>
                </a:moveTo>
                <a:lnTo>
                  <a:pt x="2434" y="997"/>
                </a:lnTo>
                <a:lnTo>
                  <a:pt x="2434" y="990"/>
                </a:lnTo>
                <a:lnTo>
                  <a:pt x="2427" y="990"/>
                </a:lnTo>
                <a:lnTo>
                  <a:pt x="2427" y="997"/>
                </a:lnTo>
                <a:close/>
                <a:moveTo>
                  <a:pt x="2443" y="997"/>
                </a:moveTo>
                <a:lnTo>
                  <a:pt x="2451" y="997"/>
                </a:lnTo>
                <a:lnTo>
                  <a:pt x="2451" y="990"/>
                </a:lnTo>
                <a:lnTo>
                  <a:pt x="2443" y="990"/>
                </a:lnTo>
                <a:lnTo>
                  <a:pt x="2443" y="997"/>
                </a:lnTo>
                <a:close/>
                <a:moveTo>
                  <a:pt x="2460" y="997"/>
                </a:moveTo>
                <a:lnTo>
                  <a:pt x="2467" y="997"/>
                </a:lnTo>
                <a:lnTo>
                  <a:pt x="2467" y="990"/>
                </a:lnTo>
                <a:lnTo>
                  <a:pt x="2460" y="990"/>
                </a:lnTo>
                <a:lnTo>
                  <a:pt x="2460" y="997"/>
                </a:lnTo>
                <a:close/>
                <a:moveTo>
                  <a:pt x="2477" y="997"/>
                </a:moveTo>
                <a:lnTo>
                  <a:pt x="2484" y="997"/>
                </a:lnTo>
                <a:lnTo>
                  <a:pt x="2484" y="990"/>
                </a:lnTo>
                <a:lnTo>
                  <a:pt x="2477" y="990"/>
                </a:lnTo>
                <a:lnTo>
                  <a:pt x="2477" y="997"/>
                </a:lnTo>
                <a:close/>
                <a:moveTo>
                  <a:pt x="2493" y="997"/>
                </a:moveTo>
                <a:lnTo>
                  <a:pt x="2500" y="997"/>
                </a:lnTo>
                <a:lnTo>
                  <a:pt x="2500" y="990"/>
                </a:lnTo>
                <a:lnTo>
                  <a:pt x="2493" y="990"/>
                </a:lnTo>
                <a:lnTo>
                  <a:pt x="2493" y="997"/>
                </a:lnTo>
                <a:close/>
                <a:moveTo>
                  <a:pt x="2510" y="997"/>
                </a:moveTo>
                <a:lnTo>
                  <a:pt x="2517" y="997"/>
                </a:lnTo>
                <a:lnTo>
                  <a:pt x="2517" y="990"/>
                </a:lnTo>
                <a:lnTo>
                  <a:pt x="2510" y="990"/>
                </a:lnTo>
                <a:lnTo>
                  <a:pt x="2510" y="997"/>
                </a:lnTo>
                <a:close/>
                <a:moveTo>
                  <a:pt x="2526" y="997"/>
                </a:moveTo>
                <a:lnTo>
                  <a:pt x="2533" y="997"/>
                </a:lnTo>
                <a:lnTo>
                  <a:pt x="2533" y="990"/>
                </a:lnTo>
                <a:lnTo>
                  <a:pt x="2526" y="990"/>
                </a:lnTo>
                <a:lnTo>
                  <a:pt x="2526" y="997"/>
                </a:lnTo>
                <a:close/>
                <a:moveTo>
                  <a:pt x="2543" y="997"/>
                </a:moveTo>
                <a:lnTo>
                  <a:pt x="2550" y="997"/>
                </a:lnTo>
                <a:lnTo>
                  <a:pt x="2550" y="990"/>
                </a:lnTo>
                <a:lnTo>
                  <a:pt x="2543" y="990"/>
                </a:lnTo>
                <a:lnTo>
                  <a:pt x="2543" y="997"/>
                </a:lnTo>
                <a:close/>
                <a:moveTo>
                  <a:pt x="2560" y="997"/>
                </a:moveTo>
                <a:lnTo>
                  <a:pt x="2567" y="997"/>
                </a:lnTo>
                <a:lnTo>
                  <a:pt x="2567" y="990"/>
                </a:lnTo>
                <a:lnTo>
                  <a:pt x="2560" y="990"/>
                </a:lnTo>
                <a:lnTo>
                  <a:pt x="2560" y="997"/>
                </a:lnTo>
                <a:close/>
                <a:moveTo>
                  <a:pt x="2576" y="997"/>
                </a:moveTo>
                <a:lnTo>
                  <a:pt x="2583" y="997"/>
                </a:lnTo>
                <a:lnTo>
                  <a:pt x="2583" y="990"/>
                </a:lnTo>
                <a:lnTo>
                  <a:pt x="2576" y="990"/>
                </a:lnTo>
                <a:lnTo>
                  <a:pt x="2576" y="997"/>
                </a:lnTo>
                <a:close/>
                <a:moveTo>
                  <a:pt x="2593" y="997"/>
                </a:moveTo>
                <a:lnTo>
                  <a:pt x="2600" y="997"/>
                </a:lnTo>
                <a:lnTo>
                  <a:pt x="2600" y="990"/>
                </a:lnTo>
                <a:lnTo>
                  <a:pt x="2593" y="990"/>
                </a:lnTo>
                <a:lnTo>
                  <a:pt x="2593" y="997"/>
                </a:lnTo>
                <a:close/>
                <a:moveTo>
                  <a:pt x="2609" y="997"/>
                </a:moveTo>
                <a:lnTo>
                  <a:pt x="2616" y="997"/>
                </a:lnTo>
                <a:lnTo>
                  <a:pt x="2616" y="990"/>
                </a:lnTo>
                <a:lnTo>
                  <a:pt x="2609" y="990"/>
                </a:lnTo>
                <a:lnTo>
                  <a:pt x="2609" y="997"/>
                </a:lnTo>
                <a:close/>
                <a:moveTo>
                  <a:pt x="2626" y="997"/>
                </a:moveTo>
                <a:lnTo>
                  <a:pt x="2633" y="997"/>
                </a:lnTo>
                <a:lnTo>
                  <a:pt x="2633" y="990"/>
                </a:lnTo>
                <a:lnTo>
                  <a:pt x="2626" y="990"/>
                </a:lnTo>
                <a:lnTo>
                  <a:pt x="2626" y="997"/>
                </a:lnTo>
                <a:close/>
                <a:moveTo>
                  <a:pt x="2642" y="997"/>
                </a:moveTo>
                <a:lnTo>
                  <a:pt x="2649" y="997"/>
                </a:lnTo>
                <a:lnTo>
                  <a:pt x="2649" y="990"/>
                </a:lnTo>
                <a:lnTo>
                  <a:pt x="2642" y="990"/>
                </a:lnTo>
                <a:lnTo>
                  <a:pt x="2642" y="997"/>
                </a:lnTo>
                <a:close/>
                <a:moveTo>
                  <a:pt x="2659" y="997"/>
                </a:moveTo>
                <a:lnTo>
                  <a:pt x="2666" y="997"/>
                </a:lnTo>
                <a:lnTo>
                  <a:pt x="2666" y="990"/>
                </a:lnTo>
                <a:lnTo>
                  <a:pt x="2659" y="990"/>
                </a:lnTo>
                <a:lnTo>
                  <a:pt x="2659" y="997"/>
                </a:lnTo>
                <a:close/>
                <a:moveTo>
                  <a:pt x="2694" y="997"/>
                </a:moveTo>
                <a:lnTo>
                  <a:pt x="2702" y="997"/>
                </a:lnTo>
                <a:lnTo>
                  <a:pt x="2702" y="990"/>
                </a:lnTo>
                <a:lnTo>
                  <a:pt x="2694" y="990"/>
                </a:lnTo>
                <a:lnTo>
                  <a:pt x="2694" y="997"/>
                </a:lnTo>
                <a:close/>
                <a:moveTo>
                  <a:pt x="2728" y="997"/>
                </a:moveTo>
                <a:lnTo>
                  <a:pt x="2735" y="997"/>
                </a:lnTo>
                <a:lnTo>
                  <a:pt x="2735" y="990"/>
                </a:lnTo>
                <a:lnTo>
                  <a:pt x="2728" y="990"/>
                </a:lnTo>
                <a:lnTo>
                  <a:pt x="2728" y="997"/>
                </a:lnTo>
                <a:close/>
                <a:moveTo>
                  <a:pt x="2744" y="997"/>
                </a:moveTo>
                <a:lnTo>
                  <a:pt x="2751" y="997"/>
                </a:lnTo>
                <a:lnTo>
                  <a:pt x="2751" y="990"/>
                </a:lnTo>
                <a:lnTo>
                  <a:pt x="2744" y="990"/>
                </a:lnTo>
                <a:lnTo>
                  <a:pt x="2744" y="997"/>
                </a:lnTo>
                <a:close/>
                <a:moveTo>
                  <a:pt x="2761" y="997"/>
                </a:moveTo>
                <a:lnTo>
                  <a:pt x="2768" y="997"/>
                </a:lnTo>
                <a:lnTo>
                  <a:pt x="2768" y="990"/>
                </a:lnTo>
                <a:lnTo>
                  <a:pt x="2761" y="990"/>
                </a:lnTo>
                <a:lnTo>
                  <a:pt x="2761" y="997"/>
                </a:lnTo>
                <a:close/>
                <a:moveTo>
                  <a:pt x="769" y="1014"/>
                </a:moveTo>
                <a:lnTo>
                  <a:pt x="776" y="1014"/>
                </a:lnTo>
                <a:lnTo>
                  <a:pt x="776" y="1007"/>
                </a:lnTo>
                <a:lnTo>
                  <a:pt x="769" y="1007"/>
                </a:lnTo>
                <a:lnTo>
                  <a:pt x="769" y="1014"/>
                </a:lnTo>
                <a:close/>
                <a:moveTo>
                  <a:pt x="786" y="1014"/>
                </a:moveTo>
                <a:lnTo>
                  <a:pt x="793" y="1014"/>
                </a:lnTo>
                <a:lnTo>
                  <a:pt x="793" y="1007"/>
                </a:lnTo>
                <a:lnTo>
                  <a:pt x="786" y="1007"/>
                </a:lnTo>
                <a:lnTo>
                  <a:pt x="786" y="1014"/>
                </a:lnTo>
                <a:close/>
                <a:moveTo>
                  <a:pt x="802" y="1014"/>
                </a:moveTo>
                <a:lnTo>
                  <a:pt x="810" y="1014"/>
                </a:lnTo>
                <a:lnTo>
                  <a:pt x="810" y="1007"/>
                </a:lnTo>
                <a:lnTo>
                  <a:pt x="802" y="1007"/>
                </a:lnTo>
                <a:lnTo>
                  <a:pt x="802" y="1014"/>
                </a:lnTo>
                <a:close/>
                <a:moveTo>
                  <a:pt x="819" y="1014"/>
                </a:moveTo>
                <a:lnTo>
                  <a:pt x="826" y="1014"/>
                </a:lnTo>
                <a:lnTo>
                  <a:pt x="826" y="1007"/>
                </a:lnTo>
                <a:lnTo>
                  <a:pt x="819" y="1007"/>
                </a:lnTo>
                <a:lnTo>
                  <a:pt x="819" y="1014"/>
                </a:lnTo>
                <a:close/>
                <a:moveTo>
                  <a:pt x="836" y="1014"/>
                </a:moveTo>
                <a:lnTo>
                  <a:pt x="843" y="1014"/>
                </a:lnTo>
                <a:lnTo>
                  <a:pt x="843" y="1007"/>
                </a:lnTo>
                <a:lnTo>
                  <a:pt x="836" y="1007"/>
                </a:lnTo>
                <a:lnTo>
                  <a:pt x="836" y="1014"/>
                </a:lnTo>
                <a:close/>
                <a:moveTo>
                  <a:pt x="852" y="1014"/>
                </a:moveTo>
                <a:lnTo>
                  <a:pt x="859" y="1014"/>
                </a:lnTo>
                <a:lnTo>
                  <a:pt x="859" y="1007"/>
                </a:lnTo>
                <a:lnTo>
                  <a:pt x="852" y="1007"/>
                </a:lnTo>
                <a:lnTo>
                  <a:pt x="852" y="1014"/>
                </a:lnTo>
                <a:close/>
                <a:moveTo>
                  <a:pt x="871" y="1014"/>
                </a:moveTo>
                <a:lnTo>
                  <a:pt x="876" y="1014"/>
                </a:lnTo>
                <a:lnTo>
                  <a:pt x="876" y="1007"/>
                </a:lnTo>
                <a:lnTo>
                  <a:pt x="871" y="1007"/>
                </a:lnTo>
                <a:lnTo>
                  <a:pt x="871" y="1014"/>
                </a:lnTo>
                <a:close/>
                <a:moveTo>
                  <a:pt x="888" y="1014"/>
                </a:moveTo>
                <a:lnTo>
                  <a:pt x="895" y="1014"/>
                </a:lnTo>
                <a:lnTo>
                  <a:pt x="895" y="1007"/>
                </a:lnTo>
                <a:lnTo>
                  <a:pt x="888" y="1007"/>
                </a:lnTo>
                <a:lnTo>
                  <a:pt x="888" y="1014"/>
                </a:lnTo>
                <a:close/>
                <a:moveTo>
                  <a:pt x="904" y="1014"/>
                </a:moveTo>
                <a:lnTo>
                  <a:pt x="911" y="1014"/>
                </a:lnTo>
                <a:lnTo>
                  <a:pt x="911" y="1007"/>
                </a:lnTo>
                <a:lnTo>
                  <a:pt x="904" y="1007"/>
                </a:lnTo>
                <a:lnTo>
                  <a:pt x="904" y="1014"/>
                </a:lnTo>
                <a:close/>
                <a:moveTo>
                  <a:pt x="921" y="1014"/>
                </a:moveTo>
                <a:lnTo>
                  <a:pt x="928" y="1014"/>
                </a:lnTo>
                <a:lnTo>
                  <a:pt x="928" y="1007"/>
                </a:lnTo>
                <a:lnTo>
                  <a:pt x="921" y="1007"/>
                </a:lnTo>
                <a:lnTo>
                  <a:pt x="921" y="1014"/>
                </a:lnTo>
                <a:close/>
                <a:moveTo>
                  <a:pt x="937" y="1014"/>
                </a:moveTo>
                <a:lnTo>
                  <a:pt x="944" y="1014"/>
                </a:lnTo>
                <a:lnTo>
                  <a:pt x="944" y="1007"/>
                </a:lnTo>
                <a:lnTo>
                  <a:pt x="937" y="1007"/>
                </a:lnTo>
                <a:lnTo>
                  <a:pt x="937" y="1014"/>
                </a:lnTo>
                <a:close/>
                <a:moveTo>
                  <a:pt x="954" y="1014"/>
                </a:moveTo>
                <a:lnTo>
                  <a:pt x="961" y="1014"/>
                </a:lnTo>
                <a:lnTo>
                  <a:pt x="961" y="1007"/>
                </a:lnTo>
                <a:lnTo>
                  <a:pt x="954" y="1007"/>
                </a:lnTo>
                <a:lnTo>
                  <a:pt x="954" y="1014"/>
                </a:lnTo>
                <a:close/>
                <a:moveTo>
                  <a:pt x="971" y="1014"/>
                </a:moveTo>
                <a:lnTo>
                  <a:pt x="978" y="1014"/>
                </a:lnTo>
                <a:lnTo>
                  <a:pt x="978" y="1007"/>
                </a:lnTo>
                <a:lnTo>
                  <a:pt x="971" y="1007"/>
                </a:lnTo>
                <a:lnTo>
                  <a:pt x="971" y="1014"/>
                </a:lnTo>
                <a:close/>
                <a:moveTo>
                  <a:pt x="987" y="1014"/>
                </a:moveTo>
                <a:lnTo>
                  <a:pt x="994" y="1014"/>
                </a:lnTo>
                <a:lnTo>
                  <a:pt x="994" y="1007"/>
                </a:lnTo>
                <a:lnTo>
                  <a:pt x="987" y="1007"/>
                </a:lnTo>
                <a:lnTo>
                  <a:pt x="987" y="1014"/>
                </a:lnTo>
                <a:close/>
                <a:moveTo>
                  <a:pt x="1004" y="1014"/>
                </a:moveTo>
                <a:lnTo>
                  <a:pt x="1011" y="1014"/>
                </a:lnTo>
                <a:lnTo>
                  <a:pt x="1011" y="1007"/>
                </a:lnTo>
                <a:lnTo>
                  <a:pt x="1004" y="1007"/>
                </a:lnTo>
                <a:lnTo>
                  <a:pt x="1004" y="1014"/>
                </a:lnTo>
                <a:close/>
                <a:moveTo>
                  <a:pt x="1020" y="1014"/>
                </a:moveTo>
                <a:lnTo>
                  <a:pt x="1027" y="1014"/>
                </a:lnTo>
                <a:lnTo>
                  <a:pt x="1027" y="1007"/>
                </a:lnTo>
                <a:lnTo>
                  <a:pt x="1020" y="1007"/>
                </a:lnTo>
                <a:lnTo>
                  <a:pt x="1020" y="1014"/>
                </a:lnTo>
                <a:close/>
                <a:moveTo>
                  <a:pt x="1037" y="1014"/>
                </a:moveTo>
                <a:lnTo>
                  <a:pt x="1044" y="1014"/>
                </a:lnTo>
                <a:lnTo>
                  <a:pt x="1044" y="1007"/>
                </a:lnTo>
                <a:lnTo>
                  <a:pt x="1037" y="1007"/>
                </a:lnTo>
                <a:lnTo>
                  <a:pt x="1037" y="1014"/>
                </a:lnTo>
                <a:close/>
                <a:moveTo>
                  <a:pt x="1053" y="1014"/>
                </a:moveTo>
                <a:lnTo>
                  <a:pt x="1061" y="1014"/>
                </a:lnTo>
                <a:lnTo>
                  <a:pt x="1061" y="1007"/>
                </a:lnTo>
                <a:lnTo>
                  <a:pt x="1053" y="1007"/>
                </a:lnTo>
                <a:lnTo>
                  <a:pt x="1053" y="1014"/>
                </a:lnTo>
                <a:close/>
                <a:moveTo>
                  <a:pt x="1070" y="1014"/>
                </a:moveTo>
                <a:lnTo>
                  <a:pt x="1077" y="1014"/>
                </a:lnTo>
                <a:lnTo>
                  <a:pt x="1077" y="1007"/>
                </a:lnTo>
                <a:lnTo>
                  <a:pt x="1070" y="1007"/>
                </a:lnTo>
                <a:lnTo>
                  <a:pt x="1070" y="1014"/>
                </a:lnTo>
                <a:close/>
                <a:moveTo>
                  <a:pt x="1087" y="1014"/>
                </a:moveTo>
                <a:lnTo>
                  <a:pt x="1094" y="1014"/>
                </a:lnTo>
                <a:lnTo>
                  <a:pt x="1094" y="1007"/>
                </a:lnTo>
                <a:lnTo>
                  <a:pt x="1087" y="1007"/>
                </a:lnTo>
                <a:lnTo>
                  <a:pt x="1087" y="1014"/>
                </a:lnTo>
                <a:close/>
                <a:moveTo>
                  <a:pt x="1103" y="1014"/>
                </a:moveTo>
                <a:lnTo>
                  <a:pt x="1110" y="1014"/>
                </a:lnTo>
                <a:lnTo>
                  <a:pt x="1110" y="1007"/>
                </a:lnTo>
                <a:lnTo>
                  <a:pt x="1103" y="1007"/>
                </a:lnTo>
                <a:lnTo>
                  <a:pt x="1103" y="1014"/>
                </a:lnTo>
                <a:close/>
                <a:moveTo>
                  <a:pt x="1120" y="1014"/>
                </a:moveTo>
                <a:lnTo>
                  <a:pt x="1127" y="1014"/>
                </a:lnTo>
                <a:lnTo>
                  <a:pt x="1127" y="1007"/>
                </a:lnTo>
                <a:lnTo>
                  <a:pt x="1120" y="1007"/>
                </a:lnTo>
                <a:lnTo>
                  <a:pt x="1120" y="1014"/>
                </a:lnTo>
                <a:close/>
                <a:moveTo>
                  <a:pt x="1139" y="1014"/>
                </a:moveTo>
                <a:lnTo>
                  <a:pt x="1146" y="1014"/>
                </a:lnTo>
                <a:lnTo>
                  <a:pt x="1146" y="1007"/>
                </a:lnTo>
                <a:lnTo>
                  <a:pt x="1139" y="1007"/>
                </a:lnTo>
                <a:lnTo>
                  <a:pt x="1139" y="1014"/>
                </a:lnTo>
                <a:close/>
                <a:moveTo>
                  <a:pt x="1155" y="1014"/>
                </a:moveTo>
                <a:lnTo>
                  <a:pt x="1162" y="1014"/>
                </a:lnTo>
                <a:lnTo>
                  <a:pt x="1162" y="1007"/>
                </a:lnTo>
                <a:lnTo>
                  <a:pt x="1155" y="1007"/>
                </a:lnTo>
                <a:lnTo>
                  <a:pt x="1155" y="1014"/>
                </a:lnTo>
                <a:close/>
                <a:moveTo>
                  <a:pt x="1539" y="1014"/>
                </a:moveTo>
                <a:lnTo>
                  <a:pt x="1546" y="1014"/>
                </a:lnTo>
                <a:lnTo>
                  <a:pt x="1546" y="1007"/>
                </a:lnTo>
                <a:lnTo>
                  <a:pt x="1539" y="1007"/>
                </a:lnTo>
                <a:lnTo>
                  <a:pt x="1539" y="1014"/>
                </a:lnTo>
                <a:close/>
                <a:moveTo>
                  <a:pt x="1555" y="1014"/>
                </a:moveTo>
                <a:lnTo>
                  <a:pt x="1563" y="1014"/>
                </a:lnTo>
                <a:lnTo>
                  <a:pt x="1563" y="1007"/>
                </a:lnTo>
                <a:lnTo>
                  <a:pt x="1555" y="1007"/>
                </a:lnTo>
                <a:lnTo>
                  <a:pt x="1555" y="1014"/>
                </a:lnTo>
                <a:close/>
                <a:moveTo>
                  <a:pt x="1572" y="1014"/>
                </a:moveTo>
                <a:lnTo>
                  <a:pt x="1579" y="1014"/>
                </a:lnTo>
                <a:lnTo>
                  <a:pt x="1579" y="1007"/>
                </a:lnTo>
                <a:lnTo>
                  <a:pt x="1572" y="1007"/>
                </a:lnTo>
                <a:lnTo>
                  <a:pt x="1572" y="1014"/>
                </a:lnTo>
                <a:close/>
                <a:moveTo>
                  <a:pt x="1589" y="1014"/>
                </a:moveTo>
                <a:lnTo>
                  <a:pt x="1596" y="1014"/>
                </a:lnTo>
                <a:lnTo>
                  <a:pt x="1596" y="1007"/>
                </a:lnTo>
                <a:lnTo>
                  <a:pt x="1589" y="1007"/>
                </a:lnTo>
                <a:lnTo>
                  <a:pt x="1589" y="1014"/>
                </a:lnTo>
                <a:close/>
                <a:moveTo>
                  <a:pt x="1605" y="1014"/>
                </a:moveTo>
                <a:lnTo>
                  <a:pt x="1612" y="1014"/>
                </a:lnTo>
                <a:lnTo>
                  <a:pt x="1612" y="1007"/>
                </a:lnTo>
                <a:lnTo>
                  <a:pt x="1605" y="1007"/>
                </a:lnTo>
                <a:lnTo>
                  <a:pt x="1605" y="1014"/>
                </a:lnTo>
                <a:close/>
                <a:moveTo>
                  <a:pt x="1622" y="1014"/>
                </a:moveTo>
                <a:lnTo>
                  <a:pt x="1629" y="1014"/>
                </a:lnTo>
                <a:lnTo>
                  <a:pt x="1629" y="1007"/>
                </a:lnTo>
                <a:lnTo>
                  <a:pt x="1622" y="1007"/>
                </a:lnTo>
                <a:lnTo>
                  <a:pt x="1622" y="1014"/>
                </a:lnTo>
                <a:close/>
                <a:moveTo>
                  <a:pt x="1638" y="1014"/>
                </a:moveTo>
                <a:lnTo>
                  <a:pt x="1645" y="1014"/>
                </a:lnTo>
                <a:lnTo>
                  <a:pt x="1645" y="1007"/>
                </a:lnTo>
                <a:lnTo>
                  <a:pt x="1638" y="1007"/>
                </a:lnTo>
                <a:lnTo>
                  <a:pt x="1638" y="1014"/>
                </a:lnTo>
                <a:close/>
                <a:moveTo>
                  <a:pt x="1657" y="1014"/>
                </a:moveTo>
                <a:lnTo>
                  <a:pt x="1664" y="1014"/>
                </a:lnTo>
                <a:lnTo>
                  <a:pt x="1664" y="1007"/>
                </a:lnTo>
                <a:lnTo>
                  <a:pt x="1657" y="1007"/>
                </a:lnTo>
                <a:lnTo>
                  <a:pt x="1657" y="1014"/>
                </a:lnTo>
                <a:close/>
                <a:moveTo>
                  <a:pt x="1674" y="1014"/>
                </a:moveTo>
                <a:lnTo>
                  <a:pt x="1681" y="1014"/>
                </a:lnTo>
                <a:lnTo>
                  <a:pt x="1681" y="1007"/>
                </a:lnTo>
                <a:lnTo>
                  <a:pt x="1674" y="1007"/>
                </a:lnTo>
                <a:lnTo>
                  <a:pt x="1674" y="1014"/>
                </a:lnTo>
                <a:close/>
                <a:moveTo>
                  <a:pt x="1690" y="1014"/>
                </a:moveTo>
                <a:lnTo>
                  <a:pt x="1698" y="1014"/>
                </a:lnTo>
                <a:lnTo>
                  <a:pt x="1698" y="1007"/>
                </a:lnTo>
                <a:lnTo>
                  <a:pt x="1690" y="1007"/>
                </a:lnTo>
                <a:lnTo>
                  <a:pt x="1690" y="1014"/>
                </a:lnTo>
                <a:close/>
                <a:moveTo>
                  <a:pt x="1707" y="1014"/>
                </a:moveTo>
                <a:lnTo>
                  <a:pt x="1714" y="1014"/>
                </a:lnTo>
                <a:lnTo>
                  <a:pt x="1714" y="1007"/>
                </a:lnTo>
                <a:lnTo>
                  <a:pt x="1707" y="1007"/>
                </a:lnTo>
                <a:lnTo>
                  <a:pt x="1707" y="1014"/>
                </a:lnTo>
                <a:close/>
                <a:moveTo>
                  <a:pt x="1724" y="1014"/>
                </a:moveTo>
                <a:lnTo>
                  <a:pt x="1731" y="1014"/>
                </a:lnTo>
                <a:lnTo>
                  <a:pt x="1731" y="1007"/>
                </a:lnTo>
                <a:lnTo>
                  <a:pt x="1724" y="1007"/>
                </a:lnTo>
                <a:lnTo>
                  <a:pt x="1724" y="1014"/>
                </a:lnTo>
                <a:close/>
                <a:moveTo>
                  <a:pt x="1740" y="1014"/>
                </a:moveTo>
                <a:lnTo>
                  <a:pt x="1747" y="1014"/>
                </a:lnTo>
                <a:lnTo>
                  <a:pt x="1747" y="1007"/>
                </a:lnTo>
                <a:lnTo>
                  <a:pt x="1740" y="1007"/>
                </a:lnTo>
                <a:lnTo>
                  <a:pt x="1740" y="1014"/>
                </a:lnTo>
                <a:close/>
                <a:moveTo>
                  <a:pt x="1757" y="1014"/>
                </a:moveTo>
                <a:lnTo>
                  <a:pt x="1764" y="1014"/>
                </a:lnTo>
                <a:lnTo>
                  <a:pt x="1764" y="1007"/>
                </a:lnTo>
                <a:lnTo>
                  <a:pt x="1757" y="1007"/>
                </a:lnTo>
                <a:lnTo>
                  <a:pt x="1757" y="1014"/>
                </a:lnTo>
                <a:close/>
                <a:moveTo>
                  <a:pt x="1773" y="1014"/>
                </a:moveTo>
                <a:lnTo>
                  <a:pt x="1780" y="1014"/>
                </a:lnTo>
                <a:lnTo>
                  <a:pt x="1780" y="1007"/>
                </a:lnTo>
                <a:lnTo>
                  <a:pt x="1773" y="1007"/>
                </a:lnTo>
                <a:lnTo>
                  <a:pt x="1773" y="1014"/>
                </a:lnTo>
                <a:close/>
                <a:moveTo>
                  <a:pt x="1790" y="1014"/>
                </a:moveTo>
                <a:lnTo>
                  <a:pt x="1797" y="1014"/>
                </a:lnTo>
                <a:lnTo>
                  <a:pt x="1797" y="1007"/>
                </a:lnTo>
                <a:lnTo>
                  <a:pt x="1790" y="1007"/>
                </a:lnTo>
                <a:lnTo>
                  <a:pt x="1790" y="1014"/>
                </a:lnTo>
                <a:close/>
                <a:moveTo>
                  <a:pt x="2308" y="1014"/>
                </a:moveTo>
                <a:lnTo>
                  <a:pt x="2316" y="1014"/>
                </a:lnTo>
                <a:lnTo>
                  <a:pt x="2316" y="1007"/>
                </a:lnTo>
                <a:lnTo>
                  <a:pt x="2308" y="1007"/>
                </a:lnTo>
                <a:lnTo>
                  <a:pt x="2308" y="1014"/>
                </a:lnTo>
                <a:close/>
                <a:moveTo>
                  <a:pt x="2325" y="1014"/>
                </a:moveTo>
                <a:lnTo>
                  <a:pt x="2332" y="1014"/>
                </a:lnTo>
                <a:lnTo>
                  <a:pt x="2332" y="1007"/>
                </a:lnTo>
                <a:lnTo>
                  <a:pt x="2325" y="1007"/>
                </a:lnTo>
                <a:lnTo>
                  <a:pt x="2325" y="1014"/>
                </a:lnTo>
                <a:close/>
                <a:moveTo>
                  <a:pt x="2342" y="1014"/>
                </a:moveTo>
                <a:lnTo>
                  <a:pt x="2349" y="1014"/>
                </a:lnTo>
                <a:lnTo>
                  <a:pt x="2349" y="1007"/>
                </a:lnTo>
                <a:lnTo>
                  <a:pt x="2342" y="1007"/>
                </a:lnTo>
                <a:lnTo>
                  <a:pt x="2342" y="1014"/>
                </a:lnTo>
                <a:close/>
                <a:moveTo>
                  <a:pt x="2391" y="1014"/>
                </a:moveTo>
                <a:lnTo>
                  <a:pt x="2398" y="1014"/>
                </a:lnTo>
                <a:lnTo>
                  <a:pt x="2398" y="1007"/>
                </a:lnTo>
                <a:lnTo>
                  <a:pt x="2391" y="1007"/>
                </a:lnTo>
                <a:lnTo>
                  <a:pt x="2391" y="1014"/>
                </a:lnTo>
                <a:close/>
                <a:moveTo>
                  <a:pt x="2427" y="1014"/>
                </a:moveTo>
                <a:lnTo>
                  <a:pt x="2434" y="1014"/>
                </a:lnTo>
                <a:lnTo>
                  <a:pt x="2434" y="1007"/>
                </a:lnTo>
                <a:lnTo>
                  <a:pt x="2427" y="1007"/>
                </a:lnTo>
                <a:lnTo>
                  <a:pt x="2427" y="1014"/>
                </a:lnTo>
                <a:close/>
                <a:moveTo>
                  <a:pt x="2460" y="1014"/>
                </a:moveTo>
                <a:lnTo>
                  <a:pt x="2467" y="1014"/>
                </a:lnTo>
                <a:lnTo>
                  <a:pt x="2467" y="1007"/>
                </a:lnTo>
                <a:lnTo>
                  <a:pt x="2460" y="1007"/>
                </a:lnTo>
                <a:lnTo>
                  <a:pt x="2460" y="1014"/>
                </a:lnTo>
                <a:close/>
                <a:moveTo>
                  <a:pt x="2477" y="1014"/>
                </a:moveTo>
                <a:lnTo>
                  <a:pt x="2484" y="1014"/>
                </a:lnTo>
                <a:lnTo>
                  <a:pt x="2484" y="1007"/>
                </a:lnTo>
                <a:lnTo>
                  <a:pt x="2477" y="1007"/>
                </a:lnTo>
                <a:lnTo>
                  <a:pt x="2477" y="1014"/>
                </a:lnTo>
                <a:close/>
                <a:moveTo>
                  <a:pt x="2493" y="1014"/>
                </a:moveTo>
                <a:lnTo>
                  <a:pt x="2500" y="1014"/>
                </a:lnTo>
                <a:lnTo>
                  <a:pt x="2500" y="1007"/>
                </a:lnTo>
                <a:lnTo>
                  <a:pt x="2493" y="1007"/>
                </a:lnTo>
                <a:lnTo>
                  <a:pt x="2493" y="1014"/>
                </a:lnTo>
                <a:close/>
                <a:moveTo>
                  <a:pt x="2526" y="1014"/>
                </a:moveTo>
                <a:lnTo>
                  <a:pt x="2533" y="1014"/>
                </a:lnTo>
                <a:lnTo>
                  <a:pt x="2533" y="1007"/>
                </a:lnTo>
                <a:lnTo>
                  <a:pt x="2526" y="1007"/>
                </a:lnTo>
                <a:lnTo>
                  <a:pt x="2526" y="1014"/>
                </a:lnTo>
                <a:close/>
                <a:moveTo>
                  <a:pt x="2543" y="1014"/>
                </a:moveTo>
                <a:lnTo>
                  <a:pt x="2550" y="1014"/>
                </a:lnTo>
                <a:lnTo>
                  <a:pt x="2550" y="1007"/>
                </a:lnTo>
                <a:lnTo>
                  <a:pt x="2543" y="1007"/>
                </a:lnTo>
                <a:lnTo>
                  <a:pt x="2543" y="1014"/>
                </a:lnTo>
                <a:close/>
                <a:moveTo>
                  <a:pt x="2560" y="1014"/>
                </a:moveTo>
                <a:lnTo>
                  <a:pt x="2567" y="1014"/>
                </a:lnTo>
                <a:lnTo>
                  <a:pt x="2567" y="1007"/>
                </a:lnTo>
                <a:lnTo>
                  <a:pt x="2560" y="1007"/>
                </a:lnTo>
                <a:lnTo>
                  <a:pt x="2560" y="1014"/>
                </a:lnTo>
                <a:close/>
                <a:moveTo>
                  <a:pt x="2576" y="1014"/>
                </a:moveTo>
                <a:lnTo>
                  <a:pt x="2583" y="1014"/>
                </a:lnTo>
                <a:lnTo>
                  <a:pt x="2583" y="1007"/>
                </a:lnTo>
                <a:lnTo>
                  <a:pt x="2576" y="1007"/>
                </a:lnTo>
                <a:lnTo>
                  <a:pt x="2576" y="1014"/>
                </a:lnTo>
                <a:close/>
                <a:moveTo>
                  <a:pt x="2593" y="1014"/>
                </a:moveTo>
                <a:lnTo>
                  <a:pt x="2600" y="1014"/>
                </a:lnTo>
                <a:lnTo>
                  <a:pt x="2600" y="1007"/>
                </a:lnTo>
                <a:lnTo>
                  <a:pt x="2593" y="1007"/>
                </a:lnTo>
                <a:lnTo>
                  <a:pt x="2593" y="1014"/>
                </a:lnTo>
                <a:close/>
                <a:moveTo>
                  <a:pt x="2609" y="1014"/>
                </a:moveTo>
                <a:lnTo>
                  <a:pt x="2616" y="1014"/>
                </a:lnTo>
                <a:lnTo>
                  <a:pt x="2616" y="1007"/>
                </a:lnTo>
                <a:lnTo>
                  <a:pt x="2609" y="1007"/>
                </a:lnTo>
                <a:lnTo>
                  <a:pt x="2609" y="1014"/>
                </a:lnTo>
                <a:close/>
                <a:moveTo>
                  <a:pt x="2626" y="1014"/>
                </a:moveTo>
                <a:lnTo>
                  <a:pt x="2633" y="1014"/>
                </a:lnTo>
                <a:lnTo>
                  <a:pt x="2633" y="1007"/>
                </a:lnTo>
                <a:lnTo>
                  <a:pt x="2626" y="1007"/>
                </a:lnTo>
                <a:lnTo>
                  <a:pt x="2626" y="1014"/>
                </a:lnTo>
                <a:close/>
                <a:moveTo>
                  <a:pt x="2642" y="1014"/>
                </a:moveTo>
                <a:lnTo>
                  <a:pt x="2649" y="1014"/>
                </a:lnTo>
                <a:lnTo>
                  <a:pt x="2649" y="1007"/>
                </a:lnTo>
                <a:lnTo>
                  <a:pt x="2642" y="1007"/>
                </a:lnTo>
                <a:lnTo>
                  <a:pt x="2642" y="1014"/>
                </a:lnTo>
                <a:close/>
                <a:moveTo>
                  <a:pt x="2659" y="1014"/>
                </a:moveTo>
                <a:lnTo>
                  <a:pt x="2666" y="1014"/>
                </a:lnTo>
                <a:lnTo>
                  <a:pt x="2666" y="1007"/>
                </a:lnTo>
                <a:lnTo>
                  <a:pt x="2659" y="1007"/>
                </a:lnTo>
                <a:lnTo>
                  <a:pt x="2659" y="1014"/>
                </a:lnTo>
                <a:close/>
                <a:moveTo>
                  <a:pt x="2678" y="1014"/>
                </a:moveTo>
                <a:lnTo>
                  <a:pt x="2683" y="1014"/>
                </a:lnTo>
                <a:lnTo>
                  <a:pt x="2683" y="1007"/>
                </a:lnTo>
                <a:lnTo>
                  <a:pt x="2678" y="1007"/>
                </a:lnTo>
                <a:lnTo>
                  <a:pt x="2678" y="1014"/>
                </a:lnTo>
                <a:close/>
                <a:moveTo>
                  <a:pt x="2694" y="1014"/>
                </a:moveTo>
                <a:lnTo>
                  <a:pt x="2702" y="1014"/>
                </a:lnTo>
                <a:lnTo>
                  <a:pt x="2702" y="1007"/>
                </a:lnTo>
                <a:lnTo>
                  <a:pt x="2694" y="1007"/>
                </a:lnTo>
                <a:lnTo>
                  <a:pt x="2694" y="1014"/>
                </a:lnTo>
                <a:close/>
                <a:moveTo>
                  <a:pt x="2711" y="1014"/>
                </a:moveTo>
                <a:lnTo>
                  <a:pt x="2718" y="1014"/>
                </a:lnTo>
                <a:lnTo>
                  <a:pt x="2718" y="1007"/>
                </a:lnTo>
                <a:lnTo>
                  <a:pt x="2711" y="1007"/>
                </a:lnTo>
                <a:lnTo>
                  <a:pt x="2711" y="1014"/>
                </a:lnTo>
                <a:close/>
                <a:moveTo>
                  <a:pt x="2728" y="1014"/>
                </a:moveTo>
                <a:lnTo>
                  <a:pt x="2735" y="1014"/>
                </a:lnTo>
                <a:lnTo>
                  <a:pt x="2735" y="1007"/>
                </a:lnTo>
                <a:lnTo>
                  <a:pt x="2728" y="1007"/>
                </a:lnTo>
                <a:lnTo>
                  <a:pt x="2728" y="1014"/>
                </a:lnTo>
                <a:close/>
                <a:moveTo>
                  <a:pt x="2744" y="1014"/>
                </a:moveTo>
                <a:lnTo>
                  <a:pt x="2751" y="1014"/>
                </a:lnTo>
                <a:lnTo>
                  <a:pt x="2751" y="1007"/>
                </a:lnTo>
                <a:lnTo>
                  <a:pt x="2744" y="1007"/>
                </a:lnTo>
                <a:lnTo>
                  <a:pt x="2744" y="1014"/>
                </a:lnTo>
                <a:close/>
                <a:moveTo>
                  <a:pt x="2761" y="1014"/>
                </a:moveTo>
                <a:lnTo>
                  <a:pt x="2768" y="1014"/>
                </a:lnTo>
                <a:lnTo>
                  <a:pt x="2768" y="1007"/>
                </a:lnTo>
                <a:lnTo>
                  <a:pt x="2761" y="1007"/>
                </a:lnTo>
                <a:lnTo>
                  <a:pt x="2761" y="1014"/>
                </a:lnTo>
                <a:close/>
                <a:moveTo>
                  <a:pt x="769" y="1031"/>
                </a:moveTo>
                <a:lnTo>
                  <a:pt x="776" y="1031"/>
                </a:lnTo>
                <a:lnTo>
                  <a:pt x="776" y="1023"/>
                </a:lnTo>
                <a:lnTo>
                  <a:pt x="769" y="1023"/>
                </a:lnTo>
                <a:lnTo>
                  <a:pt x="769" y="1031"/>
                </a:lnTo>
                <a:close/>
                <a:moveTo>
                  <a:pt x="786" y="1031"/>
                </a:moveTo>
                <a:lnTo>
                  <a:pt x="793" y="1031"/>
                </a:lnTo>
                <a:lnTo>
                  <a:pt x="793" y="1023"/>
                </a:lnTo>
                <a:lnTo>
                  <a:pt x="786" y="1023"/>
                </a:lnTo>
                <a:lnTo>
                  <a:pt x="786" y="1031"/>
                </a:lnTo>
                <a:close/>
                <a:moveTo>
                  <a:pt x="802" y="1031"/>
                </a:moveTo>
                <a:lnTo>
                  <a:pt x="810" y="1031"/>
                </a:lnTo>
                <a:lnTo>
                  <a:pt x="810" y="1023"/>
                </a:lnTo>
                <a:lnTo>
                  <a:pt x="802" y="1023"/>
                </a:lnTo>
                <a:lnTo>
                  <a:pt x="802" y="1031"/>
                </a:lnTo>
                <a:close/>
                <a:moveTo>
                  <a:pt x="819" y="1031"/>
                </a:moveTo>
                <a:lnTo>
                  <a:pt x="826" y="1031"/>
                </a:lnTo>
                <a:lnTo>
                  <a:pt x="826" y="1023"/>
                </a:lnTo>
                <a:lnTo>
                  <a:pt x="819" y="1023"/>
                </a:lnTo>
                <a:lnTo>
                  <a:pt x="819" y="1031"/>
                </a:lnTo>
                <a:close/>
                <a:moveTo>
                  <a:pt x="836" y="1031"/>
                </a:moveTo>
                <a:lnTo>
                  <a:pt x="843" y="1031"/>
                </a:lnTo>
                <a:lnTo>
                  <a:pt x="843" y="1023"/>
                </a:lnTo>
                <a:lnTo>
                  <a:pt x="836" y="1023"/>
                </a:lnTo>
                <a:lnTo>
                  <a:pt x="836" y="1031"/>
                </a:lnTo>
                <a:close/>
                <a:moveTo>
                  <a:pt x="852" y="1031"/>
                </a:moveTo>
                <a:lnTo>
                  <a:pt x="859" y="1031"/>
                </a:lnTo>
                <a:lnTo>
                  <a:pt x="859" y="1023"/>
                </a:lnTo>
                <a:lnTo>
                  <a:pt x="852" y="1023"/>
                </a:lnTo>
                <a:lnTo>
                  <a:pt x="852" y="1031"/>
                </a:lnTo>
                <a:close/>
                <a:moveTo>
                  <a:pt x="871" y="1031"/>
                </a:moveTo>
                <a:lnTo>
                  <a:pt x="876" y="1031"/>
                </a:lnTo>
                <a:lnTo>
                  <a:pt x="876" y="1023"/>
                </a:lnTo>
                <a:lnTo>
                  <a:pt x="871" y="1023"/>
                </a:lnTo>
                <a:lnTo>
                  <a:pt x="871" y="1031"/>
                </a:lnTo>
                <a:close/>
                <a:moveTo>
                  <a:pt x="888" y="1031"/>
                </a:moveTo>
                <a:lnTo>
                  <a:pt x="895" y="1031"/>
                </a:lnTo>
                <a:lnTo>
                  <a:pt x="895" y="1023"/>
                </a:lnTo>
                <a:lnTo>
                  <a:pt x="888" y="1023"/>
                </a:lnTo>
                <a:lnTo>
                  <a:pt x="888" y="1031"/>
                </a:lnTo>
                <a:close/>
                <a:moveTo>
                  <a:pt x="904" y="1031"/>
                </a:moveTo>
                <a:lnTo>
                  <a:pt x="911" y="1031"/>
                </a:lnTo>
                <a:lnTo>
                  <a:pt x="911" y="1023"/>
                </a:lnTo>
                <a:lnTo>
                  <a:pt x="904" y="1023"/>
                </a:lnTo>
                <a:lnTo>
                  <a:pt x="904" y="1031"/>
                </a:lnTo>
                <a:close/>
                <a:moveTo>
                  <a:pt x="921" y="1031"/>
                </a:moveTo>
                <a:lnTo>
                  <a:pt x="928" y="1031"/>
                </a:lnTo>
                <a:lnTo>
                  <a:pt x="928" y="1023"/>
                </a:lnTo>
                <a:lnTo>
                  <a:pt x="921" y="1023"/>
                </a:lnTo>
                <a:lnTo>
                  <a:pt x="921" y="1031"/>
                </a:lnTo>
                <a:close/>
                <a:moveTo>
                  <a:pt x="937" y="1031"/>
                </a:moveTo>
                <a:lnTo>
                  <a:pt x="944" y="1031"/>
                </a:lnTo>
                <a:lnTo>
                  <a:pt x="944" y="1023"/>
                </a:lnTo>
                <a:lnTo>
                  <a:pt x="937" y="1023"/>
                </a:lnTo>
                <a:lnTo>
                  <a:pt x="937" y="1031"/>
                </a:lnTo>
                <a:close/>
                <a:moveTo>
                  <a:pt x="954" y="1031"/>
                </a:moveTo>
                <a:lnTo>
                  <a:pt x="961" y="1031"/>
                </a:lnTo>
                <a:lnTo>
                  <a:pt x="961" y="1023"/>
                </a:lnTo>
                <a:lnTo>
                  <a:pt x="954" y="1023"/>
                </a:lnTo>
                <a:lnTo>
                  <a:pt x="954" y="1031"/>
                </a:lnTo>
                <a:close/>
                <a:moveTo>
                  <a:pt x="971" y="1031"/>
                </a:moveTo>
                <a:lnTo>
                  <a:pt x="978" y="1031"/>
                </a:lnTo>
                <a:lnTo>
                  <a:pt x="978" y="1023"/>
                </a:lnTo>
                <a:lnTo>
                  <a:pt x="971" y="1023"/>
                </a:lnTo>
                <a:lnTo>
                  <a:pt x="971" y="1031"/>
                </a:lnTo>
                <a:close/>
                <a:moveTo>
                  <a:pt x="987" y="1031"/>
                </a:moveTo>
                <a:lnTo>
                  <a:pt x="994" y="1031"/>
                </a:lnTo>
                <a:lnTo>
                  <a:pt x="994" y="1023"/>
                </a:lnTo>
                <a:lnTo>
                  <a:pt x="987" y="1023"/>
                </a:lnTo>
                <a:lnTo>
                  <a:pt x="987" y="1031"/>
                </a:lnTo>
                <a:close/>
                <a:moveTo>
                  <a:pt x="1004" y="1031"/>
                </a:moveTo>
                <a:lnTo>
                  <a:pt x="1011" y="1031"/>
                </a:lnTo>
                <a:lnTo>
                  <a:pt x="1011" y="1023"/>
                </a:lnTo>
                <a:lnTo>
                  <a:pt x="1004" y="1023"/>
                </a:lnTo>
                <a:lnTo>
                  <a:pt x="1004" y="1031"/>
                </a:lnTo>
                <a:close/>
                <a:moveTo>
                  <a:pt x="1020" y="1031"/>
                </a:moveTo>
                <a:lnTo>
                  <a:pt x="1027" y="1031"/>
                </a:lnTo>
                <a:lnTo>
                  <a:pt x="1027" y="1023"/>
                </a:lnTo>
                <a:lnTo>
                  <a:pt x="1020" y="1023"/>
                </a:lnTo>
                <a:lnTo>
                  <a:pt x="1020" y="1031"/>
                </a:lnTo>
                <a:close/>
                <a:moveTo>
                  <a:pt x="1037" y="1031"/>
                </a:moveTo>
                <a:lnTo>
                  <a:pt x="1044" y="1031"/>
                </a:lnTo>
                <a:lnTo>
                  <a:pt x="1044" y="1023"/>
                </a:lnTo>
                <a:lnTo>
                  <a:pt x="1037" y="1023"/>
                </a:lnTo>
                <a:lnTo>
                  <a:pt x="1037" y="1031"/>
                </a:lnTo>
                <a:close/>
                <a:moveTo>
                  <a:pt x="1053" y="1031"/>
                </a:moveTo>
                <a:lnTo>
                  <a:pt x="1061" y="1031"/>
                </a:lnTo>
                <a:lnTo>
                  <a:pt x="1061" y="1023"/>
                </a:lnTo>
                <a:lnTo>
                  <a:pt x="1053" y="1023"/>
                </a:lnTo>
                <a:lnTo>
                  <a:pt x="1053" y="1031"/>
                </a:lnTo>
                <a:close/>
                <a:moveTo>
                  <a:pt x="1070" y="1031"/>
                </a:moveTo>
                <a:lnTo>
                  <a:pt x="1077" y="1031"/>
                </a:lnTo>
                <a:lnTo>
                  <a:pt x="1077" y="1023"/>
                </a:lnTo>
                <a:lnTo>
                  <a:pt x="1070" y="1023"/>
                </a:lnTo>
                <a:lnTo>
                  <a:pt x="1070" y="1031"/>
                </a:lnTo>
                <a:close/>
                <a:moveTo>
                  <a:pt x="1087" y="1031"/>
                </a:moveTo>
                <a:lnTo>
                  <a:pt x="1094" y="1031"/>
                </a:lnTo>
                <a:lnTo>
                  <a:pt x="1094" y="1023"/>
                </a:lnTo>
                <a:lnTo>
                  <a:pt x="1087" y="1023"/>
                </a:lnTo>
                <a:lnTo>
                  <a:pt x="1087" y="1031"/>
                </a:lnTo>
                <a:close/>
                <a:moveTo>
                  <a:pt x="1103" y="1031"/>
                </a:moveTo>
                <a:lnTo>
                  <a:pt x="1110" y="1031"/>
                </a:lnTo>
                <a:lnTo>
                  <a:pt x="1110" y="1023"/>
                </a:lnTo>
                <a:lnTo>
                  <a:pt x="1103" y="1023"/>
                </a:lnTo>
                <a:lnTo>
                  <a:pt x="1103" y="1031"/>
                </a:lnTo>
                <a:close/>
                <a:moveTo>
                  <a:pt x="1120" y="1031"/>
                </a:moveTo>
                <a:lnTo>
                  <a:pt x="1127" y="1031"/>
                </a:lnTo>
                <a:lnTo>
                  <a:pt x="1127" y="1023"/>
                </a:lnTo>
                <a:lnTo>
                  <a:pt x="1120" y="1023"/>
                </a:lnTo>
                <a:lnTo>
                  <a:pt x="1120" y="1031"/>
                </a:lnTo>
                <a:close/>
                <a:moveTo>
                  <a:pt x="1139" y="1031"/>
                </a:moveTo>
                <a:lnTo>
                  <a:pt x="1146" y="1031"/>
                </a:lnTo>
                <a:lnTo>
                  <a:pt x="1146" y="1023"/>
                </a:lnTo>
                <a:lnTo>
                  <a:pt x="1139" y="1023"/>
                </a:lnTo>
                <a:lnTo>
                  <a:pt x="1139" y="1031"/>
                </a:lnTo>
                <a:close/>
                <a:moveTo>
                  <a:pt x="1155" y="1031"/>
                </a:moveTo>
                <a:lnTo>
                  <a:pt x="1162" y="1031"/>
                </a:lnTo>
                <a:lnTo>
                  <a:pt x="1162" y="1023"/>
                </a:lnTo>
                <a:lnTo>
                  <a:pt x="1155" y="1023"/>
                </a:lnTo>
                <a:lnTo>
                  <a:pt x="1155" y="1031"/>
                </a:lnTo>
                <a:close/>
                <a:moveTo>
                  <a:pt x="1555" y="1031"/>
                </a:moveTo>
                <a:lnTo>
                  <a:pt x="1563" y="1031"/>
                </a:lnTo>
                <a:lnTo>
                  <a:pt x="1563" y="1023"/>
                </a:lnTo>
                <a:lnTo>
                  <a:pt x="1555" y="1023"/>
                </a:lnTo>
                <a:lnTo>
                  <a:pt x="1555" y="1031"/>
                </a:lnTo>
                <a:close/>
                <a:moveTo>
                  <a:pt x="1572" y="1031"/>
                </a:moveTo>
                <a:lnTo>
                  <a:pt x="1579" y="1031"/>
                </a:lnTo>
                <a:lnTo>
                  <a:pt x="1579" y="1023"/>
                </a:lnTo>
                <a:lnTo>
                  <a:pt x="1572" y="1023"/>
                </a:lnTo>
                <a:lnTo>
                  <a:pt x="1572" y="1031"/>
                </a:lnTo>
                <a:close/>
                <a:moveTo>
                  <a:pt x="1589" y="1031"/>
                </a:moveTo>
                <a:lnTo>
                  <a:pt x="1596" y="1031"/>
                </a:lnTo>
                <a:lnTo>
                  <a:pt x="1596" y="1023"/>
                </a:lnTo>
                <a:lnTo>
                  <a:pt x="1589" y="1023"/>
                </a:lnTo>
                <a:lnTo>
                  <a:pt x="1589" y="1031"/>
                </a:lnTo>
                <a:close/>
                <a:moveTo>
                  <a:pt x="1605" y="1031"/>
                </a:moveTo>
                <a:lnTo>
                  <a:pt x="1612" y="1031"/>
                </a:lnTo>
                <a:lnTo>
                  <a:pt x="1612" y="1023"/>
                </a:lnTo>
                <a:lnTo>
                  <a:pt x="1605" y="1023"/>
                </a:lnTo>
                <a:lnTo>
                  <a:pt x="1605" y="1031"/>
                </a:lnTo>
                <a:close/>
                <a:moveTo>
                  <a:pt x="1622" y="1031"/>
                </a:moveTo>
                <a:lnTo>
                  <a:pt x="1629" y="1031"/>
                </a:lnTo>
                <a:lnTo>
                  <a:pt x="1629" y="1023"/>
                </a:lnTo>
                <a:lnTo>
                  <a:pt x="1622" y="1023"/>
                </a:lnTo>
                <a:lnTo>
                  <a:pt x="1622" y="1031"/>
                </a:lnTo>
                <a:close/>
                <a:moveTo>
                  <a:pt x="1638" y="1031"/>
                </a:moveTo>
                <a:lnTo>
                  <a:pt x="1645" y="1031"/>
                </a:lnTo>
                <a:lnTo>
                  <a:pt x="1645" y="1023"/>
                </a:lnTo>
                <a:lnTo>
                  <a:pt x="1638" y="1023"/>
                </a:lnTo>
                <a:lnTo>
                  <a:pt x="1638" y="1031"/>
                </a:lnTo>
                <a:close/>
                <a:moveTo>
                  <a:pt x="1657" y="1031"/>
                </a:moveTo>
                <a:lnTo>
                  <a:pt x="1664" y="1031"/>
                </a:lnTo>
                <a:lnTo>
                  <a:pt x="1664" y="1023"/>
                </a:lnTo>
                <a:lnTo>
                  <a:pt x="1657" y="1023"/>
                </a:lnTo>
                <a:lnTo>
                  <a:pt x="1657" y="1031"/>
                </a:lnTo>
                <a:close/>
                <a:moveTo>
                  <a:pt x="1674" y="1031"/>
                </a:moveTo>
                <a:lnTo>
                  <a:pt x="1681" y="1031"/>
                </a:lnTo>
                <a:lnTo>
                  <a:pt x="1681" y="1023"/>
                </a:lnTo>
                <a:lnTo>
                  <a:pt x="1674" y="1023"/>
                </a:lnTo>
                <a:lnTo>
                  <a:pt x="1674" y="1031"/>
                </a:lnTo>
                <a:close/>
                <a:moveTo>
                  <a:pt x="1690" y="1031"/>
                </a:moveTo>
                <a:lnTo>
                  <a:pt x="1698" y="1031"/>
                </a:lnTo>
                <a:lnTo>
                  <a:pt x="1698" y="1023"/>
                </a:lnTo>
                <a:lnTo>
                  <a:pt x="1690" y="1023"/>
                </a:lnTo>
                <a:lnTo>
                  <a:pt x="1690" y="1031"/>
                </a:lnTo>
                <a:close/>
                <a:moveTo>
                  <a:pt x="1707" y="1031"/>
                </a:moveTo>
                <a:lnTo>
                  <a:pt x="1714" y="1031"/>
                </a:lnTo>
                <a:lnTo>
                  <a:pt x="1714" y="1023"/>
                </a:lnTo>
                <a:lnTo>
                  <a:pt x="1707" y="1023"/>
                </a:lnTo>
                <a:lnTo>
                  <a:pt x="1707" y="1031"/>
                </a:lnTo>
                <a:close/>
                <a:moveTo>
                  <a:pt x="1724" y="1031"/>
                </a:moveTo>
                <a:lnTo>
                  <a:pt x="1731" y="1031"/>
                </a:lnTo>
                <a:lnTo>
                  <a:pt x="1731" y="1023"/>
                </a:lnTo>
                <a:lnTo>
                  <a:pt x="1724" y="1023"/>
                </a:lnTo>
                <a:lnTo>
                  <a:pt x="1724" y="1031"/>
                </a:lnTo>
                <a:close/>
                <a:moveTo>
                  <a:pt x="1740" y="1031"/>
                </a:moveTo>
                <a:lnTo>
                  <a:pt x="1747" y="1031"/>
                </a:lnTo>
                <a:lnTo>
                  <a:pt x="1747" y="1023"/>
                </a:lnTo>
                <a:lnTo>
                  <a:pt x="1740" y="1023"/>
                </a:lnTo>
                <a:lnTo>
                  <a:pt x="1740" y="1031"/>
                </a:lnTo>
                <a:close/>
                <a:moveTo>
                  <a:pt x="1757" y="1031"/>
                </a:moveTo>
                <a:lnTo>
                  <a:pt x="1764" y="1031"/>
                </a:lnTo>
                <a:lnTo>
                  <a:pt x="1764" y="1023"/>
                </a:lnTo>
                <a:lnTo>
                  <a:pt x="1757" y="1023"/>
                </a:lnTo>
                <a:lnTo>
                  <a:pt x="1757" y="1031"/>
                </a:lnTo>
                <a:close/>
                <a:moveTo>
                  <a:pt x="1773" y="1031"/>
                </a:moveTo>
                <a:lnTo>
                  <a:pt x="1780" y="1031"/>
                </a:lnTo>
                <a:lnTo>
                  <a:pt x="1780" y="1023"/>
                </a:lnTo>
                <a:lnTo>
                  <a:pt x="1773" y="1023"/>
                </a:lnTo>
                <a:lnTo>
                  <a:pt x="1773" y="1031"/>
                </a:lnTo>
                <a:close/>
                <a:moveTo>
                  <a:pt x="1790" y="1031"/>
                </a:moveTo>
                <a:lnTo>
                  <a:pt x="1797" y="1031"/>
                </a:lnTo>
                <a:lnTo>
                  <a:pt x="1797" y="1023"/>
                </a:lnTo>
                <a:lnTo>
                  <a:pt x="1790" y="1023"/>
                </a:lnTo>
                <a:lnTo>
                  <a:pt x="1790" y="1031"/>
                </a:lnTo>
                <a:close/>
                <a:moveTo>
                  <a:pt x="2342" y="1031"/>
                </a:moveTo>
                <a:lnTo>
                  <a:pt x="2349" y="1031"/>
                </a:lnTo>
                <a:lnTo>
                  <a:pt x="2349" y="1023"/>
                </a:lnTo>
                <a:lnTo>
                  <a:pt x="2342" y="1023"/>
                </a:lnTo>
                <a:lnTo>
                  <a:pt x="2342" y="1031"/>
                </a:lnTo>
                <a:close/>
                <a:moveTo>
                  <a:pt x="2358" y="1031"/>
                </a:moveTo>
                <a:lnTo>
                  <a:pt x="2365" y="1031"/>
                </a:lnTo>
                <a:lnTo>
                  <a:pt x="2365" y="1023"/>
                </a:lnTo>
                <a:lnTo>
                  <a:pt x="2358" y="1023"/>
                </a:lnTo>
                <a:lnTo>
                  <a:pt x="2358" y="1031"/>
                </a:lnTo>
                <a:close/>
                <a:moveTo>
                  <a:pt x="2375" y="1031"/>
                </a:moveTo>
                <a:lnTo>
                  <a:pt x="2382" y="1031"/>
                </a:lnTo>
                <a:lnTo>
                  <a:pt x="2382" y="1023"/>
                </a:lnTo>
                <a:lnTo>
                  <a:pt x="2375" y="1023"/>
                </a:lnTo>
                <a:lnTo>
                  <a:pt x="2375" y="1031"/>
                </a:lnTo>
                <a:close/>
                <a:moveTo>
                  <a:pt x="2391" y="1031"/>
                </a:moveTo>
                <a:lnTo>
                  <a:pt x="2398" y="1031"/>
                </a:lnTo>
                <a:lnTo>
                  <a:pt x="2398" y="1023"/>
                </a:lnTo>
                <a:lnTo>
                  <a:pt x="2391" y="1023"/>
                </a:lnTo>
                <a:lnTo>
                  <a:pt x="2391" y="1031"/>
                </a:lnTo>
                <a:close/>
                <a:moveTo>
                  <a:pt x="2408" y="1031"/>
                </a:moveTo>
                <a:lnTo>
                  <a:pt x="2415" y="1031"/>
                </a:lnTo>
                <a:lnTo>
                  <a:pt x="2415" y="1023"/>
                </a:lnTo>
                <a:lnTo>
                  <a:pt x="2408" y="1023"/>
                </a:lnTo>
                <a:lnTo>
                  <a:pt x="2408" y="1031"/>
                </a:lnTo>
                <a:close/>
                <a:moveTo>
                  <a:pt x="2493" y="1031"/>
                </a:moveTo>
                <a:lnTo>
                  <a:pt x="2500" y="1031"/>
                </a:lnTo>
                <a:lnTo>
                  <a:pt x="2500" y="1023"/>
                </a:lnTo>
                <a:lnTo>
                  <a:pt x="2493" y="1023"/>
                </a:lnTo>
                <a:lnTo>
                  <a:pt x="2493" y="1031"/>
                </a:lnTo>
                <a:close/>
                <a:moveTo>
                  <a:pt x="2560" y="1031"/>
                </a:moveTo>
                <a:lnTo>
                  <a:pt x="2567" y="1031"/>
                </a:lnTo>
                <a:lnTo>
                  <a:pt x="2567" y="1023"/>
                </a:lnTo>
                <a:lnTo>
                  <a:pt x="2560" y="1023"/>
                </a:lnTo>
                <a:lnTo>
                  <a:pt x="2560" y="1031"/>
                </a:lnTo>
                <a:close/>
                <a:moveTo>
                  <a:pt x="2593" y="1031"/>
                </a:moveTo>
                <a:lnTo>
                  <a:pt x="2600" y="1031"/>
                </a:lnTo>
                <a:lnTo>
                  <a:pt x="2600" y="1023"/>
                </a:lnTo>
                <a:lnTo>
                  <a:pt x="2593" y="1023"/>
                </a:lnTo>
                <a:lnTo>
                  <a:pt x="2593" y="1031"/>
                </a:lnTo>
                <a:close/>
                <a:moveTo>
                  <a:pt x="2609" y="1031"/>
                </a:moveTo>
                <a:lnTo>
                  <a:pt x="2616" y="1031"/>
                </a:lnTo>
                <a:lnTo>
                  <a:pt x="2616" y="1023"/>
                </a:lnTo>
                <a:lnTo>
                  <a:pt x="2609" y="1023"/>
                </a:lnTo>
                <a:lnTo>
                  <a:pt x="2609" y="1031"/>
                </a:lnTo>
                <a:close/>
                <a:moveTo>
                  <a:pt x="2626" y="1031"/>
                </a:moveTo>
                <a:lnTo>
                  <a:pt x="2633" y="1031"/>
                </a:lnTo>
                <a:lnTo>
                  <a:pt x="2633" y="1023"/>
                </a:lnTo>
                <a:lnTo>
                  <a:pt x="2626" y="1023"/>
                </a:lnTo>
                <a:lnTo>
                  <a:pt x="2626" y="1031"/>
                </a:lnTo>
                <a:close/>
                <a:moveTo>
                  <a:pt x="2642" y="1031"/>
                </a:moveTo>
                <a:lnTo>
                  <a:pt x="2649" y="1031"/>
                </a:lnTo>
                <a:lnTo>
                  <a:pt x="2649" y="1023"/>
                </a:lnTo>
                <a:lnTo>
                  <a:pt x="2642" y="1023"/>
                </a:lnTo>
                <a:lnTo>
                  <a:pt x="2642" y="1031"/>
                </a:lnTo>
                <a:close/>
                <a:moveTo>
                  <a:pt x="2659" y="1031"/>
                </a:moveTo>
                <a:lnTo>
                  <a:pt x="2666" y="1031"/>
                </a:lnTo>
                <a:lnTo>
                  <a:pt x="2666" y="1023"/>
                </a:lnTo>
                <a:lnTo>
                  <a:pt x="2659" y="1023"/>
                </a:lnTo>
                <a:lnTo>
                  <a:pt x="2659" y="1031"/>
                </a:lnTo>
                <a:close/>
                <a:moveTo>
                  <a:pt x="2678" y="1031"/>
                </a:moveTo>
                <a:lnTo>
                  <a:pt x="2683" y="1031"/>
                </a:lnTo>
                <a:lnTo>
                  <a:pt x="2683" y="1023"/>
                </a:lnTo>
                <a:lnTo>
                  <a:pt x="2678" y="1023"/>
                </a:lnTo>
                <a:lnTo>
                  <a:pt x="2678" y="1031"/>
                </a:lnTo>
                <a:close/>
                <a:moveTo>
                  <a:pt x="2694" y="1031"/>
                </a:moveTo>
                <a:lnTo>
                  <a:pt x="2702" y="1031"/>
                </a:lnTo>
                <a:lnTo>
                  <a:pt x="2702" y="1023"/>
                </a:lnTo>
                <a:lnTo>
                  <a:pt x="2694" y="1023"/>
                </a:lnTo>
                <a:lnTo>
                  <a:pt x="2694" y="1031"/>
                </a:lnTo>
                <a:close/>
                <a:moveTo>
                  <a:pt x="2711" y="1031"/>
                </a:moveTo>
                <a:lnTo>
                  <a:pt x="2718" y="1031"/>
                </a:lnTo>
                <a:lnTo>
                  <a:pt x="2718" y="1023"/>
                </a:lnTo>
                <a:lnTo>
                  <a:pt x="2711" y="1023"/>
                </a:lnTo>
                <a:lnTo>
                  <a:pt x="2711" y="1031"/>
                </a:lnTo>
                <a:close/>
                <a:moveTo>
                  <a:pt x="2728" y="1031"/>
                </a:moveTo>
                <a:lnTo>
                  <a:pt x="2735" y="1031"/>
                </a:lnTo>
                <a:lnTo>
                  <a:pt x="2735" y="1023"/>
                </a:lnTo>
                <a:lnTo>
                  <a:pt x="2728" y="1023"/>
                </a:lnTo>
                <a:lnTo>
                  <a:pt x="2728" y="1031"/>
                </a:lnTo>
                <a:close/>
                <a:moveTo>
                  <a:pt x="2761" y="1031"/>
                </a:moveTo>
                <a:lnTo>
                  <a:pt x="2768" y="1031"/>
                </a:lnTo>
                <a:lnTo>
                  <a:pt x="2768" y="1023"/>
                </a:lnTo>
                <a:lnTo>
                  <a:pt x="2761" y="1023"/>
                </a:lnTo>
                <a:lnTo>
                  <a:pt x="2761" y="1031"/>
                </a:lnTo>
                <a:close/>
                <a:moveTo>
                  <a:pt x="2777" y="1031"/>
                </a:moveTo>
                <a:lnTo>
                  <a:pt x="2784" y="1031"/>
                </a:lnTo>
                <a:lnTo>
                  <a:pt x="2784" y="1023"/>
                </a:lnTo>
                <a:lnTo>
                  <a:pt x="2777" y="1023"/>
                </a:lnTo>
                <a:lnTo>
                  <a:pt x="2777" y="1031"/>
                </a:lnTo>
                <a:close/>
                <a:moveTo>
                  <a:pt x="786" y="1047"/>
                </a:moveTo>
                <a:lnTo>
                  <a:pt x="793" y="1047"/>
                </a:lnTo>
                <a:lnTo>
                  <a:pt x="793" y="1040"/>
                </a:lnTo>
                <a:lnTo>
                  <a:pt x="786" y="1040"/>
                </a:lnTo>
                <a:lnTo>
                  <a:pt x="786" y="1047"/>
                </a:lnTo>
                <a:close/>
                <a:moveTo>
                  <a:pt x="802" y="1047"/>
                </a:moveTo>
                <a:lnTo>
                  <a:pt x="810" y="1047"/>
                </a:lnTo>
                <a:lnTo>
                  <a:pt x="810" y="1040"/>
                </a:lnTo>
                <a:lnTo>
                  <a:pt x="802" y="1040"/>
                </a:lnTo>
                <a:lnTo>
                  <a:pt x="802" y="1047"/>
                </a:lnTo>
                <a:close/>
                <a:moveTo>
                  <a:pt x="819" y="1047"/>
                </a:moveTo>
                <a:lnTo>
                  <a:pt x="826" y="1047"/>
                </a:lnTo>
                <a:lnTo>
                  <a:pt x="826" y="1040"/>
                </a:lnTo>
                <a:lnTo>
                  <a:pt x="819" y="1040"/>
                </a:lnTo>
                <a:lnTo>
                  <a:pt x="819" y="1047"/>
                </a:lnTo>
                <a:close/>
                <a:moveTo>
                  <a:pt x="836" y="1047"/>
                </a:moveTo>
                <a:lnTo>
                  <a:pt x="843" y="1047"/>
                </a:lnTo>
                <a:lnTo>
                  <a:pt x="843" y="1040"/>
                </a:lnTo>
                <a:lnTo>
                  <a:pt x="836" y="1040"/>
                </a:lnTo>
                <a:lnTo>
                  <a:pt x="836" y="1047"/>
                </a:lnTo>
                <a:close/>
                <a:moveTo>
                  <a:pt x="852" y="1047"/>
                </a:moveTo>
                <a:lnTo>
                  <a:pt x="859" y="1047"/>
                </a:lnTo>
                <a:lnTo>
                  <a:pt x="859" y="1040"/>
                </a:lnTo>
                <a:lnTo>
                  <a:pt x="852" y="1040"/>
                </a:lnTo>
                <a:lnTo>
                  <a:pt x="852" y="1047"/>
                </a:lnTo>
                <a:close/>
                <a:moveTo>
                  <a:pt x="871" y="1047"/>
                </a:moveTo>
                <a:lnTo>
                  <a:pt x="876" y="1047"/>
                </a:lnTo>
                <a:lnTo>
                  <a:pt x="876" y="1040"/>
                </a:lnTo>
                <a:lnTo>
                  <a:pt x="871" y="1040"/>
                </a:lnTo>
                <a:lnTo>
                  <a:pt x="871" y="1047"/>
                </a:lnTo>
                <a:close/>
                <a:moveTo>
                  <a:pt x="888" y="1047"/>
                </a:moveTo>
                <a:lnTo>
                  <a:pt x="895" y="1047"/>
                </a:lnTo>
                <a:lnTo>
                  <a:pt x="895" y="1040"/>
                </a:lnTo>
                <a:lnTo>
                  <a:pt x="888" y="1040"/>
                </a:lnTo>
                <a:lnTo>
                  <a:pt x="888" y="1047"/>
                </a:lnTo>
                <a:close/>
                <a:moveTo>
                  <a:pt x="904" y="1047"/>
                </a:moveTo>
                <a:lnTo>
                  <a:pt x="911" y="1047"/>
                </a:lnTo>
                <a:lnTo>
                  <a:pt x="911" y="1040"/>
                </a:lnTo>
                <a:lnTo>
                  <a:pt x="904" y="1040"/>
                </a:lnTo>
                <a:lnTo>
                  <a:pt x="904" y="1047"/>
                </a:lnTo>
                <a:close/>
                <a:moveTo>
                  <a:pt x="921" y="1047"/>
                </a:moveTo>
                <a:lnTo>
                  <a:pt x="928" y="1047"/>
                </a:lnTo>
                <a:lnTo>
                  <a:pt x="928" y="1040"/>
                </a:lnTo>
                <a:lnTo>
                  <a:pt x="921" y="1040"/>
                </a:lnTo>
                <a:lnTo>
                  <a:pt x="921" y="1047"/>
                </a:lnTo>
                <a:close/>
                <a:moveTo>
                  <a:pt x="937" y="1047"/>
                </a:moveTo>
                <a:lnTo>
                  <a:pt x="944" y="1047"/>
                </a:lnTo>
                <a:lnTo>
                  <a:pt x="944" y="1040"/>
                </a:lnTo>
                <a:lnTo>
                  <a:pt x="937" y="1040"/>
                </a:lnTo>
                <a:lnTo>
                  <a:pt x="937" y="1047"/>
                </a:lnTo>
                <a:close/>
                <a:moveTo>
                  <a:pt x="954" y="1047"/>
                </a:moveTo>
                <a:lnTo>
                  <a:pt x="961" y="1047"/>
                </a:lnTo>
                <a:lnTo>
                  <a:pt x="961" y="1040"/>
                </a:lnTo>
                <a:lnTo>
                  <a:pt x="954" y="1040"/>
                </a:lnTo>
                <a:lnTo>
                  <a:pt x="954" y="1047"/>
                </a:lnTo>
                <a:close/>
                <a:moveTo>
                  <a:pt x="971" y="1047"/>
                </a:moveTo>
                <a:lnTo>
                  <a:pt x="978" y="1047"/>
                </a:lnTo>
                <a:lnTo>
                  <a:pt x="978" y="1040"/>
                </a:lnTo>
                <a:lnTo>
                  <a:pt x="971" y="1040"/>
                </a:lnTo>
                <a:lnTo>
                  <a:pt x="971" y="1047"/>
                </a:lnTo>
                <a:close/>
                <a:moveTo>
                  <a:pt x="987" y="1047"/>
                </a:moveTo>
                <a:lnTo>
                  <a:pt x="994" y="1047"/>
                </a:lnTo>
                <a:lnTo>
                  <a:pt x="994" y="1040"/>
                </a:lnTo>
                <a:lnTo>
                  <a:pt x="987" y="1040"/>
                </a:lnTo>
                <a:lnTo>
                  <a:pt x="987" y="1047"/>
                </a:lnTo>
                <a:close/>
                <a:moveTo>
                  <a:pt x="1004" y="1047"/>
                </a:moveTo>
                <a:lnTo>
                  <a:pt x="1011" y="1047"/>
                </a:lnTo>
                <a:lnTo>
                  <a:pt x="1011" y="1040"/>
                </a:lnTo>
                <a:lnTo>
                  <a:pt x="1004" y="1040"/>
                </a:lnTo>
                <a:lnTo>
                  <a:pt x="1004" y="1047"/>
                </a:lnTo>
                <a:close/>
                <a:moveTo>
                  <a:pt x="1020" y="1047"/>
                </a:moveTo>
                <a:lnTo>
                  <a:pt x="1027" y="1047"/>
                </a:lnTo>
                <a:lnTo>
                  <a:pt x="1027" y="1040"/>
                </a:lnTo>
                <a:lnTo>
                  <a:pt x="1020" y="1040"/>
                </a:lnTo>
                <a:lnTo>
                  <a:pt x="1020" y="1047"/>
                </a:lnTo>
                <a:close/>
                <a:moveTo>
                  <a:pt x="1037" y="1047"/>
                </a:moveTo>
                <a:lnTo>
                  <a:pt x="1044" y="1047"/>
                </a:lnTo>
                <a:lnTo>
                  <a:pt x="1044" y="1040"/>
                </a:lnTo>
                <a:lnTo>
                  <a:pt x="1037" y="1040"/>
                </a:lnTo>
                <a:lnTo>
                  <a:pt x="1037" y="1047"/>
                </a:lnTo>
                <a:close/>
                <a:moveTo>
                  <a:pt x="1053" y="1047"/>
                </a:moveTo>
                <a:lnTo>
                  <a:pt x="1061" y="1047"/>
                </a:lnTo>
                <a:lnTo>
                  <a:pt x="1061" y="1040"/>
                </a:lnTo>
                <a:lnTo>
                  <a:pt x="1053" y="1040"/>
                </a:lnTo>
                <a:lnTo>
                  <a:pt x="1053" y="1047"/>
                </a:lnTo>
                <a:close/>
                <a:moveTo>
                  <a:pt x="1070" y="1047"/>
                </a:moveTo>
                <a:lnTo>
                  <a:pt x="1077" y="1047"/>
                </a:lnTo>
                <a:lnTo>
                  <a:pt x="1077" y="1040"/>
                </a:lnTo>
                <a:lnTo>
                  <a:pt x="1070" y="1040"/>
                </a:lnTo>
                <a:lnTo>
                  <a:pt x="1070" y="1047"/>
                </a:lnTo>
                <a:close/>
                <a:moveTo>
                  <a:pt x="1087" y="1047"/>
                </a:moveTo>
                <a:lnTo>
                  <a:pt x="1094" y="1047"/>
                </a:lnTo>
                <a:lnTo>
                  <a:pt x="1094" y="1040"/>
                </a:lnTo>
                <a:lnTo>
                  <a:pt x="1087" y="1040"/>
                </a:lnTo>
                <a:lnTo>
                  <a:pt x="1087" y="1047"/>
                </a:lnTo>
                <a:close/>
                <a:moveTo>
                  <a:pt x="1103" y="1047"/>
                </a:moveTo>
                <a:lnTo>
                  <a:pt x="1110" y="1047"/>
                </a:lnTo>
                <a:lnTo>
                  <a:pt x="1110" y="1040"/>
                </a:lnTo>
                <a:lnTo>
                  <a:pt x="1103" y="1040"/>
                </a:lnTo>
                <a:lnTo>
                  <a:pt x="1103" y="1047"/>
                </a:lnTo>
                <a:close/>
                <a:moveTo>
                  <a:pt x="1120" y="1047"/>
                </a:moveTo>
                <a:lnTo>
                  <a:pt x="1127" y="1047"/>
                </a:lnTo>
                <a:lnTo>
                  <a:pt x="1127" y="1040"/>
                </a:lnTo>
                <a:lnTo>
                  <a:pt x="1120" y="1040"/>
                </a:lnTo>
                <a:lnTo>
                  <a:pt x="1120" y="1047"/>
                </a:lnTo>
                <a:close/>
                <a:moveTo>
                  <a:pt x="1139" y="1047"/>
                </a:moveTo>
                <a:lnTo>
                  <a:pt x="1146" y="1047"/>
                </a:lnTo>
                <a:lnTo>
                  <a:pt x="1146" y="1040"/>
                </a:lnTo>
                <a:lnTo>
                  <a:pt x="1139" y="1040"/>
                </a:lnTo>
                <a:lnTo>
                  <a:pt x="1139" y="1047"/>
                </a:lnTo>
                <a:close/>
                <a:moveTo>
                  <a:pt x="1155" y="1047"/>
                </a:moveTo>
                <a:lnTo>
                  <a:pt x="1162" y="1047"/>
                </a:lnTo>
                <a:lnTo>
                  <a:pt x="1162" y="1040"/>
                </a:lnTo>
                <a:lnTo>
                  <a:pt x="1155" y="1040"/>
                </a:lnTo>
                <a:lnTo>
                  <a:pt x="1155" y="1047"/>
                </a:lnTo>
                <a:close/>
                <a:moveTo>
                  <a:pt x="1572" y="1047"/>
                </a:moveTo>
                <a:lnTo>
                  <a:pt x="1579" y="1047"/>
                </a:lnTo>
                <a:lnTo>
                  <a:pt x="1579" y="1040"/>
                </a:lnTo>
                <a:lnTo>
                  <a:pt x="1572" y="1040"/>
                </a:lnTo>
                <a:lnTo>
                  <a:pt x="1572" y="1047"/>
                </a:lnTo>
                <a:close/>
                <a:moveTo>
                  <a:pt x="1589" y="1047"/>
                </a:moveTo>
                <a:lnTo>
                  <a:pt x="1596" y="1047"/>
                </a:lnTo>
                <a:lnTo>
                  <a:pt x="1596" y="1040"/>
                </a:lnTo>
                <a:lnTo>
                  <a:pt x="1589" y="1040"/>
                </a:lnTo>
                <a:lnTo>
                  <a:pt x="1589" y="1047"/>
                </a:lnTo>
                <a:close/>
                <a:moveTo>
                  <a:pt x="1605" y="1047"/>
                </a:moveTo>
                <a:lnTo>
                  <a:pt x="1612" y="1047"/>
                </a:lnTo>
                <a:lnTo>
                  <a:pt x="1612" y="1040"/>
                </a:lnTo>
                <a:lnTo>
                  <a:pt x="1605" y="1040"/>
                </a:lnTo>
                <a:lnTo>
                  <a:pt x="1605" y="1047"/>
                </a:lnTo>
                <a:close/>
                <a:moveTo>
                  <a:pt x="1622" y="1047"/>
                </a:moveTo>
                <a:lnTo>
                  <a:pt x="1629" y="1047"/>
                </a:lnTo>
                <a:lnTo>
                  <a:pt x="1629" y="1040"/>
                </a:lnTo>
                <a:lnTo>
                  <a:pt x="1622" y="1040"/>
                </a:lnTo>
                <a:lnTo>
                  <a:pt x="1622" y="1047"/>
                </a:lnTo>
                <a:close/>
                <a:moveTo>
                  <a:pt x="1638" y="1047"/>
                </a:moveTo>
                <a:lnTo>
                  <a:pt x="1645" y="1047"/>
                </a:lnTo>
                <a:lnTo>
                  <a:pt x="1645" y="1040"/>
                </a:lnTo>
                <a:lnTo>
                  <a:pt x="1638" y="1040"/>
                </a:lnTo>
                <a:lnTo>
                  <a:pt x="1638" y="1047"/>
                </a:lnTo>
                <a:close/>
                <a:moveTo>
                  <a:pt x="1657" y="1047"/>
                </a:moveTo>
                <a:lnTo>
                  <a:pt x="1664" y="1047"/>
                </a:lnTo>
                <a:lnTo>
                  <a:pt x="1664" y="1040"/>
                </a:lnTo>
                <a:lnTo>
                  <a:pt x="1657" y="1040"/>
                </a:lnTo>
                <a:lnTo>
                  <a:pt x="1657" y="1047"/>
                </a:lnTo>
                <a:close/>
                <a:moveTo>
                  <a:pt x="1674" y="1047"/>
                </a:moveTo>
                <a:lnTo>
                  <a:pt x="1681" y="1047"/>
                </a:lnTo>
                <a:lnTo>
                  <a:pt x="1681" y="1040"/>
                </a:lnTo>
                <a:lnTo>
                  <a:pt x="1674" y="1040"/>
                </a:lnTo>
                <a:lnTo>
                  <a:pt x="1674" y="1047"/>
                </a:lnTo>
                <a:close/>
                <a:moveTo>
                  <a:pt x="1690" y="1047"/>
                </a:moveTo>
                <a:lnTo>
                  <a:pt x="1698" y="1047"/>
                </a:lnTo>
                <a:lnTo>
                  <a:pt x="1698" y="1040"/>
                </a:lnTo>
                <a:lnTo>
                  <a:pt x="1690" y="1040"/>
                </a:lnTo>
                <a:lnTo>
                  <a:pt x="1690" y="1047"/>
                </a:lnTo>
                <a:close/>
                <a:moveTo>
                  <a:pt x="1707" y="1047"/>
                </a:moveTo>
                <a:lnTo>
                  <a:pt x="1714" y="1047"/>
                </a:lnTo>
                <a:lnTo>
                  <a:pt x="1714" y="1040"/>
                </a:lnTo>
                <a:lnTo>
                  <a:pt x="1707" y="1040"/>
                </a:lnTo>
                <a:lnTo>
                  <a:pt x="1707" y="1047"/>
                </a:lnTo>
                <a:close/>
                <a:moveTo>
                  <a:pt x="1724" y="1047"/>
                </a:moveTo>
                <a:lnTo>
                  <a:pt x="1731" y="1047"/>
                </a:lnTo>
                <a:lnTo>
                  <a:pt x="1731" y="1040"/>
                </a:lnTo>
                <a:lnTo>
                  <a:pt x="1724" y="1040"/>
                </a:lnTo>
                <a:lnTo>
                  <a:pt x="1724" y="1047"/>
                </a:lnTo>
                <a:close/>
                <a:moveTo>
                  <a:pt x="1740" y="1047"/>
                </a:moveTo>
                <a:lnTo>
                  <a:pt x="1747" y="1047"/>
                </a:lnTo>
                <a:lnTo>
                  <a:pt x="1747" y="1040"/>
                </a:lnTo>
                <a:lnTo>
                  <a:pt x="1740" y="1040"/>
                </a:lnTo>
                <a:lnTo>
                  <a:pt x="1740" y="1047"/>
                </a:lnTo>
                <a:close/>
                <a:moveTo>
                  <a:pt x="1757" y="1047"/>
                </a:moveTo>
                <a:lnTo>
                  <a:pt x="1764" y="1047"/>
                </a:lnTo>
                <a:lnTo>
                  <a:pt x="1764" y="1040"/>
                </a:lnTo>
                <a:lnTo>
                  <a:pt x="1757" y="1040"/>
                </a:lnTo>
                <a:lnTo>
                  <a:pt x="1757" y="1047"/>
                </a:lnTo>
                <a:close/>
                <a:moveTo>
                  <a:pt x="1773" y="1047"/>
                </a:moveTo>
                <a:lnTo>
                  <a:pt x="1780" y="1047"/>
                </a:lnTo>
                <a:lnTo>
                  <a:pt x="1780" y="1040"/>
                </a:lnTo>
                <a:lnTo>
                  <a:pt x="1773" y="1040"/>
                </a:lnTo>
                <a:lnTo>
                  <a:pt x="1773" y="1047"/>
                </a:lnTo>
                <a:close/>
                <a:moveTo>
                  <a:pt x="1790" y="1047"/>
                </a:moveTo>
                <a:lnTo>
                  <a:pt x="1797" y="1047"/>
                </a:lnTo>
                <a:lnTo>
                  <a:pt x="1797" y="1040"/>
                </a:lnTo>
                <a:lnTo>
                  <a:pt x="1790" y="1040"/>
                </a:lnTo>
                <a:lnTo>
                  <a:pt x="1790" y="1047"/>
                </a:lnTo>
                <a:close/>
                <a:moveTo>
                  <a:pt x="2358" y="1047"/>
                </a:moveTo>
                <a:lnTo>
                  <a:pt x="2365" y="1047"/>
                </a:lnTo>
                <a:lnTo>
                  <a:pt x="2365" y="1040"/>
                </a:lnTo>
                <a:lnTo>
                  <a:pt x="2358" y="1040"/>
                </a:lnTo>
                <a:lnTo>
                  <a:pt x="2358" y="1047"/>
                </a:lnTo>
                <a:close/>
                <a:moveTo>
                  <a:pt x="2375" y="1047"/>
                </a:moveTo>
                <a:lnTo>
                  <a:pt x="2382" y="1047"/>
                </a:lnTo>
                <a:lnTo>
                  <a:pt x="2382" y="1040"/>
                </a:lnTo>
                <a:lnTo>
                  <a:pt x="2375" y="1040"/>
                </a:lnTo>
                <a:lnTo>
                  <a:pt x="2375" y="1047"/>
                </a:lnTo>
                <a:close/>
                <a:moveTo>
                  <a:pt x="2391" y="1047"/>
                </a:moveTo>
                <a:lnTo>
                  <a:pt x="2398" y="1047"/>
                </a:lnTo>
                <a:lnTo>
                  <a:pt x="2398" y="1040"/>
                </a:lnTo>
                <a:lnTo>
                  <a:pt x="2391" y="1040"/>
                </a:lnTo>
                <a:lnTo>
                  <a:pt x="2391" y="1047"/>
                </a:lnTo>
                <a:close/>
                <a:moveTo>
                  <a:pt x="2408" y="1047"/>
                </a:moveTo>
                <a:lnTo>
                  <a:pt x="2415" y="1047"/>
                </a:lnTo>
                <a:lnTo>
                  <a:pt x="2415" y="1040"/>
                </a:lnTo>
                <a:lnTo>
                  <a:pt x="2408" y="1040"/>
                </a:lnTo>
                <a:lnTo>
                  <a:pt x="2408" y="1047"/>
                </a:lnTo>
                <a:close/>
                <a:moveTo>
                  <a:pt x="2427" y="1047"/>
                </a:moveTo>
                <a:lnTo>
                  <a:pt x="2434" y="1047"/>
                </a:lnTo>
                <a:lnTo>
                  <a:pt x="2434" y="1040"/>
                </a:lnTo>
                <a:lnTo>
                  <a:pt x="2427" y="1040"/>
                </a:lnTo>
                <a:lnTo>
                  <a:pt x="2427" y="1047"/>
                </a:lnTo>
                <a:close/>
                <a:moveTo>
                  <a:pt x="2443" y="1047"/>
                </a:moveTo>
                <a:lnTo>
                  <a:pt x="2451" y="1047"/>
                </a:lnTo>
                <a:lnTo>
                  <a:pt x="2451" y="1040"/>
                </a:lnTo>
                <a:lnTo>
                  <a:pt x="2443" y="1040"/>
                </a:lnTo>
                <a:lnTo>
                  <a:pt x="2443" y="1047"/>
                </a:lnTo>
                <a:close/>
                <a:moveTo>
                  <a:pt x="2460" y="1047"/>
                </a:moveTo>
                <a:lnTo>
                  <a:pt x="2467" y="1047"/>
                </a:lnTo>
                <a:lnTo>
                  <a:pt x="2467" y="1040"/>
                </a:lnTo>
                <a:lnTo>
                  <a:pt x="2460" y="1040"/>
                </a:lnTo>
                <a:lnTo>
                  <a:pt x="2460" y="1047"/>
                </a:lnTo>
                <a:close/>
                <a:moveTo>
                  <a:pt x="2477" y="1047"/>
                </a:moveTo>
                <a:lnTo>
                  <a:pt x="2484" y="1047"/>
                </a:lnTo>
                <a:lnTo>
                  <a:pt x="2484" y="1040"/>
                </a:lnTo>
                <a:lnTo>
                  <a:pt x="2477" y="1040"/>
                </a:lnTo>
                <a:lnTo>
                  <a:pt x="2477" y="1047"/>
                </a:lnTo>
                <a:close/>
                <a:moveTo>
                  <a:pt x="2493" y="1047"/>
                </a:moveTo>
                <a:lnTo>
                  <a:pt x="2500" y="1047"/>
                </a:lnTo>
                <a:lnTo>
                  <a:pt x="2500" y="1040"/>
                </a:lnTo>
                <a:lnTo>
                  <a:pt x="2493" y="1040"/>
                </a:lnTo>
                <a:lnTo>
                  <a:pt x="2493" y="1047"/>
                </a:lnTo>
                <a:close/>
                <a:moveTo>
                  <a:pt x="2510" y="1047"/>
                </a:moveTo>
                <a:lnTo>
                  <a:pt x="2517" y="1047"/>
                </a:lnTo>
                <a:lnTo>
                  <a:pt x="2517" y="1040"/>
                </a:lnTo>
                <a:lnTo>
                  <a:pt x="2510" y="1040"/>
                </a:lnTo>
                <a:lnTo>
                  <a:pt x="2510" y="1047"/>
                </a:lnTo>
                <a:close/>
                <a:moveTo>
                  <a:pt x="2526" y="1047"/>
                </a:moveTo>
                <a:lnTo>
                  <a:pt x="2533" y="1047"/>
                </a:lnTo>
                <a:lnTo>
                  <a:pt x="2533" y="1040"/>
                </a:lnTo>
                <a:lnTo>
                  <a:pt x="2526" y="1040"/>
                </a:lnTo>
                <a:lnTo>
                  <a:pt x="2526" y="1047"/>
                </a:lnTo>
                <a:close/>
                <a:moveTo>
                  <a:pt x="2543" y="1047"/>
                </a:moveTo>
                <a:lnTo>
                  <a:pt x="2550" y="1047"/>
                </a:lnTo>
                <a:lnTo>
                  <a:pt x="2550" y="1040"/>
                </a:lnTo>
                <a:lnTo>
                  <a:pt x="2543" y="1040"/>
                </a:lnTo>
                <a:lnTo>
                  <a:pt x="2543" y="1047"/>
                </a:lnTo>
                <a:close/>
                <a:moveTo>
                  <a:pt x="2560" y="1047"/>
                </a:moveTo>
                <a:lnTo>
                  <a:pt x="2567" y="1047"/>
                </a:lnTo>
                <a:lnTo>
                  <a:pt x="2567" y="1040"/>
                </a:lnTo>
                <a:lnTo>
                  <a:pt x="2560" y="1040"/>
                </a:lnTo>
                <a:lnTo>
                  <a:pt x="2560" y="1047"/>
                </a:lnTo>
                <a:close/>
                <a:moveTo>
                  <a:pt x="2609" y="1047"/>
                </a:moveTo>
                <a:lnTo>
                  <a:pt x="2616" y="1047"/>
                </a:lnTo>
                <a:lnTo>
                  <a:pt x="2616" y="1040"/>
                </a:lnTo>
                <a:lnTo>
                  <a:pt x="2609" y="1040"/>
                </a:lnTo>
                <a:lnTo>
                  <a:pt x="2609" y="1047"/>
                </a:lnTo>
                <a:close/>
                <a:moveTo>
                  <a:pt x="2626" y="1047"/>
                </a:moveTo>
                <a:lnTo>
                  <a:pt x="2633" y="1047"/>
                </a:lnTo>
                <a:lnTo>
                  <a:pt x="2633" y="1040"/>
                </a:lnTo>
                <a:lnTo>
                  <a:pt x="2626" y="1040"/>
                </a:lnTo>
                <a:lnTo>
                  <a:pt x="2626" y="1047"/>
                </a:lnTo>
                <a:close/>
                <a:moveTo>
                  <a:pt x="2642" y="1047"/>
                </a:moveTo>
                <a:lnTo>
                  <a:pt x="2649" y="1047"/>
                </a:lnTo>
                <a:lnTo>
                  <a:pt x="2649" y="1040"/>
                </a:lnTo>
                <a:lnTo>
                  <a:pt x="2642" y="1040"/>
                </a:lnTo>
                <a:lnTo>
                  <a:pt x="2642" y="1047"/>
                </a:lnTo>
                <a:close/>
                <a:moveTo>
                  <a:pt x="2659" y="1047"/>
                </a:moveTo>
                <a:lnTo>
                  <a:pt x="2666" y="1047"/>
                </a:lnTo>
                <a:lnTo>
                  <a:pt x="2666" y="1040"/>
                </a:lnTo>
                <a:lnTo>
                  <a:pt x="2659" y="1040"/>
                </a:lnTo>
                <a:lnTo>
                  <a:pt x="2659" y="1047"/>
                </a:lnTo>
                <a:close/>
                <a:moveTo>
                  <a:pt x="2678" y="1047"/>
                </a:moveTo>
                <a:lnTo>
                  <a:pt x="2683" y="1047"/>
                </a:lnTo>
                <a:lnTo>
                  <a:pt x="2683" y="1040"/>
                </a:lnTo>
                <a:lnTo>
                  <a:pt x="2678" y="1040"/>
                </a:lnTo>
                <a:lnTo>
                  <a:pt x="2678" y="1047"/>
                </a:lnTo>
                <a:close/>
                <a:moveTo>
                  <a:pt x="2694" y="1047"/>
                </a:moveTo>
                <a:lnTo>
                  <a:pt x="2702" y="1047"/>
                </a:lnTo>
                <a:lnTo>
                  <a:pt x="2702" y="1040"/>
                </a:lnTo>
                <a:lnTo>
                  <a:pt x="2694" y="1040"/>
                </a:lnTo>
                <a:lnTo>
                  <a:pt x="2694" y="1047"/>
                </a:lnTo>
                <a:close/>
                <a:moveTo>
                  <a:pt x="2711" y="1047"/>
                </a:moveTo>
                <a:lnTo>
                  <a:pt x="2718" y="1047"/>
                </a:lnTo>
                <a:lnTo>
                  <a:pt x="2718" y="1040"/>
                </a:lnTo>
                <a:lnTo>
                  <a:pt x="2711" y="1040"/>
                </a:lnTo>
                <a:lnTo>
                  <a:pt x="2711" y="1047"/>
                </a:lnTo>
                <a:close/>
                <a:moveTo>
                  <a:pt x="2728" y="1047"/>
                </a:moveTo>
                <a:lnTo>
                  <a:pt x="2735" y="1047"/>
                </a:lnTo>
                <a:lnTo>
                  <a:pt x="2735" y="1040"/>
                </a:lnTo>
                <a:lnTo>
                  <a:pt x="2728" y="1040"/>
                </a:lnTo>
                <a:lnTo>
                  <a:pt x="2728" y="1047"/>
                </a:lnTo>
                <a:close/>
                <a:moveTo>
                  <a:pt x="2744" y="1047"/>
                </a:moveTo>
                <a:lnTo>
                  <a:pt x="2751" y="1047"/>
                </a:lnTo>
                <a:lnTo>
                  <a:pt x="2751" y="1040"/>
                </a:lnTo>
                <a:lnTo>
                  <a:pt x="2744" y="1040"/>
                </a:lnTo>
                <a:lnTo>
                  <a:pt x="2744" y="1047"/>
                </a:lnTo>
                <a:close/>
                <a:moveTo>
                  <a:pt x="2777" y="1047"/>
                </a:moveTo>
                <a:lnTo>
                  <a:pt x="2784" y="1047"/>
                </a:lnTo>
                <a:lnTo>
                  <a:pt x="2784" y="1040"/>
                </a:lnTo>
                <a:lnTo>
                  <a:pt x="2777" y="1040"/>
                </a:lnTo>
                <a:lnTo>
                  <a:pt x="2777" y="1047"/>
                </a:lnTo>
                <a:close/>
                <a:moveTo>
                  <a:pt x="2794" y="1047"/>
                </a:moveTo>
                <a:lnTo>
                  <a:pt x="2801" y="1047"/>
                </a:lnTo>
                <a:lnTo>
                  <a:pt x="2801" y="1040"/>
                </a:lnTo>
                <a:lnTo>
                  <a:pt x="2794" y="1040"/>
                </a:lnTo>
                <a:lnTo>
                  <a:pt x="2794" y="1047"/>
                </a:lnTo>
                <a:close/>
                <a:moveTo>
                  <a:pt x="2811" y="1047"/>
                </a:moveTo>
                <a:lnTo>
                  <a:pt x="2818" y="1047"/>
                </a:lnTo>
                <a:lnTo>
                  <a:pt x="2818" y="1040"/>
                </a:lnTo>
                <a:lnTo>
                  <a:pt x="2811" y="1040"/>
                </a:lnTo>
                <a:lnTo>
                  <a:pt x="2811" y="1047"/>
                </a:lnTo>
                <a:close/>
                <a:moveTo>
                  <a:pt x="802" y="1064"/>
                </a:moveTo>
                <a:lnTo>
                  <a:pt x="810" y="1064"/>
                </a:lnTo>
                <a:lnTo>
                  <a:pt x="810" y="1057"/>
                </a:lnTo>
                <a:lnTo>
                  <a:pt x="802" y="1057"/>
                </a:lnTo>
                <a:lnTo>
                  <a:pt x="802" y="1064"/>
                </a:lnTo>
                <a:close/>
                <a:moveTo>
                  <a:pt x="819" y="1064"/>
                </a:moveTo>
                <a:lnTo>
                  <a:pt x="826" y="1064"/>
                </a:lnTo>
                <a:lnTo>
                  <a:pt x="826" y="1057"/>
                </a:lnTo>
                <a:lnTo>
                  <a:pt x="819" y="1057"/>
                </a:lnTo>
                <a:lnTo>
                  <a:pt x="819" y="1064"/>
                </a:lnTo>
                <a:close/>
                <a:moveTo>
                  <a:pt x="836" y="1064"/>
                </a:moveTo>
                <a:lnTo>
                  <a:pt x="843" y="1064"/>
                </a:lnTo>
                <a:lnTo>
                  <a:pt x="843" y="1057"/>
                </a:lnTo>
                <a:lnTo>
                  <a:pt x="836" y="1057"/>
                </a:lnTo>
                <a:lnTo>
                  <a:pt x="836" y="1064"/>
                </a:lnTo>
                <a:close/>
                <a:moveTo>
                  <a:pt x="852" y="1064"/>
                </a:moveTo>
                <a:lnTo>
                  <a:pt x="859" y="1064"/>
                </a:lnTo>
                <a:lnTo>
                  <a:pt x="859" y="1057"/>
                </a:lnTo>
                <a:lnTo>
                  <a:pt x="852" y="1057"/>
                </a:lnTo>
                <a:lnTo>
                  <a:pt x="852" y="1064"/>
                </a:lnTo>
                <a:close/>
                <a:moveTo>
                  <a:pt x="871" y="1064"/>
                </a:moveTo>
                <a:lnTo>
                  <a:pt x="876" y="1064"/>
                </a:lnTo>
                <a:lnTo>
                  <a:pt x="876" y="1057"/>
                </a:lnTo>
                <a:lnTo>
                  <a:pt x="871" y="1057"/>
                </a:lnTo>
                <a:lnTo>
                  <a:pt x="871" y="1064"/>
                </a:lnTo>
                <a:close/>
                <a:moveTo>
                  <a:pt x="888" y="1064"/>
                </a:moveTo>
                <a:lnTo>
                  <a:pt x="895" y="1064"/>
                </a:lnTo>
                <a:lnTo>
                  <a:pt x="895" y="1057"/>
                </a:lnTo>
                <a:lnTo>
                  <a:pt x="888" y="1057"/>
                </a:lnTo>
                <a:lnTo>
                  <a:pt x="888" y="1064"/>
                </a:lnTo>
                <a:close/>
                <a:moveTo>
                  <a:pt x="904" y="1064"/>
                </a:moveTo>
                <a:lnTo>
                  <a:pt x="911" y="1064"/>
                </a:lnTo>
                <a:lnTo>
                  <a:pt x="911" y="1057"/>
                </a:lnTo>
                <a:lnTo>
                  <a:pt x="904" y="1057"/>
                </a:lnTo>
                <a:lnTo>
                  <a:pt x="904" y="1064"/>
                </a:lnTo>
                <a:close/>
                <a:moveTo>
                  <a:pt x="921" y="1064"/>
                </a:moveTo>
                <a:lnTo>
                  <a:pt x="928" y="1064"/>
                </a:lnTo>
                <a:lnTo>
                  <a:pt x="928" y="1057"/>
                </a:lnTo>
                <a:lnTo>
                  <a:pt x="921" y="1057"/>
                </a:lnTo>
                <a:lnTo>
                  <a:pt x="921" y="1064"/>
                </a:lnTo>
                <a:close/>
                <a:moveTo>
                  <a:pt x="937" y="1064"/>
                </a:moveTo>
                <a:lnTo>
                  <a:pt x="944" y="1064"/>
                </a:lnTo>
                <a:lnTo>
                  <a:pt x="944" y="1057"/>
                </a:lnTo>
                <a:lnTo>
                  <a:pt x="937" y="1057"/>
                </a:lnTo>
                <a:lnTo>
                  <a:pt x="937" y="1064"/>
                </a:lnTo>
                <a:close/>
                <a:moveTo>
                  <a:pt x="954" y="1064"/>
                </a:moveTo>
                <a:lnTo>
                  <a:pt x="961" y="1064"/>
                </a:lnTo>
                <a:lnTo>
                  <a:pt x="961" y="1057"/>
                </a:lnTo>
                <a:lnTo>
                  <a:pt x="954" y="1057"/>
                </a:lnTo>
                <a:lnTo>
                  <a:pt x="954" y="1064"/>
                </a:lnTo>
                <a:close/>
                <a:moveTo>
                  <a:pt x="971" y="1064"/>
                </a:moveTo>
                <a:lnTo>
                  <a:pt x="978" y="1064"/>
                </a:lnTo>
                <a:lnTo>
                  <a:pt x="978" y="1057"/>
                </a:lnTo>
                <a:lnTo>
                  <a:pt x="971" y="1057"/>
                </a:lnTo>
                <a:lnTo>
                  <a:pt x="971" y="1064"/>
                </a:lnTo>
                <a:close/>
                <a:moveTo>
                  <a:pt x="987" y="1064"/>
                </a:moveTo>
                <a:lnTo>
                  <a:pt x="994" y="1064"/>
                </a:lnTo>
                <a:lnTo>
                  <a:pt x="994" y="1057"/>
                </a:lnTo>
                <a:lnTo>
                  <a:pt x="987" y="1057"/>
                </a:lnTo>
                <a:lnTo>
                  <a:pt x="987" y="1064"/>
                </a:lnTo>
                <a:close/>
                <a:moveTo>
                  <a:pt x="1004" y="1064"/>
                </a:moveTo>
                <a:lnTo>
                  <a:pt x="1011" y="1064"/>
                </a:lnTo>
                <a:lnTo>
                  <a:pt x="1011" y="1057"/>
                </a:lnTo>
                <a:lnTo>
                  <a:pt x="1004" y="1057"/>
                </a:lnTo>
                <a:lnTo>
                  <a:pt x="1004" y="1064"/>
                </a:lnTo>
                <a:close/>
                <a:moveTo>
                  <a:pt x="1020" y="1064"/>
                </a:moveTo>
                <a:lnTo>
                  <a:pt x="1027" y="1064"/>
                </a:lnTo>
                <a:lnTo>
                  <a:pt x="1027" y="1057"/>
                </a:lnTo>
                <a:lnTo>
                  <a:pt x="1020" y="1057"/>
                </a:lnTo>
                <a:lnTo>
                  <a:pt x="1020" y="1064"/>
                </a:lnTo>
                <a:close/>
                <a:moveTo>
                  <a:pt x="1037" y="1064"/>
                </a:moveTo>
                <a:lnTo>
                  <a:pt x="1044" y="1064"/>
                </a:lnTo>
                <a:lnTo>
                  <a:pt x="1044" y="1057"/>
                </a:lnTo>
                <a:lnTo>
                  <a:pt x="1037" y="1057"/>
                </a:lnTo>
                <a:lnTo>
                  <a:pt x="1037" y="1064"/>
                </a:lnTo>
                <a:close/>
                <a:moveTo>
                  <a:pt x="1053" y="1064"/>
                </a:moveTo>
                <a:lnTo>
                  <a:pt x="1061" y="1064"/>
                </a:lnTo>
                <a:lnTo>
                  <a:pt x="1061" y="1057"/>
                </a:lnTo>
                <a:lnTo>
                  <a:pt x="1053" y="1057"/>
                </a:lnTo>
                <a:lnTo>
                  <a:pt x="1053" y="1064"/>
                </a:lnTo>
                <a:close/>
                <a:moveTo>
                  <a:pt x="1070" y="1064"/>
                </a:moveTo>
                <a:lnTo>
                  <a:pt x="1077" y="1064"/>
                </a:lnTo>
                <a:lnTo>
                  <a:pt x="1077" y="1057"/>
                </a:lnTo>
                <a:lnTo>
                  <a:pt x="1070" y="1057"/>
                </a:lnTo>
                <a:lnTo>
                  <a:pt x="1070" y="1064"/>
                </a:lnTo>
                <a:close/>
                <a:moveTo>
                  <a:pt x="1087" y="1064"/>
                </a:moveTo>
                <a:lnTo>
                  <a:pt x="1094" y="1064"/>
                </a:lnTo>
                <a:lnTo>
                  <a:pt x="1094" y="1057"/>
                </a:lnTo>
                <a:lnTo>
                  <a:pt x="1087" y="1057"/>
                </a:lnTo>
                <a:lnTo>
                  <a:pt x="1087" y="1064"/>
                </a:lnTo>
                <a:close/>
                <a:moveTo>
                  <a:pt x="1103" y="1064"/>
                </a:moveTo>
                <a:lnTo>
                  <a:pt x="1110" y="1064"/>
                </a:lnTo>
                <a:lnTo>
                  <a:pt x="1110" y="1057"/>
                </a:lnTo>
                <a:lnTo>
                  <a:pt x="1103" y="1057"/>
                </a:lnTo>
                <a:lnTo>
                  <a:pt x="1103" y="1064"/>
                </a:lnTo>
                <a:close/>
                <a:moveTo>
                  <a:pt x="1120" y="1064"/>
                </a:moveTo>
                <a:lnTo>
                  <a:pt x="1127" y="1064"/>
                </a:lnTo>
                <a:lnTo>
                  <a:pt x="1127" y="1057"/>
                </a:lnTo>
                <a:lnTo>
                  <a:pt x="1120" y="1057"/>
                </a:lnTo>
                <a:lnTo>
                  <a:pt x="1120" y="1064"/>
                </a:lnTo>
                <a:close/>
                <a:moveTo>
                  <a:pt x="1139" y="1064"/>
                </a:moveTo>
                <a:lnTo>
                  <a:pt x="1146" y="1064"/>
                </a:lnTo>
                <a:lnTo>
                  <a:pt x="1146" y="1057"/>
                </a:lnTo>
                <a:lnTo>
                  <a:pt x="1139" y="1057"/>
                </a:lnTo>
                <a:lnTo>
                  <a:pt x="1139" y="1064"/>
                </a:lnTo>
                <a:close/>
                <a:moveTo>
                  <a:pt x="1155" y="1064"/>
                </a:moveTo>
                <a:lnTo>
                  <a:pt x="1162" y="1064"/>
                </a:lnTo>
                <a:lnTo>
                  <a:pt x="1162" y="1057"/>
                </a:lnTo>
                <a:lnTo>
                  <a:pt x="1155" y="1057"/>
                </a:lnTo>
                <a:lnTo>
                  <a:pt x="1155" y="1064"/>
                </a:lnTo>
                <a:close/>
                <a:moveTo>
                  <a:pt x="1572" y="1064"/>
                </a:moveTo>
                <a:lnTo>
                  <a:pt x="1579" y="1064"/>
                </a:lnTo>
                <a:lnTo>
                  <a:pt x="1579" y="1057"/>
                </a:lnTo>
                <a:lnTo>
                  <a:pt x="1572" y="1057"/>
                </a:lnTo>
                <a:lnTo>
                  <a:pt x="1572" y="1064"/>
                </a:lnTo>
                <a:close/>
                <a:moveTo>
                  <a:pt x="1589" y="1064"/>
                </a:moveTo>
                <a:lnTo>
                  <a:pt x="1596" y="1064"/>
                </a:lnTo>
                <a:lnTo>
                  <a:pt x="1596" y="1057"/>
                </a:lnTo>
                <a:lnTo>
                  <a:pt x="1589" y="1057"/>
                </a:lnTo>
                <a:lnTo>
                  <a:pt x="1589" y="1064"/>
                </a:lnTo>
                <a:close/>
                <a:moveTo>
                  <a:pt x="1605" y="1064"/>
                </a:moveTo>
                <a:lnTo>
                  <a:pt x="1612" y="1064"/>
                </a:lnTo>
                <a:lnTo>
                  <a:pt x="1612" y="1057"/>
                </a:lnTo>
                <a:lnTo>
                  <a:pt x="1605" y="1057"/>
                </a:lnTo>
                <a:lnTo>
                  <a:pt x="1605" y="1064"/>
                </a:lnTo>
                <a:close/>
                <a:moveTo>
                  <a:pt x="1622" y="1064"/>
                </a:moveTo>
                <a:lnTo>
                  <a:pt x="1629" y="1064"/>
                </a:lnTo>
                <a:lnTo>
                  <a:pt x="1629" y="1057"/>
                </a:lnTo>
                <a:lnTo>
                  <a:pt x="1622" y="1057"/>
                </a:lnTo>
                <a:lnTo>
                  <a:pt x="1622" y="1064"/>
                </a:lnTo>
                <a:close/>
                <a:moveTo>
                  <a:pt x="1638" y="1064"/>
                </a:moveTo>
                <a:lnTo>
                  <a:pt x="1645" y="1064"/>
                </a:lnTo>
                <a:lnTo>
                  <a:pt x="1645" y="1057"/>
                </a:lnTo>
                <a:lnTo>
                  <a:pt x="1638" y="1057"/>
                </a:lnTo>
                <a:lnTo>
                  <a:pt x="1638" y="1064"/>
                </a:lnTo>
                <a:close/>
                <a:moveTo>
                  <a:pt x="1657" y="1064"/>
                </a:moveTo>
                <a:lnTo>
                  <a:pt x="1664" y="1064"/>
                </a:lnTo>
                <a:lnTo>
                  <a:pt x="1664" y="1057"/>
                </a:lnTo>
                <a:lnTo>
                  <a:pt x="1657" y="1057"/>
                </a:lnTo>
                <a:lnTo>
                  <a:pt x="1657" y="1064"/>
                </a:lnTo>
                <a:close/>
                <a:moveTo>
                  <a:pt x="1674" y="1064"/>
                </a:moveTo>
                <a:lnTo>
                  <a:pt x="1681" y="1064"/>
                </a:lnTo>
                <a:lnTo>
                  <a:pt x="1681" y="1057"/>
                </a:lnTo>
                <a:lnTo>
                  <a:pt x="1674" y="1057"/>
                </a:lnTo>
                <a:lnTo>
                  <a:pt x="1674" y="1064"/>
                </a:lnTo>
                <a:close/>
                <a:moveTo>
                  <a:pt x="1690" y="1064"/>
                </a:moveTo>
                <a:lnTo>
                  <a:pt x="1698" y="1064"/>
                </a:lnTo>
                <a:lnTo>
                  <a:pt x="1698" y="1057"/>
                </a:lnTo>
                <a:lnTo>
                  <a:pt x="1690" y="1057"/>
                </a:lnTo>
                <a:lnTo>
                  <a:pt x="1690" y="1064"/>
                </a:lnTo>
                <a:close/>
                <a:moveTo>
                  <a:pt x="1707" y="1064"/>
                </a:moveTo>
                <a:lnTo>
                  <a:pt x="1714" y="1064"/>
                </a:lnTo>
                <a:lnTo>
                  <a:pt x="1714" y="1057"/>
                </a:lnTo>
                <a:lnTo>
                  <a:pt x="1707" y="1057"/>
                </a:lnTo>
                <a:lnTo>
                  <a:pt x="1707" y="1064"/>
                </a:lnTo>
                <a:close/>
                <a:moveTo>
                  <a:pt x="1724" y="1064"/>
                </a:moveTo>
                <a:lnTo>
                  <a:pt x="1731" y="1064"/>
                </a:lnTo>
                <a:lnTo>
                  <a:pt x="1731" y="1057"/>
                </a:lnTo>
                <a:lnTo>
                  <a:pt x="1724" y="1057"/>
                </a:lnTo>
                <a:lnTo>
                  <a:pt x="1724" y="1064"/>
                </a:lnTo>
                <a:close/>
                <a:moveTo>
                  <a:pt x="1740" y="1064"/>
                </a:moveTo>
                <a:lnTo>
                  <a:pt x="1747" y="1064"/>
                </a:lnTo>
                <a:lnTo>
                  <a:pt x="1747" y="1057"/>
                </a:lnTo>
                <a:lnTo>
                  <a:pt x="1740" y="1057"/>
                </a:lnTo>
                <a:lnTo>
                  <a:pt x="1740" y="1064"/>
                </a:lnTo>
                <a:close/>
                <a:moveTo>
                  <a:pt x="1757" y="1064"/>
                </a:moveTo>
                <a:lnTo>
                  <a:pt x="1764" y="1064"/>
                </a:lnTo>
                <a:lnTo>
                  <a:pt x="1764" y="1057"/>
                </a:lnTo>
                <a:lnTo>
                  <a:pt x="1757" y="1057"/>
                </a:lnTo>
                <a:lnTo>
                  <a:pt x="1757" y="1064"/>
                </a:lnTo>
                <a:close/>
                <a:moveTo>
                  <a:pt x="1773" y="1064"/>
                </a:moveTo>
                <a:lnTo>
                  <a:pt x="1780" y="1064"/>
                </a:lnTo>
                <a:lnTo>
                  <a:pt x="1780" y="1057"/>
                </a:lnTo>
                <a:lnTo>
                  <a:pt x="1773" y="1057"/>
                </a:lnTo>
                <a:lnTo>
                  <a:pt x="1773" y="1064"/>
                </a:lnTo>
                <a:close/>
                <a:moveTo>
                  <a:pt x="1790" y="1064"/>
                </a:moveTo>
                <a:lnTo>
                  <a:pt x="1797" y="1064"/>
                </a:lnTo>
                <a:lnTo>
                  <a:pt x="1797" y="1057"/>
                </a:lnTo>
                <a:lnTo>
                  <a:pt x="1790" y="1057"/>
                </a:lnTo>
                <a:lnTo>
                  <a:pt x="1790" y="1064"/>
                </a:lnTo>
                <a:close/>
                <a:moveTo>
                  <a:pt x="2460" y="1064"/>
                </a:moveTo>
                <a:lnTo>
                  <a:pt x="2467" y="1064"/>
                </a:lnTo>
                <a:lnTo>
                  <a:pt x="2467" y="1057"/>
                </a:lnTo>
                <a:lnTo>
                  <a:pt x="2460" y="1057"/>
                </a:lnTo>
                <a:lnTo>
                  <a:pt x="2460" y="1064"/>
                </a:lnTo>
                <a:close/>
                <a:moveTo>
                  <a:pt x="2477" y="1064"/>
                </a:moveTo>
                <a:lnTo>
                  <a:pt x="2484" y="1064"/>
                </a:lnTo>
                <a:lnTo>
                  <a:pt x="2484" y="1057"/>
                </a:lnTo>
                <a:lnTo>
                  <a:pt x="2477" y="1057"/>
                </a:lnTo>
                <a:lnTo>
                  <a:pt x="2477" y="1064"/>
                </a:lnTo>
                <a:close/>
                <a:moveTo>
                  <a:pt x="2493" y="1064"/>
                </a:moveTo>
                <a:lnTo>
                  <a:pt x="2500" y="1064"/>
                </a:lnTo>
                <a:lnTo>
                  <a:pt x="2500" y="1057"/>
                </a:lnTo>
                <a:lnTo>
                  <a:pt x="2493" y="1057"/>
                </a:lnTo>
                <a:lnTo>
                  <a:pt x="2493" y="1064"/>
                </a:lnTo>
                <a:close/>
                <a:moveTo>
                  <a:pt x="2510" y="1064"/>
                </a:moveTo>
                <a:lnTo>
                  <a:pt x="2517" y="1064"/>
                </a:lnTo>
                <a:lnTo>
                  <a:pt x="2517" y="1057"/>
                </a:lnTo>
                <a:lnTo>
                  <a:pt x="2510" y="1057"/>
                </a:lnTo>
                <a:lnTo>
                  <a:pt x="2510" y="1064"/>
                </a:lnTo>
                <a:close/>
                <a:moveTo>
                  <a:pt x="2560" y="1064"/>
                </a:moveTo>
                <a:lnTo>
                  <a:pt x="2567" y="1064"/>
                </a:lnTo>
                <a:lnTo>
                  <a:pt x="2567" y="1057"/>
                </a:lnTo>
                <a:lnTo>
                  <a:pt x="2560" y="1057"/>
                </a:lnTo>
                <a:lnTo>
                  <a:pt x="2560" y="1064"/>
                </a:lnTo>
                <a:close/>
                <a:moveTo>
                  <a:pt x="2576" y="1064"/>
                </a:moveTo>
                <a:lnTo>
                  <a:pt x="2583" y="1064"/>
                </a:lnTo>
                <a:lnTo>
                  <a:pt x="2583" y="1057"/>
                </a:lnTo>
                <a:lnTo>
                  <a:pt x="2576" y="1057"/>
                </a:lnTo>
                <a:lnTo>
                  <a:pt x="2576" y="1064"/>
                </a:lnTo>
                <a:close/>
                <a:moveTo>
                  <a:pt x="2609" y="1064"/>
                </a:moveTo>
                <a:lnTo>
                  <a:pt x="2616" y="1064"/>
                </a:lnTo>
                <a:lnTo>
                  <a:pt x="2616" y="1057"/>
                </a:lnTo>
                <a:lnTo>
                  <a:pt x="2609" y="1057"/>
                </a:lnTo>
                <a:lnTo>
                  <a:pt x="2609" y="1064"/>
                </a:lnTo>
                <a:close/>
                <a:moveTo>
                  <a:pt x="2659" y="1064"/>
                </a:moveTo>
                <a:lnTo>
                  <a:pt x="2666" y="1064"/>
                </a:lnTo>
                <a:lnTo>
                  <a:pt x="2666" y="1057"/>
                </a:lnTo>
                <a:lnTo>
                  <a:pt x="2659" y="1057"/>
                </a:lnTo>
                <a:lnTo>
                  <a:pt x="2659" y="1064"/>
                </a:lnTo>
                <a:close/>
                <a:moveTo>
                  <a:pt x="2694" y="1064"/>
                </a:moveTo>
                <a:lnTo>
                  <a:pt x="2702" y="1064"/>
                </a:lnTo>
                <a:lnTo>
                  <a:pt x="2702" y="1057"/>
                </a:lnTo>
                <a:lnTo>
                  <a:pt x="2694" y="1057"/>
                </a:lnTo>
                <a:lnTo>
                  <a:pt x="2694" y="1064"/>
                </a:lnTo>
                <a:close/>
                <a:moveTo>
                  <a:pt x="2711" y="1064"/>
                </a:moveTo>
                <a:lnTo>
                  <a:pt x="2718" y="1064"/>
                </a:lnTo>
                <a:lnTo>
                  <a:pt x="2718" y="1057"/>
                </a:lnTo>
                <a:lnTo>
                  <a:pt x="2711" y="1057"/>
                </a:lnTo>
                <a:lnTo>
                  <a:pt x="2711" y="1064"/>
                </a:lnTo>
                <a:close/>
                <a:moveTo>
                  <a:pt x="2728" y="1064"/>
                </a:moveTo>
                <a:lnTo>
                  <a:pt x="2735" y="1064"/>
                </a:lnTo>
                <a:lnTo>
                  <a:pt x="2735" y="1057"/>
                </a:lnTo>
                <a:lnTo>
                  <a:pt x="2728" y="1057"/>
                </a:lnTo>
                <a:lnTo>
                  <a:pt x="2728" y="1064"/>
                </a:lnTo>
                <a:close/>
                <a:moveTo>
                  <a:pt x="2744" y="1064"/>
                </a:moveTo>
                <a:lnTo>
                  <a:pt x="2751" y="1064"/>
                </a:lnTo>
                <a:lnTo>
                  <a:pt x="2751" y="1057"/>
                </a:lnTo>
                <a:lnTo>
                  <a:pt x="2744" y="1057"/>
                </a:lnTo>
                <a:lnTo>
                  <a:pt x="2744" y="1064"/>
                </a:lnTo>
                <a:close/>
                <a:moveTo>
                  <a:pt x="2811" y="1064"/>
                </a:moveTo>
                <a:lnTo>
                  <a:pt x="2818" y="1064"/>
                </a:lnTo>
                <a:lnTo>
                  <a:pt x="2818" y="1057"/>
                </a:lnTo>
                <a:lnTo>
                  <a:pt x="2811" y="1057"/>
                </a:lnTo>
                <a:lnTo>
                  <a:pt x="2811" y="1064"/>
                </a:lnTo>
                <a:close/>
                <a:moveTo>
                  <a:pt x="2827" y="1064"/>
                </a:moveTo>
                <a:lnTo>
                  <a:pt x="2834" y="1064"/>
                </a:lnTo>
                <a:lnTo>
                  <a:pt x="2834" y="1057"/>
                </a:lnTo>
                <a:lnTo>
                  <a:pt x="2827" y="1057"/>
                </a:lnTo>
                <a:lnTo>
                  <a:pt x="2827" y="1064"/>
                </a:lnTo>
                <a:close/>
                <a:moveTo>
                  <a:pt x="802" y="1080"/>
                </a:moveTo>
                <a:lnTo>
                  <a:pt x="810" y="1080"/>
                </a:lnTo>
                <a:lnTo>
                  <a:pt x="810" y="1073"/>
                </a:lnTo>
                <a:lnTo>
                  <a:pt x="802" y="1073"/>
                </a:lnTo>
                <a:lnTo>
                  <a:pt x="802" y="1080"/>
                </a:lnTo>
                <a:close/>
                <a:moveTo>
                  <a:pt x="819" y="1080"/>
                </a:moveTo>
                <a:lnTo>
                  <a:pt x="826" y="1080"/>
                </a:lnTo>
                <a:lnTo>
                  <a:pt x="826" y="1073"/>
                </a:lnTo>
                <a:lnTo>
                  <a:pt x="819" y="1073"/>
                </a:lnTo>
                <a:lnTo>
                  <a:pt x="819" y="1080"/>
                </a:lnTo>
                <a:close/>
                <a:moveTo>
                  <a:pt x="836" y="1080"/>
                </a:moveTo>
                <a:lnTo>
                  <a:pt x="843" y="1080"/>
                </a:lnTo>
                <a:lnTo>
                  <a:pt x="843" y="1073"/>
                </a:lnTo>
                <a:lnTo>
                  <a:pt x="836" y="1073"/>
                </a:lnTo>
                <a:lnTo>
                  <a:pt x="836" y="1080"/>
                </a:lnTo>
                <a:close/>
                <a:moveTo>
                  <a:pt x="852" y="1080"/>
                </a:moveTo>
                <a:lnTo>
                  <a:pt x="859" y="1080"/>
                </a:lnTo>
                <a:lnTo>
                  <a:pt x="859" y="1073"/>
                </a:lnTo>
                <a:lnTo>
                  <a:pt x="852" y="1073"/>
                </a:lnTo>
                <a:lnTo>
                  <a:pt x="852" y="1080"/>
                </a:lnTo>
                <a:close/>
                <a:moveTo>
                  <a:pt x="871" y="1080"/>
                </a:moveTo>
                <a:lnTo>
                  <a:pt x="876" y="1080"/>
                </a:lnTo>
                <a:lnTo>
                  <a:pt x="876" y="1073"/>
                </a:lnTo>
                <a:lnTo>
                  <a:pt x="871" y="1073"/>
                </a:lnTo>
                <a:lnTo>
                  <a:pt x="871" y="1080"/>
                </a:lnTo>
                <a:close/>
                <a:moveTo>
                  <a:pt x="888" y="1080"/>
                </a:moveTo>
                <a:lnTo>
                  <a:pt x="895" y="1080"/>
                </a:lnTo>
                <a:lnTo>
                  <a:pt x="895" y="1073"/>
                </a:lnTo>
                <a:lnTo>
                  <a:pt x="888" y="1073"/>
                </a:lnTo>
                <a:lnTo>
                  <a:pt x="888" y="1080"/>
                </a:lnTo>
                <a:close/>
                <a:moveTo>
                  <a:pt x="904" y="1080"/>
                </a:moveTo>
                <a:lnTo>
                  <a:pt x="911" y="1080"/>
                </a:lnTo>
                <a:lnTo>
                  <a:pt x="911" y="1073"/>
                </a:lnTo>
                <a:lnTo>
                  <a:pt x="904" y="1073"/>
                </a:lnTo>
                <a:lnTo>
                  <a:pt x="904" y="1080"/>
                </a:lnTo>
                <a:close/>
                <a:moveTo>
                  <a:pt x="921" y="1080"/>
                </a:moveTo>
                <a:lnTo>
                  <a:pt x="928" y="1080"/>
                </a:lnTo>
                <a:lnTo>
                  <a:pt x="928" y="1073"/>
                </a:lnTo>
                <a:lnTo>
                  <a:pt x="921" y="1073"/>
                </a:lnTo>
                <a:lnTo>
                  <a:pt x="921" y="1080"/>
                </a:lnTo>
                <a:close/>
                <a:moveTo>
                  <a:pt x="937" y="1080"/>
                </a:moveTo>
                <a:lnTo>
                  <a:pt x="944" y="1080"/>
                </a:lnTo>
                <a:lnTo>
                  <a:pt x="944" y="1073"/>
                </a:lnTo>
                <a:lnTo>
                  <a:pt x="937" y="1073"/>
                </a:lnTo>
                <a:lnTo>
                  <a:pt x="937" y="1080"/>
                </a:lnTo>
                <a:close/>
                <a:moveTo>
                  <a:pt x="954" y="1080"/>
                </a:moveTo>
                <a:lnTo>
                  <a:pt x="961" y="1080"/>
                </a:lnTo>
                <a:lnTo>
                  <a:pt x="961" y="1073"/>
                </a:lnTo>
                <a:lnTo>
                  <a:pt x="954" y="1073"/>
                </a:lnTo>
                <a:lnTo>
                  <a:pt x="954" y="1080"/>
                </a:lnTo>
                <a:close/>
                <a:moveTo>
                  <a:pt x="971" y="1080"/>
                </a:moveTo>
                <a:lnTo>
                  <a:pt x="978" y="1080"/>
                </a:lnTo>
                <a:lnTo>
                  <a:pt x="978" y="1073"/>
                </a:lnTo>
                <a:lnTo>
                  <a:pt x="971" y="1073"/>
                </a:lnTo>
                <a:lnTo>
                  <a:pt x="971" y="1080"/>
                </a:lnTo>
                <a:close/>
                <a:moveTo>
                  <a:pt x="987" y="1080"/>
                </a:moveTo>
                <a:lnTo>
                  <a:pt x="994" y="1080"/>
                </a:lnTo>
                <a:lnTo>
                  <a:pt x="994" y="1073"/>
                </a:lnTo>
                <a:lnTo>
                  <a:pt x="987" y="1073"/>
                </a:lnTo>
                <a:lnTo>
                  <a:pt x="987" y="1080"/>
                </a:lnTo>
                <a:close/>
                <a:moveTo>
                  <a:pt x="1004" y="1080"/>
                </a:moveTo>
                <a:lnTo>
                  <a:pt x="1011" y="1080"/>
                </a:lnTo>
                <a:lnTo>
                  <a:pt x="1011" y="1073"/>
                </a:lnTo>
                <a:lnTo>
                  <a:pt x="1004" y="1073"/>
                </a:lnTo>
                <a:lnTo>
                  <a:pt x="1004" y="1080"/>
                </a:lnTo>
                <a:close/>
                <a:moveTo>
                  <a:pt x="1020" y="1080"/>
                </a:moveTo>
                <a:lnTo>
                  <a:pt x="1027" y="1080"/>
                </a:lnTo>
                <a:lnTo>
                  <a:pt x="1027" y="1073"/>
                </a:lnTo>
                <a:lnTo>
                  <a:pt x="1020" y="1073"/>
                </a:lnTo>
                <a:lnTo>
                  <a:pt x="1020" y="1080"/>
                </a:lnTo>
                <a:close/>
                <a:moveTo>
                  <a:pt x="1037" y="1080"/>
                </a:moveTo>
                <a:lnTo>
                  <a:pt x="1044" y="1080"/>
                </a:lnTo>
                <a:lnTo>
                  <a:pt x="1044" y="1073"/>
                </a:lnTo>
                <a:lnTo>
                  <a:pt x="1037" y="1073"/>
                </a:lnTo>
                <a:lnTo>
                  <a:pt x="1037" y="1080"/>
                </a:lnTo>
                <a:close/>
                <a:moveTo>
                  <a:pt x="1053" y="1080"/>
                </a:moveTo>
                <a:lnTo>
                  <a:pt x="1061" y="1080"/>
                </a:lnTo>
                <a:lnTo>
                  <a:pt x="1061" y="1073"/>
                </a:lnTo>
                <a:lnTo>
                  <a:pt x="1053" y="1073"/>
                </a:lnTo>
                <a:lnTo>
                  <a:pt x="1053" y="1080"/>
                </a:lnTo>
                <a:close/>
                <a:moveTo>
                  <a:pt x="1070" y="1080"/>
                </a:moveTo>
                <a:lnTo>
                  <a:pt x="1077" y="1080"/>
                </a:lnTo>
                <a:lnTo>
                  <a:pt x="1077" y="1073"/>
                </a:lnTo>
                <a:lnTo>
                  <a:pt x="1070" y="1073"/>
                </a:lnTo>
                <a:lnTo>
                  <a:pt x="1070" y="1080"/>
                </a:lnTo>
                <a:close/>
                <a:moveTo>
                  <a:pt x="1087" y="1080"/>
                </a:moveTo>
                <a:lnTo>
                  <a:pt x="1094" y="1080"/>
                </a:lnTo>
                <a:lnTo>
                  <a:pt x="1094" y="1073"/>
                </a:lnTo>
                <a:lnTo>
                  <a:pt x="1087" y="1073"/>
                </a:lnTo>
                <a:lnTo>
                  <a:pt x="1087" y="1080"/>
                </a:lnTo>
                <a:close/>
                <a:moveTo>
                  <a:pt x="1103" y="1080"/>
                </a:moveTo>
                <a:lnTo>
                  <a:pt x="1110" y="1080"/>
                </a:lnTo>
                <a:lnTo>
                  <a:pt x="1110" y="1073"/>
                </a:lnTo>
                <a:lnTo>
                  <a:pt x="1103" y="1073"/>
                </a:lnTo>
                <a:lnTo>
                  <a:pt x="1103" y="1080"/>
                </a:lnTo>
                <a:close/>
                <a:moveTo>
                  <a:pt x="1120" y="1080"/>
                </a:moveTo>
                <a:lnTo>
                  <a:pt x="1127" y="1080"/>
                </a:lnTo>
                <a:lnTo>
                  <a:pt x="1127" y="1073"/>
                </a:lnTo>
                <a:lnTo>
                  <a:pt x="1120" y="1073"/>
                </a:lnTo>
                <a:lnTo>
                  <a:pt x="1120" y="1080"/>
                </a:lnTo>
                <a:close/>
                <a:moveTo>
                  <a:pt x="1139" y="1080"/>
                </a:moveTo>
                <a:lnTo>
                  <a:pt x="1146" y="1080"/>
                </a:lnTo>
                <a:lnTo>
                  <a:pt x="1146" y="1073"/>
                </a:lnTo>
                <a:lnTo>
                  <a:pt x="1139" y="1073"/>
                </a:lnTo>
                <a:lnTo>
                  <a:pt x="1139" y="1080"/>
                </a:lnTo>
                <a:close/>
                <a:moveTo>
                  <a:pt x="1555" y="1080"/>
                </a:moveTo>
                <a:lnTo>
                  <a:pt x="1563" y="1080"/>
                </a:lnTo>
                <a:lnTo>
                  <a:pt x="1563" y="1073"/>
                </a:lnTo>
                <a:lnTo>
                  <a:pt x="1555" y="1073"/>
                </a:lnTo>
                <a:lnTo>
                  <a:pt x="1555" y="1080"/>
                </a:lnTo>
                <a:close/>
                <a:moveTo>
                  <a:pt x="1572" y="1080"/>
                </a:moveTo>
                <a:lnTo>
                  <a:pt x="1579" y="1080"/>
                </a:lnTo>
                <a:lnTo>
                  <a:pt x="1579" y="1073"/>
                </a:lnTo>
                <a:lnTo>
                  <a:pt x="1572" y="1073"/>
                </a:lnTo>
                <a:lnTo>
                  <a:pt x="1572" y="1080"/>
                </a:lnTo>
                <a:close/>
                <a:moveTo>
                  <a:pt x="1589" y="1080"/>
                </a:moveTo>
                <a:lnTo>
                  <a:pt x="1596" y="1080"/>
                </a:lnTo>
                <a:lnTo>
                  <a:pt x="1596" y="1073"/>
                </a:lnTo>
                <a:lnTo>
                  <a:pt x="1589" y="1073"/>
                </a:lnTo>
                <a:lnTo>
                  <a:pt x="1589" y="1080"/>
                </a:lnTo>
                <a:close/>
                <a:moveTo>
                  <a:pt x="1605" y="1080"/>
                </a:moveTo>
                <a:lnTo>
                  <a:pt x="1612" y="1080"/>
                </a:lnTo>
                <a:lnTo>
                  <a:pt x="1612" y="1073"/>
                </a:lnTo>
                <a:lnTo>
                  <a:pt x="1605" y="1073"/>
                </a:lnTo>
                <a:lnTo>
                  <a:pt x="1605" y="1080"/>
                </a:lnTo>
                <a:close/>
                <a:moveTo>
                  <a:pt x="1622" y="1080"/>
                </a:moveTo>
                <a:lnTo>
                  <a:pt x="1629" y="1080"/>
                </a:lnTo>
                <a:lnTo>
                  <a:pt x="1629" y="1073"/>
                </a:lnTo>
                <a:lnTo>
                  <a:pt x="1622" y="1073"/>
                </a:lnTo>
                <a:lnTo>
                  <a:pt x="1622" y="1080"/>
                </a:lnTo>
                <a:close/>
                <a:moveTo>
                  <a:pt x="1638" y="1080"/>
                </a:moveTo>
                <a:lnTo>
                  <a:pt x="1645" y="1080"/>
                </a:lnTo>
                <a:lnTo>
                  <a:pt x="1645" y="1073"/>
                </a:lnTo>
                <a:lnTo>
                  <a:pt x="1638" y="1073"/>
                </a:lnTo>
                <a:lnTo>
                  <a:pt x="1638" y="1080"/>
                </a:lnTo>
                <a:close/>
                <a:moveTo>
                  <a:pt x="1657" y="1080"/>
                </a:moveTo>
                <a:lnTo>
                  <a:pt x="1664" y="1080"/>
                </a:lnTo>
                <a:lnTo>
                  <a:pt x="1664" y="1073"/>
                </a:lnTo>
                <a:lnTo>
                  <a:pt x="1657" y="1073"/>
                </a:lnTo>
                <a:lnTo>
                  <a:pt x="1657" y="1080"/>
                </a:lnTo>
                <a:close/>
                <a:moveTo>
                  <a:pt x="1674" y="1080"/>
                </a:moveTo>
                <a:lnTo>
                  <a:pt x="1681" y="1080"/>
                </a:lnTo>
                <a:lnTo>
                  <a:pt x="1681" y="1073"/>
                </a:lnTo>
                <a:lnTo>
                  <a:pt x="1674" y="1073"/>
                </a:lnTo>
                <a:lnTo>
                  <a:pt x="1674" y="1080"/>
                </a:lnTo>
                <a:close/>
                <a:moveTo>
                  <a:pt x="1690" y="1080"/>
                </a:moveTo>
                <a:lnTo>
                  <a:pt x="1698" y="1080"/>
                </a:lnTo>
                <a:lnTo>
                  <a:pt x="1698" y="1073"/>
                </a:lnTo>
                <a:lnTo>
                  <a:pt x="1690" y="1073"/>
                </a:lnTo>
                <a:lnTo>
                  <a:pt x="1690" y="1080"/>
                </a:lnTo>
                <a:close/>
                <a:moveTo>
                  <a:pt x="1707" y="1080"/>
                </a:moveTo>
                <a:lnTo>
                  <a:pt x="1714" y="1080"/>
                </a:lnTo>
                <a:lnTo>
                  <a:pt x="1714" y="1073"/>
                </a:lnTo>
                <a:lnTo>
                  <a:pt x="1707" y="1073"/>
                </a:lnTo>
                <a:lnTo>
                  <a:pt x="1707" y="1080"/>
                </a:lnTo>
                <a:close/>
                <a:moveTo>
                  <a:pt x="1724" y="1080"/>
                </a:moveTo>
                <a:lnTo>
                  <a:pt x="1731" y="1080"/>
                </a:lnTo>
                <a:lnTo>
                  <a:pt x="1731" y="1073"/>
                </a:lnTo>
                <a:lnTo>
                  <a:pt x="1724" y="1073"/>
                </a:lnTo>
                <a:lnTo>
                  <a:pt x="1724" y="1080"/>
                </a:lnTo>
                <a:close/>
                <a:moveTo>
                  <a:pt x="1740" y="1080"/>
                </a:moveTo>
                <a:lnTo>
                  <a:pt x="1747" y="1080"/>
                </a:lnTo>
                <a:lnTo>
                  <a:pt x="1747" y="1073"/>
                </a:lnTo>
                <a:lnTo>
                  <a:pt x="1740" y="1073"/>
                </a:lnTo>
                <a:lnTo>
                  <a:pt x="1740" y="1080"/>
                </a:lnTo>
                <a:close/>
                <a:moveTo>
                  <a:pt x="1757" y="1080"/>
                </a:moveTo>
                <a:lnTo>
                  <a:pt x="1764" y="1080"/>
                </a:lnTo>
                <a:lnTo>
                  <a:pt x="1764" y="1073"/>
                </a:lnTo>
                <a:lnTo>
                  <a:pt x="1757" y="1073"/>
                </a:lnTo>
                <a:lnTo>
                  <a:pt x="1757" y="1080"/>
                </a:lnTo>
                <a:close/>
                <a:moveTo>
                  <a:pt x="1773" y="1080"/>
                </a:moveTo>
                <a:lnTo>
                  <a:pt x="1780" y="1080"/>
                </a:lnTo>
                <a:lnTo>
                  <a:pt x="1780" y="1073"/>
                </a:lnTo>
                <a:lnTo>
                  <a:pt x="1773" y="1073"/>
                </a:lnTo>
                <a:lnTo>
                  <a:pt x="1773" y="1080"/>
                </a:lnTo>
                <a:close/>
                <a:moveTo>
                  <a:pt x="1790" y="1080"/>
                </a:moveTo>
                <a:lnTo>
                  <a:pt x="1797" y="1080"/>
                </a:lnTo>
                <a:lnTo>
                  <a:pt x="1797" y="1073"/>
                </a:lnTo>
                <a:lnTo>
                  <a:pt x="1790" y="1073"/>
                </a:lnTo>
                <a:lnTo>
                  <a:pt x="1790" y="1080"/>
                </a:lnTo>
                <a:close/>
                <a:moveTo>
                  <a:pt x="1856" y="1080"/>
                </a:moveTo>
                <a:lnTo>
                  <a:pt x="1863" y="1080"/>
                </a:lnTo>
                <a:lnTo>
                  <a:pt x="1863" y="1073"/>
                </a:lnTo>
                <a:lnTo>
                  <a:pt x="1856" y="1073"/>
                </a:lnTo>
                <a:lnTo>
                  <a:pt x="1856" y="1080"/>
                </a:lnTo>
                <a:close/>
                <a:moveTo>
                  <a:pt x="1873" y="1080"/>
                </a:moveTo>
                <a:lnTo>
                  <a:pt x="1880" y="1080"/>
                </a:lnTo>
                <a:lnTo>
                  <a:pt x="1880" y="1073"/>
                </a:lnTo>
                <a:lnTo>
                  <a:pt x="1873" y="1073"/>
                </a:lnTo>
                <a:lnTo>
                  <a:pt x="1873" y="1080"/>
                </a:lnTo>
                <a:close/>
                <a:moveTo>
                  <a:pt x="2543" y="1080"/>
                </a:moveTo>
                <a:lnTo>
                  <a:pt x="2550" y="1080"/>
                </a:lnTo>
                <a:lnTo>
                  <a:pt x="2550" y="1073"/>
                </a:lnTo>
                <a:lnTo>
                  <a:pt x="2543" y="1073"/>
                </a:lnTo>
                <a:lnTo>
                  <a:pt x="2543" y="1080"/>
                </a:lnTo>
                <a:close/>
                <a:moveTo>
                  <a:pt x="2560" y="1080"/>
                </a:moveTo>
                <a:lnTo>
                  <a:pt x="2567" y="1080"/>
                </a:lnTo>
                <a:lnTo>
                  <a:pt x="2567" y="1073"/>
                </a:lnTo>
                <a:lnTo>
                  <a:pt x="2560" y="1073"/>
                </a:lnTo>
                <a:lnTo>
                  <a:pt x="2560" y="1080"/>
                </a:lnTo>
                <a:close/>
                <a:moveTo>
                  <a:pt x="2576" y="1080"/>
                </a:moveTo>
                <a:lnTo>
                  <a:pt x="2583" y="1080"/>
                </a:lnTo>
                <a:lnTo>
                  <a:pt x="2583" y="1073"/>
                </a:lnTo>
                <a:lnTo>
                  <a:pt x="2576" y="1073"/>
                </a:lnTo>
                <a:lnTo>
                  <a:pt x="2576" y="1080"/>
                </a:lnTo>
                <a:close/>
                <a:moveTo>
                  <a:pt x="2593" y="1080"/>
                </a:moveTo>
                <a:lnTo>
                  <a:pt x="2600" y="1080"/>
                </a:lnTo>
                <a:lnTo>
                  <a:pt x="2600" y="1073"/>
                </a:lnTo>
                <a:lnTo>
                  <a:pt x="2593" y="1073"/>
                </a:lnTo>
                <a:lnTo>
                  <a:pt x="2593" y="1080"/>
                </a:lnTo>
                <a:close/>
                <a:moveTo>
                  <a:pt x="2609" y="1080"/>
                </a:moveTo>
                <a:lnTo>
                  <a:pt x="2616" y="1080"/>
                </a:lnTo>
                <a:lnTo>
                  <a:pt x="2616" y="1073"/>
                </a:lnTo>
                <a:lnTo>
                  <a:pt x="2609" y="1073"/>
                </a:lnTo>
                <a:lnTo>
                  <a:pt x="2609" y="1080"/>
                </a:lnTo>
                <a:close/>
                <a:moveTo>
                  <a:pt x="2642" y="1080"/>
                </a:moveTo>
                <a:lnTo>
                  <a:pt x="2649" y="1080"/>
                </a:lnTo>
                <a:lnTo>
                  <a:pt x="2649" y="1073"/>
                </a:lnTo>
                <a:lnTo>
                  <a:pt x="2642" y="1073"/>
                </a:lnTo>
                <a:lnTo>
                  <a:pt x="2642" y="1080"/>
                </a:lnTo>
                <a:close/>
                <a:moveTo>
                  <a:pt x="2659" y="1080"/>
                </a:moveTo>
                <a:lnTo>
                  <a:pt x="2666" y="1080"/>
                </a:lnTo>
                <a:lnTo>
                  <a:pt x="2666" y="1073"/>
                </a:lnTo>
                <a:lnTo>
                  <a:pt x="2659" y="1073"/>
                </a:lnTo>
                <a:lnTo>
                  <a:pt x="2659" y="1080"/>
                </a:lnTo>
                <a:close/>
                <a:moveTo>
                  <a:pt x="2744" y="1080"/>
                </a:moveTo>
                <a:lnTo>
                  <a:pt x="2751" y="1080"/>
                </a:lnTo>
                <a:lnTo>
                  <a:pt x="2751" y="1073"/>
                </a:lnTo>
                <a:lnTo>
                  <a:pt x="2744" y="1073"/>
                </a:lnTo>
                <a:lnTo>
                  <a:pt x="2744" y="1080"/>
                </a:lnTo>
                <a:close/>
                <a:moveTo>
                  <a:pt x="2811" y="1080"/>
                </a:moveTo>
                <a:lnTo>
                  <a:pt x="2818" y="1080"/>
                </a:lnTo>
                <a:lnTo>
                  <a:pt x="2818" y="1073"/>
                </a:lnTo>
                <a:lnTo>
                  <a:pt x="2811" y="1073"/>
                </a:lnTo>
                <a:lnTo>
                  <a:pt x="2811" y="1080"/>
                </a:lnTo>
                <a:close/>
                <a:moveTo>
                  <a:pt x="819" y="1097"/>
                </a:moveTo>
                <a:lnTo>
                  <a:pt x="826" y="1097"/>
                </a:lnTo>
                <a:lnTo>
                  <a:pt x="826" y="1090"/>
                </a:lnTo>
                <a:lnTo>
                  <a:pt x="819" y="1090"/>
                </a:lnTo>
                <a:lnTo>
                  <a:pt x="819" y="1097"/>
                </a:lnTo>
                <a:close/>
                <a:moveTo>
                  <a:pt x="836" y="1097"/>
                </a:moveTo>
                <a:lnTo>
                  <a:pt x="843" y="1097"/>
                </a:lnTo>
                <a:lnTo>
                  <a:pt x="843" y="1090"/>
                </a:lnTo>
                <a:lnTo>
                  <a:pt x="836" y="1090"/>
                </a:lnTo>
                <a:lnTo>
                  <a:pt x="836" y="1097"/>
                </a:lnTo>
                <a:close/>
                <a:moveTo>
                  <a:pt x="852" y="1097"/>
                </a:moveTo>
                <a:lnTo>
                  <a:pt x="859" y="1097"/>
                </a:lnTo>
                <a:lnTo>
                  <a:pt x="859" y="1090"/>
                </a:lnTo>
                <a:lnTo>
                  <a:pt x="852" y="1090"/>
                </a:lnTo>
                <a:lnTo>
                  <a:pt x="852" y="1097"/>
                </a:lnTo>
                <a:close/>
                <a:moveTo>
                  <a:pt x="871" y="1097"/>
                </a:moveTo>
                <a:lnTo>
                  <a:pt x="876" y="1097"/>
                </a:lnTo>
                <a:lnTo>
                  <a:pt x="876" y="1090"/>
                </a:lnTo>
                <a:lnTo>
                  <a:pt x="871" y="1090"/>
                </a:lnTo>
                <a:lnTo>
                  <a:pt x="871" y="1097"/>
                </a:lnTo>
                <a:close/>
                <a:moveTo>
                  <a:pt x="888" y="1097"/>
                </a:moveTo>
                <a:lnTo>
                  <a:pt x="895" y="1097"/>
                </a:lnTo>
                <a:lnTo>
                  <a:pt x="895" y="1090"/>
                </a:lnTo>
                <a:lnTo>
                  <a:pt x="888" y="1090"/>
                </a:lnTo>
                <a:lnTo>
                  <a:pt x="888" y="1097"/>
                </a:lnTo>
                <a:close/>
                <a:moveTo>
                  <a:pt x="904" y="1097"/>
                </a:moveTo>
                <a:lnTo>
                  <a:pt x="911" y="1097"/>
                </a:lnTo>
                <a:lnTo>
                  <a:pt x="911" y="1090"/>
                </a:lnTo>
                <a:lnTo>
                  <a:pt x="904" y="1090"/>
                </a:lnTo>
                <a:lnTo>
                  <a:pt x="904" y="1097"/>
                </a:lnTo>
                <a:close/>
                <a:moveTo>
                  <a:pt x="921" y="1097"/>
                </a:moveTo>
                <a:lnTo>
                  <a:pt x="928" y="1097"/>
                </a:lnTo>
                <a:lnTo>
                  <a:pt x="928" y="1090"/>
                </a:lnTo>
                <a:lnTo>
                  <a:pt x="921" y="1090"/>
                </a:lnTo>
                <a:lnTo>
                  <a:pt x="921" y="1097"/>
                </a:lnTo>
                <a:close/>
                <a:moveTo>
                  <a:pt x="937" y="1097"/>
                </a:moveTo>
                <a:lnTo>
                  <a:pt x="944" y="1097"/>
                </a:lnTo>
                <a:lnTo>
                  <a:pt x="944" y="1090"/>
                </a:lnTo>
                <a:lnTo>
                  <a:pt x="937" y="1090"/>
                </a:lnTo>
                <a:lnTo>
                  <a:pt x="937" y="1097"/>
                </a:lnTo>
                <a:close/>
                <a:moveTo>
                  <a:pt x="954" y="1097"/>
                </a:moveTo>
                <a:lnTo>
                  <a:pt x="961" y="1097"/>
                </a:lnTo>
                <a:lnTo>
                  <a:pt x="961" y="1090"/>
                </a:lnTo>
                <a:lnTo>
                  <a:pt x="954" y="1090"/>
                </a:lnTo>
                <a:lnTo>
                  <a:pt x="954" y="1097"/>
                </a:lnTo>
                <a:close/>
                <a:moveTo>
                  <a:pt x="971" y="1097"/>
                </a:moveTo>
                <a:lnTo>
                  <a:pt x="978" y="1097"/>
                </a:lnTo>
                <a:lnTo>
                  <a:pt x="978" y="1090"/>
                </a:lnTo>
                <a:lnTo>
                  <a:pt x="971" y="1090"/>
                </a:lnTo>
                <a:lnTo>
                  <a:pt x="971" y="1097"/>
                </a:lnTo>
                <a:close/>
                <a:moveTo>
                  <a:pt x="987" y="1097"/>
                </a:moveTo>
                <a:lnTo>
                  <a:pt x="994" y="1097"/>
                </a:lnTo>
                <a:lnTo>
                  <a:pt x="994" y="1090"/>
                </a:lnTo>
                <a:lnTo>
                  <a:pt x="987" y="1090"/>
                </a:lnTo>
                <a:lnTo>
                  <a:pt x="987" y="1097"/>
                </a:lnTo>
                <a:close/>
                <a:moveTo>
                  <a:pt x="1004" y="1097"/>
                </a:moveTo>
                <a:lnTo>
                  <a:pt x="1011" y="1097"/>
                </a:lnTo>
                <a:lnTo>
                  <a:pt x="1011" y="1090"/>
                </a:lnTo>
                <a:lnTo>
                  <a:pt x="1004" y="1090"/>
                </a:lnTo>
                <a:lnTo>
                  <a:pt x="1004" y="1097"/>
                </a:lnTo>
                <a:close/>
                <a:moveTo>
                  <a:pt x="1020" y="1097"/>
                </a:moveTo>
                <a:lnTo>
                  <a:pt x="1027" y="1097"/>
                </a:lnTo>
                <a:lnTo>
                  <a:pt x="1027" y="1090"/>
                </a:lnTo>
                <a:lnTo>
                  <a:pt x="1020" y="1090"/>
                </a:lnTo>
                <a:lnTo>
                  <a:pt x="1020" y="1097"/>
                </a:lnTo>
                <a:close/>
                <a:moveTo>
                  <a:pt x="1037" y="1097"/>
                </a:moveTo>
                <a:lnTo>
                  <a:pt x="1044" y="1097"/>
                </a:lnTo>
                <a:lnTo>
                  <a:pt x="1044" y="1090"/>
                </a:lnTo>
                <a:lnTo>
                  <a:pt x="1037" y="1090"/>
                </a:lnTo>
                <a:lnTo>
                  <a:pt x="1037" y="1097"/>
                </a:lnTo>
                <a:close/>
                <a:moveTo>
                  <a:pt x="1053" y="1097"/>
                </a:moveTo>
                <a:lnTo>
                  <a:pt x="1061" y="1097"/>
                </a:lnTo>
                <a:lnTo>
                  <a:pt x="1061" y="1090"/>
                </a:lnTo>
                <a:lnTo>
                  <a:pt x="1053" y="1090"/>
                </a:lnTo>
                <a:lnTo>
                  <a:pt x="1053" y="1097"/>
                </a:lnTo>
                <a:close/>
                <a:moveTo>
                  <a:pt x="1070" y="1097"/>
                </a:moveTo>
                <a:lnTo>
                  <a:pt x="1077" y="1097"/>
                </a:lnTo>
                <a:lnTo>
                  <a:pt x="1077" y="1090"/>
                </a:lnTo>
                <a:lnTo>
                  <a:pt x="1070" y="1090"/>
                </a:lnTo>
                <a:lnTo>
                  <a:pt x="1070" y="1097"/>
                </a:lnTo>
                <a:close/>
                <a:moveTo>
                  <a:pt x="1087" y="1097"/>
                </a:moveTo>
                <a:lnTo>
                  <a:pt x="1094" y="1097"/>
                </a:lnTo>
                <a:lnTo>
                  <a:pt x="1094" y="1090"/>
                </a:lnTo>
                <a:lnTo>
                  <a:pt x="1087" y="1090"/>
                </a:lnTo>
                <a:lnTo>
                  <a:pt x="1087" y="1097"/>
                </a:lnTo>
                <a:close/>
                <a:moveTo>
                  <a:pt x="1103" y="1097"/>
                </a:moveTo>
                <a:lnTo>
                  <a:pt x="1110" y="1097"/>
                </a:lnTo>
                <a:lnTo>
                  <a:pt x="1110" y="1090"/>
                </a:lnTo>
                <a:lnTo>
                  <a:pt x="1103" y="1090"/>
                </a:lnTo>
                <a:lnTo>
                  <a:pt x="1103" y="1097"/>
                </a:lnTo>
                <a:close/>
                <a:moveTo>
                  <a:pt x="1120" y="1097"/>
                </a:moveTo>
                <a:lnTo>
                  <a:pt x="1127" y="1097"/>
                </a:lnTo>
                <a:lnTo>
                  <a:pt x="1127" y="1090"/>
                </a:lnTo>
                <a:lnTo>
                  <a:pt x="1120" y="1090"/>
                </a:lnTo>
                <a:lnTo>
                  <a:pt x="1120" y="1097"/>
                </a:lnTo>
                <a:close/>
                <a:moveTo>
                  <a:pt x="1555" y="1097"/>
                </a:moveTo>
                <a:lnTo>
                  <a:pt x="1563" y="1097"/>
                </a:lnTo>
                <a:lnTo>
                  <a:pt x="1563" y="1090"/>
                </a:lnTo>
                <a:lnTo>
                  <a:pt x="1555" y="1090"/>
                </a:lnTo>
                <a:lnTo>
                  <a:pt x="1555" y="1097"/>
                </a:lnTo>
                <a:close/>
                <a:moveTo>
                  <a:pt x="1572" y="1097"/>
                </a:moveTo>
                <a:lnTo>
                  <a:pt x="1579" y="1097"/>
                </a:lnTo>
                <a:lnTo>
                  <a:pt x="1579" y="1090"/>
                </a:lnTo>
                <a:lnTo>
                  <a:pt x="1572" y="1090"/>
                </a:lnTo>
                <a:lnTo>
                  <a:pt x="1572" y="1097"/>
                </a:lnTo>
                <a:close/>
                <a:moveTo>
                  <a:pt x="1589" y="1097"/>
                </a:moveTo>
                <a:lnTo>
                  <a:pt x="1596" y="1097"/>
                </a:lnTo>
                <a:lnTo>
                  <a:pt x="1596" y="1090"/>
                </a:lnTo>
                <a:lnTo>
                  <a:pt x="1589" y="1090"/>
                </a:lnTo>
                <a:lnTo>
                  <a:pt x="1589" y="1097"/>
                </a:lnTo>
                <a:close/>
                <a:moveTo>
                  <a:pt x="1605" y="1097"/>
                </a:moveTo>
                <a:lnTo>
                  <a:pt x="1612" y="1097"/>
                </a:lnTo>
                <a:lnTo>
                  <a:pt x="1612" y="1090"/>
                </a:lnTo>
                <a:lnTo>
                  <a:pt x="1605" y="1090"/>
                </a:lnTo>
                <a:lnTo>
                  <a:pt x="1605" y="1097"/>
                </a:lnTo>
                <a:close/>
                <a:moveTo>
                  <a:pt x="1622" y="1097"/>
                </a:moveTo>
                <a:lnTo>
                  <a:pt x="1629" y="1097"/>
                </a:lnTo>
                <a:lnTo>
                  <a:pt x="1629" y="1090"/>
                </a:lnTo>
                <a:lnTo>
                  <a:pt x="1622" y="1090"/>
                </a:lnTo>
                <a:lnTo>
                  <a:pt x="1622" y="1097"/>
                </a:lnTo>
                <a:close/>
                <a:moveTo>
                  <a:pt x="1638" y="1097"/>
                </a:moveTo>
                <a:lnTo>
                  <a:pt x="1645" y="1097"/>
                </a:lnTo>
                <a:lnTo>
                  <a:pt x="1645" y="1090"/>
                </a:lnTo>
                <a:lnTo>
                  <a:pt x="1638" y="1090"/>
                </a:lnTo>
                <a:lnTo>
                  <a:pt x="1638" y="1097"/>
                </a:lnTo>
                <a:close/>
                <a:moveTo>
                  <a:pt x="1657" y="1097"/>
                </a:moveTo>
                <a:lnTo>
                  <a:pt x="1664" y="1097"/>
                </a:lnTo>
                <a:lnTo>
                  <a:pt x="1664" y="1090"/>
                </a:lnTo>
                <a:lnTo>
                  <a:pt x="1657" y="1090"/>
                </a:lnTo>
                <a:lnTo>
                  <a:pt x="1657" y="1097"/>
                </a:lnTo>
                <a:close/>
                <a:moveTo>
                  <a:pt x="1674" y="1097"/>
                </a:moveTo>
                <a:lnTo>
                  <a:pt x="1681" y="1097"/>
                </a:lnTo>
                <a:lnTo>
                  <a:pt x="1681" y="1090"/>
                </a:lnTo>
                <a:lnTo>
                  <a:pt x="1674" y="1090"/>
                </a:lnTo>
                <a:lnTo>
                  <a:pt x="1674" y="1097"/>
                </a:lnTo>
                <a:close/>
                <a:moveTo>
                  <a:pt x="1690" y="1097"/>
                </a:moveTo>
                <a:lnTo>
                  <a:pt x="1698" y="1097"/>
                </a:lnTo>
                <a:lnTo>
                  <a:pt x="1698" y="1090"/>
                </a:lnTo>
                <a:lnTo>
                  <a:pt x="1690" y="1090"/>
                </a:lnTo>
                <a:lnTo>
                  <a:pt x="1690" y="1097"/>
                </a:lnTo>
                <a:close/>
                <a:moveTo>
                  <a:pt x="1707" y="1097"/>
                </a:moveTo>
                <a:lnTo>
                  <a:pt x="1714" y="1097"/>
                </a:lnTo>
                <a:lnTo>
                  <a:pt x="1714" y="1090"/>
                </a:lnTo>
                <a:lnTo>
                  <a:pt x="1707" y="1090"/>
                </a:lnTo>
                <a:lnTo>
                  <a:pt x="1707" y="1097"/>
                </a:lnTo>
                <a:close/>
                <a:moveTo>
                  <a:pt x="1724" y="1097"/>
                </a:moveTo>
                <a:lnTo>
                  <a:pt x="1731" y="1097"/>
                </a:lnTo>
                <a:lnTo>
                  <a:pt x="1731" y="1090"/>
                </a:lnTo>
                <a:lnTo>
                  <a:pt x="1724" y="1090"/>
                </a:lnTo>
                <a:lnTo>
                  <a:pt x="1724" y="1097"/>
                </a:lnTo>
                <a:close/>
                <a:moveTo>
                  <a:pt x="1740" y="1097"/>
                </a:moveTo>
                <a:lnTo>
                  <a:pt x="1747" y="1097"/>
                </a:lnTo>
                <a:lnTo>
                  <a:pt x="1747" y="1090"/>
                </a:lnTo>
                <a:lnTo>
                  <a:pt x="1740" y="1090"/>
                </a:lnTo>
                <a:lnTo>
                  <a:pt x="1740" y="1097"/>
                </a:lnTo>
                <a:close/>
                <a:moveTo>
                  <a:pt x="1757" y="1097"/>
                </a:moveTo>
                <a:lnTo>
                  <a:pt x="1764" y="1097"/>
                </a:lnTo>
                <a:lnTo>
                  <a:pt x="1764" y="1090"/>
                </a:lnTo>
                <a:lnTo>
                  <a:pt x="1757" y="1090"/>
                </a:lnTo>
                <a:lnTo>
                  <a:pt x="1757" y="1097"/>
                </a:lnTo>
                <a:close/>
                <a:moveTo>
                  <a:pt x="1773" y="1097"/>
                </a:moveTo>
                <a:lnTo>
                  <a:pt x="1780" y="1097"/>
                </a:lnTo>
                <a:lnTo>
                  <a:pt x="1780" y="1090"/>
                </a:lnTo>
                <a:lnTo>
                  <a:pt x="1773" y="1090"/>
                </a:lnTo>
                <a:lnTo>
                  <a:pt x="1773" y="1097"/>
                </a:lnTo>
                <a:close/>
                <a:moveTo>
                  <a:pt x="1790" y="1097"/>
                </a:moveTo>
                <a:lnTo>
                  <a:pt x="1797" y="1097"/>
                </a:lnTo>
                <a:lnTo>
                  <a:pt x="1797" y="1090"/>
                </a:lnTo>
                <a:lnTo>
                  <a:pt x="1790" y="1090"/>
                </a:lnTo>
                <a:lnTo>
                  <a:pt x="1790" y="1097"/>
                </a:lnTo>
                <a:close/>
                <a:moveTo>
                  <a:pt x="1840" y="1097"/>
                </a:moveTo>
                <a:lnTo>
                  <a:pt x="1847" y="1097"/>
                </a:lnTo>
                <a:lnTo>
                  <a:pt x="1847" y="1090"/>
                </a:lnTo>
                <a:lnTo>
                  <a:pt x="1840" y="1090"/>
                </a:lnTo>
                <a:lnTo>
                  <a:pt x="1840" y="1097"/>
                </a:lnTo>
                <a:close/>
                <a:moveTo>
                  <a:pt x="1856" y="1097"/>
                </a:moveTo>
                <a:lnTo>
                  <a:pt x="1863" y="1097"/>
                </a:lnTo>
                <a:lnTo>
                  <a:pt x="1863" y="1090"/>
                </a:lnTo>
                <a:lnTo>
                  <a:pt x="1856" y="1090"/>
                </a:lnTo>
                <a:lnTo>
                  <a:pt x="1856" y="1097"/>
                </a:lnTo>
                <a:close/>
                <a:moveTo>
                  <a:pt x="1873" y="1097"/>
                </a:moveTo>
                <a:lnTo>
                  <a:pt x="1880" y="1097"/>
                </a:lnTo>
                <a:lnTo>
                  <a:pt x="1880" y="1090"/>
                </a:lnTo>
                <a:lnTo>
                  <a:pt x="1873" y="1090"/>
                </a:lnTo>
                <a:lnTo>
                  <a:pt x="1873" y="1097"/>
                </a:lnTo>
                <a:close/>
                <a:moveTo>
                  <a:pt x="2510" y="1097"/>
                </a:moveTo>
                <a:lnTo>
                  <a:pt x="2517" y="1097"/>
                </a:lnTo>
                <a:lnTo>
                  <a:pt x="2517" y="1090"/>
                </a:lnTo>
                <a:lnTo>
                  <a:pt x="2510" y="1090"/>
                </a:lnTo>
                <a:lnTo>
                  <a:pt x="2510" y="1097"/>
                </a:lnTo>
                <a:close/>
                <a:moveTo>
                  <a:pt x="2526" y="1097"/>
                </a:moveTo>
                <a:lnTo>
                  <a:pt x="2533" y="1097"/>
                </a:lnTo>
                <a:lnTo>
                  <a:pt x="2533" y="1090"/>
                </a:lnTo>
                <a:lnTo>
                  <a:pt x="2526" y="1090"/>
                </a:lnTo>
                <a:lnTo>
                  <a:pt x="2526" y="1097"/>
                </a:lnTo>
                <a:close/>
                <a:moveTo>
                  <a:pt x="2543" y="1097"/>
                </a:moveTo>
                <a:lnTo>
                  <a:pt x="2550" y="1097"/>
                </a:lnTo>
                <a:lnTo>
                  <a:pt x="2550" y="1090"/>
                </a:lnTo>
                <a:lnTo>
                  <a:pt x="2543" y="1090"/>
                </a:lnTo>
                <a:lnTo>
                  <a:pt x="2543" y="1097"/>
                </a:lnTo>
                <a:close/>
                <a:moveTo>
                  <a:pt x="2560" y="1097"/>
                </a:moveTo>
                <a:lnTo>
                  <a:pt x="2567" y="1097"/>
                </a:lnTo>
                <a:lnTo>
                  <a:pt x="2567" y="1090"/>
                </a:lnTo>
                <a:lnTo>
                  <a:pt x="2560" y="1090"/>
                </a:lnTo>
                <a:lnTo>
                  <a:pt x="2560" y="1097"/>
                </a:lnTo>
                <a:close/>
                <a:moveTo>
                  <a:pt x="2576" y="1097"/>
                </a:moveTo>
                <a:lnTo>
                  <a:pt x="2583" y="1097"/>
                </a:lnTo>
                <a:lnTo>
                  <a:pt x="2583" y="1090"/>
                </a:lnTo>
                <a:lnTo>
                  <a:pt x="2576" y="1090"/>
                </a:lnTo>
                <a:lnTo>
                  <a:pt x="2576" y="1097"/>
                </a:lnTo>
                <a:close/>
                <a:moveTo>
                  <a:pt x="2593" y="1097"/>
                </a:moveTo>
                <a:lnTo>
                  <a:pt x="2600" y="1097"/>
                </a:lnTo>
                <a:lnTo>
                  <a:pt x="2600" y="1090"/>
                </a:lnTo>
                <a:lnTo>
                  <a:pt x="2593" y="1090"/>
                </a:lnTo>
                <a:lnTo>
                  <a:pt x="2593" y="1097"/>
                </a:lnTo>
                <a:close/>
                <a:moveTo>
                  <a:pt x="2609" y="1097"/>
                </a:moveTo>
                <a:lnTo>
                  <a:pt x="2616" y="1097"/>
                </a:lnTo>
                <a:lnTo>
                  <a:pt x="2616" y="1090"/>
                </a:lnTo>
                <a:lnTo>
                  <a:pt x="2609" y="1090"/>
                </a:lnTo>
                <a:lnTo>
                  <a:pt x="2609" y="1097"/>
                </a:lnTo>
                <a:close/>
                <a:moveTo>
                  <a:pt x="2642" y="1097"/>
                </a:moveTo>
                <a:lnTo>
                  <a:pt x="2649" y="1097"/>
                </a:lnTo>
                <a:lnTo>
                  <a:pt x="2649" y="1090"/>
                </a:lnTo>
                <a:lnTo>
                  <a:pt x="2642" y="1090"/>
                </a:lnTo>
                <a:lnTo>
                  <a:pt x="2642" y="1097"/>
                </a:lnTo>
                <a:close/>
                <a:moveTo>
                  <a:pt x="2659" y="1097"/>
                </a:moveTo>
                <a:lnTo>
                  <a:pt x="2666" y="1097"/>
                </a:lnTo>
                <a:lnTo>
                  <a:pt x="2666" y="1090"/>
                </a:lnTo>
                <a:lnTo>
                  <a:pt x="2659" y="1090"/>
                </a:lnTo>
                <a:lnTo>
                  <a:pt x="2659" y="1097"/>
                </a:lnTo>
                <a:close/>
                <a:moveTo>
                  <a:pt x="2678" y="1097"/>
                </a:moveTo>
                <a:lnTo>
                  <a:pt x="2683" y="1097"/>
                </a:lnTo>
                <a:lnTo>
                  <a:pt x="2683" y="1090"/>
                </a:lnTo>
                <a:lnTo>
                  <a:pt x="2678" y="1090"/>
                </a:lnTo>
                <a:lnTo>
                  <a:pt x="2678" y="1097"/>
                </a:lnTo>
                <a:close/>
                <a:moveTo>
                  <a:pt x="2860" y="1097"/>
                </a:moveTo>
                <a:lnTo>
                  <a:pt x="2867" y="1097"/>
                </a:lnTo>
                <a:lnTo>
                  <a:pt x="2867" y="1090"/>
                </a:lnTo>
                <a:lnTo>
                  <a:pt x="2860" y="1090"/>
                </a:lnTo>
                <a:lnTo>
                  <a:pt x="2860" y="1097"/>
                </a:lnTo>
                <a:close/>
                <a:moveTo>
                  <a:pt x="2877" y="1097"/>
                </a:moveTo>
                <a:lnTo>
                  <a:pt x="2884" y="1097"/>
                </a:lnTo>
                <a:lnTo>
                  <a:pt x="2884" y="1090"/>
                </a:lnTo>
                <a:lnTo>
                  <a:pt x="2877" y="1090"/>
                </a:lnTo>
                <a:lnTo>
                  <a:pt x="2877" y="1097"/>
                </a:lnTo>
                <a:close/>
                <a:moveTo>
                  <a:pt x="819" y="1114"/>
                </a:moveTo>
                <a:lnTo>
                  <a:pt x="826" y="1114"/>
                </a:lnTo>
                <a:lnTo>
                  <a:pt x="826" y="1107"/>
                </a:lnTo>
                <a:lnTo>
                  <a:pt x="819" y="1107"/>
                </a:lnTo>
                <a:lnTo>
                  <a:pt x="819" y="1114"/>
                </a:lnTo>
                <a:close/>
                <a:moveTo>
                  <a:pt x="836" y="1114"/>
                </a:moveTo>
                <a:lnTo>
                  <a:pt x="843" y="1114"/>
                </a:lnTo>
                <a:lnTo>
                  <a:pt x="843" y="1107"/>
                </a:lnTo>
                <a:lnTo>
                  <a:pt x="836" y="1107"/>
                </a:lnTo>
                <a:lnTo>
                  <a:pt x="836" y="1114"/>
                </a:lnTo>
                <a:close/>
                <a:moveTo>
                  <a:pt x="852" y="1114"/>
                </a:moveTo>
                <a:lnTo>
                  <a:pt x="859" y="1114"/>
                </a:lnTo>
                <a:lnTo>
                  <a:pt x="859" y="1107"/>
                </a:lnTo>
                <a:lnTo>
                  <a:pt x="852" y="1107"/>
                </a:lnTo>
                <a:lnTo>
                  <a:pt x="852" y="1114"/>
                </a:lnTo>
                <a:close/>
                <a:moveTo>
                  <a:pt x="871" y="1114"/>
                </a:moveTo>
                <a:lnTo>
                  <a:pt x="876" y="1114"/>
                </a:lnTo>
                <a:lnTo>
                  <a:pt x="876" y="1107"/>
                </a:lnTo>
                <a:lnTo>
                  <a:pt x="871" y="1107"/>
                </a:lnTo>
                <a:lnTo>
                  <a:pt x="871" y="1114"/>
                </a:lnTo>
                <a:close/>
                <a:moveTo>
                  <a:pt x="888" y="1114"/>
                </a:moveTo>
                <a:lnTo>
                  <a:pt x="895" y="1114"/>
                </a:lnTo>
                <a:lnTo>
                  <a:pt x="895" y="1107"/>
                </a:lnTo>
                <a:lnTo>
                  <a:pt x="888" y="1107"/>
                </a:lnTo>
                <a:lnTo>
                  <a:pt x="888" y="1114"/>
                </a:lnTo>
                <a:close/>
                <a:moveTo>
                  <a:pt x="904" y="1114"/>
                </a:moveTo>
                <a:lnTo>
                  <a:pt x="911" y="1114"/>
                </a:lnTo>
                <a:lnTo>
                  <a:pt x="911" y="1107"/>
                </a:lnTo>
                <a:lnTo>
                  <a:pt x="904" y="1107"/>
                </a:lnTo>
                <a:lnTo>
                  <a:pt x="904" y="1114"/>
                </a:lnTo>
                <a:close/>
                <a:moveTo>
                  <a:pt x="921" y="1114"/>
                </a:moveTo>
                <a:lnTo>
                  <a:pt x="928" y="1114"/>
                </a:lnTo>
                <a:lnTo>
                  <a:pt x="928" y="1107"/>
                </a:lnTo>
                <a:lnTo>
                  <a:pt x="921" y="1107"/>
                </a:lnTo>
                <a:lnTo>
                  <a:pt x="921" y="1114"/>
                </a:lnTo>
                <a:close/>
                <a:moveTo>
                  <a:pt x="937" y="1114"/>
                </a:moveTo>
                <a:lnTo>
                  <a:pt x="944" y="1114"/>
                </a:lnTo>
                <a:lnTo>
                  <a:pt x="944" y="1107"/>
                </a:lnTo>
                <a:lnTo>
                  <a:pt x="937" y="1107"/>
                </a:lnTo>
                <a:lnTo>
                  <a:pt x="937" y="1114"/>
                </a:lnTo>
                <a:close/>
                <a:moveTo>
                  <a:pt x="954" y="1114"/>
                </a:moveTo>
                <a:lnTo>
                  <a:pt x="961" y="1114"/>
                </a:lnTo>
                <a:lnTo>
                  <a:pt x="961" y="1107"/>
                </a:lnTo>
                <a:lnTo>
                  <a:pt x="954" y="1107"/>
                </a:lnTo>
                <a:lnTo>
                  <a:pt x="954" y="1114"/>
                </a:lnTo>
                <a:close/>
                <a:moveTo>
                  <a:pt x="971" y="1114"/>
                </a:moveTo>
                <a:lnTo>
                  <a:pt x="978" y="1114"/>
                </a:lnTo>
                <a:lnTo>
                  <a:pt x="978" y="1107"/>
                </a:lnTo>
                <a:lnTo>
                  <a:pt x="971" y="1107"/>
                </a:lnTo>
                <a:lnTo>
                  <a:pt x="971" y="1114"/>
                </a:lnTo>
                <a:close/>
                <a:moveTo>
                  <a:pt x="987" y="1114"/>
                </a:moveTo>
                <a:lnTo>
                  <a:pt x="994" y="1114"/>
                </a:lnTo>
                <a:lnTo>
                  <a:pt x="994" y="1107"/>
                </a:lnTo>
                <a:lnTo>
                  <a:pt x="987" y="1107"/>
                </a:lnTo>
                <a:lnTo>
                  <a:pt x="987" y="1114"/>
                </a:lnTo>
                <a:close/>
                <a:moveTo>
                  <a:pt x="1004" y="1114"/>
                </a:moveTo>
                <a:lnTo>
                  <a:pt x="1011" y="1114"/>
                </a:lnTo>
                <a:lnTo>
                  <a:pt x="1011" y="1107"/>
                </a:lnTo>
                <a:lnTo>
                  <a:pt x="1004" y="1107"/>
                </a:lnTo>
                <a:lnTo>
                  <a:pt x="1004" y="1114"/>
                </a:lnTo>
                <a:close/>
                <a:moveTo>
                  <a:pt x="1020" y="1114"/>
                </a:moveTo>
                <a:lnTo>
                  <a:pt x="1027" y="1114"/>
                </a:lnTo>
                <a:lnTo>
                  <a:pt x="1027" y="1107"/>
                </a:lnTo>
                <a:lnTo>
                  <a:pt x="1020" y="1107"/>
                </a:lnTo>
                <a:lnTo>
                  <a:pt x="1020" y="1114"/>
                </a:lnTo>
                <a:close/>
                <a:moveTo>
                  <a:pt x="1037" y="1114"/>
                </a:moveTo>
                <a:lnTo>
                  <a:pt x="1044" y="1114"/>
                </a:lnTo>
                <a:lnTo>
                  <a:pt x="1044" y="1107"/>
                </a:lnTo>
                <a:lnTo>
                  <a:pt x="1037" y="1107"/>
                </a:lnTo>
                <a:lnTo>
                  <a:pt x="1037" y="1114"/>
                </a:lnTo>
                <a:close/>
                <a:moveTo>
                  <a:pt x="1053" y="1114"/>
                </a:moveTo>
                <a:lnTo>
                  <a:pt x="1061" y="1114"/>
                </a:lnTo>
                <a:lnTo>
                  <a:pt x="1061" y="1107"/>
                </a:lnTo>
                <a:lnTo>
                  <a:pt x="1053" y="1107"/>
                </a:lnTo>
                <a:lnTo>
                  <a:pt x="1053" y="1114"/>
                </a:lnTo>
                <a:close/>
                <a:moveTo>
                  <a:pt x="1070" y="1114"/>
                </a:moveTo>
                <a:lnTo>
                  <a:pt x="1077" y="1114"/>
                </a:lnTo>
                <a:lnTo>
                  <a:pt x="1077" y="1107"/>
                </a:lnTo>
                <a:lnTo>
                  <a:pt x="1070" y="1107"/>
                </a:lnTo>
                <a:lnTo>
                  <a:pt x="1070" y="1114"/>
                </a:lnTo>
                <a:close/>
                <a:moveTo>
                  <a:pt x="1087" y="1114"/>
                </a:moveTo>
                <a:lnTo>
                  <a:pt x="1094" y="1114"/>
                </a:lnTo>
                <a:lnTo>
                  <a:pt x="1094" y="1107"/>
                </a:lnTo>
                <a:lnTo>
                  <a:pt x="1087" y="1107"/>
                </a:lnTo>
                <a:lnTo>
                  <a:pt x="1087" y="1114"/>
                </a:lnTo>
                <a:close/>
                <a:moveTo>
                  <a:pt x="1103" y="1114"/>
                </a:moveTo>
                <a:lnTo>
                  <a:pt x="1110" y="1114"/>
                </a:lnTo>
                <a:lnTo>
                  <a:pt x="1110" y="1107"/>
                </a:lnTo>
                <a:lnTo>
                  <a:pt x="1103" y="1107"/>
                </a:lnTo>
                <a:lnTo>
                  <a:pt x="1103" y="1114"/>
                </a:lnTo>
                <a:close/>
                <a:moveTo>
                  <a:pt x="1120" y="1114"/>
                </a:moveTo>
                <a:lnTo>
                  <a:pt x="1127" y="1114"/>
                </a:lnTo>
                <a:lnTo>
                  <a:pt x="1127" y="1107"/>
                </a:lnTo>
                <a:lnTo>
                  <a:pt x="1120" y="1107"/>
                </a:lnTo>
                <a:lnTo>
                  <a:pt x="1120" y="1114"/>
                </a:lnTo>
                <a:close/>
                <a:moveTo>
                  <a:pt x="1555" y="1114"/>
                </a:moveTo>
                <a:lnTo>
                  <a:pt x="1563" y="1114"/>
                </a:lnTo>
                <a:lnTo>
                  <a:pt x="1563" y="1107"/>
                </a:lnTo>
                <a:lnTo>
                  <a:pt x="1555" y="1107"/>
                </a:lnTo>
                <a:lnTo>
                  <a:pt x="1555" y="1114"/>
                </a:lnTo>
                <a:close/>
                <a:moveTo>
                  <a:pt x="1572" y="1114"/>
                </a:moveTo>
                <a:lnTo>
                  <a:pt x="1579" y="1114"/>
                </a:lnTo>
                <a:lnTo>
                  <a:pt x="1579" y="1107"/>
                </a:lnTo>
                <a:lnTo>
                  <a:pt x="1572" y="1107"/>
                </a:lnTo>
                <a:lnTo>
                  <a:pt x="1572" y="1114"/>
                </a:lnTo>
                <a:close/>
                <a:moveTo>
                  <a:pt x="1589" y="1114"/>
                </a:moveTo>
                <a:lnTo>
                  <a:pt x="1596" y="1114"/>
                </a:lnTo>
                <a:lnTo>
                  <a:pt x="1596" y="1107"/>
                </a:lnTo>
                <a:lnTo>
                  <a:pt x="1589" y="1107"/>
                </a:lnTo>
                <a:lnTo>
                  <a:pt x="1589" y="1114"/>
                </a:lnTo>
                <a:close/>
                <a:moveTo>
                  <a:pt x="1605" y="1114"/>
                </a:moveTo>
                <a:lnTo>
                  <a:pt x="1612" y="1114"/>
                </a:lnTo>
                <a:lnTo>
                  <a:pt x="1612" y="1107"/>
                </a:lnTo>
                <a:lnTo>
                  <a:pt x="1605" y="1107"/>
                </a:lnTo>
                <a:lnTo>
                  <a:pt x="1605" y="1114"/>
                </a:lnTo>
                <a:close/>
                <a:moveTo>
                  <a:pt x="1622" y="1114"/>
                </a:moveTo>
                <a:lnTo>
                  <a:pt x="1629" y="1114"/>
                </a:lnTo>
                <a:lnTo>
                  <a:pt x="1629" y="1107"/>
                </a:lnTo>
                <a:lnTo>
                  <a:pt x="1622" y="1107"/>
                </a:lnTo>
                <a:lnTo>
                  <a:pt x="1622" y="1114"/>
                </a:lnTo>
                <a:close/>
                <a:moveTo>
                  <a:pt x="1638" y="1114"/>
                </a:moveTo>
                <a:lnTo>
                  <a:pt x="1645" y="1114"/>
                </a:lnTo>
                <a:lnTo>
                  <a:pt x="1645" y="1107"/>
                </a:lnTo>
                <a:lnTo>
                  <a:pt x="1638" y="1107"/>
                </a:lnTo>
                <a:lnTo>
                  <a:pt x="1638" y="1114"/>
                </a:lnTo>
                <a:close/>
                <a:moveTo>
                  <a:pt x="1657" y="1114"/>
                </a:moveTo>
                <a:lnTo>
                  <a:pt x="1664" y="1114"/>
                </a:lnTo>
                <a:lnTo>
                  <a:pt x="1664" y="1107"/>
                </a:lnTo>
                <a:lnTo>
                  <a:pt x="1657" y="1107"/>
                </a:lnTo>
                <a:lnTo>
                  <a:pt x="1657" y="1114"/>
                </a:lnTo>
                <a:close/>
                <a:moveTo>
                  <a:pt x="1674" y="1114"/>
                </a:moveTo>
                <a:lnTo>
                  <a:pt x="1681" y="1114"/>
                </a:lnTo>
                <a:lnTo>
                  <a:pt x="1681" y="1107"/>
                </a:lnTo>
                <a:lnTo>
                  <a:pt x="1674" y="1107"/>
                </a:lnTo>
                <a:lnTo>
                  <a:pt x="1674" y="1114"/>
                </a:lnTo>
                <a:close/>
                <a:moveTo>
                  <a:pt x="1690" y="1114"/>
                </a:moveTo>
                <a:lnTo>
                  <a:pt x="1698" y="1114"/>
                </a:lnTo>
                <a:lnTo>
                  <a:pt x="1698" y="1107"/>
                </a:lnTo>
                <a:lnTo>
                  <a:pt x="1690" y="1107"/>
                </a:lnTo>
                <a:lnTo>
                  <a:pt x="1690" y="1114"/>
                </a:lnTo>
                <a:close/>
                <a:moveTo>
                  <a:pt x="1707" y="1114"/>
                </a:moveTo>
                <a:lnTo>
                  <a:pt x="1714" y="1114"/>
                </a:lnTo>
                <a:lnTo>
                  <a:pt x="1714" y="1107"/>
                </a:lnTo>
                <a:lnTo>
                  <a:pt x="1707" y="1107"/>
                </a:lnTo>
                <a:lnTo>
                  <a:pt x="1707" y="1114"/>
                </a:lnTo>
                <a:close/>
                <a:moveTo>
                  <a:pt x="1724" y="1114"/>
                </a:moveTo>
                <a:lnTo>
                  <a:pt x="1731" y="1114"/>
                </a:lnTo>
                <a:lnTo>
                  <a:pt x="1731" y="1107"/>
                </a:lnTo>
                <a:lnTo>
                  <a:pt x="1724" y="1107"/>
                </a:lnTo>
                <a:lnTo>
                  <a:pt x="1724" y="1114"/>
                </a:lnTo>
                <a:close/>
                <a:moveTo>
                  <a:pt x="1740" y="1114"/>
                </a:moveTo>
                <a:lnTo>
                  <a:pt x="1747" y="1114"/>
                </a:lnTo>
                <a:lnTo>
                  <a:pt x="1747" y="1107"/>
                </a:lnTo>
                <a:lnTo>
                  <a:pt x="1740" y="1107"/>
                </a:lnTo>
                <a:lnTo>
                  <a:pt x="1740" y="1114"/>
                </a:lnTo>
                <a:close/>
                <a:moveTo>
                  <a:pt x="1757" y="1114"/>
                </a:moveTo>
                <a:lnTo>
                  <a:pt x="1764" y="1114"/>
                </a:lnTo>
                <a:lnTo>
                  <a:pt x="1764" y="1107"/>
                </a:lnTo>
                <a:lnTo>
                  <a:pt x="1757" y="1107"/>
                </a:lnTo>
                <a:lnTo>
                  <a:pt x="1757" y="1114"/>
                </a:lnTo>
                <a:close/>
                <a:moveTo>
                  <a:pt x="1773" y="1114"/>
                </a:moveTo>
                <a:lnTo>
                  <a:pt x="1780" y="1114"/>
                </a:lnTo>
                <a:lnTo>
                  <a:pt x="1780" y="1107"/>
                </a:lnTo>
                <a:lnTo>
                  <a:pt x="1773" y="1107"/>
                </a:lnTo>
                <a:lnTo>
                  <a:pt x="1773" y="1114"/>
                </a:lnTo>
                <a:close/>
                <a:moveTo>
                  <a:pt x="1790" y="1114"/>
                </a:moveTo>
                <a:lnTo>
                  <a:pt x="1797" y="1114"/>
                </a:lnTo>
                <a:lnTo>
                  <a:pt x="1797" y="1107"/>
                </a:lnTo>
                <a:lnTo>
                  <a:pt x="1790" y="1107"/>
                </a:lnTo>
                <a:lnTo>
                  <a:pt x="1790" y="1114"/>
                </a:lnTo>
                <a:close/>
                <a:moveTo>
                  <a:pt x="1823" y="1114"/>
                </a:moveTo>
                <a:lnTo>
                  <a:pt x="1830" y="1114"/>
                </a:lnTo>
                <a:lnTo>
                  <a:pt x="1830" y="1107"/>
                </a:lnTo>
                <a:lnTo>
                  <a:pt x="1823" y="1107"/>
                </a:lnTo>
                <a:lnTo>
                  <a:pt x="1823" y="1114"/>
                </a:lnTo>
                <a:close/>
                <a:moveTo>
                  <a:pt x="1840" y="1114"/>
                </a:moveTo>
                <a:lnTo>
                  <a:pt x="1847" y="1114"/>
                </a:lnTo>
                <a:lnTo>
                  <a:pt x="1847" y="1107"/>
                </a:lnTo>
                <a:lnTo>
                  <a:pt x="1840" y="1107"/>
                </a:lnTo>
                <a:lnTo>
                  <a:pt x="1840" y="1114"/>
                </a:lnTo>
                <a:close/>
                <a:moveTo>
                  <a:pt x="1856" y="1114"/>
                </a:moveTo>
                <a:lnTo>
                  <a:pt x="1863" y="1114"/>
                </a:lnTo>
                <a:lnTo>
                  <a:pt x="1863" y="1107"/>
                </a:lnTo>
                <a:lnTo>
                  <a:pt x="1856" y="1107"/>
                </a:lnTo>
                <a:lnTo>
                  <a:pt x="1856" y="1114"/>
                </a:lnTo>
                <a:close/>
                <a:moveTo>
                  <a:pt x="1873" y="1114"/>
                </a:moveTo>
                <a:lnTo>
                  <a:pt x="1880" y="1114"/>
                </a:lnTo>
                <a:lnTo>
                  <a:pt x="1880" y="1107"/>
                </a:lnTo>
                <a:lnTo>
                  <a:pt x="1873" y="1107"/>
                </a:lnTo>
                <a:lnTo>
                  <a:pt x="1873" y="1114"/>
                </a:lnTo>
                <a:close/>
                <a:moveTo>
                  <a:pt x="2477" y="1114"/>
                </a:moveTo>
                <a:lnTo>
                  <a:pt x="2484" y="1114"/>
                </a:lnTo>
                <a:lnTo>
                  <a:pt x="2484" y="1107"/>
                </a:lnTo>
                <a:lnTo>
                  <a:pt x="2477" y="1107"/>
                </a:lnTo>
                <a:lnTo>
                  <a:pt x="2477" y="1114"/>
                </a:lnTo>
                <a:close/>
                <a:moveTo>
                  <a:pt x="2493" y="1114"/>
                </a:moveTo>
                <a:lnTo>
                  <a:pt x="2500" y="1114"/>
                </a:lnTo>
                <a:lnTo>
                  <a:pt x="2500" y="1107"/>
                </a:lnTo>
                <a:lnTo>
                  <a:pt x="2493" y="1107"/>
                </a:lnTo>
                <a:lnTo>
                  <a:pt x="2493" y="1114"/>
                </a:lnTo>
                <a:close/>
                <a:moveTo>
                  <a:pt x="2510" y="1114"/>
                </a:moveTo>
                <a:lnTo>
                  <a:pt x="2517" y="1114"/>
                </a:lnTo>
                <a:lnTo>
                  <a:pt x="2517" y="1107"/>
                </a:lnTo>
                <a:lnTo>
                  <a:pt x="2510" y="1107"/>
                </a:lnTo>
                <a:lnTo>
                  <a:pt x="2510" y="1114"/>
                </a:lnTo>
                <a:close/>
                <a:moveTo>
                  <a:pt x="2526" y="1114"/>
                </a:moveTo>
                <a:lnTo>
                  <a:pt x="2533" y="1114"/>
                </a:lnTo>
                <a:lnTo>
                  <a:pt x="2533" y="1107"/>
                </a:lnTo>
                <a:lnTo>
                  <a:pt x="2526" y="1107"/>
                </a:lnTo>
                <a:lnTo>
                  <a:pt x="2526" y="1114"/>
                </a:lnTo>
                <a:close/>
                <a:moveTo>
                  <a:pt x="2543" y="1114"/>
                </a:moveTo>
                <a:lnTo>
                  <a:pt x="2550" y="1114"/>
                </a:lnTo>
                <a:lnTo>
                  <a:pt x="2550" y="1107"/>
                </a:lnTo>
                <a:lnTo>
                  <a:pt x="2543" y="1107"/>
                </a:lnTo>
                <a:lnTo>
                  <a:pt x="2543" y="1114"/>
                </a:lnTo>
                <a:close/>
                <a:moveTo>
                  <a:pt x="2560" y="1114"/>
                </a:moveTo>
                <a:lnTo>
                  <a:pt x="2567" y="1114"/>
                </a:lnTo>
                <a:lnTo>
                  <a:pt x="2567" y="1107"/>
                </a:lnTo>
                <a:lnTo>
                  <a:pt x="2560" y="1107"/>
                </a:lnTo>
                <a:lnTo>
                  <a:pt x="2560" y="1114"/>
                </a:lnTo>
                <a:close/>
                <a:moveTo>
                  <a:pt x="2576" y="1114"/>
                </a:moveTo>
                <a:lnTo>
                  <a:pt x="2583" y="1114"/>
                </a:lnTo>
                <a:lnTo>
                  <a:pt x="2583" y="1107"/>
                </a:lnTo>
                <a:lnTo>
                  <a:pt x="2576" y="1107"/>
                </a:lnTo>
                <a:lnTo>
                  <a:pt x="2576" y="1114"/>
                </a:lnTo>
                <a:close/>
                <a:moveTo>
                  <a:pt x="2593" y="1114"/>
                </a:moveTo>
                <a:lnTo>
                  <a:pt x="2600" y="1114"/>
                </a:lnTo>
                <a:lnTo>
                  <a:pt x="2600" y="1107"/>
                </a:lnTo>
                <a:lnTo>
                  <a:pt x="2593" y="1107"/>
                </a:lnTo>
                <a:lnTo>
                  <a:pt x="2593" y="1114"/>
                </a:lnTo>
                <a:close/>
                <a:moveTo>
                  <a:pt x="2609" y="1114"/>
                </a:moveTo>
                <a:lnTo>
                  <a:pt x="2616" y="1114"/>
                </a:lnTo>
                <a:lnTo>
                  <a:pt x="2616" y="1107"/>
                </a:lnTo>
                <a:lnTo>
                  <a:pt x="2609" y="1107"/>
                </a:lnTo>
                <a:lnTo>
                  <a:pt x="2609" y="1114"/>
                </a:lnTo>
                <a:close/>
                <a:moveTo>
                  <a:pt x="2626" y="1114"/>
                </a:moveTo>
                <a:lnTo>
                  <a:pt x="2633" y="1114"/>
                </a:lnTo>
                <a:lnTo>
                  <a:pt x="2633" y="1107"/>
                </a:lnTo>
                <a:lnTo>
                  <a:pt x="2626" y="1107"/>
                </a:lnTo>
                <a:lnTo>
                  <a:pt x="2626" y="1114"/>
                </a:lnTo>
                <a:close/>
                <a:moveTo>
                  <a:pt x="2642" y="1114"/>
                </a:moveTo>
                <a:lnTo>
                  <a:pt x="2649" y="1114"/>
                </a:lnTo>
                <a:lnTo>
                  <a:pt x="2649" y="1107"/>
                </a:lnTo>
                <a:lnTo>
                  <a:pt x="2642" y="1107"/>
                </a:lnTo>
                <a:lnTo>
                  <a:pt x="2642" y="1114"/>
                </a:lnTo>
                <a:close/>
                <a:moveTo>
                  <a:pt x="2659" y="1114"/>
                </a:moveTo>
                <a:lnTo>
                  <a:pt x="2666" y="1114"/>
                </a:lnTo>
                <a:lnTo>
                  <a:pt x="2666" y="1107"/>
                </a:lnTo>
                <a:lnTo>
                  <a:pt x="2659" y="1107"/>
                </a:lnTo>
                <a:lnTo>
                  <a:pt x="2659" y="1114"/>
                </a:lnTo>
                <a:close/>
                <a:moveTo>
                  <a:pt x="2678" y="1114"/>
                </a:moveTo>
                <a:lnTo>
                  <a:pt x="2683" y="1114"/>
                </a:lnTo>
                <a:lnTo>
                  <a:pt x="2683" y="1107"/>
                </a:lnTo>
                <a:lnTo>
                  <a:pt x="2678" y="1107"/>
                </a:lnTo>
                <a:lnTo>
                  <a:pt x="2678" y="1114"/>
                </a:lnTo>
                <a:close/>
                <a:moveTo>
                  <a:pt x="2860" y="1114"/>
                </a:moveTo>
                <a:lnTo>
                  <a:pt x="2867" y="1114"/>
                </a:lnTo>
                <a:lnTo>
                  <a:pt x="2867" y="1107"/>
                </a:lnTo>
                <a:lnTo>
                  <a:pt x="2860" y="1107"/>
                </a:lnTo>
                <a:lnTo>
                  <a:pt x="2860" y="1114"/>
                </a:lnTo>
                <a:close/>
                <a:moveTo>
                  <a:pt x="2877" y="1114"/>
                </a:moveTo>
                <a:lnTo>
                  <a:pt x="2884" y="1114"/>
                </a:lnTo>
                <a:lnTo>
                  <a:pt x="2884" y="1107"/>
                </a:lnTo>
                <a:lnTo>
                  <a:pt x="2877" y="1107"/>
                </a:lnTo>
                <a:lnTo>
                  <a:pt x="2877" y="1114"/>
                </a:lnTo>
                <a:close/>
                <a:moveTo>
                  <a:pt x="2962" y="1114"/>
                </a:moveTo>
                <a:lnTo>
                  <a:pt x="2969" y="1114"/>
                </a:lnTo>
                <a:lnTo>
                  <a:pt x="2969" y="1107"/>
                </a:lnTo>
                <a:lnTo>
                  <a:pt x="2962" y="1107"/>
                </a:lnTo>
                <a:lnTo>
                  <a:pt x="2962" y="1114"/>
                </a:lnTo>
                <a:close/>
                <a:moveTo>
                  <a:pt x="2979" y="1114"/>
                </a:moveTo>
                <a:lnTo>
                  <a:pt x="2986" y="1114"/>
                </a:lnTo>
                <a:lnTo>
                  <a:pt x="2986" y="1107"/>
                </a:lnTo>
                <a:lnTo>
                  <a:pt x="2979" y="1107"/>
                </a:lnTo>
                <a:lnTo>
                  <a:pt x="2979" y="1114"/>
                </a:lnTo>
                <a:close/>
                <a:moveTo>
                  <a:pt x="852" y="1133"/>
                </a:moveTo>
                <a:lnTo>
                  <a:pt x="859" y="1133"/>
                </a:lnTo>
                <a:lnTo>
                  <a:pt x="859" y="1126"/>
                </a:lnTo>
                <a:lnTo>
                  <a:pt x="852" y="1126"/>
                </a:lnTo>
                <a:lnTo>
                  <a:pt x="852" y="1133"/>
                </a:lnTo>
                <a:close/>
                <a:moveTo>
                  <a:pt x="871" y="1133"/>
                </a:moveTo>
                <a:lnTo>
                  <a:pt x="876" y="1133"/>
                </a:lnTo>
                <a:lnTo>
                  <a:pt x="876" y="1126"/>
                </a:lnTo>
                <a:lnTo>
                  <a:pt x="871" y="1126"/>
                </a:lnTo>
                <a:lnTo>
                  <a:pt x="871" y="1133"/>
                </a:lnTo>
                <a:close/>
                <a:moveTo>
                  <a:pt x="888" y="1133"/>
                </a:moveTo>
                <a:lnTo>
                  <a:pt x="895" y="1133"/>
                </a:lnTo>
                <a:lnTo>
                  <a:pt x="895" y="1126"/>
                </a:lnTo>
                <a:lnTo>
                  <a:pt x="888" y="1126"/>
                </a:lnTo>
                <a:lnTo>
                  <a:pt x="888" y="1133"/>
                </a:lnTo>
                <a:close/>
                <a:moveTo>
                  <a:pt x="904" y="1133"/>
                </a:moveTo>
                <a:lnTo>
                  <a:pt x="911" y="1133"/>
                </a:lnTo>
                <a:lnTo>
                  <a:pt x="911" y="1126"/>
                </a:lnTo>
                <a:lnTo>
                  <a:pt x="904" y="1126"/>
                </a:lnTo>
                <a:lnTo>
                  <a:pt x="904" y="1133"/>
                </a:lnTo>
                <a:close/>
                <a:moveTo>
                  <a:pt x="921" y="1133"/>
                </a:moveTo>
                <a:lnTo>
                  <a:pt x="928" y="1133"/>
                </a:lnTo>
                <a:lnTo>
                  <a:pt x="928" y="1126"/>
                </a:lnTo>
                <a:lnTo>
                  <a:pt x="921" y="1126"/>
                </a:lnTo>
                <a:lnTo>
                  <a:pt x="921" y="1133"/>
                </a:lnTo>
                <a:close/>
                <a:moveTo>
                  <a:pt x="937" y="1133"/>
                </a:moveTo>
                <a:lnTo>
                  <a:pt x="944" y="1133"/>
                </a:lnTo>
                <a:lnTo>
                  <a:pt x="944" y="1126"/>
                </a:lnTo>
                <a:lnTo>
                  <a:pt x="937" y="1126"/>
                </a:lnTo>
                <a:lnTo>
                  <a:pt x="937" y="1133"/>
                </a:lnTo>
                <a:close/>
                <a:moveTo>
                  <a:pt x="954" y="1133"/>
                </a:moveTo>
                <a:lnTo>
                  <a:pt x="961" y="1133"/>
                </a:lnTo>
                <a:lnTo>
                  <a:pt x="961" y="1126"/>
                </a:lnTo>
                <a:lnTo>
                  <a:pt x="954" y="1126"/>
                </a:lnTo>
                <a:lnTo>
                  <a:pt x="954" y="1133"/>
                </a:lnTo>
                <a:close/>
                <a:moveTo>
                  <a:pt x="971" y="1133"/>
                </a:moveTo>
                <a:lnTo>
                  <a:pt x="978" y="1133"/>
                </a:lnTo>
                <a:lnTo>
                  <a:pt x="978" y="1126"/>
                </a:lnTo>
                <a:lnTo>
                  <a:pt x="971" y="1126"/>
                </a:lnTo>
                <a:lnTo>
                  <a:pt x="971" y="1133"/>
                </a:lnTo>
                <a:close/>
                <a:moveTo>
                  <a:pt x="987" y="1133"/>
                </a:moveTo>
                <a:lnTo>
                  <a:pt x="994" y="1133"/>
                </a:lnTo>
                <a:lnTo>
                  <a:pt x="994" y="1126"/>
                </a:lnTo>
                <a:lnTo>
                  <a:pt x="987" y="1126"/>
                </a:lnTo>
                <a:lnTo>
                  <a:pt x="987" y="1133"/>
                </a:lnTo>
                <a:close/>
                <a:moveTo>
                  <a:pt x="1004" y="1133"/>
                </a:moveTo>
                <a:lnTo>
                  <a:pt x="1011" y="1133"/>
                </a:lnTo>
                <a:lnTo>
                  <a:pt x="1011" y="1126"/>
                </a:lnTo>
                <a:lnTo>
                  <a:pt x="1004" y="1126"/>
                </a:lnTo>
                <a:lnTo>
                  <a:pt x="1004" y="1133"/>
                </a:lnTo>
                <a:close/>
                <a:moveTo>
                  <a:pt x="1020" y="1133"/>
                </a:moveTo>
                <a:lnTo>
                  <a:pt x="1027" y="1133"/>
                </a:lnTo>
                <a:lnTo>
                  <a:pt x="1027" y="1126"/>
                </a:lnTo>
                <a:lnTo>
                  <a:pt x="1020" y="1126"/>
                </a:lnTo>
                <a:lnTo>
                  <a:pt x="1020" y="1133"/>
                </a:lnTo>
                <a:close/>
                <a:moveTo>
                  <a:pt x="1037" y="1133"/>
                </a:moveTo>
                <a:lnTo>
                  <a:pt x="1044" y="1133"/>
                </a:lnTo>
                <a:lnTo>
                  <a:pt x="1044" y="1126"/>
                </a:lnTo>
                <a:lnTo>
                  <a:pt x="1037" y="1126"/>
                </a:lnTo>
                <a:lnTo>
                  <a:pt x="1037" y="1133"/>
                </a:lnTo>
                <a:close/>
                <a:moveTo>
                  <a:pt x="1053" y="1133"/>
                </a:moveTo>
                <a:lnTo>
                  <a:pt x="1061" y="1133"/>
                </a:lnTo>
                <a:lnTo>
                  <a:pt x="1061" y="1126"/>
                </a:lnTo>
                <a:lnTo>
                  <a:pt x="1053" y="1126"/>
                </a:lnTo>
                <a:lnTo>
                  <a:pt x="1053" y="1133"/>
                </a:lnTo>
                <a:close/>
                <a:moveTo>
                  <a:pt x="1070" y="1133"/>
                </a:moveTo>
                <a:lnTo>
                  <a:pt x="1077" y="1133"/>
                </a:lnTo>
                <a:lnTo>
                  <a:pt x="1077" y="1126"/>
                </a:lnTo>
                <a:lnTo>
                  <a:pt x="1070" y="1126"/>
                </a:lnTo>
                <a:lnTo>
                  <a:pt x="1070" y="1133"/>
                </a:lnTo>
                <a:close/>
                <a:moveTo>
                  <a:pt x="1087" y="1133"/>
                </a:moveTo>
                <a:lnTo>
                  <a:pt x="1094" y="1133"/>
                </a:lnTo>
                <a:lnTo>
                  <a:pt x="1094" y="1126"/>
                </a:lnTo>
                <a:lnTo>
                  <a:pt x="1087" y="1126"/>
                </a:lnTo>
                <a:lnTo>
                  <a:pt x="1087" y="1133"/>
                </a:lnTo>
                <a:close/>
                <a:moveTo>
                  <a:pt x="1103" y="1133"/>
                </a:moveTo>
                <a:lnTo>
                  <a:pt x="1110" y="1133"/>
                </a:lnTo>
                <a:lnTo>
                  <a:pt x="1110" y="1126"/>
                </a:lnTo>
                <a:lnTo>
                  <a:pt x="1103" y="1126"/>
                </a:lnTo>
                <a:lnTo>
                  <a:pt x="1103" y="1133"/>
                </a:lnTo>
                <a:close/>
                <a:moveTo>
                  <a:pt x="1120" y="1133"/>
                </a:moveTo>
                <a:lnTo>
                  <a:pt x="1127" y="1133"/>
                </a:lnTo>
                <a:lnTo>
                  <a:pt x="1127" y="1126"/>
                </a:lnTo>
                <a:lnTo>
                  <a:pt x="1120" y="1126"/>
                </a:lnTo>
                <a:lnTo>
                  <a:pt x="1120" y="1133"/>
                </a:lnTo>
                <a:close/>
                <a:moveTo>
                  <a:pt x="1555" y="1133"/>
                </a:moveTo>
                <a:lnTo>
                  <a:pt x="1563" y="1133"/>
                </a:lnTo>
                <a:lnTo>
                  <a:pt x="1563" y="1126"/>
                </a:lnTo>
                <a:lnTo>
                  <a:pt x="1555" y="1126"/>
                </a:lnTo>
                <a:lnTo>
                  <a:pt x="1555" y="1133"/>
                </a:lnTo>
                <a:close/>
                <a:moveTo>
                  <a:pt x="1572" y="1133"/>
                </a:moveTo>
                <a:lnTo>
                  <a:pt x="1579" y="1133"/>
                </a:lnTo>
                <a:lnTo>
                  <a:pt x="1579" y="1126"/>
                </a:lnTo>
                <a:lnTo>
                  <a:pt x="1572" y="1126"/>
                </a:lnTo>
                <a:lnTo>
                  <a:pt x="1572" y="1133"/>
                </a:lnTo>
                <a:close/>
                <a:moveTo>
                  <a:pt x="1589" y="1133"/>
                </a:moveTo>
                <a:lnTo>
                  <a:pt x="1596" y="1133"/>
                </a:lnTo>
                <a:lnTo>
                  <a:pt x="1596" y="1126"/>
                </a:lnTo>
                <a:lnTo>
                  <a:pt x="1589" y="1126"/>
                </a:lnTo>
                <a:lnTo>
                  <a:pt x="1589" y="1133"/>
                </a:lnTo>
                <a:close/>
                <a:moveTo>
                  <a:pt x="1605" y="1133"/>
                </a:moveTo>
                <a:lnTo>
                  <a:pt x="1612" y="1133"/>
                </a:lnTo>
                <a:lnTo>
                  <a:pt x="1612" y="1126"/>
                </a:lnTo>
                <a:lnTo>
                  <a:pt x="1605" y="1126"/>
                </a:lnTo>
                <a:lnTo>
                  <a:pt x="1605" y="1133"/>
                </a:lnTo>
                <a:close/>
                <a:moveTo>
                  <a:pt x="1622" y="1133"/>
                </a:moveTo>
                <a:lnTo>
                  <a:pt x="1629" y="1133"/>
                </a:lnTo>
                <a:lnTo>
                  <a:pt x="1629" y="1126"/>
                </a:lnTo>
                <a:lnTo>
                  <a:pt x="1622" y="1126"/>
                </a:lnTo>
                <a:lnTo>
                  <a:pt x="1622" y="1133"/>
                </a:lnTo>
                <a:close/>
                <a:moveTo>
                  <a:pt x="1638" y="1133"/>
                </a:moveTo>
                <a:lnTo>
                  <a:pt x="1645" y="1133"/>
                </a:lnTo>
                <a:lnTo>
                  <a:pt x="1645" y="1126"/>
                </a:lnTo>
                <a:lnTo>
                  <a:pt x="1638" y="1126"/>
                </a:lnTo>
                <a:lnTo>
                  <a:pt x="1638" y="1133"/>
                </a:lnTo>
                <a:close/>
                <a:moveTo>
                  <a:pt x="1657" y="1133"/>
                </a:moveTo>
                <a:lnTo>
                  <a:pt x="1664" y="1133"/>
                </a:lnTo>
                <a:lnTo>
                  <a:pt x="1664" y="1126"/>
                </a:lnTo>
                <a:lnTo>
                  <a:pt x="1657" y="1126"/>
                </a:lnTo>
                <a:lnTo>
                  <a:pt x="1657" y="1133"/>
                </a:lnTo>
                <a:close/>
                <a:moveTo>
                  <a:pt x="1674" y="1133"/>
                </a:moveTo>
                <a:lnTo>
                  <a:pt x="1681" y="1133"/>
                </a:lnTo>
                <a:lnTo>
                  <a:pt x="1681" y="1126"/>
                </a:lnTo>
                <a:lnTo>
                  <a:pt x="1674" y="1126"/>
                </a:lnTo>
                <a:lnTo>
                  <a:pt x="1674" y="1133"/>
                </a:lnTo>
                <a:close/>
                <a:moveTo>
                  <a:pt x="1690" y="1133"/>
                </a:moveTo>
                <a:lnTo>
                  <a:pt x="1698" y="1133"/>
                </a:lnTo>
                <a:lnTo>
                  <a:pt x="1698" y="1126"/>
                </a:lnTo>
                <a:lnTo>
                  <a:pt x="1690" y="1126"/>
                </a:lnTo>
                <a:lnTo>
                  <a:pt x="1690" y="1133"/>
                </a:lnTo>
                <a:close/>
                <a:moveTo>
                  <a:pt x="1707" y="1133"/>
                </a:moveTo>
                <a:lnTo>
                  <a:pt x="1714" y="1133"/>
                </a:lnTo>
                <a:lnTo>
                  <a:pt x="1714" y="1126"/>
                </a:lnTo>
                <a:lnTo>
                  <a:pt x="1707" y="1126"/>
                </a:lnTo>
                <a:lnTo>
                  <a:pt x="1707" y="1133"/>
                </a:lnTo>
                <a:close/>
                <a:moveTo>
                  <a:pt x="1724" y="1133"/>
                </a:moveTo>
                <a:lnTo>
                  <a:pt x="1731" y="1133"/>
                </a:lnTo>
                <a:lnTo>
                  <a:pt x="1731" y="1126"/>
                </a:lnTo>
                <a:lnTo>
                  <a:pt x="1724" y="1126"/>
                </a:lnTo>
                <a:lnTo>
                  <a:pt x="1724" y="1133"/>
                </a:lnTo>
                <a:close/>
                <a:moveTo>
                  <a:pt x="1740" y="1133"/>
                </a:moveTo>
                <a:lnTo>
                  <a:pt x="1747" y="1133"/>
                </a:lnTo>
                <a:lnTo>
                  <a:pt x="1747" y="1126"/>
                </a:lnTo>
                <a:lnTo>
                  <a:pt x="1740" y="1126"/>
                </a:lnTo>
                <a:lnTo>
                  <a:pt x="1740" y="1133"/>
                </a:lnTo>
                <a:close/>
                <a:moveTo>
                  <a:pt x="1757" y="1133"/>
                </a:moveTo>
                <a:lnTo>
                  <a:pt x="1764" y="1133"/>
                </a:lnTo>
                <a:lnTo>
                  <a:pt x="1764" y="1126"/>
                </a:lnTo>
                <a:lnTo>
                  <a:pt x="1757" y="1126"/>
                </a:lnTo>
                <a:lnTo>
                  <a:pt x="1757" y="1133"/>
                </a:lnTo>
                <a:close/>
                <a:moveTo>
                  <a:pt x="1773" y="1133"/>
                </a:moveTo>
                <a:lnTo>
                  <a:pt x="1780" y="1133"/>
                </a:lnTo>
                <a:lnTo>
                  <a:pt x="1780" y="1126"/>
                </a:lnTo>
                <a:lnTo>
                  <a:pt x="1773" y="1126"/>
                </a:lnTo>
                <a:lnTo>
                  <a:pt x="1773" y="1133"/>
                </a:lnTo>
                <a:close/>
                <a:moveTo>
                  <a:pt x="1823" y="1133"/>
                </a:moveTo>
                <a:lnTo>
                  <a:pt x="1830" y="1133"/>
                </a:lnTo>
                <a:lnTo>
                  <a:pt x="1830" y="1126"/>
                </a:lnTo>
                <a:lnTo>
                  <a:pt x="1823" y="1126"/>
                </a:lnTo>
                <a:lnTo>
                  <a:pt x="1823" y="1133"/>
                </a:lnTo>
                <a:close/>
                <a:moveTo>
                  <a:pt x="1840" y="1133"/>
                </a:moveTo>
                <a:lnTo>
                  <a:pt x="1847" y="1133"/>
                </a:lnTo>
                <a:lnTo>
                  <a:pt x="1847" y="1126"/>
                </a:lnTo>
                <a:lnTo>
                  <a:pt x="1840" y="1126"/>
                </a:lnTo>
                <a:lnTo>
                  <a:pt x="1840" y="1133"/>
                </a:lnTo>
                <a:close/>
                <a:moveTo>
                  <a:pt x="1856" y="1133"/>
                </a:moveTo>
                <a:lnTo>
                  <a:pt x="1863" y="1133"/>
                </a:lnTo>
                <a:lnTo>
                  <a:pt x="1863" y="1126"/>
                </a:lnTo>
                <a:lnTo>
                  <a:pt x="1856" y="1126"/>
                </a:lnTo>
                <a:lnTo>
                  <a:pt x="1856" y="1133"/>
                </a:lnTo>
                <a:close/>
                <a:moveTo>
                  <a:pt x="1873" y="1133"/>
                </a:moveTo>
                <a:lnTo>
                  <a:pt x="1880" y="1133"/>
                </a:lnTo>
                <a:lnTo>
                  <a:pt x="1880" y="1126"/>
                </a:lnTo>
                <a:lnTo>
                  <a:pt x="1873" y="1126"/>
                </a:lnTo>
                <a:lnTo>
                  <a:pt x="1873" y="1133"/>
                </a:lnTo>
                <a:close/>
                <a:moveTo>
                  <a:pt x="2477" y="1133"/>
                </a:moveTo>
                <a:lnTo>
                  <a:pt x="2484" y="1133"/>
                </a:lnTo>
                <a:lnTo>
                  <a:pt x="2484" y="1126"/>
                </a:lnTo>
                <a:lnTo>
                  <a:pt x="2477" y="1126"/>
                </a:lnTo>
                <a:lnTo>
                  <a:pt x="2477" y="1133"/>
                </a:lnTo>
                <a:close/>
                <a:moveTo>
                  <a:pt x="2493" y="1133"/>
                </a:moveTo>
                <a:lnTo>
                  <a:pt x="2500" y="1133"/>
                </a:lnTo>
                <a:lnTo>
                  <a:pt x="2500" y="1126"/>
                </a:lnTo>
                <a:lnTo>
                  <a:pt x="2493" y="1126"/>
                </a:lnTo>
                <a:lnTo>
                  <a:pt x="2493" y="1133"/>
                </a:lnTo>
                <a:close/>
                <a:moveTo>
                  <a:pt x="2510" y="1133"/>
                </a:moveTo>
                <a:lnTo>
                  <a:pt x="2517" y="1133"/>
                </a:lnTo>
                <a:lnTo>
                  <a:pt x="2517" y="1126"/>
                </a:lnTo>
                <a:lnTo>
                  <a:pt x="2510" y="1126"/>
                </a:lnTo>
                <a:lnTo>
                  <a:pt x="2510" y="1133"/>
                </a:lnTo>
                <a:close/>
                <a:moveTo>
                  <a:pt x="2526" y="1133"/>
                </a:moveTo>
                <a:lnTo>
                  <a:pt x="2533" y="1133"/>
                </a:lnTo>
                <a:lnTo>
                  <a:pt x="2533" y="1126"/>
                </a:lnTo>
                <a:lnTo>
                  <a:pt x="2526" y="1126"/>
                </a:lnTo>
                <a:lnTo>
                  <a:pt x="2526" y="1133"/>
                </a:lnTo>
                <a:close/>
                <a:moveTo>
                  <a:pt x="2543" y="1133"/>
                </a:moveTo>
                <a:lnTo>
                  <a:pt x="2550" y="1133"/>
                </a:lnTo>
                <a:lnTo>
                  <a:pt x="2550" y="1126"/>
                </a:lnTo>
                <a:lnTo>
                  <a:pt x="2543" y="1126"/>
                </a:lnTo>
                <a:lnTo>
                  <a:pt x="2543" y="1133"/>
                </a:lnTo>
                <a:close/>
                <a:moveTo>
                  <a:pt x="2560" y="1133"/>
                </a:moveTo>
                <a:lnTo>
                  <a:pt x="2567" y="1133"/>
                </a:lnTo>
                <a:lnTo>
                  <a:pt x="2567" y="1126"/>
                </a:lnTo>
                <a:lnTo>
                  <a:pt x="2560" y="1126"/>
                </a:lnTo>
                <a:lnTo>
                  <a:pt x="2560" y="1133"/>
                </a:lnTo>
                <a:close/>
                <a:moveTo>
                  <a:pt x="2576" y="1133"/>
                </a:moveTo>
                <a:lnTo>
                  <a:pt x="2583" y="1133"/>
                </a:lnTo>
                <a:lnTo>
                  <a:pt x="2583" y="1126"/>
                </a:lnTo>
                <a:lnTo>
                  <a:pt x="2576" y="1126"/>
                </a:lnTo>
                <a:lnTo>
                  <a:pt x="2576" y="1133"/>
                </a:lnTo>
                <a:close/>
                <a:moveTo>
                  <a:pt x="2593" y="1133"/>
                </a:moveTo>
                <a:lnTo>
                  <a:pt x="2600" y="1133"/>
                </a:lnTo>
                <a:lnTo>
                  <a:pt x="2600" y="1126"/>
                </a:lnTo>
                <a:lnTo>
                  <a:pt x="2593" y="1126"/>
                </a:lnTo>
                <a:lnTo>
                  <a:pt x="2593" y="1133"/>
                </a:lnTo>
                <a:close/>
                <a:moveTo>
                  <a:pt x="2609" y="1133"/>
                </a:moveTo>
                <a:lnTo>
                  <a:pt x="2616" y="1133"/>
                </a:lnTo>
                <a:lnTo>
                  <a:pt x="2616" y="1126"/>
                </a:lnTo>
                <a:lnTo>
                  <a:pt x="2609" y="1126"/>
                </a:lnTo>
                <a:lnTo>
                  <a:pt x="2609" y="1133"/>
                </a:lnTo>
                <a:close/>
                <a:moveTo>
                  <a:pt x="2626" y="1133"/>
                </a:moveTo>
                <a:lnTo>
                  <a:pt x="2633" y="1133"/>
                </a:lnTo>
                <a:lnTo>
                  <a:pt x="2633" y="1126"/>
                </a:lnTo>
                <a:lnTo>
                  <a:pt x="2626" y="1126"/>
                </a:lnTo>
                <a:lnTo>
                  <a:pt x="2626" y="1133"/>
                </a:lnTo>
                <a:close/>
                <a:moveTo>
                  <a:pt x="2642" y="1133"/>
                </a:moveTo>
                <a:lnTo>
                  <a:pt x="2649" y="1133"/>
                </a:lnTo>
                <a:lnTo>
                  <a:pt x="2649" y="1126"/>
                </a:lnTo>
                <a:lnTo>
                  <a:pt x="2642" y="1126"/>
                </a:lnTo>
                <a:lnTo>
                  <a:pt x="2642" y="1133"/>
                </a:lnTo>
                <a:close/>
                <a:moveTo>
                  <a:pt x="2659" y="1133"/>
                </a:moveTo>
                <a:lnTo>
                  <a:pt x="2666" y="1133"/>
                </a:lnTo>
                <a:lnTo>
                  <a:pt x="2666" y="1126"/>
                </a:lnTo>
                <a:lnTo>
                  <a:pt x="2659" y="1126"/>
                </a:lnTo>
                <a:lnTo>
                  <a:pt x="2659" y="1133"/>
                </a:lnTo>
                <a:close/>
                <a:moveTo>
                  <a:pt x="2678" y="1133"/>
                </a:moveTo>
                <a:lnTo>
                  <a:pt x="2683" y="1133"/>
                </a:lnTo>
                <a:lnTo>
                  <a:pt x="2683" y="1126"/>
                </a:lnTo>
                <a:lnTo>
                  <a:pt x="2678" y="1126"/>
                </a:lnTo>
                <a:lnTo>
                  <a:pt x="2678" y="1133"/>
                </a:lnTo>
                <a:close/>
                <a:moveTo>
                  <a:pt x="2694" y="1133"/>
                </a:moveTo>
                <a:lnTo>
                  <a:pt x="2702" y="1133"/>
                </a:lnTo>
                <a:lnTo>
                  <a:pt x="2702" y="1126"/>
                </a:lnTo>
                <a:lnTo>
                  <a:pt x="2694" y="1126"/>
                </a:lnTo>
                <a:lnTo>
                  <a:pt x="2694" y="1133"/>
                </a:lnTo>
                <a:close/>
                <a:moveTo>
                  <a:pt x="2877" y="1133"/>
                </a:moveTo>
                <a:lnTo>
                  <a:pt x="2884" y="1133"/>
                </a:lnTo>
                <a:lnTo>
                  <a:pt x="2884" y="1126"/>
                </a:lnTo>
                <a:lnTo>
                  <a:pt x="2877" y="1126"/>
                </a:lnTo>
                <a:lnTo>
                  <a:pt x="2877" y="1133"/>
                </a:lnTo>
                <a:close/>
                <a:moveTo>
                  <a:pt x="2946" y="1133"/>
                </a:moveTo>
                <a:lnTo>
                  <a:pt x="2953" y="1133"/>
                </a:lnTo>
                <a:lnTo>
                  <a:pt x="2953" y="1126"/>
                </a:lnTo>
                <a:lnTo>
                  <a:pt x="2946" y="1126"/>
                </a:lnTo>
                <a:lnTo>
                  <a:pt x="2946" y="1133"/>
                </a:lnTo>
                <a:close/>
                <a:moveTo>
                  <a:pt x="2962" y="1133"/>
                </a:moveTo>
                <a:lnTo>
                  <a:pt x="2969" y="1133"/>
                </a:lnTo>
                <a:lnTo>
                  <a:pt x="2969" y="1126"/>
                </a:lnTo>
                <a:lnTo>
                  <a:pt x="2962" y="1126"/>
                </a:lnTo>
                <a:lnTo>
                  <a:pt x="2962" y="1133"/>
                </a:lnTo>
                <a:close/>
                <a:moveTo>
                  <a:pt x="871" y="1149"/>
                </a:moveTo>
                <a:lnTo>
                  <a:pt x="876" y="1149"/>
                </a:lnTo>
                <a:lnTo>
                  <a:pt x="876" y="1142"/>
                </a:lnTo>
                <a:lnTo>
                  <a:pt x="871" y="1142"/>
                </a:lnTo>
                <a:lnTo>
                  <a:pt x="871" y="1149"/>
                </a:lnTo>
                <a:close/>
                <a:moveTo>
                  <a:pt x="888" y="1149"/>
                </a:moveTo>
                <a:lnTo>
                  <a:pt x="895" y="1149"/>
                </a:lnTo>
                <a:lnTo>
                  <a:pt x="895" y="1142"/>
                </a:lnTo>
                <a:lnTo>
                  <a:pt x="888" y="1142"/>
                </a:lnTo>
                <a:lnTo>
                  <a:pt x="888" y="1149"/>
                </a:lnTo>
                <a:close/>
                <a:moveTo>
                  <a:pt x="904" y="1149"/>
                </a:moveTo>
                <a:lnTo>
                  <a:pt x="911" y="1149"/>
                </a:lnTo>
                <a:lnTo>
                  <a:pt x="911" y="1142"/>
                </a:lnTo>
                <a:lnTo>
                  <a:pt x="904" y="1142"/>
                </a:lnTo>
                <a:lnTo>
                  <a:pt x="904" y="1149"/>
                </a:lnTo>
                <a:close/>
                <a:moveTo>
                  <a:pt x="921" y="1149"/>
                </a:moveTo>
                <a:lnTo>
                  <a:pt x="928" y="1149"/>
                </a:lnTo>
                <a:lnTo>
                  <a:pt x="928" y="1142"/>
                </a:lnTo>
                <a:lnTo>
                  <a:pt x="921" y="1142"/>
                </a:lnTo>
                <a:lnTo>
                  <a:pt x="921" y="1149"/>
                </a:lnTo>
                <a:close/>
                <a:moveTo>
                  <a:pt x="937" y="1149"/>
                </a:moveTo>
                <a:lnTo>
                  <a:pt x="944" y="1149"/>
                </a:lnTo>
                <a:lnTo>
                  <a:pt x="944" y="1142"/>
                </a:lnTo>
                <a:lnTo>
                  <a:pt x="937" y="1142"/>
                </a:lnTo>
                <a:lnTo>
                  <a:pt x="937" y="1149"/>
                </a:lnTo>
                <a:close/>
                <a:moveTo>
                  <a:pt x="954" y="1149"/>
                </a:moveTo>
                <a:lnTo>
                  <a:pt x="961" y="1149"/>
                </a:lnTo>
                <a:lnTo>
                  <a:pt x="961" y="1142"/>
                </a:lnTo>
                <a:lnTo>
                  <a:pt x="954" y="1142"/>
                </a:lnTo>
                <a:lnTo>
                  <a:pt x="954" y="1149"/>
                </a:lnTo>
                <a:close/>
                <a:moveTo>
                  <a:pt x="971" y="1149"/>
                </a:moveTo>
                <a:lnTo>
                  <a:pt x="978" y="1149"/>
                </a:lnTo>
                <a:lnTo>
                  <a:pt x="978" y="1142"/>
                </a:lnTo>
                <a:lnTo>
                  <a:pt x="971" y="1142"/>
                </a:lnTo>
                <a:lnTo>
                  <a:pt x="971" y="1149"/>
                </a:lnTo>
                <a:close/>
                <a:moveTo>
                  <a:pt x="987" y="1149"/>
                </a:moveTo>
                <a:lnTo>
                  <a:pt x="994" y="1149"/>
                </a:lnTo>
                <a:lnTo>
                  <a:pt x="994" y="1142"/>
                </a:lnTo>
                <a:lnTo>
                  <a:pt x="987" y="1142"/>
                </a:lnTo>
                <a:lnTo>
                  <a:pt x="987" y="1149"/>
                </a:lnTo>
                <a:close/>
                <a:moveTo>
                  <a:pt x="1004" y="1149"/>
                </a:moveTo>
                <a:lnTo>
                  <a:pt x="1011" y="1149"/>
                </a:lnTo>
                <a:lnTo>
                  <a:pt x="1011" y="1142"/>
                </a:lnTo>
                <a:lnTo>
                  <a:pt x="1004" y="1142"/>
                </a:lnTo>
                <a:lnTo>
                  <a:pt x="1004" y="1149"/>
                </a:lnTo>
                <a:close/>
                <a:moveTo>
                  <a:pt x="1020" y="1149"/>
                </a:moveTo>
                <a:lnTo>
                  <a:pt x="1027" y="1149"/>
                </a:lnTo>
                <a:lnTo>
                  <a:pt x="1027" y="1142"/>
                </a:lnTo>
                <a:lnTo>
                  <a:pt x="1020" y="1142"/>
                </a:lnTo>
                <a:lnTo>
                  <a:pt x="1020" y="1149"/>
                </a:lnTo>
                <a:close/>
                <a:moveTo>
                  <a:pt x="1037" y="1149"/>
                </a:moveTo>
                <a:lnTo>
                  <a:pt x="1044" y="1149"/>
                </a:lnTo>
                <a:lnTo>
                  <a:pt x="1044" y="1142"/>
                </a:lnTo>
                <a:lnTo>
                  <a:pt x="1037" y="1142"/>
                </a:lnTo>
                <a:lnTo>
                  <a:pt x="1037" y="1149"/>
                </a:lnTo>
                <a:close/>
                <a:moveTo>
                  <a:pt x="1053" y="1149"/>
                </a:moveTo>
                <a:lnTo>
                  <a:pt x="1061" y="1149"/>
                </a:lnTo>
                <a:lnTo>
                  <a:pt x="1061" y="1142"/>
                </a:lnTo>
                <a:lnTo>
                  <a:pt x="1053" y="1142"/>
                </a:lnTo>
                <a:lnTo>
                  <a:pt x="1053" y="1149"/>
                </a:lnTo>
                <a:close/>
                <a:moveTo>
                  <a:pt x="1070" y="1149"/>
                </a:moveTo>
                <a:lnTo>
                  <a:pt x="1077" y="1149"/>
                </a:lnTo>
                <a:lnTo>
                  <a:pt x="1077" y="1142"/>
                </a:lnTo>
                <a:lnTo>
                  <a:pt x="1070" y="1142"/>
                </a:lnTo>
                <a:lnTo>
                  <a:pt x="1070" y="1149"/>
                </a:lnTo>
                <a:close/>
                <a:moveTo>
                  <a:pt x="1087" y="1149"/>
                </a:moveTo>
                <a:lnTo>
                  <a:pt x="1094" y="1149"/>
                </a:lnTo>
                <a:lnTo>
                  <a:pt x="1094" y="1142"/>
                </a:lnTo>
                <a:lnTo>
                  <a:pt x="1087" y="1142"/>
                </a:lnTo>
                <a:lnTo>
                  <a:pt x="1087" y="1149"/>
                </a:lnTo>
                <a:close/>
                <a:moveTo>
                  <a:pt x="1103" y="1149"/>
                </a:moveTo>
                <a:lnTo>
                  <a:pt x="1110" y="1149"/>
                </a:lnTo>
                <a:lnTo>
                  <a:pt x="1110" y="1142"/>
                </a:lnTo>
                <a:lnTo>
                  <a:pt x="1103" y="1142"/>
                </a:lnTo>
                <a:lnTo>
                  <a:pt x="1103" y="1149"/>
                </a:lnTo>
                <a:close/>
                <a:moveTo>
                  <a:pt x="1120" y="1149"/>
                </a:moveTo>
                <a:lnTo>
                  <a:pt x="1127" y="1149"/>
                </a:lnTo>
                <a:lnTo>
                  <a:pt x="1127" y="1142"/>
                </a:lnTo>
                <a:lnTo>
                  <a:pt x="1120" y="1142"/>
                </a:lnTo>
                <a:lnTo>
                  <a:pt x="1120" y="1149"/>
                </a:lnTo>
                <a:close/>
                <a:moveTo>
                  <a:pt x="1555" y="1149"/>
                </a:moveTo>
                <a:lnTo>
                  <a:pt x="1563" y="1149"/>
                </a:lnTo>
                <a:lnTo>
                  <a:pt x="1563" y="1142"/>
                </a:lnTo>
                <a:lnTo>
                  <a:pt x="1555" y="1142"/>
                </a:lnTo>
                <a:lnTo>
                  <a:pt x="1555" y="1149"/>
                </a:lnTo>
                <a:close/>
                <a:moveTo>
                  <a:pt x="1572" y="1149"/>
                </a:moveTo>
                <a:lnTo>
                  <a:pt x="1579" y="1149"/>
                </a:lnTo>
                <a:lnTo>
                  <a:pt x="1579" y="1142"/>
                </a:lnTo>
                <a:lnTo>
                  <a:pt x="1572" y="1142"/>
                </a:lnTo>
                <a:lnTo>
                  <a:pt x="1572" y="1149"/>
                </a:lnTo>
                <a:close/>
                <a:moveTo>
                  <a:pt x="1589" y="1149"/>
                </a:moveTo>
                <a:lnTo>
                  <a:pt x="1596" y="1149"/>
                </a:lnTo>
                <a:lnTo>
                  <a:pt x="1596" y="1142"/>
                </a:lnTo>
                <a:lnTo>
                  <a:pt x="1589" y="1142"/>
                </a:lnTo>
                <a:lnTo>
                  <a:pt x="1589" y="1149"/>
                </a:lnTo>
                <a:close/>
                <a:moveTo>
                  <a:pt x="1605" y="1149"/>
                </a:moveTo>
                <a:lnTo>
                  <a:pt x="1612" y="1149"/>
                </a:lnTo>
                <a:lnTo>
                  <a:pt x="1612" y="1142"/>
                </a:lnTo>
                <a:lnTo>
                  <a:pt x="1605" y="1142"/>
                </a:lnTo>
                <a:lnTo>
                  <a:pt x="1605" y="1149"/>
                </a:lnTo>
                <a:close/>
                <a:moveTo>
                  <a:pt x="1622" y="1149"/>
                </a:moveTo>
                <a:lnTo>
                  <a:pt x="1629" y="1149"/>
                </a:lnTo>
                <a:lnTo>
                  <a:pt x="1629" y="1142"/>
                </a:lnTo>
                <a:lnTo>
                  <a:pt x="1622" y="1142"/>
                </a:lnTo>
                <a:lnTo>
                  <a:pt x="1622" y="1149"/>
                </a:lnTo>
                <a:close/>
                <a:moveTo>
                  <a:pt x="1638" y="1149"/>
                </a:moveTo>
                <a:lnTo>
                  <a:pt x="1645" y="1149"/>
                </a:lnTo>
                <a:lnTo>
                  <a:pt x="1645" y="1142"/>
                </a:lnTo>
                <a:lnTo>
                  <a:pt x="1638" y="1142"/>
                </a:lnTo>
                <a:lnTo>
                  <a:pt x="1638" y="1149"/>
                </a:lnTo>
                <a:close/>
                <a:moveTo>
                  <a:pt x="1657" y="1149"/>
                </a:moveTo>
                <a:lnTo>
                  <a:pt x="1664" y="1149"/>
                </a:lnTo>
                <a:lnTo>
                  <a:pt x="1664" y="1142"/>
                </a:lnTo>
                <a:lnTo>
                  <a:pt x="1657" y="1142"/>
                </a:lnTo>
                <a:lnTo>
                  <a:pt x="1657" y="1149"/>
                </a:lnTo>
                <a:close/>
                <a:moveTo>
                  <a:pt x="1674" y="1149"/>
                </a:moveTo>
                <a:lnTo>
                  <a:pt x="1681" y="1149"/>
                </a:lnTo>
                <a:lnTo>
                  <a:pt x="1681" y="1142"/>
                </a:lnTo>
                <a:lnTo>
                  <a:pt x="1674" y="1142"/>
                </a:lnTo>
                <a:lnTo>
                  <a:pt x="1674" y="1149"/>
                </a:lnTo>
                <a:close/>
                <a:moveTo>
                  <a:pt x="1690" y="1149"/>
                </a:moveTo>
                <a:lnTo>
                  <a:pt x="1698" y="1149"/>
                </a:lnTo>
                <a:lnTo>
                  <a:pt x="1698" y="1142"/>
                </a:lnTo>
                <a:lnTo>
                  <a:pt x="1690" y="1142"/>
                </a:lnTo>
                <a:lnTo>
                  <a:pt x="1690" y="1149"/>
                </a:lnTo>
                <a:close/>
                <a:moveTo>
                  <a:pt x="1707" y="1149"/>
                </a:moveTo>
                <a:lnTo>
                  <a:pt x="1714" y="1149"/>
                </a:lnTo>
                <a:lnTo>
                  <a:pt x="1714" y="1142"/>
                </a:lnTo>
                <a:lnTo>
                  <a:pt x="1707" y="1142"/>
                </a:lnTo>
                <a:lnTo>
                  <a:pt x="1707" y="1149"/>
                </a:lnTo>
                <a:close/>
                <a:moveTo>
                  <a:pt x="1724" y="1149"/>
                </a:moveTo>
                <a:lnTo>
                  <a:pt x="1731" y="1149"/>
                </a:lnTo>
                <a:lnTo>
                  <a:pt x="1731" y="1142"/>
                </a:lnTo>
                <a:lnTo>
                  <a:pt x="1724" y="1142"/>
                </a:lnTo>
                <a:lnTo>
                  <a:pt x="1724" y="1149"/>
                </a:lnTo>
                <a:close/>
                <a:moveTo>
                  <a:pt x="1740" y="1149"/>
                </a:moveTo>
                <a:lnTo>
                  <a:pt x="1747" y="1149"/>
                </a:lnTo>
                <a:lnTo>
                  <a:pt x="1747" y="1142"/>
                </a:lnTo>
                <a:lnTo>
                  <a:pt x="1740" y="1142"/>
                </a:lnTo>
                <a:lnTo>
                  <a:pt x="1740" y="1149"/>
                </a:lnTo>
                <a:close/>
                <a:moveTo>
                  <a:pt x="1757" y="1149"/>
                </a:moveTo>
                <a:lnTo>
                  <a:pt x="1764" y="1149"/>
                </a:lnTo>
                <a:lnTo>
                  <a:pt x="1764" y="1142"/>
                </a:lnTo>
                <a:lnTo>
                  <a:pt x="1757" y="1142"/>
                </a:lnTo>
                <a:lnTo>
                  <a:pt x="1757" y="1149"/>
                </a:lnTo>
                <a:close/>
                <a:moveTo>
                  <a:pt x="1823" y="1149"/>
                </a:moveTo>
                <a:lnTo>
                  <a:pt x="1830" y="1149"/>
                </a:lnTo>
                <a:lnTo>
                  <a:pt x="1830" y="1142"/>
                </a:lnTo>
                <a:lnTo>
                  <a:pt x="1823" y="1142"/>
                </a:lnTo>
                <a:lnTo>
                  <a:pt x="1823" y="1149"/>
                </a:lnTo>
                <a:close/>
                <a:moveTo>
                  <a:pt x="1840" y="1149"/>
                </a:moveTo>
                <a:lnTo>
                  <a:pt x="1847" y="1149"/>
                </a:lnTo>
                <a:lnTo>
                  <a:pt x="1847" y="1142"/>
                </a:lnTo>
                <a:lnTo>
                  <a:pt x="1840" y="1142"/>
                </a:lnTo>
                <a:lnTo>
                  <a:pt x="1840" y="1149"/>
                </a:lnTo>
                <a:close/>
                <a:moveTo>
                  <a:pt x="1856" y="1149"/>
                </a:moveTo>
                <a:lnTo>
                  <a:pt x="1863" y="1149"/>
                </a:lnTo>
                <a:lnTo>
                  <a:pt x="1863" y="1142"/>
                </a:lnTo>
                <a:lnTo>
                  <a:pt x="1856" y="1142"/>
                </a:lnTo>
                <a:lnTo>
                  <a:pt x="1856" y="1149"/>
                </a:lnTo>
                <a:close/>
                <a:moveTo>
                  <a:pt x="1873" y="1149"/>
                </a:moveTo>
                <a:lnTo>
                  <a:pt x="1880" y="1149"/>
                </a:lnTo>
                <a:lnTo>
                  <a:pt x="1880" y="1142"/>
                </a:lnTo>
                <a:lnTo>
                  <a:pt x="1873" y="1142"/>
                </a:lnTo>
                <a:lnTo>
                  <a:pt x="1873" y="1149"/>
                </a:lnTo>
                <a:close/>
                <a:moveTo>
                  <a:pt x="2427" y="1149"/>
                </a:moveTo>
                <a:lnTo>
                  <a:pt x="2434" y="1149"/>
                </a:lnTo>
                <a:lnTo>
                  <a:pt x="2434" y="1142"/>
                </a:lnTo>
                <a:lnTo>
                  <a:pt x="2427" y="1142"/>
                </a:lnTo>
                <a:lnTo>
                  <a:pt x="2427" y="1149"/>
                </a:lnTo>
                <a:close/>
                <a:moveTo>
                  <a:pt x="2443" y="1149"/>
                </a:moveTo>
                <a:lnTo>
                  <a:pt x="2451" y="1149"/>
                </a:lnTo>
                <a:lnTo>
                  <a:pt x="2451" y="1142"/>
                </a:lnTo>
                <a:lnTo>
                  <a:pt x="2443" y="1142"/>
                </a:lnTo>
                <a:lnTo>
                  <a:pt x="2443" y="1149"/>
                </a:lnTo>
                <a:close/>
                <a:moveTo>
                  <a:pt x="2460" y="1149"/>
                </a:moveTo>
                <a:lnTo>
                  <a:pt x="2467" y="1149"/>
                </a:lnTo>
                <a:lnTo>
                  <a:pt x="2467" y="1142"/>
                </a:lnTo>
                <a:lnTo>
                  <a:pt x="2460" y="1142"/>
                </a:lnTo>
                <a:lnTo>
                  <a:pt x="2460" y="1149"/>
                </a:lnTo>
                <a:close/>
                <a:moveTo>
                  <a:pt x="2477" y="1149"/>
                </a:moveTo>
                <a:lnTo>
                  <a:pt x="2484" y="1149"/>
                </a:lnTo>
                <a:lnTo>
                  <a:pt x="2484" y="1142"/>
                </a:lnTo>
                <a:lnTo>
                  <a:pt x="2477" y="1142"/>
                </a:lnTo>
                <a:lnTo>
                  <a:pt x="2477" y="1149"/>
                </a:lnTo>
                <a:close/>
                <a:moveTo>
                  <a:pt x="2493" y="1149"/>
                </a:moveTo>
                <a:lnTo>
                  <a:pt x="2500" y="1149"/>
                </a:lnTo>
                <a:lnTo>
                  <a:pt x="2500" y="1142"/>
                </a:lnTo>
                <a:lnTo>
                  <a:pt x="2493" y="1142"/>
                </a:lnTo>
                <a:lnTo>
                  <a:pt x="2493" y="1149"/>
                </a:lnTo>
                <a:close/>
                <a:moveTo>
                  <a:pt x="2510" y="1149"/>
                </a:moveTo>
                <a:lnTo>
                  <a:pt x="2517" y="1149"/>
                </a:lnTo>
                <a:lnTo>
                  <a:pt x="2517" y="1142"/>
                </a:lnTo>
                <a:lnTo>
                  <a:pt x="2510" y="1142"/>
                </a:lnTo>
                <a:lnTo>
                  <a:pt x="2510" y="1149"/>
                </a:lnTo>
                <a:close/>
                <a:moveTo>
                  <a:pt x="2526" y="1149"/>
                </a:moveTo>
                <a:lnTo>
                  <a:pt x="2533" y="1149"/>
                </a:lnTo>
                <a:lnTo>
                  <a:pt x="2533" y="1142"/>
                </a:lnTo>
                <a:lnTo>
                  <a:pt x="2526" y="1142"/>
                </a:lnTo>
                <a:lnTo>
                  <a:pt x="2526" y="1149"/>
                </a:lnTo>
                <a:close/>
                <a:moveTo>
                  <a:pt x="2543" y="1149"/>
                </a:moveTo>
                <a:lnTo>
                  <a:pt x="2550" y="1149"/>
                </a:lnTo>
                <a:lnTo>
                  <a:pt x="2550" y="1142"/>
                </a:lnTo>
                <a:lnTo>
                  <a:pt x="2543" y="1142"/>
                </a:lnTo>
                <a:lnTo>
                  <a:pt x="2543" y="1149"/>
                </a:lnTo>
                <a:close/>
                <a:moveTo>
                  <a:pt x="2560" y="1149"/>
                </a:moveTo>
                <a:lnTo>
                  <a:pt x="2567" y="1149"/>
                </a:lnTo>
                <a:lnTo>
                  <a:pt x="2567" y="1142"/>
                </a:lnTo>
                <a:lnTo>
                  <a:pt x="2560" y="1142"/>
                </a:lnTo>
                <a:lnTo>
                  <a:pt x="2560" y="1149"/>
                </a:lnTo>
                <a:close/>
                <a:moveTo>
                  <a:pt x="2576" y="1149"/>
                </a:moveTo>
                <a:lnTo>
                  <a:pt x="2583" y="1149"/>
                </a:lnTo>
                <a:lnTo>
                  <a:pt x="2583" y="1142"/>
                </a:lnTo>
                <a:lnTo>
                  <a:pt x="2576" y="1142"/>
                </a:lnTo>
                <a:lnTo>
                  <a:pt x="2576" y="1149"/>
                </a:lnTo>
                <a:close/>
                <a:moveTo>
                  <a:pt x="2593" y="1149"/>
                </a:moveTo>
                <a:lnTo>
                  <a:pt x="2600" y="1149"/>
                </a:lnTo>
                <a:lnTo>
                  <a:pt x="2600" y="1142"/>
                </a:lnTo>
                <a:lnTo>
                  <a:pt x="2593" y="1142"/>
                </a:lnTo>
                <a:lnTo>
                  <a:pt x="2593" y="1149"/>
                </a:lnTo>
                <a:close/>
                <a:moveTo>
                  <a:pt x="2609" y="1149"/>
                </a:moveTo>
                <a:lnTo>
                  <a:pt x="2616" y="1149"/>
                </a:lnTo>
                <a:lnTo>
                  <a:pt x="2616" y="1142"/>
                </a:lnTo>
                <a:lnTo>
                  <a:pt x="2609" y="1142"/>
                </a:lnTo>
                <a:lnTo>
                  <a:pt x="2609" y="1149"/>
                </a:lnTo>
                <a:close/>
                <a:moveTo>
                  <a:pt x="2626" y="1149"/>
                </a:moveTo>
                <a:lnTo>
                  <a:pt x="2633" y="1149"/>
                </a:lnTo>
                <a:lnTo>
                  <a:pt x="2633" y="1142"/>
                </a:lnTo>
                <a:lnTo>
                  <a:pt x="2626" y="1142"/>
                </a:lnTo>
                <a:lnTo>
                  <a:pt x="2626" y="1149"/>
                </a:lnTo>
                <a:close/>
                <a:moveTo>
                  <a:pt x="2642" y="1149"/>
                </a:moveTo>
                <a:lnTo>
                  <a:pt x="2649" y="1149"/>
                </a:lnTo>
                <a:lnTo>
                  <a:pt x="2649" y="1142"/>
                </a:lnTo>
                <a:lnTo>
                  <a:pt x="2642" y="1142"/>
                </a:lnTo>
                <a:lnTo>
                  <a:pt x="2642" y="1149"/>
                </a:lnTo>
                <a:close/>
                <a:moveTo>
                  <a:pt x="2659" y="1149"/>
                </a:moveTo>
                <a:lnTo>
                  <a:pt x="2666" y="1149"/>
                </a:lnTo>
                <a:lnTo>
                  <a:pt x="2666" y="1142"/>
                </a:lnTo>
                <a:lnTo>
                  <a:pt x="2659" y="1142"/>
                </a:lnTo>
                <a:lnTo>
                  <a:pt x="2659" y="1149"/>
                </a:lnTo>
                <a:close/>
                <a:moveTo>
                  <a:pt x="2678" y="1149"/>
                </a:moveTo>
                <a:lnTo>
                  <a:pt x="2683" y="1149"/>
                </a:lnTo>
                <a:lnTo>
                  <a:pt x="2683" y="1142"/>
                </a:lnTo>
                <a:lnTo>
                  <a:pt x="2678" y="1142"/>
                </a:lnTo>
                <a:lnTo>
                  <a:pt x="2678" y="1149"/>
                </a:lnTo>
                <a:close/>
                <a:moveTo>
                  <a:pt x="2694" y="1149"/>
                </a:moveTo>
                <a:lnTo>
                  <a:pt x="2702" y="1149"/>
                </a:lnTo>
                <a:lnTo>
                  <a:pt x="2702" y="1142"/>
                </a:lnTo>
                <a:lnTo>
                  <a:pt x="2694" y="1142"/>
                </a:lnTo>
                <a:lnTo>
                  <a:pt x="2694" y="1149"/>
                </a:lnTo>
                <a:close/>
                <a:moveTo>
                  <a:pt x="2711" y="1149"/>
                </a:moveTo>
                <a:lnTo>
                  <a:pt x="2718" y="1149"/>
                </a:lnTo>
                <a:lnTo>
                  <a:pt x="2718" y="1142"/>
                </a:lnTo>
                <a:lnTo>
                  <a:pt x="2711" y="1142"/>
                </a:lnTo>
                <a:lnTo>
                  <a:pt x="2711" y="1149"/>
                </a:lnTo>
                <a:close/>
                <a:moveTo>
                  <a:pt x="2844" y="1149"/>
                </a:moveTo>
                <a:lnTo>
                  <a:pt x="2851" y="1149"/>
                </a:lnTo>
                <a:lnTo>
                  <a:pt x="2851" y="1142"/>
                </a:lnTo>
                <a:lnTo>
                  <a:pt x="2844" y="1142"/>
                </a:lnTo>
                <a:lnTo>
                  <a:pt x="2844" y="1149"/>
                </a:lnTo>
                <a:close/>
                <a:moveTo>
                  <a:pt x="2860" y="1149"/>
                </a:moveTo>
                <a:lnTo>
                  <a:pt x="2867" y="1149"/>
                </a:lnTo>
                <a:lnTo>
                  <a:pt x="2867" y="1142"/>
                </a:lnTo>
                <a:lnTo>
                  <a:pt x="2860" y="1142"/>
                </a:lnTo>
                <a:lnTo>
                  <a:pt x="2860" y="1149"/>
                </a:lnTo>
                <a:close/>
                <a:moveTo>
                  <a:pt x="871" y="1166"/>
                </a:moveTo>
                <a:lnTo>
                  <a:pt x="876" y="1166"/>
                </a:lnTo>
                <a:lnTo>
                  <a:pt x="876" y="1159"/>
                </a:lnTo>
                <a:lnTo>
                  <a:pt x="871" y="1159"/>
                </a:lnTo>
                <a:lnTo>
                  <a:pt x="871" y="1166"/>
                </a:lnTo>
                <a:close/>
                <a:moveTo>
                  <a:pt x="888" y="1166"/>
                </a:moveTo>
                <a:lnTo>
                  <a:pt x="895" y="1166"/>
                </a:lnTo>
                <a:lnTo>
                  <a:pt x="895" y="1159"/>
                </a:lnTo>
                <a:lnTo>
                  <a:pt x="888" y="1159"/>
                </a:lnTo>
                <a:lnTo>
                  <a:pt x="888" y="1166"/>
                </a:lnTo>
                <a:close/>
                <a:moveTo>
                  <a:pt x="904" y="1166"/>
                </a:moveTo>
                <a:lnTo>
                  <a:pt x="911" y="1166"/>
                </a:lnTo>
                <a:lnTo>
                  <a:pt x="911" y="1159"/>
                </a:lnTo>
                <a:lnTo>
                  <a:pt x="904" y="1159"/>
                </a:lnTo>
                <a:lnTo>
                  <a:pt x="904" y="1166"/>
                </a:lnTo>
                <a:close/>
                <a:moveTo>
                  <a:pt x="921" y="1166"/>
                </a:moveTo>
                <a:lnTo>
                  <a:pt x="928" y="1166"/>
                </a:lnTo>
                <a:lnTo>
                  <a:pt x="928" y="1159"/>
                </a:lnTo>
                <a:lnTo>
                  <a:pt x="921" y="1159"/>
                </a:lnTo>
                <a:lnTo>
                  <a:pt x="921" y="1166"/>
                </a:lnTo>
                <a:close/>
                <a:moveTo>
                  <a:pt x="937" y="1166"/>
                </a:moveTo>
                <a:lnTo>
                  <a:pt x="944" y="1166"/>
                </a:lnTo>
                <a:lnTo>
                  <a:pt x="944" y="1159"/>
                </a:lnTo>
                <a:lnTo>
                  <a:pt x="937" y="1159"/>
                </a:lnTo>
                <a:lnTo>
                  <a:pt x="937" y="1166"/>
                </a:lnTo>
                <a:close/>
                <a:moveTo>
                  <a:pt x="954" y="1166"/>
                </a:moveTo>
                <a:lnTo>
                  <a:pt x="961" y="1166"/>
                </a:lnTo>
                <a:lnTo>
                  <a:pt x="961" y="1159"/>
                </a:lnTo>
                <a:lnTo>
                  <a:pt x="954" y="1159"/>
                </a:lnTo>
                <a:lnTo>
                  <a:pt x="954" y="1166"/>
                </a:lnTo>
                <a:close/>
                <a:moveTo>
                  <a:pt x="971" y="1166"/>
                </a:moveTo>
                <a:lnTo>
                  <a:pt x="978" y="1166"/>
                </a:lnTo>
                <a:lnTo>
                  <a:pt x="978" y="1159"/>
                </a:lnTo>
                <a:lnTo>
                  <a:pt x="971" y="1159"/>
                </a:lnTo>
                <a:lnTo>
                  <a:pt x="971" y="1166"/>
                </a:lnTo>
                <a:close/>
                <a:moveTo>
                  <a:pt x="987" y="1166"/>
                </a:moveTo>
                <a:lnTo>
                  <a:pt x="994" y="1166"/>
                </a:lnTo>
                <a:lnTo>
                  <a:pt x="994" y="1159"/>
                </a:lnTo>
                <a:lnTo>
                  <a:pt x="987" y="1159"/>
                </a:lnTo>
                <a:lnTo>
                  <a:pt x="987" y="1166"/>
                </a:lnTo>
                <a:close/>
                <a:moveTo>
                  <a:pt x="1004" y="1166"/>
                </a:moveTo>
                <a:lnTo>
                  <a:pt x="1011" y="1166"/>
                </a:lnTo>
                <a:lnTo>
                  <a:pt x="1011" y="1159"/>
                </a:lnTo>
                <a:lnTo>
                  <a:pt x="1004" y="1159"/>
                </a:lnTo>
                <a:lnTo>
                  <a:pt x="1004" y="1166"/>
                </a:lnTo>
                <a:close/>
                <a:moveTo>
                  <a:pt x="1020" y="1166"/>
                </a:moveTo>
                <a:lnTo>
                  <a:pt x="1027" y="1166"/>
                </a:lnTo>
                <a:lnTo>
                  <a:pt x="1027" y="1159"/>
                </a:lnTo>
                <a:lnTo>
                  <a:pt x="1020" y="1159"/>
                </a:lnTo>
                <a:lnTo>
                  <a:pt x="1020" y="1166"/>
                </a:lnTo>
                <a:close/>
                <a:moveTo>
                  <a:pt x="1037" y="1166"/>
                </a:moveTo>
                <a:lnTo>
                  <a:pt x="1044" y="1166"/>
                </a:lnTo>
                <a:lnTo>
                  <a:pt x="1044" y="1159"/>
                </a:lnTo>
                <a:lnTo>
                  <a:pt x="1037" y="1159"/>
                </a:lnTo>
                <a:lnTo>
                  <a:pt x="1037" y="1166"/>
                </a:lnTo>
                <a:close/>
                <a:moveTo>
                  <a:pt x="1053" y="1166"/>
                </a:moveTo>
                <a:lnTo>
                  <a:pt x="1061" y="1166"/>
                </a:lnTo>
                <a:lnTo>
                  <a:pt x="1061" y="1159"/>
                </a:lnTo>
                <a:lnTo>
                  <a:pt x="1053" y="1159"/>
                </a:lnTo>
                <a:lnTo>
                  <a:pt x="1053" y="1166"/>
                </a:lnTo>
                <a:close/>
                <a:moveTo>
                  <a:pt x="1070" y="1166"/>
                </a:moveTo>
                <a:lnTo>
                  <a:pt x="1077" y="1166"/>
                </a:lnTo>
                <a:lnTo>
                  <a:pt x="1077" y="1159"/>
                </a:lnTo>
                <a:lnTo>
                  <a:pt x="1070" y="1159"/>
                </a:lnTo>
                <a:lnTo>
                  <a:pt x="1070" y="1166"/>
                </a:lnTo>
                <a:close/>
                <a:moveTo>
                  <a:pt x="1087" y="1166"/>
                </a:moveTo>
                <a:lnTo>
                  <a:pt x="1094" y="1166"/>
                </a:lnTo>
                <a:lnTo>
                  <a:pt x="1094" y="1159"/>
                </a:lnTo>
                <a:lnTo>
                  <a:pt x="1087" y="1159"/>
                </a:lnTo>
                <a:lnTo>
                  <a:pt x="1087" y="1166"/>
                </a:lnTo>
                <a:close/>
                <a:moveTo>
                  <a:pt x="1103" y="1166"/>
                </a:moveTo>
                <a:lnTo>
                  <a:pt x="1110" y="1166"/>
                </a:lnTo>
                <a:lnTo>
                  <a:pt x="1110" y="1159"/>
                </a:lnTo>
                <a:lnTo>
                  <a:pt x="1103" y="1159"/>
                </a:lnTo>
                <a:lnTo>
                  <a:pt x="1103" y="1166"/>
                </a:lnTo>
                <a:close/>
                <a:moveTo>
                  <a:pt x="1572" y="1166"/>
                </a:moveTo>
                <a:lnTo>
                  <a:pt x="1579" y="1166"/>
                </a:lnTo>
                <a:lnTo>
                  <a:pt x="1579" y="1159"/>
                </a:lnTo>
                <a:lnTo>
                  <a:pt x="1572" y="1159"/>
                </a:lnTo>
                <a:lnTo>
                  <a:pt x="1572" y="1166"/>
                </a:lnTo>
                <a:close/>
                <a:moveTo>
                  <a:pt x="1589" y="1166"/>
                </a:moveTo>
                <a:lnTo>
                  <a:pt x="1596" y="1166"/>
                </a:lnTo>
                <a:lnTo>
                  <a:pt x="1596" y="1159"/>
                </a:lnTo>
                <a:lnTo>
                  <a:pt x="1589" y="1159"/>
                </a:lnTo>
                <a:lnTo>
                  <a:pt x="1589" y="1166"/>
                </a:lnTo>
                <a:close/>
                <a:moveTo>
                  <a:pt x="1605" y="1166"/>
                </a:moveTo>
                <a:lnTo>
                  <a:pt x="1612" y="1166"/>
                </a:lnTo>
                <a:lnTo>
                  <a:pt x="1612" y="1159"/>
                </a:lnTo>
                <a:lnTo>
                  <a:pt x="1605" y="1159"/>
                </a:lnTo>
                <a:lnTo>
                  <a:pt x="1605" y="1166"/>
                </a:lnTo>
                <a:close/>
                <a:moveTo>
                  <a:pt x="1622" y="1166"/>
                </a:moveTo>
                <a:lnTo>
                  <a:pt x="1629" y="1166"/>
                </a:lnTo>
                <a:lnTo>
                  <a:pt x="1629" y="1159"/>
                </a:lnTo>
                <a:lnTo>
                  <a:pt x="1622" y="1159"/>
                </a:lnTo>
                <a:lnTo>
                  <a:pt x="1622" y="1166"/>
                </a:lnTo>
                <a:close/>
                <a:moveTo>
                  <a:pt x="1638" y="1166"/>
                </a:moveTo>
                <a:lnTo>
                  <a:pt x="1645" y="1166"/>
                </a:lnTo>
                <a:lnTo>
                  <a:pt x="1645" y="1159"/>
                </a:lnTo>
                <a:lnTo>
                  <a:pt x="1638" y="1159"/>
                </a:lnTo>
                <a:lnTo>
                  <a:pt x="1638" y="1166"/>
                </a:lnTo>
                <a:close/>
                <a:moveTo>
                  <a:pt x="1657" y="1166"/>
                </a:moveTo>
                <a:lnTo>
                  <a:pt x="1664" y="1166"/>
                </a:lnTo>
                <a:lnTo>
                  <a:pt x="1664" y="1159"/>
                </a:lnTo>
                <a:lnTo>
                  <a:pt x="1657" y="1159"/>
                </a:lnTo>
                <a:lnTo>
                  <a:pt x="1657" y="1166"/>
                </a:lnTo>
                <a:close/>
                <a:moveTo>
                  <a:pt x="1674" y="1166"/>
                </a:moveTo>
                <a:lnTo>
                  <a:pt x="1681" y="1166"/>
                </a:lnTo>
                <a:lnTo>
                  <a:pt x="1681" y="1159"/>
                </a:lnTo>
                <a:lnTo>
                  <a:pt x="1674" y="1159"/>
                </a:lnTo>
                <a:lnTo>
                  <a:pt x="1674" y="1166"/>
                </a:lnTo>
                <a:close/>
                <a:moveTo>
                  <a:pt x="1690" y="1166"/>
                </a:moveTo>
                <a:lnTo>
                  <a:pt x="1698" y="1166"/>
                </a:lnTo>
                <a:lnTo>
                  <a:pt x="1698" y="1159"/>
                </a:lnTo>
                <a:lnTo>
                  <a:pt x="1690" y="1159"/>
                </a:lnTo>
                <a:lnTo>
                  <a:pt x="1690" y="1166"/>
                </a:lnTo>
                <a:close/>
                <a:moveTo>
                  <a:pt x="1707" y="1166"/>
                </a:moveTo>
                <a:lnTo>
                  <a:pt x="1714" y="1166"/>
                </a:lnTo>
                <a:lnTo>
                  <a:pt x="1714" y="1159"/>
                </a:lnTo>
                <a:lnTo>
                  <a:pt x="1707" y="1159"/>
                </a:lnTo>
                <a:lnTo>
                  <a:pt x="1707" y="1166"/>
                </a:lnTo>
                <a:close/>
                <a:moveTo>
                  <a:pt x="1724" y="1166"/>
                </a:moveTo>
                <a:lnTo>
                  <a:pt x="1731" y="1166"/>
                </a:lnTo>
                <a:lnTo>
                  <a:pt x="1731" y="1159"/>
                </a:lnTo>
                <a:lnTo>
                  <a:pt x="1724" y="1159"/>
                </a:lnTo>
                <a:lnTo>
                  <a:pt x="1724" y="1166"/>
                </a:lnTo>
                <a:close/>
                <a:moveTo>
                  <a:pt x="1740" y="1166"/>
                </a:moveTo>
                <a:lnTo>
                  <a:pt x="1747" y="1166"/>
                </a:lnTo>
                <a:lnTo>
                  <a:pt x="1747" y="1159"/>
                </a:lnTo>
                <a:lnTo>
                  <a:pt x="1740" y="1159"/>
                </a:lnTo>
                <a:lnTo>
                  <a:pt x="1740" y="1166"/>
                </a:lnTo>
                <a:close/>
                <a:moveTo>
                  <a:pt x="1757" y="1166"/>
                </a:moveTo>
                <a:lnTo>
                  <a:pt x="1764" y="1166"/>
                </a:lnTo>
                <a:lnTo>
                  <a:pt x="1764" y="1159"/>
                </a:lnTo>
                <a:lnTo>
                  <a:pt x="1757" y="1159"/>
                </a:lnTo>
                <a:lnTo>
                  <a:pt x="1757" y="1166"/>
                </a:lnTo>
                <a:close/>
                <a:moveTo>
                  <a:pt x="1823" y="1166"/>
                </a:moveTo>
                <a:lnTo>
                  <a:pt x="1830" y="1166"/>
                </a:lnTo>
                <a:lnTo>
                  <a:pt x="1830" y="1159"/>
                </a:lnTo>
                <a:lnTo>
                  <a:pt x="1823" y="1159"/>
                </a:lnTo>
                <a:lnTo>
                  <a:pt x="1823" y="1166"/>
                </a:lnTo>
                <a:close/>
                <a:moveTo>
                  <a:pt x="1840" y="1166"/>
                </a:moveTo>
                <a:lnTo>
                  <a:pt x="1847" y="1166"/>
                </a:lnTo>
                <a:lnTo>
                  <a:pt x="1847" y="1159"/>
                </a:lnTo>
                <a:lnTo>
                  <a:pt x="1840" y="1159"/>
                </a:lnTo>
                <a:lnTo>
                  <a:pt x="1840" y="1166"/>
                </a:lnTo>
                <a:close/>
                <a:moveTo>
                  <a:pt x="1856" y="1166"/>
                </a:moveTo>
                <a:lnTo>
                  <a:pt x="1863" y="1166"/>
                </a:lnTo>
                <a:lnTo>
                  <a:pt x="1863" y="1159"/>
                </a:lnTo>
                <a:lnTo>
                  <a:pt x="1856" y="1159"/>
                </a:lnTo>
                <a:lnTo>
                  <a:pt x="1856" y="1166"/>
                </a:lnTo>
                <a:close/>
                <a:moveTo>
                  <a:pt x="2408" y="1166"/>
                </a:moveTo>
                <a:lnTo>
                  <a:pt x="2415" y="1166"/>
                </a:lnTo>
                <a:lnTo>
                  <a:pt x="2415" y="1159"/>
                </a:lnTo>
                <a:lnTo>
                  <a:pt x="2408" y="1159"/>
                </a:lnTo>
                <a:lnTo>
                  <a:pt x="2408" y="1166"/>
                </a:lnTo>
                <a:close/>
                <a:moveTo>
                  <a:pt x="2427" y="1166"/>
                </a:moveTo>
                <a:lnTo>
                  <a:pt x="2434" y="1166"/>
                </a:lnTo>
                <a:lnTo>
                  <a:pt x="2434" y="1159"/>
                </a:lnTo>
                <a:lnTo>
                  <a:pt x="2427" y="1159"/>
                </a:lnTo>
                <a:lnTo>
                  <a:pt x="2427" y="1166"/>
                </a:lnTo>
                <a:close/>
                <a:moveTo>
                  <a:pt x="2443" y="1166"/>
                </a:moveTo>
                <a:lnTo>
                  <a:pt x="2451" y="1166"/>
                </a:lnTo>
                <a:lnTo>
                  <a:pt x="2451" y="1159"/>
                </a:lnTo>
                <a:lnTo>
                  <a:pt x="2443" y="1159"/>
                </a:lnTo>
                <a:lnTo>
                  <a:pt x="2443" y="1166"/>
                </a:lnTo>
                <a:close/>
                <a:moveTo>
                  <a:pt x="2460" y="1166"/>
                </a:moveTo>
                <a:lnTo>
                  <a:pt x="2467" y="1166"/>
                </a:lnTo>
                <a:lnTo>
                  <a:pt x="2467" y="1159"/>
                </a:lnTo>
                <a:lnTo>
                  <a:pt x="2460" y="1159"/>
                </a:lnTo>
                <a:lnTo>
                  <a:pt x="2460" y="1166"/>
                </a:lnTo>
                <a:close/>
                <a:moveTo>
                  <a:pt x="2477" y="1166"/>
                </a:moveTo>
                <a:lnTo>
                  <a:pt x="2484" y="1166"/>
                </a:lnTo>
                <a:lnTo>
                  <a:pt x="2484" y="1159"/>
                </a:lnTo>
                <a:lnTo>
                  <a:pt x="2477" y="1159"/>
                </a:lnTo>
                <a:lnTo>
                  <a:pt x="2477" y="1166"/>
                </a:lnTo>
                <a:close/>
                <a:moveTo>
                  <a:pt x="2493" y="1166"/>
                </a:moveTo>
                <a:lnTo>
                  <a:pt x="2500" y="1166"/>
                </a:lnTo>
                <a:lnTo>
                  <a:pt x="2500" y="1159"/>
                </a:lnTo>
                <a:lnTo>
                  <a:pt x="2493" y="1159"/>
                </a:lnTo>
                <a:lnTo>
                  <a:pt x="2493" y="1166"/>
                </a:lnTo>
                <a:close/>
                <a:moveTo>
                  <a:pt x="2510" y="1166"/>
                </a:moveTo>
                <a:lnTo>
                  <a:pt x="2517" y="1166"/>
                </a:lnTo>
                <a:lnTo>
                  <a:pt x="2517" y="1159"/>
                </a:lnTo>
                <a:lnTo>
                  <a:pt x="2510" y="1159"/>
                </a:lnTo>
                <a:lnTo>
                  <a:pt x="2510" y="1166"/>
                </a:lnTo>
                <a:close/>
                <a:moveTo>
                  <a:pt x="2526" y="1166"/>
                </a:moveTo>
                <a:lnTo>
                  <a:pt x="2533" y="1166"/>
                </a:lnTo>
                <a:lnTo>
                  <a:pt x="2533" y="1159"/>
                </a:lnTo>
                <a:lnTo>
                  <a:pt x="2526" y="1159"/>
                </a:lnTo>
                <a:lnTo>
                  <a:pt x="2526" y="1166"/>
                </a:lnTo>
                <a:close/>
                <a:moveTo>
                  <a:pt x="2543" y="1166"/>
                </a:moveTo>
                <a:lnTo>
                  <a:pt x="2550" y="1166"/>
                </a:lnTo>
                <a:lnTo>
                  <a:pt x="2550" y="1159"/>
                </a:lnTo>
                <a:lnTo>
                  <a:pt x="2543" y="1159"/>
                </a:lnTo>
                <a:lnTo>
                  <a:pt x="2543" y="1166"/>
                </a:lnTo>
                <a:close/>
                <a:moveTo>
                  <a:pt x="2560" y="1166"/>
                </a:moveTo>
                <a:lnTo>
                  <a:pt x="2567" y="1166"/>
                </a:lnTo>
                <a:lnTo>
                  <a:pt x="2567" y="1159"/>
                </a:lnTo>
                <a:lnTo>
                  <a:pt x="2560" y="1159"/>
                </a:lnTo>
                <a:lnTo>
                  <a:pt x="2560" y="1166"/>
                </a:lnTo>
                <a:close/>
                <a:moveTo>
                  <a:pt x="2576" y="1166"/>
                </a:moveTo>
                <a:lnTo>
                  <a:pt x="2583" y="1166"/>
                </a:lnTo>
                <a:lnTo>
                  <a:pt x="2583" y="1159"/>
                </a:lnTo>
                <a:lnTo>
                  <a:pt x="2576" y="1159"/>
                </a:lnTo>
                <a:lnTo>
                  <a:pt x="2576" y="1166"/>
                </a:lnTo>
                <a:close/>
                <a:moveTo>
                  <a:pt x="2593" y="1166"/>
                </a:moveTo>
                <a:lnTo>
                  <a:pt x="2600" y="1166"/>
                </a:lnTo>
                <a:lnTo>
                  <a:pt x="2600" y="1159"/>
                </a:lnTo>
                <a:lnTo>
                  <a:pt x="2593" y="1159"/>
                </a:lnTo>
                <a:lnTo>
                  <a:pt x="2593" y="1166"/>
                </a:lnTo>
                <a:close/>
                <a:moveTo>
                  <a:pt x="2609" y="1166"/>
                </a:moveTo>
                <a:lnTo>
                  <a:pt x="2616" y="1166"/>
                </a:lnTo>
                <a:lnTo>
                  <a:pt x="2616" y="1159"/>
                </a:lnTo>
                <a:lnTo>
                  <a:pt x="2609" y="1159"/>
                </a:lnTo>
                <a:lnTo>
                  <a:pt x="2609" y="1166"/>
                </a:lnTo>
                <a:close/>
                <a:moveTo>
                  <a:pt x="2626" y="1166"/>
                </a:moveTo>
                <a:lnTo>
                  <a:pt x="2633" y="1166"/>
                </a:lnTo>
                <a:lnTo>
                  <a:pt x="2633" y="1159"/>
                </a:lnTo>
                <a:lnTo>
                  <a:pt x="2626" y="1159"/>
                </a:lnTo>
                <a:lnTo>
                  <a:pt x="2626" y="1166"/>
                </a:lnTo>
                <a:close/>
                <a:moveTo>
                  <a:pt x="2642" y="1166"/>
                </a:moveTo>
                <a:lnTo>
                  <a:pt x="2649" y="1166"/>
                </a:lnTo>
                <a:lnTo>
                  <a:pt x="2649" y="1159"/>
                </a:lnTo>
                <a:lnTo>
                  <a:pt x="2642" y="1159"/>
                </a:lnTo>
                <a:lnTo>
                  <a:pt x="2642" y="1166"/>
                </a:lnTo>
                <a:close/>
                <a:moveTo>
                  <a:pt x="2659" y="1166"/>
                </a:moveTo>
                <a:lnTo>
                  <a:pt x="2666" y="1166"/>
                </a:lnTo>
                <a:lnTo>
                  <a:pt x="2666" y="1159"/>
                </a:lnTo>
                <a:lnTo>
                  <a:pt x="2659" y="1159"/>
                </a:lnTo>
                <a:lnTo>
                  <a:pt x="2659" y="1166"/>
                </a:lnTo>
                <a:close/>
                <a:moveTo>
                  <a:pt x="2678" y="1166"/>
                </a:moveTo>
                <a:lnTo>
                  <a:pt x="2683" y="1166"/>
                </a:lnTo>
                <a:lnTo>
                  <a:pt x="2683" y="1159"/>
                </a:lnTo>
                <a:lnTo>
                  <a:pt x="2678" y="1159"/>
                </a:lnTo>
                <a:lnTo>
                  <a:pt x="2678" y="1166"/>
                </a:lnTo>
                <a:close/>
                <a:moveTo>
                  <a:pt x="2694" y="1166"/>
                </a:moveTo>
                <a:lnTo>
                  <a:pt x="2702" y="1166"/>
                </a:lnTo>
                <a:lnTo>
                  <a:pt x="2702" y="1159"/>
                </a:lnTo>
                <a:lnTo>
                  <a:pt x="2694" y="1159"/>
                </a:lnTo>
                <a:lnTo>
                  <a:pt x="2694" y="1166"/>
                </a:lnTo>
                <a:close/>
                <a:moveTo>
                  <a:pt x="2711" y="1166"/>
                </a:moveTo>
                <a:lnTo>
                  <a:pt x="2718" y="1166"/>
                </a:lnTo>
                <a:lnTo>
                  <a:pt x="2718" y="1159"/>
                </a:lnTo>
                <a:lnTo>
                  <a:pt x="2711" y="1159"/>
                </a:lnTo>
                <a:lnTo>
                  <a:pt x="2711" y="1166"/>
                </a:lnTo>
                <a:close/>
                <a:moveTo>
                  <a:pt x="2728" y="1166"/>
                </a:moveTo>
                <a:lnTo>
                  <a:pt x="2735" y="1166"/>
                </a:lnTo>
                <a:lnTo>
                  <a:pt x="2735" y="1159"/>
                </a:lnTo>
                <a:lnTo>
                  <a:pt x="2728" y="1159"/>
                </a:lnTo>
                <a:lnTo>
                  <a:pt x="2728" y="1166"/>
                </a:lnTo>
                <a:close/>
                <a:moveTo>
                  <a:pt x="2844" y="1166"/>
                </a:moveTo>
                <a:lnTo>
                  <a:pt x="2851" y="1166"/>
                </a:lnTo>
                <a:lnTo>
                  <a:pt x="2851" y="1159"/>
                </a:lnTo>
                <a:lnTo>
                  <a:pt x="2844" y="1159"/>
                </a:lnTo>
                <a:lnTo>
                  <a:pt x="2844" y="1166"/>
                </a:lnTo>
                <a:close/>
                <a:moveTo>
                  <a:pt x="2860" y="1166"/>
                </a:moveTo>
                <a:lnTo>
                  <a:pt x="2867" y="1166"/>
                </a:lnTo>
                <a:lnTo>
                  <a:pt x="2867" y="1159"/>
                </a:lnTo>
                <a:lnTo>
                  <a:pt x="2860" y="1159"/>
                </a:lnTo>
                <a:lnTo>
                  <a:pt x="2860" y="1166"/>
                </a:lnTo>
                <a:close/>
                <a:moveTo>
                  <a:pt x="2877" y="1166"/>
                </a:moveTo>
                <a:lnTo>
                  <a:pt x="2884" y="1166"/>
                </a:lnTo>
                <a:lnTo>
                  <a:pt x="2884" y="1159"/>
                </a:lnTo>
                <a:lnTo>
                  <a:pt x="2877" y="1159"/>
                </a:lnTo>
                <a:lnTo>
                  <a:pt x="2877" y="1166"/>
                </a:lnTo>
                <a:close/>
                <a:moveTo>
                  <a:pt x="852" y="1183"/>
                </a:moveTo>
                <a:lnTo>
                  <a:pt x="859" y="1183"/>
                </a:lnTo>
                <a:lnTo>
                  <a:pt x="859" y="1175"/>
                </a:lnTo>
                <a:lnTo>
                  <a:pt x="852" y="1175"/>
                </a:lnTo>
                <a:lnTo>
                  <a:pt x="852" y="1183"/>
                </a:lnTo>
                <a:close/>
                <a:moveTo>
                  <a:pt x="871" y="1183"/>
                </a:moveTo>
                <a:lnTo>
                  <a:pt x="876" y="1183"/>
                </a:lnTo>
                <a:lnTo>
                  <a:pt x="876" y="1175"/>
                </a:lnTo>
                <a:lnTo>
                  <a:pt x="871" y="1175"/>
                </a:lnTo>
                <a:lnTo>
                  <a:pt x="871" y="1183"/>
                </a:lnTo>
                <a:close/>
                <a:moveTo>
                  <a:pt x="888" y="1183"/>
                </a:moveTo>
                <a:lnTo>
                  <a:pt x="895" y="1183"/>
                </a:lnTo>
                <a:lnTo>
                  <a:pt x="895" y="1175"/>
                </a:lnTo>
                <a:lnTo>
                  <a:pt x="888" y="1175"/>
                </a:lnTo>
                <a:lnTo>
                  <a:pt x="888" y="1183"/>
                </a:lnTo>
                <a:close/>
                <a:moveTo>
                  <a:pt x="904" y="1183"/>
                </a:moveTo>
                <a:lnTo>
                  <a:pt x="911" y="1183"/>
                </a:lnTo>
                <a:lnTo>
                  <a:pt x="911" y="1175"/>
                </a:lnTo>
                <a:lnTo>
                  <a:pt x="904" y="1175"/>
                </a:lnTo>
                <a:lnTo>
                  <a:pt x="904" y="1183"/>
                </a:lnTo>
                <a:close/>
                <a:moveTo>
                  <a:pt x="921" y="1183"/>
                </a:moveTo>
                <a:lnTo>
                  <a:pt x="928" y="1183"/>
                </a:lnTo>
                <a:lnTo>
                  <a:pt x="928" y="1175"/>
                </a:lnTo>
                <a:lnTo>
                  <a:pt x="921" y="1175"/>
                </a:lnTo>
                <a:lnTo>
                  <a:pt x="921" y="1183"/>
                </a:lnTo>
                <a:close/>
                <a:moveTo>
                  <a:pt x="937" y="1183"/>
                </a:moveTo>
                <a:lnTo>
                  <a:pt x="944" y="1183"/>
                </a:lnTo>
                <a:lnTo>
                  <a:pt x="944" y="1175"/>
                </a:lnTo>
                <a:lnTo>
                  <a:pt x="937" y="1175"/>
                </a:lnTo>
                <a:lnTo>
                  <a:pt x="937" y="1183"/>
                </a:lnTo>
                <a:close/>
                <a:moveTo>
                  <a:pt x="954" y="1183"/>
                </a:moveTo>
                <a:lnTo>
                  <a:pt x="961" y="1183"/>
                </a:lnTo>
                <a:lnTo>
                  <a:pt x="961" y="1175"/>
                </a:lnTo>
                <a:lnTo>
                  <a:pt x="954" y="1175"/>
                </a:lnTo>
                <a:lnTo>
                  <a:pt x="954" y="1183"/>
                </a:lnTo>
                <a:close/>
                <a:moveTo>
                  <a:pt x="971" y="1183"/>
                </a:moveTo>
                <a:lnTo>
                  <a:pt x="978" y="1183"/>
                </a:lnTo>
                <a:lnTo>
                  <a:pt x="978" y="1175"/>
                </a:lnTo>
                <a:lnTo>
                  <a:pt x="971" y="1175"/>
                </a:lnTo>
                <a:lnTo>
                  <a:pt x="971" y="1183"/>
                </a:lnTo>
                <a:close/>
                <a:moveTo>
                  <a:pt x="987" y="1183"/>
                </a:moveTo>
                <a:lnTo>
                  <a:pt x="994" y="1183"/>
                </a:lnTo>
                <a:lnTo>
                  <a:pt x="994" y="1175"/>
                </a:lnTo>
                <a:lnTo>
                  <a:pt x="987" y="1175"/>
                </a:lnTo>
                <a:lnTo>
                  <a:pt x="987" y="1183"/>
                </a:lnTo>
                <a:close/>
                <a:moveTo>
                  <a:pt x="1004" y="1183"/>
                </a:moveTo>
                <a:lnTo>
                  <a:pt x="1011" y="1183"/>
                </a:lnTo>
                <a:lnTo>
                  <a:pt x="1011" y="1175"/>
                </a:lnTo>
                <a:lnTo>
                  <a:pt x="1004" y="1175"/>
                </a:lnTo>
                <a:lnTo>
                  <a:pt x="1004" y="1183"/>
                </a:lnTo>
                <a:close/>
                <a:moveTo>
                  <a:pt x="1020" y="1183"/>
                </a:moveTo>
                <a:lnTo>
                  <a:pt x="1027" y="1183"/>
                </a:lnTo>
                <a:lnTo>
                  <a:pt x="1027" y="1175"/>
                </a:lnTo>
                <a:lnTo>
                  <a:pt x="1020" y="1175"/>
                </a:lnTo>
                <a:lnTo>
                  <a:pt x="1020" y="1183"/>
                </a:lnTo>
                <a:close/>
                <a:moveTo>
                  <a:pt x="1037" y="1183"/>
                </a:moveTo>
                <a:lnTo>
                  <a:pt x="1044" y="1183"/>
                </a:lnTo>
                <a:lnTo>
                  <a:pt x="1044" y="1175"/>
                </a:lnTo>
                <a:lnTo>
                  <a:pt x="1037" y="1175"/>
                </a:lnTo>
                <a:lnTo>
                  <a:pt x="1037" y="1183"/>
                </a:lnTo>
                <a:close/>
                <a:moveTo>
                  <a:pt x="1053" y="1183"/>
                </a:moveTo>
                <a:lnTo>
                  <a:pt x="1061" y="1183"/>
                </a:lnTo>
                <a:lnTo>
                  <a:pt x="1061" y="1175"/>
                </a:lnTo>
                <a:lnTo>
                  <a:pt x="1053" y="1175"/>
                </a:lnTo>
                <a:lnTo>
                  <a:pt x="1053" y="1183"/>
                </a:lnTo>
                <a:close/>
                <a:moveTo>
                  <a:pt x="1070" y="1183"/>
                </a:moveTo>
                <a:lnTo>
                  <a:pt x="1077" y="1183"/>
                </a:lnTo>
                <a:lnTo>
                  <a:pt x="1077" y="1175"/>
                </a:lnTo>
                <a:lnTo>
                  <a:pt x="1070" y="1175"/>
                </a:lnTo>
                <a:lnTo>
                  <a:pt x="1070" y="1183"/>
                </a:lnTo>
                <a:close/>
                <a:moveTo>
                  <a:pt x="1087" y="1183"/>
                </a:moveTo>
                <a:lnTo>
                  <a:pt x="1094" y="1183"/>
                </a:lnTo>
                <a:lnTo>
                  <a:pt x="1094" y="1175"/>
                </a:lnTo>
                <a:lnTo>
                  <a:pt x="1087" y="1175"/>
                </a:lnTo>
                <a:lnTo>
                  <a:pt x="1087" y="1183"/>
                </a:lnTo>
                <a:close/>
                <a:moveTo>
                  <a:pt x="1103" y="1183"/>
                </a:moveTo>
                <a:lnTo>
                  <a:pt x="1110" y="1183"/>
                </a:lnTo>
                <a:lnTo>
                  <a:pt x="1110" y="1175"/>
                </a:lnTo>
                <a:lnTo>
                  <a:pt x="1103" y="1175"/>
                </a:lnTo>
                <a:lnTo>
                  <a:pt x="1103" y="1183"/>
                </a:lnTo>
                <a:close/>
                <a:moveTo>
                  <a:pt x="1572" y="1183"/>
                </a:moveTo>
                <a:lnTo>
                  <a:pt x="1579" y="1183"/>
                </a:lnTo>
                <a:lnTo>
                  <a:pt x="1579" y="1175"/>
                </a:lnTo>
                <a:lnTo>
                  <a:pt x="1572" y="1175"/>
                </a:lnTo>
                <a:lnTo>
                  <a:pt x="1572" y="1183"/>
                </a:lnTo>
                <a:close/>
                <a:moveTo>
                  <a:pt x="1589" y="1183"/>
                </a:moveTo>
                <a:lnTo>
                  <a:pt x="1596" y="1183"/>
                </a:lnTo>
                <a:lnTo>
                  <a:pt x="1596" y="1175"/>
                </a:lnTo>
                <a:lnTo>
                  <a:pt x="1589" y="1175"/>
                </a:lnTo>
                <a:lnTo>
                  <a:pt x="1589" y="1183"/>
                </a:lnTo>
                <a:close/>
                <a:moveTo>
                  <a:pt x="1605" y="1183"/>
                </a:moveTo>
                <a:lnTo>
                  <a:pt x="1612" y="1183"/>
                </a:lnTo>
                <a:lnTo>
                  <a:pt x="1612" y="1175"/>
                </a:lnTo>
                <a:lnTo>
                  <a:pt x="1605" y="1175"/>
                </a:lnTo>
                <a:lnTo>
                  <a:pt x="1605" y="1183"/>
                </a:lnTo>
                <a:close/>
                <a:moveTo>
                  <a:pt x="1622" y="1183"/>
                </a:moveTo>
                <a:lnTo>
                  <a:pt x="1629" y="1183"/>
                </a:lnTo>
                <a:lnTo>
                  <a:pt x="1629" y="1175"/>
                </a:lnTo>
                <a:lnTo>
                  <a:pt x="1622" y="1175"/>
                </a:lnTo>
                <a:lnTo>
                  <a:pt x="1622" y="1183"/>
                </a:lnTo>
                <a:close/>
                <a:moveTo>
                  <a:pt x="1638" y="1183"/>
                </a:moveTo>
                <a:lnTo>
                  <a:pt x="1645" y="1183"/>
                </a:lnTo>
                <a:lnTo>
                  <a:pt x="1645" y="1175"/>
                </a:lnTo>
                <a:lnTo>
                  <a:pt x="1638" y="1175"/>
                </a:lnTo>
                <a:lnTo>
                  <a:pt x="1638" y="1183"/>
                </a:lnTo>
                <a:close/>
                <a:moveTo>
                  <a:pt x="1657" y="1183"/>
                </a:moveTo>
                <a:lnTo>
                  <a:pt x="1664" y="1183"/>
                </a:lnTo>
                <a:lnTo>
                  <a:pt x="1664" y="1175"/>
                </a:lnTo>
                <a:lnTo>
                  <a:pt x="1657" y="1175"/>
                </a:lnTo>
                <a:lnTo>
                  <a:pt x="1657" y="1183"/>
                </a:lnTo>
                <a:close/>
                <a:moveTo>
                  <a:pt x="1674" y="1183"/>
                </a:moveTo>
                <a:lnTo>
                  <a:pt x="1681" y="1183"/>
                </a:lnTo>
                <a:lnTo>
                  <a:pt x="1681" y="1175"/>
                </a:lnTo>
                <a:lnTo>
                  <a:pt x="1674" y="1175"/>
                </a:lnTo>
                <a:lnTo>
                  <a:pt x="1674" y="1183"/>
                </a:lnTo>
                <a:close/>
                <a:moveTo>
                  <a:pt x="1690" y="1183"/>
                </a:moveTo>
                <a:lnTo>
                  <a:pt x="1698" y="1183"/>
                </a:lnTo>
                <a:lnTo>
                  <a:pt x="1698" y="1175"/>
                </a:lnTo>
                <a:lnTo>
                  <a:pt x="1690" y="1175"/>
                </a:lnTo>
                <a:lnTo>
                  <a:pt x="1690" y="1183"/>
                </a:lnTo>
                <a:close/>
                <a:moveTo>
                  <a:pt x="1707" y="1183"/>
                </a:moveTo>
                <a:lnTo>
                  <a:pt x="1714" y="1183"/>
                </a:lnTo>
                <a:lnTo>
                  <a:pt x="1714" y="1175"/>
                </a:lnTo>
                <a:lnTo>
                  <a:pt x="1707" y="1175"/>
                </a:lnTo>
                <a:lnTo>
                  <a:pt x="1707" y="1183"/>
                </a:lnTo>
                <a:close/>
                <a:moveTo>
                  <a:pt x="1724" y="1183"/>
                </a:moveTo>
                <a:lnTo>
                  <a:pt x="1731" y="1183"/>
                </a:lnTo>
                <a:lnTo>
                  <a:pt x="1731" y="1175"/>
                </a:lnTo>
                <a:lnTo>
                  <a:pt x="1724" y="1175"/>
                </a:lnTo>
                <a:lnTo>
                  <a:pt x="1724" y="1183"/>
                </a:lnTo>
                <a:close/>
                <a:moveTo>
                  <a:pt x="1740" y="1183"/>
                </a:moveTo>
                <a:lnTo>
                  <a:pt x="1747" y="1183"/>
                </a:lnTo>
                <a:lnTo>
                  <a:pt x="1747" y="1175"/>
                </a:lnTo>
                <a:lnTo>
                  <a:pt x="1740" y="1175"/>
                </a:lnTo>
                <a:lnTo>
                  <a:pt x="1740" y="1183"/>
                </a:lnTo>
                <a:close/>
                <a:moveTo>
                  <a:pt x="1757" y="1183"/>
                </a:moveTo>
                <a:lnTo>
                  <a:pt x="1764" y="1183"/>
                </a:lnTo>
                <a:lnTo>
                  <a:pt x="1764" y="1175"/>
                </a:lnTo>
                <a:lnTo>
                  <a:pt x="1757" y="1175"/>
                </a:lnTo>
                <a:lnTo>
                  <a:pt x="1757" y="1183"/>
                </a:lnTo>
                <a:close/>
                <a:moveTo>
                  <a:pt x="1823" y="1183"/>
                </a:moveTo>
                <a:lnTo>
                  <a:pt x="1830" y="1183"/>
                </a:lnTo>
                <a:lnTo>
                  <a:pt x="1830" y="1175"/>
                </a:lnTo>
                <a:lnTo>
                  <a:pt x="1823" y="1175"/>
                </a:lnTo>
                <a:lnTo>
                  <a:pt x="1823" y="1183"/>
                </a:lnTo>
                <a:close/>
                <a:moveTo>
                  <a:pt x="1840" y="1183"/>
                </a:moveTo>
                <a:lnTo>
                  <a:pt x="1847" y="1183"/>
                </a:lnTo>
                <a:lnTo>
                  <a:pt x="1847" y="1175"/>
                </a:lnTo>
                <a:lnTo>
                  <a:pt x="1840" y="1175"/>
                </a:lnTo>
                <a:lnTo>
                  <a:pt x="1840" y="1183"/>
                </a:lnTo>
                <a:close/>
                <a:moveTo>
                  <a:pt x="1856" y="1183"/>
                </a:moveTo>
                <a:lnTo>
                  <a:pt x="1863" y="1183"/>
                </a:lnTo>
                <a:lnTo>
                  <a:pt x="1863" y="1175"/>
                </a:lnTo>
                <a:lnTo>
                  <a:pt x="1856" y="1175"/>
                </a:lnTo>
                <a:lnTo>
                  <a:pt x="1856" y="1183"/>
                </a:lnTo>
                <a:close/>
                <a:moveTo>
                  <a:pt x="2408" y="1183"/>
                </a:moveTo>
                <a:lnTo>
                  <a:pt x="2415" y="1183"/>
                </a:lnTo>
                <a:lnTo>
                  <a:pt x="2415" y="1175"/>
                </a:lnTo>
                <a:lnTo>
                  <a:pt x="2408" y="1175"/>
                </a:lnTo>
                <a:lnTo>
                  <a:pt x="2408" y="1183"/>
                </a:lnTo>
                <a:close/>
                <a:moveTo>
                  <a:pt x="2427" y="1183"/>
                </a:moveTo>
                <a:lnTo>
                  <a:pt x="2434" y="1183"/>
                </a:lnTo>
                <a:lnTo>
                  <a:pt x="2434" y="1175"/>
                </a:lnTo>
                <a:lnTo>
                  <a:pt x="2427" y="1175"/>
                </a:lnTo>
                <a:lnTo>
                  <a:pt x="2427" y="1183"/>
                </a:lnTo>
                <a:close/>
                <a:moveTo>
                  <a:pt x="2443" y="1183"/>
                </a:moveTo>
                <a:lnTo>
                  <a:pt x="2451" y="1183"/>
                </a:lnTo>
                <a:lnTo>
                  <a:pt x="2451" y="1175"/>
                </a:lnTo>
                <a:lnTo>
                  <a:pt x="2443" y="1175"/>
                </a:lnTo>
                <a:lnTo>
                  <a:pt x="2443" y="1183"/>
                </a:lnTo>
                <a:close/>
                <a:moveTo>
                  <a:pt x="2460" y="1183"/>
                </a:moveTo>
                <a:lnTo>
                  <a:pt x="2467" y="1183"/>
                </a:lnTo>
                <a:lnTo>
                  <a:pt x="2467" y="1175"/>
                </a:lnTo>
                <a:lnTo>
                  <a:pt x="2460" y="1175"/>
                </a:lnTo>
                <a:lnTo>
                  <a:pt x="2460" y="1183"/>
                </a:lnTo>
                <a:close/>
                <a:moveTo>
                  <a:pt x="2477" y="1183"/>
                </a:moveTo>
                <a:lnTo>
                  <a:pt x="2484" y="1183"/>
                </a:lnTo>
                <a:lnTo>
                  <a:pt x="2484" y="1175"/>
                </a:lnTo>
                <a:lnTo>
                  <a:pt x="2477" y="1175"/>
                </a:lnTo>
                <a:lnTo>
                  <a:pt x="2477" y="1183"/>
                </a:lnTo>
                <a:close/>
                <a:moveTo>
                  <a:pt x="2493" y="1183"/>
                </a:moveTo>
                <a:lnTo>
                  <a:pt x="2500" y="1183"/>
                </a:lnTo>
                <a:lnTo>
                  <a:pt x="2500" y="1175"/>
                </a:lnTo>
                <a:lnTo>
                  <a:pt x="2493" y="1175"/>
                </a:lnTo>
                <a:lnTo>
                  <a:pt x="2493" y="1183"/>
                </a:lnTo>
                <a:close/>
                <a:moveTo>
                  <a:pt x="2510" y="1183"/>
                </a:moveTo>
                <a:lnTo>
                  <a:pt x="2517" y="1183"/>
                </a:lnTo>
                <a:lnTo>
                  <a:pt x="2517" y="1175"/>
                </a:lnTo>
                <a:lnTo>
                  <a:pt x="2510" y="1175"/>
                </a:lnTo>
                <a:lnTo>
                  <a:pt x="2510" y="1183"/>
                </a:lnTo>
                <a:close/>
                <a:moveTo>
                  <a:pt x="2526" y="1183"/>
                </a:moveTo>
                <a:lnTo>
                  <a:pt x="2533" y="1183"/>
                </a:lnTo>
                <a:lnTo>
                  <a:pt x="2533" y="1175"/>
                </a:lnTo>
                <a:lnTo>
                  <a:pt x="2526" y="1175"/>
                </a:lnTo>
                <a:lnTo>
                  <a:pt x="2526" y="1183"/>
                </a:lnTo>
                <a:close/>
                <a:moveTo>
                  <a:pt x="2543" y="1183"/>
                </a:moveTo>
                <a:lnTo>
                  <a:pt x="2550" y="1183"/>
                </a:lnTo>
                <a:lnTo>
                  <a:pt x="2550" y="1175"/>
                </a:lnTo>
                <a:lnTo>
                  <a:pt x="2543" y="1175"/>
                </a:lnTo>
                <a:lnTo>
                  <a:pt x="2543" y="1183"/>
                </a:lnTo>
                <a:close/>
                <a:moveTo>
                  <a:pt x="2560" y="1183"/>
                </a:moveTo>
                <a:lnTo>
                  <a:pt x="2567" y="1183"/>
                </a:lnTo>
                <a:lnTo>
                  <a:pt x="2567" y="1175"/>
                </a:lnTo>
                <a:lnTo>
                  <a:pt x="2560" y="1175"/>
                </a:lnTo>
                <a:lnTo>
                  <a:pt x="2560" y="1183"/>
                </a:lnTo>
                <a:close/>
                <a:moveTo>
                  <a:pt x="2576" y="1183"/>
                </a:moveTo>
                <a:lnTo>
                  <a:pt x="2583" y="1183"/>
                </a:lnTo>
                <a:lnTo>
                  <a:pt x="2583" y="1175"/>
                </a:lnTo>
                <a:lnTo>
                  <a:pt x="2576" y="1175"/>
                </a:lnTo>
                <a:lnTo>
                  <a:pt x="2576" y="1183"/>
                </a:lnTo>
                <a:close/>
                <a:moveTo>
                  <a:pt x="2593" y="1183"/>
                </a:moveTo>
                <a:lnTo>
                  <a:pt x="2600" y="1183"/>
                </a:lnTo>
                <a:lnTo>
                  <a:pt x="2600" y="1175"/>
                </a:lnTo>
                <a:lnTo>
                  <a:pt x="2593" y="1175"/>
                </a:lnTo>
                <a:lnTo>
                  <a:pt x="2593" y="1183"/>
                </a:lnTo>
                <a:close/>
                <a:moveTo>
                  <a:pt x="2609" y="1183"/>
                </a:moveTo>
                <a:lnTo>
                  <a:pt x="2616" y="1183"/>
                </a:lnTo>
                <a:lnTo>
                  <a:pt x="2616" y="1175"/>
                </a:lnTo>
                <a:lnTo>
                  <a:pt x="2609" y="1175"/>
                </a:lnTo>
                <a:lnTo>
                  <a:pt x="2609" y="1183"/>
                </a:lnTo>
                <a:close/>
                <a:moveTo>
                  <a:pt x="2626" y="1183"/>
                </a:moveTo>
                <a:lnTo>
                  <a:pt x="2633" y="1183"/>
                </a:lnTo>
                <a:lnTo>
                  <a:pt x="2633" y="1175"/>
                </a:lnTo>
                <a:lnTo>
                  <a:pt x="2626" y="1175"/>
                </a:lnTo>
                <a:lnTo>
                  <a:pt x="2626" y="1183"/>
                </a:lnTo>
                <a:close/>
                <a:moveTo>
                  <a:pt x="2642" y="1183"/>
                </a:moveTo>
                <a:lnTo>
                  <a:pt x="2649" y="1183"/>
                </a:lnTo>
                <a:lnTo>
                  <a:pt x="2649" y="1175"/>
                </a:lnTo>
                <a:lnTo>
                  <a:pt x="2642" y="1175"/>
                </a:lnTo>
                <a:lnTo>
                  <a:pt x="2642" y="1183"/>
                </a:lnTo>
                <a:close/>
                <a:moveTo>
                  <a:pt x="2659" y="1183"/>
                </a:moveTo>
                <a:lnTo>
                  <a:pt x="2666" y="1183"/>
                </a:lnTo>
                <a:lnTo>
                  <a:pt x="2666" y="1175"/>
                </a:lnTo>
                <a:lnTo>
                  <a:pt x="2659" y="1175"/>
                </a:lnTo>
                <a:lnTo>
                  <a:pt x="2659" y="1183"/>
                </a:lnTo>
                <a:close/>
                <a:moveTo>
                  <a:pt x="2678" y="1183"/>
                </a:moveTo>
                <a:lnTo>
                  <a:pt x="2683" y="1183"/>
                </a:lnTo>
                <a:lnTo>
                  <a:pt x="2683" y="1175"/>
                </a:lnTo>
                <a:lnTo>
                  <a:pt x="2678" y="1175"/>
                </a:lnTo>
                <a:lnTo>
                  <a:pt x="2678" y="1183"/>
                </a:lnTo>
                <a:close/>
                <a:moveTo>
                  <a:pt x="2694" y="1183"/>
                </a:moveTo>
                <a:lnTo>
                  <a:pt x="2702" y="1183"/>
                </a:lnTo>
                <a:lnTo>
                  <a:pt x="2702" y="1175"/>
                </a:lnTo>
                <a:lnTo>
                  <a:pt x="2694" y="1175"/>
                </a:lnTo>
                <a:lnTo>
                  <a:pt x="2694" y="1183"/>
                </a:lnTo>
                <a:close/>
                <a:moveTo>
                  <a:pt x="2711" y="1183"/>
                </a:moveTo>
                <a:lnTo>
                  <a:pt x="2718" y="1183"/>
                </a:lnTo>
                <a:lnTo>
                  <a:pt x="2718" y="1175"/>
                </a:lnTo>
                <a:lnTo>
                  <a:pt x="2711" y="1175"/>
                </a:lnTo>
                <a:lnTo>
                  <a:pt x="2711" y="1183"/>
                </a:lnTo>
                <a:close/>
                <a:moveTo>
                  <a:pt x="2728" y="1183"/>
                </a:moveTo>
                <a:lnTo>
                  <a:pt x="2735" y="1183"/>
                </a:lnTo>
                <a:lnTo>
                  <a:pt x="2735" y="1175"/>
                </a:lnTo>
                <a:lnTo>
                  <a:pt x="2728" y="1175"/>
                </a:lnTo>
                <a:lnTo>
                  <a:pt x="2728" y="1183"/>
                </a:lnTo>
                <a:close/>
                <a:moveTo>
                  <a:pt x="2744" y="1183"/>
                </a:moveTo>
                <a:lnTo>
                  <a:pt x="2751" y="1183"/>
                </a:lnTo>
                <a:lnTo>
                  <a:pt x="2751" y="1175"/>
                </a:lnTo>
                <a:lnTo>
                  <a:pt x="2744" y="1175"/>
                </a:lnTo>
                <a:lnTo>
                  <a:pt x="2744" y="1183"/>
                </a:lnTo>
                <a:close/>
                <a:moveTo>
                  <a:pt x="852" y="1199"/>
                </a:moveTo>
                <a:lnTo>
                  <a:pt x="859" y="1199"/>
                </a:lnTo>
                <a:lnTo>
                  <a:pt x="859" y="1192"/>
                </a:lnTo>
                <a:lnTo>
                  <a:pt x="852" y="1192"/>
                </a:lnTo>
                <a:lnTo>
                  <a:pt x="852" y="1199"/>
                </a:lnTo>
                <a:close/>
                <a:moveTo>
                  <a:pt x="871" y="1199"/>
                </a:moveTo>
                <a:lnTo>
                  <a:pt x="876" y="1199"/>
                </a:lnTo>
                <a:lnTo>
                  <a:pt x="876" y="1192"/>
                </a:lnTo>
                <a:lnTo>
                  <a:pt x="871" y="1192"/>
                </a:lnTo>
                <a:lnTo>
                  <a:pt x="871" y="1199"/>
                </a:lnTo>
                <a:close/>
                <a:moveTo>
                  <a:pt x="888" y="1199"/>
                </a:moveTo>
                <a:lnTo>
                  <a:pt x="895" y="1199"/>
                </a:lnTo>
                <a:lnTo>
                  <a:pt x="895" y="1192"/>
                </a:lnTo>
                <a:lnTo>
                  <a:pt x="888" y="1192"/>
                </a:lnTo>
                <a:lnTo>
                  <a:pt x="888" y="1199"/>
                </a:lnTo>
                <a:close/>
                <a:moveTo>
                  <a:pt x="904" y="1199"/>
                </a:moveTo>
                <a:lnTo>
                  <a:pt x="911" y="1199"/>
                </a:lnTo>
                <a:lnTo>
                  <a:pt x="911" y="1192"/>
                </a:lnTo>
                <a:lnTo>
                  <a:pt x="904" y="1192"/>
                </a:lnTo>
                <a:lnTo>
                  <a:pt x="904" y="1199"/>
                </a:lnTo>
                <a:close/>
                <a:moveTo>
                  <a:pt x="921" y="1199"/>
                </a:moveTo>
                <a:lnTo>
                  <a:pt x="928" y="1199"/>
                </a:lnTo>
                <a:lnTo>
                  <a:pt x="928" y="1192"/>
                </a:lnTo>
                <a:lnTo>
                  <a:pt x="921" y="1192"/>
                </a:lnTo>
                <a:lnTo>
                  <a:pt x="921" y="1199"/>
                </a:lnTo>
                <a:close/>
                <a:moveTo>
                  <a:pt x="937" y="1199"/>
                </a:moveTo>
                <a:lnTo>
                  <a:pt x="944" y="1199"/>
                </a:lnTo>
                <a:lnTo>
                  <a:pt x="944" y="1192"/>
                </a:lnTo>
                <a:lnTo>
                  <a:pt x="937" y="1192"/>
                </a:lnTo>
                <a:lnTo>
                  <a:pt x="937" y="1199"/>
                </a:lnTo>
                <a:close/>
                <a:moveTo>
                  <a:pt x="954" y="1199"/>
                </a:moveTo>
                <a:lnTo>
                  <a:pt x="961" y="1199"/>
                </a:lnTo>
                <a:lnTo>
                  <a:pt x="961" y="1192"/>
                </a:lnTo>
                <a:lnTo>
                  <a:pt x="954" y="1192"/>
                </a:lnTo>
                <a:lnTo>
                  <a:pt x="954" y="1199"/>
                </a:lnTo>
                <a:close/>
                <a:moveTo>
                  <a:pt x="971" y="1199"/>
                </a:moveTo>
                <a:lnTo>
                  <a:pt x="978" y="1199"/>
                </a:lnTo>
                <a:lnTo>
                  <a:pt x="978" y="1192"/>
                </a:lnTo>
                <a:lnTo>
                  <a:pt x="971" y="1192"/>
                </a:lnTo>
                <a:lnTo>
                  <a:pt x="971" y="1199"/>
                </a:lnTo>
                <a:close/>
                <a:moveTo>
                  <a:pt x="987" y="1199"/>
                </a:moveTo>
                <a:lnTo>
                  <a:pt x="994" y="1199"/>
                </a:lnTo>
                <a:lnTo>
                  <a:pt x="994" y="1192"/>
                </a:lnTo>
                <a:lnTo>
                  <a:pt x="987" y="1192"/>
                </a:lnTo>
                <a:lnTo>
                  <a:pt x="987" y="1199"/>
                </a:lnTo>
                <a:close/>
                <a:moveTo>
                  <a:pt x="1004" y="1199"/>
                </a:moveTo>
                <a:lnTo>
                  <a:pt x="1011" y="1199"/>
                </a:lnTo>
                <a:lnTo>
                  <a:pt x="1011" y="1192"/>
                </a:lnTo>
                <a:lnTo>
                  <a:pt x="1004" y="1192"/>
                </a:lnTo>
                <a:lnTo>
                  <a:pt x="1004" y="1199"/>
                </a:lnTo>
                <a:close/>
                <a:moveTo>
                  <a:pt x="1020" y="1199"/>
                </a:moveTo>
                <a:lnTo>
                  <a:pt x="1027" y="1199"/>
                </a:lnTo>
                <a:lnTo>
                  <a:pt x="1027" y="1192"/>
                </a:lnTo>
                <a:lnTo>
                  <a:pt x="1020" y="1192"/>
                </a:lnTo>
                <a:lnTo>
                  <a:pt x="1020" y="1199"/>
                </a:lnTo>
                <a:close/>
                <a:moveTo>
                  <a:pt x="1037" y="1199"/>
                </a:moveTo>
                <a:lnTo>
                  <a:pt x="1044" y="1199"/>
                </a:lnTo>
                <a:lnTo>
                  <a:pt x="1044" y="1192"/>
                </a:lnTo>
                <a:lnTo>
                  <a:pt x="1037" y="1192"/>
                </a:lnTo>
                <a:lnTo>
                  <a:pt x="1037" y="1199"/>
                </a:lnTo>
                <a:close/>
                <a:moveTo>
                  <a:pt x="1053" y="1199"/>
                </a:moveTo>
                <a:lnTo>
                  <a:pt x="1061" y="1199"/>
                </a:lnTo>
                <a:lnTo>
                  <a:pt x="1061" y="1192"/>
                </a:lnTo>
                <a:lnTo>
                  <a:pt x="1053" y="1192"/>
                </a:lnTo>
                <a:lnTo>
                  <a:pt x="1053" y="1199"/>
                </a:lnTo>
                <a:close/>
                <a:moveTo>
                  <a:pt x="1572" y="1199"/>
                </a:moveTo>
                <a:lnTo>
                  <a:pt x="1579" y="1199"/>
                </a:lnTo>
                <a:lnTo>
                  <a:pt x="1579" y="1192"/>
                </a:lnTo>
                <a:lnTo>
                  <a:pt x="1572" y="1192"/>
                </a:lnTo>
                <a:lnTo>
                  <a:pt x="1572" y="1199"/>
                </a:lnTo>
                <a:close/>
                <a:moveTo>
                  <a:pt x="1589" y="1199"/>
                </a:moveTo>
                <a:lnTo>
                  <a:pt x="1596" y="1199"/>
                </a:lnTo>
                <a:lnTo>
                  <a:pt x="1596" y="1192"/>
                </a:lnTo>
                <a:lnTo>
                  <a:pt x="1589" y="1192"/>
                </a:lnTo>
                <a:lnTo>
                  <a:pt x="1589" y="1199"/>
                </a:lnTo>
                <a:close/>
                <a:moveTo>
                  <a:pt x="1605" y="1199"/>
                </a:moveTo>
                <a:lnTo>
                  <a:pt x="1612" y="1199"/>
                </a:lnTo>
                <a:lnTo>
                  <a:pt x="1612" y="1192"/>
                </a:lnTo>
                <a:lnTo>
                  <a:pt x="1605" y="1192"/>
                </a:lnTo>
                <a:lnTo>
                  <a:pt x="1605" y="1199"/>
                </a:lnTo>
                <a:close/>
                <a:moveTo>
                  <a:pt x="1622" y="1199"/>
                </a:moveTo>
                <a:lnTo>
                  <a:pt x="1629" y="1199"/>
                </a:lnTo>
                <a:lnTo>
                  <a:pt x="1629" y="1192"/>
                </a:lnTo>
                <a:lnTo>
                  <a:pt x="1622" y="1192"/>
                </a:lnTo>
                <a:lnTo>
                  <a:pt x="1622" y="1199"/>
                </a:lnTo>
                <a:close/>
                <a:moveTo>
                  <a:pt x="1638" y="1199"/>
                </a:moveTo>
                <a:lnTo>
                  <a:pt x="1645" y="1199"/>
                </a:lnTo>
                <a:lnTo>
                  <a:pt x="1645" y="1192"/>
                </a:lnTo>
                <a:lnTo>
                  <a:pt x="1638" y="1192"/>
                </a:lnTo>
                <a:lnTo>
                  <a:pt x="1638" y="1199"/>
                </a:lnTo>
                <a:close/>
                <a:moveTo>
                  <a:pt x="1657" y="1199"/>
                </a:moveTo>
                <a:lnTo>
                  <a:pt x="1664" y="1199"/>
                </a:lnTo>
                <a:lnTo>
                  <a:pt x="1664" y="1192"/>
                </a:lnTo>
                <a:lnTo>
                  <a:pt x="1657" y="1192"/>
                </a:lnTo>
                <a:lnTo>
                  <a:pt x="1657" y="1199"/>
                </a:lnTo>
                <a:close/>
                <a:moveTo>
                  <a:pt x="1674" y="1199"/>
                </a:moveTo>
                <a:lnTo>
                  <a:pt x="1681" y="1199"/>
                </a:lnTo>
                <a:lnTo>
                  <a:pt x="1681" y="1192"/>
                </a:lnTo>
                <a:lnTo>
                  <a:pt x="1674" y="1192"/>
                </a:lnTo>
                <a:lnTo>
                  <a:pt x="1674" y="1199"/>
                </a:lnTo>
                <a:close/>
                <a:moveTo>
                  <a:pt x="1690" y="1199"/>
                </a:moveTo>
                <a:lnTo>
                  <a:pt x="1698" y="1199"/>
                </a:lnTo>
                <a:lnTo>
                  <a:pt x="1698" y="1192"/>
                </a:lnTo>
                <a:lnTo>
                  <a:pt x="1690" y="1192"/>
                </a:lnTo>
                <a:lnTo>
                  <a:pt x="1690" y="1199"/>
                </a:lnTo>
                <a:close/>
                <a:moveTo>
                  <a:pt x="1707" y="1199"/>
                </a:moveTo>
                <a:lnTo>
                  <a:pt x="1714" y="1199"/>
                </a:lnTo>
                <a:lnTo>
                  <a:pt x="1714" y="1192"/>
                </a:lnTo>
                <a:lnTo>
                  <a:pt x="1707" y="1192"/>
                </a:lnTo>
                <a:lnTo>
                  <a:pt x="1707" y="1199"/>
                </a:lnTo>
                <a:close/>
                <a:moveTo>
                  <a:pt x="1724" y="1199"/>
                </a:moveTo>
                <a:lnTo>
                  <a:pt x="1731" y="1199"/>
                </a:lnTo>
                <a:lnTo>
                  <a:pt x="1731" y="1192"/>
                </a:lnTo>
                <a:lnTo>
                  <a:pt x="1724" y="1192"/>
                </a:lnTo>
                <a:lnTo>
                  <a:pt x="1724" y="1199"/>
                </a:lnTo>
                <a:close/>
                <a:moveTo>
                  <a:pt x="1740" y="1199"/>
                </a:moveTo>
                <a:lnTo>
                  <a:pt x="1747" y="1199"/>
                </a:lnTo>
                <a:lnTo>
                  <a:pt x="1747" y="1192"/>
                </a:lnTo>
                <a:lnTo>
                  <a:pt x="1740" y="1192"/>
                </a:lnTo>
                <a:lnTo>
                  <a:pt x="1740" y="1199"/>
                </a:lnTo>
                <a:close/>
                <a:moveTo>
                  <a:pt x="1840" y="1199"/>
                </a:moveTo>
                <a:lnTo>
                  <a:pt x="1847" y="1199"/>
                </a:lnTo>
                <a:lnTo>
                  <a:pt x="1847" y="1192"/>
                </a:lnTo>
                <a:lnTo>
                  <a:pt x="1840" y="1192"/>
                </a:lnTo>
                <a:lnTo>
                  <a:pt x="1840" y="1199"/>
                </a:lnTo>
                <a:close/>
                <a:moveTo>
                  <a:pt x="2408" y="1199"/>
                </a:moveTo>
                <a:lnTo>
                  <a:pt x="2415" y="1199"/>
                </a:lnTo>
                <a:lnTo>
                  <a:pt x="2415" y="1192"/>
                </a:lnTo>
                <a:lnTo>
                  <a:pt x="2408" y="1192"/>
                </a:lnTo>
                <a:lnTo>
                  <a:pt x="2408" y="1199"/>
                </a:lnTo>
                <a:close/>
                <a:moveTo>
                  <a:pt x="2427" y="1199"/>
                </a:moveTo>
                <a:lnTo>
                  <a:pt x="2434" y="1199"/>
                </a:lnTo>
                <a:lnTo>
                  <a:pt x="2434" y="1192"/>
                </a:lnTo>
                <a:lnTo>
                  <a:pt x="2427" y="1192"/>
                </a:lnTo>
                <a:lnTo>
                  <a:pt x="2427" y="1199"/>
                </a:lnTo>
                <a:close/>
                <a:moveTo>
                  <a:pt x="2443" y="1199"/>
                </a:moveTo>
                <a:lnTo>
                  <a:pt x="2451" y="1199"/>
                </a:lnTo>
                <a:lnTo>
                  <a:pt x="2451" y="1192"/>
                </a:lnTo>
                <a:lnTo>
                  <a:pt x="2443" y="1192"/>
                </a:lnTo>
                <a:lnTo>
                  <a:pt x="2443" y="1199"/>
                </a:lnTo>
                <a:close/>
                <a:moveTo>
                  <a:pt x="2460" y="1199"/>
                </a:moveTo>
                <a:lnTo>
                  <a:pt x="2467" y="1199"/>
                </a:lnTo>
                <a:lnTo>
                  <a:pt x="2467" y="1192"/>
                </a:lnTo>
                <a:lnTo>
                  <a:pt x="2460" y="1192"/>
                </a:lnTo>
                <a:lnTo>
                  <a:pt x="2460" y="1199"/>
                </a:lnTo>
                <a:close/>
                <a:moveTo>
                  <a:pt x="2477" y="1199"/>
                </a:moveTo>
                <a:lnTo>
                  <a:pt x="2484" y="1199"/>
                </a:lnTo>
                <a:lnTo>
                  <a:pt x="2484" y="1192"/>
                </a:lnTo>
                <a:lnTo>
                  <a:pt x="2477" y="1192"/>
                </a:lnTo>
                <a:lnTo>
                  <a:pt x="2477" y="1199"/>
                </a:lnTo>
                <a:close/>
                <a:moveTo>
                  <a:pt x="2493" y="1199"/>
                </a:moveTo>
                <a:lnTo>
                  <a:pt x="2500" y="1199"/>
                </a:lnTo>
                <a:lnTo>
                  <a:pt x="2500" y="1192"/>
                </a:lnTo>
                <a:lnTo>
                  <a:pt x="2493" y="1192"/>
                </a:lnTo>
                <a:lnTo>
                  <a:pt x="2493" y="1199"/>
                </a:lnTo>
                <a:close/>
                <a:moveTo>
                  <a:pt x="2510" y="1199"/>
                </a:moveTo>
                <a:lnTo>
                  <a:pt x="2517" y="1199"/>
                </a:lnTo>
                <a:lnTo>
                  <a:pt x="2517" y="1192"/>
                </a:lnTo>
                <a:lnTo>
                  <a:pt x="2510" y="1192"/>
                </a:lnTo>
                <a:lnTo>
                  <a:pt x="2510" y="1199"/>
                </a:lnTo>
                <a:close/>
                <a:moveTo>
                  <a:pt x="2526" y="1199"/>
                </a:moveTo>
                <a:lnTo>
                  <a:pt x="2533" y="1199"/>
                </a:lnTo>
                <a:lnTo>
                  <a:pt x="2533" y="1192"/>
                </a:lnTo>
                <a:lnTo>
                  <a:pt x="2526" y="1192"/>
                </a:lnTo>
                <a:lnTo>
                  <a:pt x="2526" y="1199"/>
                </a:lnTo>
                <a:close/>
                <a:moveTo>
                  <a:pt x="2543" y="1199"/>
                </a:moveTo>
                <a:lnTo>
                  <a:pt x="2550" y="1199"/>
                </a:lnTo>
                <a:lnTo>
                  <a:pt x="2550" y="1192"/>
                </a:lnTo>
                <a:lnTo>
                  <a:pt x="2543" y="1192"/>
                </a:lnTo>
                <a:lnTo>
                  <a:pt x="2543" y="1199"/>
                </a:lnTo>
                <a:close/>
                <a:moveTo>
                  <a:pt x="2560" y="1199"/>
                </a:moveTo>
                <a:lnTo>
                  <a:pt x="2567" y="1199"/>
                </a:lnTo>
                <a:lnTo>
                  <a:pt x="2567" y="1192"/>
                </a:lnTo>
                <a:lnTo>
                  <a:pt x="2560" y="1192"/>
                </a:lnTo>
                <a:lnTo>
                  <a:pt x="2560" y="1199"/>
                </a:lnTo>
                <a:close/>
                <a:moveTo>
                  <a:pt x="2576" y="1199"/>
                </a:moveTo>
                <a:lnTo>
                  <a:pt x="2583" y="1199"/>
                </a:lnTo>
                <a:lnTo>
                  <a:pt x="2583" y="1192"/>
                </a:lnTo>
                <a:lnTo>
                  <a:pt x="2576" y="1192"/>
                </a:lnTo>
                <a:lnTo>
                  <a:pt x="2576" y="1199"/>
                </a:lnTo>
                <a:close/>
                <a:moveTo>
                  <a:pt x="2593" y="1199"/>
                </a:moveTo>
                <a:lnTo>
                  <a:pt x="2600" y="1199"/>
                </a:lnTo>
                <a:lnTo>
                  <a:pt x="2600" y="1192"/>
                </a:lnTo>
                <a:lnTo>
                  <a:pt x="2593" y="1192"/>
                </a:lnTo>
                <a:lnTo>
                  <a:pt x="2593" y="1199"/>
                </a:lnTo>
                <a:close/>
                <a:moveTo>
                  <a:pt x="2609" y="1199"/>
                </a:moveTo>
                <a:lnTo>
                  <a:pt x="2616" y="1199"/>
                </a:lnTo>
                <a:lnTo>
                  <a:pt x="2616" y="1192"/>
                </a:lnTo>
                <a:lnTo>
                  <a:pt x="2609" y="1192"/>
                </a:lnTo>
                <a:lnTo>
                  <a:pt x="2609" y="1199"/>
                </a:lnTo>
                <a:close/>
                <a:moveTo>
                  <a:pt x="2626" y="1199"/>
                </a:moveTo>
                <a:lnTo>
                  <a:pt x="2633" y="1199"/>
                </a:lnTo>
                <a:lnTo>
                  <a:pt x="2633" y="1192"/>
                </a:lnTo>
                <a:lnTo>
                  <a:pt x="2626" y="1192"/>
                </a:lnTo>
                <a:lnTo>
                  <a:pt x="2626" y="1199"/>
                </a:lnTo>
                <a:close/>
                <a:moveTo>
                  <a:pt x="2642" y="1199"/>
                </a:moveTo>
                <a:lnTo>
                  <a:pt x="2649" y="1199"/>
                </a:lnTo>
                <a:lnTo>
                  <a:pt x="2649" y="1192"/>
                </a:lnTo>
                <a:lnTo>
                  <a:pt x="2642" y="1192"/>
                </a:lnTo>
                <a:lnTo>
                  <a:pt x="2642" y="1199"/>
                </a:lnTo>
                <a:close/>
                <a:moveTo>
                  <a:pt x="2659" y="1199"/>
                </a:moveTo>
                <a:lnTo>
                  <a:pt x="2666" y="1199"/>
                </a:lnTo>
                <a:lnTo>
                  <a:pt x="2666" y="1192"/>
                </a:lnTo>
                <a:lnTo>
                  <a:pt x="2659" y="1192"/>
                </a:lnTo>
                <a:lnTo>
                  <a:pt x="2659" y="1199"/>
                </a:lnTo>
                <a:close/>
                <a:moveTo>
                  <a:pt x="2678" y="1199"/>
                </a:moveTo>
                <a:lnTo>
                  <a:pt x="2683" y="1199"/>
                </a:lnTo>
                <a:lnTo>
                  <a:pt x="2683" y="1192"/>
                </a:lnTo>
                <a:lnTo>
                  <a:pt x="2678" y="1192"/>
                </a:lnTo>
                <a:lnTo>
                  <a:pt x="2678" y="1199"/>
                </a:lnTo>
                <a:close/>
                <a:moveTo>
                  <a:pt x="2694" y="1199"/>
                </a:moveTo>
                <a:lnTo>
                  <a:pt x="2702" y="1199"/>
                </a:lnTo>
                <a:lnTo>
                  <a:pt x="2702" y="1192"/>
                </a:lnTo>
                <a:lnTo>
                  <a:pt x="2694" y="1192"/>
                </a:lnTo>
                <a:lnTo>
                  <a:pt x="2694" y="1199"/>
                </a:lnTo>
                <a:close/>
                <a:moveTo>
                  <a:pt x="2711" y="1199"/>
                </a:moveTo>
                <a:lnTo>
                  <a:pt x="2718" y="1199"/>
                </a:lnTo>
                <a:lnTo>
                  <a:pt x="2718" y="1192"/>
                </a:lnTo>
                <a:lnTo>
                  <a:pt x="2711" y="1192"/>
                </a:lnTo>
                <a:lnTo>
                  <a:pt x="2711" y="1199"/>
                </a:lnTo>
                <a:close/>
                <a:moveTo>
                  <a:pt x="2728" y="1199"/>
                </a:moveTo>
                <a:lnTo>
                  <a:pt x="2735" y="1199"/>
                </a:lnTo>
                <a:lnTo>
                  <a:pt x="2735" y="1192"/>
                </a:lnTo>
                <a:lnTo>
                  <a:pt x="2728" y="1192"/>
                </a:lnTo>
                <a:lnTo>
                  <a:pt x="2728" y="1199"/>
                </a:lnTo>
                <a:close/>
                <a:moveTo>
                  <a:pt x="2744" y="1199"/>
                </a:moveTo>
                <a:lnTo>
                  <a:pt x="2751" y="1199"/>
                </a:lnTo>
                <a:lnTo>
                  <a:pt x="2751" y="1192"/>
                </a:lnTo>
                <a:lnTo>
                  <a:pt x="2744" y="1192"/>
                </a:lnTo>
                <a:lnTo>
                  <a:pt x="2744" y="1199"/>
                </a:lnTo>
                <a:close/>
                <a:moveTo>
                  <a:pt x="852" y="1216"/>
                </a:moveTo>
                <a:lnTo>
                  <a:pt x="859" y="1216"/>
                </a:lnTo>
                <a:lnTo>
                  <a:pt x="859" y="1209"/>
                </a:lnTo>
                <a:lnTo>
                  <a:pt x="852" y="1209"/>
                </a:lnTo>
                <a:lnTo>
                  <a:pt x="852" y="1216"/>
                </a:lnTo>
                <a:close/>
                <a:moveTo>
                  <a:pt x="871" y="1216"/>
                </a:moveTo>
                <a:lnTo>
                  <a:pt x="876" y="1216"/>
                </a:lnTo>
                <a:lnTo>
                  <a:pt x="876" y="1209"/>
                </a:lnTo>
                <a:lnTo>
                  <a:pt x="871" y="1209"/>
                </a:lnTo>
                <a:lnTo>
                  <a:pt x="871" y="1216"/>
                </a:lnTo>
                <a:close/>
                <a:moveTo>
                  <a:pt x="888" y="1216"/>
                </a:moveTo>
                <a:lnTo>
                  <a:pt x="895" y="1216"/>
                </a:lnTo>
                <a:lnTo>
                  <a:pt x="895" y="1209"/>
                </a:lnTo>
                <a:lnTo>
                  <a:pt x="888" y="1209"/>
                </a:lnTo>
                <a:lnTo>
                  <a:pt x="888" y="1216"/>
                </a:lnTo>
                <a:close/>
                <a:moveTo>
                  <a:pt x="904" y="1216"/>
                </a:moveTo>
                <a:lnTo>
                  <a:pt x="911" y="1216"/>
                </a:lnTo>
                <a:lnTo>
                  <a:pt x="911" y="1209"/>
                </a:lnTo>
                <a:lnTo>
                  <a:pt x="904" y="1209"/>
                </a:lnTo>
                <a:lnTo>
                  <a:pt x="904" y="1216"/>
                </a:lnTo>
                <a:close/>
                <a:moveTo>
                  <a:pt x="921" y="1216"/>
                </a:moveTo>
                <a:lnTo>
                  <a:pt x="928" y="1216"/>
                </a:lnTo>
                <a:lnTo>
                  <a:pt x="928" y="1209"/>
                </a:lnTo>
                <a:lnTo>
                  <a:pt x="921" y="1209"/>
                </a:lnTo>
                <a:lnTo>
                  <a:pt x="921" y="1216"/>
                </a:lnTo>
                <a:close/>
                <a:moveTo>
                  <a:pt x="937" y="1216"/>
                </a:moveTo>
                <a:lnTo>
                  <a:pt x="944" y="1216"/>
                </a:lnTo>
                <a:lnTo>
                  <a:pt x="944" y="1209"/>
                </a:lnTo>
                <a:lnTo>
                  <a:pt x="937" y="1209"/>
                </a:lnTo>
                <a:lnTo>
                  <a:pt x="937" y="1216"/>
                </a:lnTo>
                <a:close/>
                <a:moveTo>
                  <a:pt x="954" y="1216"/>
                </a:moveTo>
                <a:lnTo>
                  <a:pt x="961" y="1216"/>
                </a:lnTo>
                <a:lnTo>
                  <a:pt x="961" y="1209"/>
                </a:lnTo>
                <a:lnTo>
                  <a:pt x="954" y="1209"/>
                </a:lnTo>
                <a:lnTo>
                  <a:pt x="954" y="1216"/>
                </a:lnTo>
                <a:close/>
                <a:moveTo>
                  <a:pt x="971" y="1216"/>
                </a:moveTo>
                <a:lnTo>
                  <a:pt x="978" y="1216"/>
                </a:lnTo>
                <a:lnTo>
                  <a:pt x="978" y="1209"/>
                </a:lnTo>
                <a:lnTo>
                  <a:pt x="971" y="1209"/>
                </a:lnTo>
                <a:lnTo>
                  <a:pt x="971" y="1216"/>
                </a:lnTo>
                <a:close/>
                <a:moveTo>
                  <a:pt x="987" y="1216"/>
                </a:moveTo>
                <a:lnTo>
                  <a:pt x="994" y="1216"/>
                </a:lnTo>
                <a:lnTo>
                  <a:pt x="994" y="1209"/>
                </a:lnTo>
                <a:lnTo>
                  <a:pt x="987" y="1209"/>
                </a:lnTo>
                <a:lnTo>
                  <a:pt x="987" y="1216"/>
                </a:lnTo>
                <a:close/>
                <a:moveTo>
                  <a:pt x="1004" y="1216"/>
                </a:moveTo>
                <a:lnTo>
                  <a:pt x="1011" y="1216"/>
                </a:lnTo>
                <a:lnTo>
                  <a:pt x="1011" y="1209"/>
                </a:lnTo>
                <a:lnTo>
                  <a:pt x="1004" y="1209"/>
                </a:lnTo>
                <a:lnTo>
                  <a:pt x="1004" y="1216"/>
                </a:lnTo>
                <a:close/>
                <a:moveTo>
                  <a:pt x="1020" y="1216"/>
                </a:moveTo>
                <a:lnTo>
                  <a:pt x="1027" y="1216"/>
                </a:lnTo>
                <a:lnTo>
                  <a:pt x="1027" y="1209"/>
                </a:lnTo>
                <a:lnTo>
                  <a:pt x="1020" y="1209"/>
                </a:lnTo>
                <a:lnTo>
                  <a:pt x="1020" y="1216"/>
                </a:lnTo>
                <a:close/>
                <a:moveTo>
                  <a:pt x="1037" y="1216"/>
                </a:moveTo>
                <a:lnTo>
                  <a:pt x="1044" y="1216"/>
                </a:lnTo>
                <a:lnTo>
                  <a:pt x="1044" y="1209"/>
                </a:lnTo>
                <a:lnTo>
                  <a:pt x="1037" y="1209"/>
                </a:lnTo>
                <a:lnTo>
                  <a:pt x="1037" y="1216"/>
                </a:lnTo>
                <a:close/>
                <a:moveTo>
                  <a:pt x="1053" y="1216"/>
                </a:moveTo>
                <a:lnTo>
                  <a:pt x="1061" y="1216"/>
                </a:lnTo>
                <a:lnTo>
                  <a:pt x="1061" y="1209"/>
                </a:lnTo>
                <a:lnTo>
                  <a:pt x="1053" y="1209"/>
                </a:lnTo>
                <a:lnTo>
                  <a:pt x="1053" y="1216"/>
                </a:lnTo>
                <a:close/>
                <a:moveTo>
                  <a:pt x="1589" y="1216"/>
                </a:moveTo>
                <a:lnTo>
                  <a:pt x="1596" y="1216"/>
                </a:lnTo>
                <a:lnTo>
                  <a:pt x="1596" y="1209"/>
                </a:lnTo>
                <a:lnTo>
                  <a:pt x="1589" y="1209"/>
                </a:lnTo>
                <a:lnTo>
                  <a:pt x="1589" y="1216"/>
                </a:lnTo>
                <a:close/>
                <a:moveTo>
                  <a:pt x="1605" y="1216"/>
                </a:moveTo>
                <a:lnTo>
                  <a:pt x="1612" y="1216"/>
                </a:lnTo>
                <a:lnTo>
                  <a:pt x="1612" y="1209"/>
                </a:lnTo>
                <a:lnTo>
                  <a:pt x="1605" y="1209"/>
                </a:lnTo>
                <a:lnTo>
                  <a:pt x="1605" y="1216"/>
                </a:lnTo>
                <a:close/>
                <a:moveTo>
                  <a:pt x="1622" y="1216"/>
                </a:moveTo>
                <a:lnTo>
                  <a:pt x="1629" y="1216"/>
                </a:lnTo>
                <a:lnTo>
                  <a:pt x="1629" y="1209"/>
                </a:lnTo>
                <a:lnTo>
                  <a:pt x="1622" y="1209"/>
                </a:lnTo>
                <a:lnTo>
                  <a:pt x="1622" y="1216"/>
                </a:lnTo>
                <a:close/>
                <a:moveTo>
                  <a:pt x="1638" y="1216"/>
                </a:moveTo>
                <a:lnTo>
                  <a:pt x="1645" y="1216"/>
                </a:lnTo>
                <a:lnTo>
                  <a:pt x="1645" y="1209"/>
                </a:lnTo>
                <a:lnTo>
                  <a:pt x="1638" y="1209"/>
                </a:lnTo>
                <a:lnTo>
                  <a:pt x="1638" y="1216"/>
                </a:lnTo>
                <a:close/>
                <a:moveTo>
                  <a:pt x="1657" y="1216"/>
                </a:moveTo>
                <a:lnTo>
                  <a:pt x="1664" y="1216"/>
                </a:lnTo>
                <a:lnTo>
                  <a:pt x="1664" y="1209"/>
                </a:lnTo>
                <a:lnTo>
                  <a:pt x="1657" y="1209"/>
                </a:lnTo>
                <a:lnTo>
                  <a:pt x="1657" y="1216"/>
                </a:lnTo>
                <a:close/>
                <a:moveTo>
                  <a:pt x="1674" y="1216"/>
                </a:moveTo>
                <a:lnTo>
                  <a:pt x="1681" y="1216"/>
                </a:lnTo>
                <a:lnTo>
                  <a:pt x="1681" y="1209"/>
                </a:lnTo>
                <a:lnTo>
                  <a:pt x="1674" y="1209"/>
                </a:lnTo>
                <a:lnTo>
                  <a:pt x="1674" y="1216"/>
                </a:lnTo>
                <a:close/>
                <a:moveTo>
                  <a:pt x="1690" y="1216"/>
                </a:moveTo>
                <a:lnTo>
                  <a:pt x="1698" y="1216"/>
                </a:lnTo>
                <a:lnTo>
                  <a:pt x="1698" y="1209"/>
                </a:lnTo>
                <a:lnTo>
                  <a:pt x="1690" y="1209"/>
                </a:lnTo>
                <a:lnTo>
                  <a:pt x="1690" y="1216"/>
                </a:lnTo>
                <a:close/>
                <a:moveTo>
                  <a:pt x="1707" y="1216"/>
                </a:moveTo>
                <a:lnTo>
                  <a:pt x="1714" y="1216"/>
                </a:lnTo>
                <a:lnTo>
                  <a:pt x="1714" y="1209"/>
                </a:lnTo>
                <a:lnTo>
                  <a:pt x="1707" y="1209"/>
                </a:lnTo>
                <a:lnTo>
                  <a:pt x="1707" y="1216"/>
                </a:lnTo>
                <a:close/>
                <a:moveTo>
                  <a:pt x="1724" y="1216"/>
                </a:moveTo>
                <a:lnTo>
                  <a:pt x="1731" y="1216"/>
                </a:lnTo>
                <a:lnTo>
                  <a:pt x="1731" y="1209"/>
                </a:lnTo>
                <a:lnTo>
                  <a:pt x="1724" y="1209"/>
                </a:lnTo>
                <a:lnTo>
                  <a:pt x="1724" y="1216"/>
                </a:lnTo>
                <a:close/>
                <a:moveTo>
                  <a:pt x="1740" y="1216"/>
                </a:moveTo>
                <a:lnTo>
                  <a:pt x="1747" y="1216"/>
                </a:lnTo>
                <a:lnTo>
                  <a:pt x="1747" y="1209"/>
                </a:lnTo>
                <a:lnTo>
                  <a:pt x="1740" y="1209"/>
                </a:lnTo>
                <a:lnTo>
                  <a:pt x="1740" y="1216"/>
                </a:lnTo>
                <a:close/>
                <a:moveTo>
                  <a:pt x="2408" y="1216"/>
                </a:moveTo>
                <a:lnTo>
                  <a:pt x="2415" y="1216"/>
                </a:lnTo>
                <a:lnTo>
                  <a:pt x="2415" y="1209"/>
                </a:lnTo>
                <a:lnTo>
                  <a:pt x="2408" y="1209"/>
                </a:lnTo>
                <a:lnTo>
                  <a:pt x="2408" y="1216"/>
                </a:lnTo>
                <a:close/>
                <a:moveTo>
                  <a:pt x="2427" y="1216"/>
                </a:moveTo>
                <a:lnTo>
                  <a:pt x="2434" y="1216"/>
                </a:lnTo>
                <a:lnTo>
                  <a:pt x="2434" y="1209"/>
                </a:lnTo>
                <a:lnTo>
                  <a:pt x="2427" y="1209"/>
                </a:lnTo>
                <a:lnTo>
                  <a:pt x="2427" y="1216"/>
                </a:lnTo>
                <a:close/>
                <a:moveTo>
                  <a:pt x="2443" y="1216"/>
                </a:moveTo>
                <a:lnTo>
                  <a:pt x="2451" y="1216"/>
                </a:lnTo>
                <a:lnTo>
                  <a:pt x="2451" y="1209"/>
                </a:lnTo>
                <a:lnTo>
                  <a:pt x="2443" y="1209"/>
                </a:lnTo>
                <a:lnTo>
                  <a:pt x="2443" y="1216"/>
                </a:lnTo>
                <a:close/>
                <a:moveTo>
                  <a:pt x="2460" y="1216"/>
                </a:moveTo>
                <a:lnTo>
                  <a:pt x="2467" y="1216"/>
                </a:lnTo>
                <a:lnTo>
                  <a:pt x="2467" y="1209"/>
                </a:lnTo>
                <a:lnTo>
                  <a:pt x="2460" y="1209"/>
                </a:lnTo>
                <a:lnTo>
                  <a:pt x="2460" y="1216"/>
                </a:lnTo>
                <a:close/>
                <a:moveTo>
                  <a:pt x="2477" y="1216"/>
                </a:moveTo>
                <a:lnTo>
                  <a:pt x="2484" y="1216"/>
                </a:lnTo>
                <a:lnTo>
                  <a:pt x="2484" y="1209"/>
                </a:lnTo>
                <a:lnTo>
                  <a:pt x="2477" y="1209"/>
                </a:lnTo>
                <a:lnTo>
                  <a:pt x="2477" y="1216"/>
                </a:lnTo>
                <a:close/>
                <a:moveTo>
                  <a:pt x="2493" y="1216"/>
                </a:moveTo>
                <a:lnTo>
                  <a:pt x="2500" y="1216"/>
                </a:lnTo>
                <a:lnTo>
                  <a:pt x="2500" y="1209"/>
                </a:lnTo>
                <a:lnTo>
                  <a:pt x="2493" y="1209"/>
                </a:lnTo>
                <a:lnTo>
                  <a:pt x="2493" y="1216"/>
                </a:lnTo>
                <a:close/>
                <a:moveTo>
                  <a:pt x="2510" y="1216"/>
                </a:moveTo>
                <a:lnTo>
                  <a:pt x="2517" y="1216"/>
                </a:lnTo>
                <a:lnTo>
                  <a:pt x="2517" y="1209"/>
                </a:lnTo>
                <a:lnTo>
                  <a:pt x="2510" y="1209"/>
                </a:lnTo>
                <a:lnTo>
                  <a:pt x="2510" y="1216"/>
                </a:lnTo>
                <a:close/>
                <a:moveTo>
                  <a:pt x="2526" y="1216"/>
                </a:moveTo>
                <a:lnTo>
                  <a:pt x="2533" y="1216"/>
                </a:lnTo>
                <a:lnTo>
                  <a:pt x="2533" y="1209"/>
                </a:lnTo>
                <a:lnTo>
                  <a:pt x="2526" y="1209"/>
                </a:lnTo>
                <a:lnTo>
                  <a:pt x="2526" y="1216"/>
                </a:lnTo>
                <a:close/>
                <a:moveTo>
                  <a:pt x="2543" y="1216"/>
                </a:moveTo>
                <a:lnTo>
                  <a:pt x="2550" y="1216"/>
                </a:lnTo>
                <a:lnTo>
                  <a:pt x="2550" y="1209"/>
                </a:lnTo>
                <a:lnTo>
                  <a:pt x="2543" y="1209"/>
                </a:lnTo>
                <a:lnTo>
                  <a:pt x="2543" y="1216"/>
                </a:lnTo>
                <a:close/>
                <a:moveTo>
                  <a:pt x="2560" y="1216"/>
                </a:moveTo>
                <a:lnTo>
                  <a:pt x="2567" y="1216"/>
                </a:lnTo>
                <a:lnTo>
                  <a:pt x="2567" y="1209"/>
                </a:lnTo>
                <a:lnTo>
                  <a:pt x="2560" y="1209"/>
                </a:lnTo>
                <a:lnTo>
                  <a:pt x="2560" y="1216"/>
                </a:lnTo>
                <a:close/>
                <a:moveTo>
                  <a:pt x="2576" y="1216"/>
                </a:moveTo>
                <a:lnTo>
                  <a:pt x="2583" y="1216"/>
                </a:lnTo>
                <a:lnTo>
                  <a:pt x="2583" y="1209"/>
                </a:lnTo>
                <a:lnTo>
                  <a:pt x="2576" y="1209"/>
                </a:lnTo>
                <a:lnTo>
                  <a:pt x="2576" y="1216"/>
                </a:lnTo>
                <a:close/>
                <a:moveTo>
                  <a:pt x="2593" y="1216"/>
                </a:moveTo>
                <a:lnTo>
                  <a:pt x="2600" y="1216"/>
                </a:lnTo>
                <a:lnTo>
                  <a:pt x="2600" y="1209"/>
                </a:lnTo>
                <a:lnTo>
                  <a:pt x="2593" y="1209"/>
                </a:lnTo>
                <a:lnTo>
                  <a:pt x="2593" y="1216"/>
                </a:lnTo>
                <a:close/>
                <a:moveTo>
                  <a:pt x="2609" y="1216"/>
                </a:moveTo>
                <a:lnTo>
                  <a:pt x="2616" y="1216"/>
                </a:lnTo>
                <a:lnTo>
                  <a:pt x="2616" y="1209"/>
                </a:lnTo>
                <a:lnTo>
                  <a:pt x="2609" y="1209"/>
                </a:lnTo>
                <a:lnTo>
                  <a:pt x="2609" y="1216"/>
                </a:lnTo>
                <a:close/>
                <a:moveTo>
                  <a:pt x="2626" y="1216"/>
                </a:moveTo>
                <a:lnTo>
                  <a:pt x="2633" y="1216"/>
                </a:lnTo>
                <a:lnTo>
                  <a:pt x="2633" y="1209"/>
                </a:lnTo>
                <a:lnTo>
                  <a:pt x="2626" y="1209"/>
                </a:lnTo>
                <a:lnTo>
                  <a:pt x="2626" y="1216"/>
                </a:lnTo>
                <a:close/>
                <a:moveTo>
                  <a:pt x="2642" y="1216"/>
                </a:moveTo>
                <a:lnTo>
                  <a:pt x="2649" y="1216"/>
                </a:lnTo>
                <a:lnTo>
                  <a:pt x="2649" y="1209"/>
                </a:lnTo>
                <a:lnTo>
                  <a:pt x="2642" y="1209"/>
                </a:lnTo>
                <a:lnTo>
                  <a:pt x="2642" y="1216"/>
                </a:lnTo>
                <a:close/>
                <a:moveTo>
                  <a:pt x="2659" y="1216"/>
                </a:moveTo>
                <a:lnTo>
                  <a:pt x="2666" y="1216"/>
                </a:lnTo>
                <a:lnTo>
                  <a:pt x="2666" y="1209"/>
                </a:lnTo>
                <a:lnTo>
                  <a:pt x="2659" y="1209"/>
                </a:lnTo>
                <a:lnTo>
                  <a:pt x="2659" y="1216"/>
                </a:lnTo>
                <a:close/>
                <a:moveTo>
                  <a:pt x="2678" y="1216"/>
                </a:moveTo>
                <a:lnTo>
                  <a:pt x="2683" y="1216"/>
                </a:lnTo>
                <a:lnTo>
                  <a:pt x="2683" y="1209"/>
                </a:lnTo>
                <a:lnTo>
                  <a:pt x="2678" y="1209"/>
                </a:lnTo>
                <a:lnTo>
                  <a:pt x="2678" y="1216"/>
                </a:lnTo>
                <a:close/>
                <a:moveTo>
                  <a:pt x="2694" y="1216"/>
                </a:moveTo>
                <a:lnTo>
                  <a:pt x="2702" y="1216"/>
                </a:lnTo>
                <a:lnTo>
                  <a:pt x="2702" y="1209"/>
                </a:lnTo>
                <a:lnTo>
                  <a:pt x="2694" y="1209"/>
                </a:lnTo>
                <a:lnTo>
                  <a:pt x="2694" y="1216"/>
                </a:lnTo>
                <a:close/>
                <a:moveTo>
                  <a:pt x="2711" y="1216"/>
                </a:moveTo>
                <a:lnTo>
                  <a:pt x="2718" y="1216"/>
                </a:lnTo>
                <a:lnTo>
                  <a:pt x="2718" y="1209"/>
                </a:lnTo>
                <a:lnTo>
                  <a:pt x="2711" y="1209"/>
                </a:lnTo>
                <a:lnTo>
                  <a:pt x="2711" y="1216"/>
                </a:lnTo>
                <a:close/>
                <a:moveTo>
                  <a:pt x="2728" y="1216"/>
                </a:moveTo>
                <a:lnTo>
                  <a:pt x="2735" y="1216"/>
                </a:lnTo>
                <a:lnTo>
                  <a:pt x="2735" y="1209"/>
                </a:lnTo>
                <a:lnTo>
                  <a:pt x="2728" y="1209"/>
                </a:lnTo>
                <a:lnTo>
                  <a:pt x="2728" y="1216"/>
                </a:lnTo>
                <a:close/>
                <a:moveTo>
                  <a:pt x="2744" y="1216"/>
                </a:moveTo>
                <a:lnTo>
                  <a:pt x="2751" y="1216"/>
                </a:lnTo>
                <a:lnTo>
                  <a:pt x="2751" y="1209"/>
                </a:lnTo>
                <a:lnTo>
                  <a:pt x="2744" y="1209"/>
                </a:lnTo>
                <a:lnTo>
                  <a:pt x="2744" y="1216"/>
                </a:lnTo>
                <a:close/>
                <a:moveTo>
                  <a:pt x="852" y="1232"/>
                </a:moveTo>
                <a:lnTo>
                  <a:pt x="859" y="1232"/>
                </a:lnTo>
                <a:lnTo>
                  <a:pt x="859" y="1225"/>
                </a:lnTo>
                <a:lnTo>
                  <a:pt x="852" y="1225"/>
                </a:lnTo>
                <a:lnTo>
                  <a:pt x="852" y="1232"/>
                </a:lnTo>
                <a:close/>
                <a:moveTo>
                  <a:pt x="871" y="1232"/>
                </a:moveTo>
                <a:lnTo>
                  <a:pt x="876" y="1232"/>
                </a:lnTo>
                <a:lnTo>
                  <a:pt x="876" y="1225"/>
                </a:lnTo>
                <a:lnTo>
                  <a:pt x="871" y="1225"/>
                </a:lnTo>
                <a:lnTo>
                  <a:pt x="871" y="1232"/>
                </a:lnTo>
                <a:close/>
                <a:moveTo>
                  <a:pt x="888" y="1232"/>
                </a:moveTo>
                <a:lnTo>
                  <a:pt x="895" y="1232"/>
                </a:lnTo>
                <a:lnTo>
                  <a:pt x="895" y="1225"/>
                </a:lnTo>
                <a:lnTo>
                  <a:pt x="888" y="1225"/>
                </a:lnTo>
                <a:lnTo>
                  <a:pt x="888" y="1232"/>
                </a:lnTo>
                <a:close/>
                <a:moveTo>
                  <a:pt x="904" y="1232"/>
                </a:moveTo>
                <a:lnTo>
                  <a:pt x="911" y="1232"/>
                </a:lnTo>
                <a:lnTo>
                  <a:pt x="911" y="1225"/>
                </a:lnTo>
                <a:lnTo>
                  <a:pt x="904" y="1225"/>
                </a:lnTo>
                <a:lnTo>
                  <a:pt x="904" y="1232"/>
                </a:lnTo>
                <a:close/>
                <a:moveTo>
                  <a:pt x="921" y="1232"/>
                </a:moveTo>
                <a:lnTo>
                  <a:pt x="928" y="1232"/>
                </a:lnTo>
                <a:lnTo>
                  <a:pt x="928" y="1225"/>
                </a:lnTo>
                <a:lnTo>
                  <a:pt x="921" y="1225"/>
                </a:lnTo>
                <a:lnTo>
                  <a:pt x="921" y="1232"/>
                </a:lnTo>
                <a:close/>
                <a:moveTo>
                  <a:pt x="937" y="1232"/>
                </a:moveTo>
                <a:lnTo>
                  <a:pt x="944" y="1232"/>
                </a:lnTo>
                <a:lnTo>
                  <a:pt x="944" y="1225"/>
                </a:lnTo>
                <a:lnTo>
                  <a:pt x="937" y="1225"/>
                </a:lnTo>
                <a:lnTo>
                  <a:pt x="937" y="1232"/>
                </a:lnTo>
                <a:close/>
                <a:moveTo>
                  <a:pt x="954" y="1232"/>
                </a:moveTo>
                <a:lnTo>
                  <a:pt x="961" y="1232"/>
                </a:lnTo>
                <a:lnTo>
                  <a:pt x="961" y="1225"/>
                </a:lnTo>
                <a:lnTo>
                  <a:pt x="954" y="1225"/>
                </a:lnTo>
                <a:lnTo>
                  <a:pt x="954" y="1232"/>
                </a:lnTo>
                <a:close/>
                <a:moveTo>
                  <a:pt x="971" y="1232"/>
                </a:moveTo>
                <a:lnTo>
                  <a:pt x="978" y="1232"/>
                </a:lnTo>
                <a:lnTo>
                  <a:pt x="978" y="1225"/>
                </a:lnTo>
                <a:lnTo>
                  <a:pt x="971" y="1225"/>
                </a:lnTo>
                <a:lnTo>
                  <a:pt x="971" y="1232"/>
                </a:lnTo>
                <a:close/>
                <a:moveTo>
                  <a:pt x="987" y="1232"/>
                </a:moveTo>
                <a:lnTo>
                  <a:pt x="994" y="1232"/>
                </a:lnTo>
                <a:lnTo>
                  <a:pt x="994" y="1225"/>
                </a:lnTo>
                <a:lnTo>
                  <a:pt x="987" y="1225"/>
                </a:lnTo>
                <a:lnTo>
                  <a:pt x="987" y="1232"/>
                </a:lnTo>
                <a:close/>
                <a:moveTo>
                  <a:pt x="1004" y="1232"/>
                </a:moveTo>
                <a:lnTo>
                  <a:pt x="1011" y="1232"/>
                </a:lnTo>
                <a:lnTo>
                  <a:pt x="1011" y="1225"/>
                </a:lnTo>
                <a:lnTo>
                  <a:pt x="1004" y="1225"/>
                </a:lnTo>
                <a:lnTo>
                  <a:pt x="1004" y="1232"/>
                </a:lnTo>
                <a:close/>
                <a:moveTo>
                  <a:pt x="1020" y="1232"/>
                </a:moveTo>
                <a:lnTo>
                  <a:pt x="1027" y="1232"/>
                </a:lnTo>
                <a:lnTo>
                  <a:pt x="1027" y="1225"/>
                </a:lnTo>
                <a:lnTo>
                  <a:pt x="1020" y="1225"/>
                </a:lnTo>
                <a:lnTo>
                  <a:pt x="1020" y="1232"/>
                </a:lnTo>
                <a:close/>
                <a:moveTo>
                  <a:pt x="1037" y="1232"/>
                </a:moveTo>
                <a:lnTo>
                  <a:pt x="1044" y="1232"/>
                </a:lnTo>
                <a:lnTo>
                  <a:pt x="1044" y="1225"/>
                </a:lnTo>
                <a:lnTo>
                  <a:pt x="1037" y="1225"/>
                </a:lnTo>
                <a:lnTo>
                  <a:pt x="1037" y="1232"/>
                </a:lnTo>
                <a:close/>
                <a:moveTo>
                  <a:pt x="1589" y="1232"/>
                </a:moveTo>
                <a:lnTo>
                  <a:pt x="1596" y="1232"/>
                </a:lnTo>
                <a:lnTo>
                  <a:pt x="1596" y="1225"/>
                </a:lnTo>
                <a:lnTo>
                  <a:pt x="1589" y="1225"/>
                </a:lnTo>
                <a:lnTo>
                  <a:pt x="1589" y="1232"/>
                </a:lnTo>
                <a:close/>
                <a:moveTo>
                  <a:pt x="1605" y="1232"/>
                </a:moveTo>
                <a:lnTo>
                  <a:pt x="1612" y="1232"/>
                </a:lnTo>
                <a:lnTo>
                  <a:pt x="1612" y="1225"/>
                </a:lnTo>
                <a:lnTo>
                  <a:pt x="1605" y="1225"/>
                </a:lnTo>
                <a:lnTo>
                  <a:pt x="1605" y="1232"/>
                </a:lnTo>
                <a:close/>
                <a:moveTo>
                  <a:pt x="1622" y="1232"/>
                </a:moveTo>
                <a:lnTo>
                  <a:pt x="1629" y="1232"/>
                </a:lnTo>
                <a:lnTo>
                  <a:pt x="1629" y="1225"/>
                </a:lnTo>
                <a:lnTo>
                  <a:pt x="1622" y="1225"/>
                </a:lnTo>
                <a:lnTo>
                  <a:pt x="1622" y="1232"/>
                </a:lnTo>
                <a:close/>
                <a:moveTo>
                  <a:pt x="1638" y="1232"/>
                </a:moveTo>
                <a:lnTo>
                  <a:pt x="1645" y="1232"/>
                </a:lnTo>
                <a:lnTo>
                  <a:pt x="1645" y="1225"/>
                </a:lnTo>
                <a:lnTo>
                  <a:pt x="1638" y="1225"/>
                </a:lnTo>
                <a:lnTo>
                  <a:pt x="1638" y="1232"/>
                </a:lnTo>
                <a:close/>
                <a:moveTo>
                  <a:pt x="1657" y="1232"/>
                </a:moveTo>
                <a:lnTo>
                  <a:pt x="1664" y="1232"/>
                </a:lnTo>
                <a:lnTo>
                  <a:pt x="1664" y="1225"/>
                </a:lnTo>
                <a:lnTo>
                  <a:pt x="1657" y="1225"/>
                </a:lnTo>
                <a:lnTo>
                  <a:pt x="1657" y="1232"/>
                </a:lnTo>
                <a:close/>
                <a:moveTo>
                  <a:pt x="1674" y="1232"/>
                </a:moveTo>
                <a:lnTo>
                  <a:pt x="1681" y="1232"/>
                </a:lnTo>
                <a:lnTo>
                  <a:pt x="1681" y="1225"/>
                </a:lnTo>
                <a:lnTo>
                  <a:pt x="1674" y="1225"/>
                </a:lnTo>
                <a:lnTo>
                  <a:pt x="1674" y="1232"/>
                </a:lnTo>
                <a:close/>
                <a:moveTo>
                  <a:pt x="1690" y="1232"/>
                </a:moveTo>
                <a:lnTo>
                  <a:pt x="1698" y="1232"/>
                </a:lnTo>
                <a:lnTo>
                  <a:pt x="1698" y="1225"/>
                </a:lnTo>
                <a:lnTo>
                  <a:pt x="1690" y="1225"/>
                </a:lnTo>
                <a:lnTo>
                  <a:pt x="1690" y="1232"/>
                </a:lnTo>
                <a:close/>
                <a:moveTo>
                  <a:pt x="1707" y="1232"/>
                </a:moveTo>
                <a:lnTo>
                  <a:pt x="1714" y="1232"/>
                </a:lnTo>
                <a:lnTo>
                  <a:pt x="1714" y="1225"/>
                </a:lnTo>
                <a:lnTo>
                  <a:pt x="1707" y="1225"/>
                </a:lnTo>
                <a:lnTo>
                  <a:pt x="1707" y="1232"/>
                </a:lnTo>
                <a:close/>
                <a:moveTo>
                  <a:pt x="1724" y="1232"/>
                </a:moveTo>
                <a:lnTo>
                  <a:pt x="1731" y="1232"/>
                </a:lnTo>
                <a:lnTo>
                  <a:pt x="1731" y="1225"/>
                </a:lnTo>
                <a:lnTo>
                  <a:pt x="1724" y="1225"/>
                </a:lnTo>
                <a:lnTo>
                  <a:pt x="1724" y="1232"/>
                </a:lnTo>
                <a:close/>
                <a:moveTo>
                  <a:pt x="2427" y="1232"/>
                </a:moveTo>
                <a:lnTo>
                  <a:pt x="2434" y="1232"/>
                </a:lnTo>
                <a:lnTo>
                  <a:pt x="2434" y="1225"/>
                </a:lnTo>
                <a:lnTo>
                  <a:pt x="2427" y="1225"/>
                </a:lnTo>
                <a:lnTo>
                  <a:pt x="2427" y="1232"/>
                </a:lnTo>
                <a:close/>
                <a:moveTo>
                  <a:pt x="2443" y="1232"/>
                </a:moveTo>
                <a:lnTo>
                  <a:pt x="2451" y="1232"/>
                </a:lnTo>
                <a:lnTo>
                  <a:pt x="2451" y="1225"/>
                </a:lnTo>
                <a:lnTo>
                  <a:pt x="2443" y="1225"/>
                </a:lnTo>
                <a:lnTo>
                  <a:pt x="2443" y="1232"/>
                </a:lnTo>
                <a:close/>
                <a:moveTo>
                  <a:pt x="2460" y="1232"/>
                </a:moveTo>
                <a:lnTo>
                  <a:pt x="2467" y="1232"/>
                </a:lnTo>
                <a:lnTo>
                  <a:pt x="2467" y="1225"/>
                </a:lnTo>
                <a:lnTo>
                  <a:pt x="2460" y="1225"/>
                </a:lnTo>
                <a:lnTo>
                  <a:pt x="2460" y="1232"/>
                </a:lnTo>
                <a:close/>
                <a:moveTo>
                  <a:pt x="2477" y="1232"/>
                </a:moveTo>
                <a:lnTo>
                  <a:pt x="2484" y="1232"/>
                </a:lnTo>
                <a:lnTo>
                  <a:pt x="2484" y="1225"/>
                </a:lnTo>
                <a:lnTo>
                  <a:pt x="2477" y="1225"/>
                </a:lnTo>
                <a:lnTo>
                  <a:pt x="2477" y="1232"/>
                </a:lnTo>
                <a:close/>
                <a:moveTo>
                  <a:pt x="2493" y="1232"/>
                </a:moveTo>
                <a:lnTo>
                  <a:pt x="2500" y="1232"/>
                </a:lnTo>
                <a:lnTo>
                  <a:pt x="2500" y="1225"/>
                </a:lnTo>
                <a:lnTo>
                  <a:pt x="2493" y="1225"/>
                </a:lnTo>
                <a:lnTo>
                  <a:pt x="2493" y="1232"/>
                </a:lnTo>
                <a:close/>
                <a:moveTo>
                  <a:pt x="2510" y="1232"/>
                </a:moveTo>
                <a:lnTo>
                  <a:pt x="2517" y="1232"/>
                </a:lnTo>
                <a:lnTo>
                  <a:pt x="2517" y="1225"/>
                </a:lnTo>
                <a:lnTo>
                  <a:pt x="2510" y="1225"/>
                </a:lnTo>
                <a:lnTo>
                  <a:pt x="2510" y="1232"/>
                </a:lnTo>
                <a:close/>
                <a:moveTo>
                  <a:pt x="2526" y="1232"/>
                </a:moveTo>
                <a:lnTo>
                  <a:pt x="2533" y="1232"/>
                </a:lnTo>
                <a:lnTo>
                  <a:pt x="2533" y="1225"/>
                </a:lnTo>
                <a:lnTo>
                  <a:pt x="2526" y="1225"/>
                </a:lnTo>
                <a:lnTo>
                  <a:pt x="2526" y="1232"/>
                </a:lnTo>
                <a:close/>
                <a:moveTo>
                  <a:pt x="2543" y="1232"/>
                </a:moveTo>
                <a:lnTo>
                  <a:pt x="2550" y="1232"/>
                </a:lnTo>
                <a:lnTo>
                  <a:pt x="2550" y="1225"/>
                </a:lnTo>
                <a:lnTo>
                  <a:pt x="2543" y="1225"/>
                </a:lnTo>
                <a:lnTo>
                  <a:pt x="2543" y="1232"/>
                </a:lnTo>
                <a:close/>
                <a:moveTo>
                  <a:pt x="2560" y="1232"/>
                </a:moveTo>
                <a:lnTo>
                  <a:pt x="2567" y="1232"/>
                </a:lnTo>
                <a:lnTo>
                  <a:pt x="2567" y="1225"/>
                </a:lnTo>
                <a:lnTo>
                  <a:pt x="2560" y="1225"/>
                </a:lnTo>
                <a:lnTo>
                  <a:pt x="2560" y="1232"/>
                </a:lnTo>
                <a:close/>
                <a:moveTo>
                  <a:pt x="2576" y="1232"/>
                </a:moveTo>
                <a:lnTo>
                  <a:pt x="2583" y="1232"/>
                </a:lnTo>
                <a:lnTo>
                  <a:pt x="2583" y="1225"/>
                </a:lnTo>
                <a:lnTo>
                  <a:pt x="2576" y="1225"/>
                </a:lnTo>
                <a:lnTo>
                  <a:pt x="2576" y="1232"/>
                </a:lnTo>
                <a:close/>
                <a:moveTo>
                  <a:pt x="2593" y="1232"/>
                </a:moveTo>
                <a:lnTo>
                  <a:pt x="2600" y="1232"/>
                </a:lnTo>
                <a:lnTo>
                  <a:pt x="2600" y="1225"/>
                </a:lnTo>
                <a:lnTo>
                  <a:pt x="2593" y="1225"/>
                </a:lnTo>
                <a:lnTo>
                  <a:pt x="2593" y="1232"/>
                </a:lnTo>
                <a:close/>
                <a:moveTo>
                  <a:pt x="2609" y="1232"/>
                </a:moveTo>
                <a:lnTo>
                  <a:pt x="2616" y="1232"/>
                </a:lnTo>
                <a:lnTo>
                  <a:pt x="2616" y="1225"/>
                </a:lnTo>
                <a:lnTo>
                  <a:pt x="2609" y="1225"/>
                </a:lnTo>
                <a:lnTo>
                  <a:pt x="2609" y="1232"/>
                </a:lnTo>
                <a:close/>
                <a:moveTo>
                  <a:pt x="2626" y="1232"/>
                </a:moveTo>
                <a:lnTo>
                  <a:pt x="2633" y="1232"/>
                </a:lnTo>
                <a:lnTo>
                  <a:pt x="2633" y="1225"/>
                </a:lnTo>
                <a:lnTo>
                  <a:pt x="2626" y="1225"/>
                </a:lnTo>
                <a:lnTo>
                  <a:pt x="2626" y="1232"/>
                </a:lnTo>
                <a:close/>
                <a:moveTo>
                  <a:pt x="2642" y="1232"/>
                </a:moveTo>
                <a:lnTo>
                  <a:pt x="2649" y="1232"/>
                </a:lnTo>
                <a:lnTo>
                  <a:pt x="2649" y="1225"/>
                </a:lnTo>
                <a:lnTo>
                  <a:pt x="2642" y="1225"/>
                </a:lnTo>
                <a:lnTo>
                  <a:pt x="2642" y="1232"/>
                </a:lnTo>
                <a:close/>
                <a:moveTo>
                  <a:pt x="2659" y="1232"/>
                </a:moveTo>
                <a:lnTo>
                  <a:pt x="2666" y="1232"/>
                </a:lnTo>
                <a:lnTo>
                  <a:pt x="2666" y="1225"/>
                </a:lnTo>
                <a:lnTo>
                  <a:pt x="2659" y="1225"/>
                </a:lnTo>
                <a:lnTo>
                  <a:pt x="2659" y="1232"/>
                </a:lnTo>
                <a:close/>
                <a:moveTo>
                  <a:pt x="2678" y="1232"/>
                </a:moveTo>
                <a:lnTo>
                  <a:pt x="2683" y="1232"/>
                </a:lnTo>
                <a:lnTo>
                  <a:pt x="2683" y="1225"/>
                </a:lnTo>
                <a:lnTo>
                  <a:pt x="2678" y="1225"/>
                </a:lnTo>
                <a:lnTo>
                  <a:pt x="2678" y="1232"/>
                </a:lnTo>
                <a:close/>
                <a:moveTo>
                  <a:pt x="2694" y="1232"/>
                </a:moveTo>
                <a:lnTo>
                  <a:pt x="2702" y="1232"/>
                </a:lnTo>
                <a:lnTo>
                  <a:pt x="2702" y="1225"/>
                </a:lnTo>
                <a:lnTo>
                  <a:pt x="2694" y="1225"/>
                </a:lnTo>
                <a:lnTo>
                  <a:pt x="2694" y="1232"/>
                </a:lnTo>
                <a:close/>
                <a:moveTo>
                  <a:pt x="2711" y="1232"/>
                </a:moveTo>
                <a:lnTo>
                  <a:pt x="2718" y="1232"/>
                </a:lnTo>
                <a:lnTo>
                  <a:pt x="2718" y="1225"/>
                </a:lnTo>
                <a:lnTo>
                  <a:pt x="2711" y="1225"/>
                </a:lnTo>
                <a:lnTo>
                  <a:pt x="2711" y="1232"/>
                </a:lnTo>
                <a:close/>
                <a:moveTo>
                  <a:pt x="2728" y="1232"/>
                </a:moveTo>
                <a:lnTo>
                  <a:pt x="2735" y="1232"/>
                </a:lnTo>
                <a:lnTo>
                  <a:pt x="2735" y="1225"/>
                </a:lnTo>
                <a:lnTo>
                  <a:pt x="2728" y="1225"/>
                </a:lnTo>
                <a:lnTo>
                  <a:pt x="2728" y="1232"/>
                </a:lnTo>
                <a:close/>
                <a:moveTo>
                  <a:pt x="2744" y="1232"/>
                </a:moveTo>
                <a:lnTo>
                  <a:pt x="2751" y="1232"/>
                </a:lnTo>
                <a:lnTo>
                  <a:pt x="2751" y="1225"/>
                </a:lnTo>
                <a:lnTo>
                  <a:pt x="2744" y="1225"/>
                </a:lnTo>
                <a:lnTo>
                  <a:pt x="2744" y="1232"/>
                </a:lnTo>
                <a:close/>
                <a:moveTo>
                  <a:pt x="852" y="1249"/>
                </a:moveTo>
                <a:lnTo>
                  <a:pt x="859" y="1249"/>
                </a:lnTo>
                <a:lnTo>
                  <a:pt x="859" y="1242"/>
                </a:lnTo>
                <a:lnTo>
                  <a:pt x="852" y="1242"/>
                </a:lnTo>
                <a:lnTo>
                  <a:pt x="852" y="1249"/>
                </a:lnTo>
                <a:close/>
                <a:moveTo>
                  <a:pt x="871" y="1249"/>
                </a:moveTo>
                <a:lnTo>
                  <a:pt x="876" y="1249"/>
                </a:lnTo>
                <a:lnTo>
                  <a:pt x="876" y="1242"/>
                </a:lnTo>
                <a:lnTo>
                  <a:pt x="871" y="1242"/>
                </a:lnTo>
                <a:lnTo>
                  <a:pt x="871" y="1249"/>
                </a:lnTo>
                <a:close/>
                <a:moveTo>
                  <a:pt x="888" y="1249"/>
                </a:moveTo>
                <a:lnTo>
                  <a:pt x="895" y="1249"/>
                </a:lnTo>
                <a:lnTo>
                  <a:pt x="895" y="1242"/>
                </a:lnTo>
                <a:lnTo>
                  <a:pt x="888" y="1242"/>
                </a:lnTo>
                <a:lnTo>
                  <a:pt x="888" y="1249"/>
                </a:lnTo>
                <a:close/>
                <a:moveTo>
                  <a:pt x="904" y="1249"/>
                </a:moveTo>
                <a:lnTo>
                  <a:pt x="911" y="1249"/>
                </a:lnTo>
                <a:lnTo>
                  <a:pt x="911" y="1242"/>
                </a:lnTo>
                <a:lnTo>
                  <a:pt x="904" y="1242"/>
                </a:lnTo>
                <a:lnTo>
                  <a:pt x="904" y="1249"/>
                </a:lnTo>
                <a:close/>
                <a:moveTo>
                  <a:pt x="921" y="1249"/>
                </a:moveTo>
                <a:lnTo>
                  <a:pt x="928" y="1249"/>
                </a:lnTo>
                <a:lnTo>
                  <a:pt x="928" y="1242"/>
                </a:lnTo>
                <a:lnTo>
                  <a:pt x="921" y="1242"/>
                </a:lnTo>
                <a:lnTo>
                  <a:pt x="921" y="1249"/>
                </a:lnTo>
                <a:close/>
                <a:moveTo>
                  <a:pt x="937" y="1249"/>
                </a:moveTo>
                <a:lnTo>
                  <a:pt x="944" y="1249"/>
                </a:lnTo>
                <a:lnTo>
                  <a:pt x="944" y="1242"/>
                </a:lnTo>
                <a:lnTo>
                  <a:pt x="937" y="1242"/>
                </a:lnTo>
                <a:lnTo>
                  <a:pt x="937" y="1249"/>
                </a:lnTo>
                <a:close/>
                <a:moveTo>
                  <a:pt x="954" y="1249"/>
                </a:moveTo>
                <a:lnTo>
                  <a:pt x="961" y="1249"/>
                </a:lnTo>
                <a:lnTo>
                  <a:pt x="961" y="1242"/>
                </a:lnTo>
                <a:lnTo>
                  <a:pt x="954" y="1242"/>
                </a:lnTo>
                <a:lnTo>
                  <a:pt x="954" y="1249"/>
                </a:lnTo>
                <a:close/>
                <a:moveTo>
                  <a:pt x="971" y="1249"/>
                </a:moveTo>
                <a:lnTo>
                  <a:pt x="978" y="1249"/>
                </a:lnTo>
                <a:lnTo>
                  <a:pt x="978" y="1242"/>
                </a:lnTo>
                <a:lnTo>
                  <a:pt x="971" y="1242"/>
                </a:lnTo>
                <a:lnTo>
                  <a:pt x="971" y="1249"/>
                </a:lnTo>
                <a:close/>
                <a:moveTo>
                  <a:pt x="987" y="1249"/>
                </a:moveTo>
                <a:lnTo>
                  <a:pt x="994" y="1249"/>
                </a:lnTo>
                <a:lnTo>
                  <a:pt x="994" y="1242"/>
                </a:lnTo>
                <a:lnTo>
                  <a:pt x="987" y="1242"/>
                </a:lnTo>
                <a:lnTo>
                  <a:pt x="987" y="1249"/>
                </a:lnTo>
                <a:close/>
                <a:moveTo>
                  <a:pt x="1004" y="1249"/>
                </a:moveTo>
                <a:lnTo>
                  <a:pt x="1011" y="1249"/>
                </a:lnTo>
                <a:lnTo>
                  <a:pt x="1011" y="1242"/>
                </a:lnTo>
                <a:lnTo>
                  <a:pt x="1004" y="1242"/>
                </a:lnTo>
                <a:lnTo>
                  <a:pt x="1004" y="1249"/>
                </a:lnTo>
                <a:close/>
                <a:moveTo>
                  <a:pt x="1020" y="1249"/>
                </a:moveTo>
                <a:lnTo>
                  <a:pt x="1027" y="1249"/>
                </a:lnTo>
                <a:lnTo>
                  <a:pt x="1027" y="1242"/>
                </a:lnTo>
                <a:lnTo>
                  <a:pt x="1020" y="1242"/>
                </a:lnTo>
                <a:lnTo>
                  <a:pt x="1020" y="1249"/>
                </a:lnTo>
                <a:close/>
                <a:moveTo>
                  <a:pt x="1037" y="1249"/>
                </a:moveTo>
                <a:lnTo>
                  <a:pt x="1044" y="1249"/>
                </a:lnTo>
                <a:lnTo>
                  <a:pt x="1044" y="1242"/>
                </a:lnTo>
                <a:lnTo>
                  <a:pt x="1037" y="1242"/>
                </a:lnTo>
                <a:lnTo>
                  <a:pt x="1037" y="1249"/>
                </a:lnTo>
                <a:close/>
                <a:moveTo>
                  <a:pt x="1605" y="1249"/>
                </a:moveTo>
                <a:lnTo>
                  <a:pt x="1612" y="1249"/>
                </a:lnTo>
                <a:lnTo>
                  <a:pt x="1612" y="1242"/>
                </a:lnTo>
                <a:lnTo>
                  <a:pt x="1605" y="1242"/>
                </a:lnTo>
                <a:lnTo>
                  <a:pt x="1605" y="1249"/>
                </a:lnTo>
                <a:close/>
                <a:moveTo>
                  <a:pt x="1622" y="1249"/>
                </a:moveTo>
                <a:lnTo>
                  <a:pt x="1629" y="1249"/>
                </a:lnTo>
                <a:lnTo>
                  <a:pt x="1629" y="1242"/>
                </a:lnTo>
                <a:lnTo>
                  <a:pt x="1622" y="1242"/>
                </a:lnTo>
                <a:lnTo>
                  <a:pt x="1622" y="1249"/>
                </a:lnTo>
                <a:close/>
                <a:moveTo>
                  <a:pt x="1638" y="1249"/>
                </a:moveTo>
                <a:lnTo>
                  <a:pt x="1645" y="1249"/>
                </a:lnTo>
                <a:lnTo>
                  <a:pt x="1645" y="1242"/>
                </a:lnTo>
                <a:lnTo>
                  <a:pt x="1638" y="1242"/>
                </a:lnTo>
                <a:lnTo>
                  <a:pt x="1638" y="1249"/>
                </a:lnTo>
                <a:close/>
                <a:moveTo>
                  <a:pt x="1657" y="1249"/>
                </a:moveTo>
                <a:lnTo>
                  <a:pt x="1664" y="1249"/>
                </a:lnTo>
                <a:lnTo>
                  <a:pt x="1664" y="1242"/>
                </a:lnTo>
                <a:lnTo>
                  <a:pt x="1657" y="1242"/>
                </a:lnTo>
                <a:lnTo>
                  <a:pt x="1657" y="1249"/>
                </a:lnTo>
                <a:close/>
                <a:moveTo>
                  <a:pt x="1674" y="1249"/>
                </a:moveTo>
                <a:lnTo>
                  <a:pt x="1681" y="1249"/>
                </a:lnTo>
                <a:lnTo>
                  <a:pt x="1681" y="1242"/>
                </a:lnTo>
                <a:lnTo>
                  <a:pt x="1674" y="1242"/>
                </a:lnTo>
                <a:lnTo>
                  <a:pt x="1674" y="1249"/>
                </a:lnTo>
                <a:close/>
                <a:moveTo>
                  <a:pt x="1690" y="1249"/>
                </a:moveTo>
                <a:lnTo>
                  <a:pt x="1698" y="1249"/>
                </a:lnTo>
                <a:lnTo>
                  <a:pt x="1698" y="1242"/>
                </a:lnTo>
                <a:lnTo>
                  <a:pt x="1690" y="1242"/>
                </a:lnTo>
                <a:lnTo>
                  <a:pt x="1690" y="1249"/>
                </a:lnTo>
                <a:close/>
                <a:moveTo>
                  <a:pt x="1707" y="1249"/>
                </a:moveTo>
                <a:lnTo>
                  <a:pt x="1714" y="1249"/>
                </a:lnTo>
                <a:lnTo>
                  <a:pt x="1714" y="1242"/>
                </a:lnTo>
                <a:lnTo>
                  <a:pt x="1707" y="1242"/>
                </a:lnTo>
                <a:lnTo>
                  <a:pt x="1707" y="1249"/>
                </a:lnTo>
                <a:close/>
                <a:moveTo>
                  <a:pt x="2427" y="1249"/>
                </a:moveTo>
                <a:lnTo>
                  <a:pt x="2434" y="1249"/>
                </a:lnTo>
                <a:lnTo>
                  <a:pt x="2434" y="1242"/>
                </a:lnTo>
                <a:lnTo>
                  <a:pt x="2427" y="1242"/>
                </a:lnTo>
                <a:lnTo>
                  <a:pt x="2427" y="1249"/>
                </a:lnTo>
                <a:close/>
                <a:moveTo>
                  <a:pt x="2443" y="1249"/>
                </a:moveTo>
                <a:lnTo>
                  <a:pt x="2451" y="1249"/>
                </a:lnTo>
                <a:lnTo>
                  <a:pt x="2451" y="1242"/>
                </a:lnTo>
                <a:lnTo>
                  <a:pt x="2443" y="1242"/>
                </a:lnTo>
                <a:lnTo>
                  <a:pt x="2443" y="1249"/>
                </a:lnTo>
                <a:close/>
                <a:moveTo>
                  <a:pt x="2460" y="1249"/>
                </a:moveTo>
                <a:lnTo>
                  <a:pt x="2467" y="1249"/>
                </a:lnTo>
                <a:lnTo>
                  <a:pt x="2467" y="1242"/>
                </a:lnTo>
                <a:lnTo>
                  <a:pt x="2460" y="1242"/>
                </a:lnTo>
                <a:lnTo>
                  <a:pt x="2460" y="1249"/>
                </a:lnTo>
                <a:close/>
                <a:moveTo>
                  <a:pt x="2477" y="1249"/>
                </a:moveTo>
                <a:lnTo>
                  <a:pt x="2484" y="1249"/>
                </a:lnTo>
                <a:lnTo>
                  <a:pt x="2484" y="1242"/>
                </a:lnTo>
                <a:lnTo>
                  <a:pt x="2477" y="1242"/>
                </a:lnTo>
                <a:lnTo>
                  <a:pt x="2477" y="1249"/>
                </a:lnTo>
                <a:close/>
                <a:moveTo>
                  <a:pt x="2493" y="1249"/>
                </a:moveTo>
                <a:lnTo>
                  <a:pt x="2500" y="1249"/>
                </a:lnTo>
                <a:lnTo>
                  <a:pt x="2500" y="1242"/>
                </a:lnTo>
                <a:lnTo>
                  <a:pt x="2493" y="1242"/>
                </a:lnTo>
                <a:lnTo>
                  <a:pt x="2493" y="1249"/>
                </a:lnTo>
                <a:close/>
                <a:moveTo>
                  <a:pt x="2510" y="1249"/>
                </a:moveTo>
                <a:lnTo>
                  <a:pt x="2517" y="1249"/>
                </a:lnTo>
                <a:lnTo>
                  <a:pt x="2517" y="1242"/>
                </a:lnTo>
                <a:lnTo>
                  <a:pt x="2510" y="1242"/>
                </a:lnTo>
                <a:lnTo>
                  <a:pt x="2510" y="1249"/>
                </a:lnTo>
                <a:close/>
                <a:moveTo>
                  <a:pt x="2526" y="1249"/>
                </a:moveTo>
                <a:lnTo>
                  <a:pt x="2533" y="1249"/>
                </a:lnTo>
                <a:lnTo>
                  <a:pt x="2533" y="1242"/>
                </a:lnTo>
                <a:lnTo>
                  <a:pt x="2526" y="1242"/>
                </a:lnTo>
                <a:lnTo>
                  <a:pt x="2526" y="1249"/>
                </a:lnTo>
                <a:close/>
                <a:moveTo>
                  <a:pt x="2543" y="1249"/>
                </a:moveTo>
                <a:lnTo>
                  <a:pt x="2550" y="1249"/>
                </a:lnTo>
                <a:lnTo>
                  <a:pt x="2550" y="1242"/>
                </a:lnTo>
                <a:lnTo>
                  <a:pt x="2543" y="1242"/>
                </a:lnTo>
                <a:lnTo>
                  <a:pt x="2543" y="1249"/>
                </a:lnTo>
                <a:close/>
                <a:moveTo>
                  <a:pt x="2560" y="1249"/>
                </a:moveTo>
                <a:lnTo>
                  <a:pt x="2567" y="1249"/>
                </a:lnTo>
                <a:lnTo>
                  <a:pt x="2567" y="1242"/>
                </a:lnTo>
                <a:lnTo>
                  <a:pt x="2560" y="1242"/>
                </a:lnTo>
                <a:lnTo>
                  <a:pt x="2560" y="1249"/>
                </a:lnTo>
                <a:close/>
                <a:moveTo>
                  <a:pt x="2576" y="1249"/>
                </a:moveTo>
                <a:lnTo>
                  <a:pt x="2583" y="1249"/>
                </a:lnTo>
                <a:lnTo>
                  <a:pt x="2583" y="1242"/>
                </a:lnTo>
                <a:lnTo>
                  <a:pt x="2576" y="1242"/>
                </a:lnTo>
                <a:lnTo>
                  <a:pt x="2576" y="1249"/>
                </a:lnTo>
                <a:close/>
                <a:moveTo>
                  <a:pt x="2593" y="1249"/>
                </a:moveTo>
                <a:lnTo>
                  <a:pt x="2600" y="1249"/>
                </a:lnTo>
                <a:lnTo>
                  <a:pt x="2600" y="1242"/>
                </a:lnTo>
                <a:lnTo>
                  <a:pt x="2593" y="1242"/>
                </a:lnTo>
                <a:lnTo>
                  <a:pt x="2593" y="1249"/>
                </a:lnTo>
                <a:close/>
                <a:moveTo>
                  <a:pt x="2609" y="1249"/>
                </a:moveTo>
                <a:lnTo>
                  <a:pt x="2616" y="1249"/>
                </a:lnTo>
                <a:lnTo>
                  <a:pt x="2616" y="1242"/>
                </a:lnTo>
                <a:lnTo>
                  <a:pt x="2609" y="1242"/>
                </a:lnTo>
                <a:lnTo>
                  <a:pt x="2609" y="1249"/>
                </a:lnTo>
                <a:close/>
                <a:moveTo>
                  <a:pt x="2626" y="1249"/>
                </a:moveTo>
                <a:lnTo>
                  <a:pt x="2633" y="1249"/>
                </a:lnTo>
                <a:lnTo>
                  <a:pt x="2633" y="1242"/>
                </a:lnTo>
                <a:lnTo>
                  <a:pt x="2626" y="1242"/>
                </a:lnTo>
                <a:lnTo>
                  <a:pt x="2626" y="1249"/>
                </a:lnTo>
                <a:close/>
                <a:moveTo>
                  <a:pt x="2642" y="1249"/>
                </a:moveTo>
                <a:lnTo>
                  <a:pt x="2649" y="1249"/>
                </a:lnTo>
                <a:lnTo>
                  <a:pt x="2649" y="1242"/>
                </a:lnTo>
                <a:lnTo>
                  <a:pt x="2642" y="1242"/>
                </a:lnTo>
                <a:lnTo>
                  <a:pt x="2642" y="1249"/>
                </a:lnTo>
                <a:close/>
                <a:moveTo>
                  <a:pt x="2659" y="1249"/>
                </a:moveTo>
                <a:lnTo>
                  <a:pt x="2666" y="1249"/>
                </a:lnTo>
                <a:lnTo>
                  <a:pt x="2666" y="1242"/>
                </a:lnTo>
                <a:lnTo>
                  <a:pt x="2659" y="1242"/>
                </a:lnTo>
                <a:lnTo>
                  <a:pt x="2659" y="1249"/>
                </a:lnTo>
                <a:close/>
                <a:moveTo>
                  <a:pt x="2678" y="1249"/>
                </a:moveTo>
                <a:lnTo>
                  <a:pt x="2683" y="1249"/>
                </a:lnTo>
                <a:lnTo>
                  <a:pt x="2683" y="1242"/>
                </a:lnTo>
                <a:lnTo>
                  <a:pt x="2678" y="1242"/>
                </a:lnTo>
                <a:lnTo>
                  <a:pt x="2678" y="1249"/>
                </a:lnTo>
                <a:close/>
                <a:moveTo>
                  <a:pt x="2694" y="1249"/>
                </a:moveTo>
                <a:lnTo>
                  <a:pt x="2702" y="1249"/>
                </a:lnTo>
                <a:lnTo>
                  <a:pt x="2702" y="1242"/>
                </a:lnTo>
                <a:lnTo>
                  <a:pt x="2694" y="1242"/>
                </a:lnTo>
                <a:lnTo>
                  <a:pt x="2694" y="1249"/>
                </a:lnTo>
                <a:close/>
                <a:moveTo>
                  <a:pt x="2711" y="1249"/>
                </a:moveTo>
                <a:lnTo>
                  <a:pt x="2718" y="1249"/>
                </a:lnTo>
                <a:lnTo>
                  <a:pt x="2718" y="1242"/>
                </a:lnTo>
                <a:lnTo>
                  <a:pt x="2711" y="1242"/>
                </a:lnTo>
                <a:lnTo>
                  <a:pt x="2711" y="1249"/>
                </a:lnTo>
                <a:close/>
                <a:moveTo>
                  <a:pt x="2728" y="1249"/>
                </a:moveTo>
                <a:lnTo>
                  <a:pt x="2735" y="1249"/>
                </a:lnTo>
                <a:lnTo>
                  <a:pt x="2735" y="1242"/>
                </a:lnTo>
                <a:lnTo>
                  <a:pt x="2728" y="1242"/>
                </a:lnTo>
                <a:lnTo>
                  <a:pt x="2728" y="1249"/>
                </a:lnTo>
                <a:close/>
                <a:moveTo>
                  <a:pt x="2744" y="1249"/>
                </a:moveTo>
                <a:lnTo>
                  <a:pt x="2751" y="1249"/>
                </a:lnTo>
                <a:lnTo>
                  <a:pt x="2751" y="1242"/>
                </a:lnTo>
                <a:lnTo>
                  <a:pt x="2744" y="1242"/>
                </a:lnTo>
                <a:lnTo>
                  <a:pt x="2744" y="1249"/>
                </a:lnTo>
                <a:close/>
                <a:moveTo>
                  <a:pt x="852" y="1266"/>
                </a:moveTo>
                <a:lnTo>
                  <a:pt x="859" y="1266"/>
                </a:lnTo>
                <a:lnTo>
                  <a:pt x="859" y="1259"/>
                </a:lnTo>
                <a:lnTo>
                  <a:pt x="852" y="1259"/>
                </a:lnTo>
                <a:lnTo>
                  <a:pt x="852" y="1266"/>
                </a:lnTo>
                <a:close/>
                <a:moveTo>
                  <a:pt x="871" y="1266"/>
                </a:moveTo>
                <a:lnTo>
                  <a:pt x="876" y="1266"/>
                </a:lnTo>
                <a:lnTo>
                  <a:pt x="876" y="1259"/>
                </a:lnTo>
                <a:lnTo>
                  <a:pt x="871" y="1259"/>
                </a:lnTo>
                <a:lnTo>
                  <a:pt x="871" y="1266"/>
                </a:lnTo>
                <a:close/>
                <a:moveTo>
                  <a:pt x="888" y="1266"/>
                </a:moveTo>
                <a:lnTo>
                  <a:pt x="895" y="1266"/>
                </a:lnTo>
                <a:lnTo>
                  <a:pt x="895" y="1259"/>
                </a:lnTo>
                <a:lnTo>
                  <a:pt x="888" y="1259"/>
                </a:lnTo>
                <a:lnTo>
                  <a:pt x="888" y="1266"/>
                </a:lnTo>
                <a:close/>
                <a:moveTo>
                  <a:pt x="904" y="1266"/>
                </a:moveTo>
                <a:lnTo>
                  <a:pt x="911" y="1266"/>
                </a:lnTo>
                <a:lnTo>
                  <a:pt x="911" y="1259"/>
                </a:lnTo>
                <a:lnTo>
                  <a:pt x="904" y="1259"/>
                </a:lnTo>
                <a:lnTo>
                  <a:pt x="904" y="1266"/>
                </a:lnTo>
                <a:close/>
                <a:moveTo>
                  <a:pt x="921" y="1266"/>
                </a:moveTo>
                <a:lnTo>
                  <a:pt x="928" y="1266"/>
                </a:lnTo>
                <a:lnTo>
                  <a:pt x="928" y="1259"/>
                </a:lnTo>
                <a:lnTo>
                  <a:pt x="921" y="1259"/>
                </a:lnTo>
                <a:lnTo>
                  <a:pt x="921" y="1266"/>
                </a:lnTo>
                <a:close/>
                <a:moveTo>
                  <a:pt x="937" y="1266"/>
                </a:moveTo>
                <a:lnTo>
                  <a:pt x="944" y="1266"/>
                </a:lnTo>
                <a:lnTo>
                  <a:pt x="944" y="1259"/>
                </a:lnTo>
                <a:lnTo>
                  <a:pt x="937" y="1259"/>
                </a:lnTo>
                <a:lnTo>
                  <a:pt x="937" y="1266"/>
                </a:lnTo>
                <a:close/>
                <a:moveTo>
                  <a:pt x="954" y="1266"/>
                </a:moveTo>
                <a:lnTo>
                  <a:pt x="961" y="1266"/>
                </a:lnTo>
                <a:lnTo>
                  <a:pt x="961" y="1259"/>
                </a:lnTo>
                <a:lnTo>
                  <a:pt x="954" y="1259"/>
                </a:lnTo>
                <a:lnTo>
                  <a:pt x="954" y="1266"/>
                </a:lnTo>
                <a:close/>
                <a:moveTo>
                  <a:pt x="971" y="1266"/>
                </a:moveTo>
                <a:lnTo>
                  <a:pt x="978" y="1266"/>
                </a:lnTo>
                <a:lnTo>
                  <a:pt x="978" y="1259"/>
                </a:lnTo>
                <a:lnTo>
                  <a:pt x="971" y="1259"/>
                </a:lnTo>
                <a:lnTo>
                  <a:pt x="971" y="1266"/>
                </a:lnTo>
                <a:close/>
                <a:moveTo>
                  <a:pt x="987" y="1266"/>
                </a:moveTo>
                <a:lnTo>
                  <a:pt x="994" y="1266"/>
                </a:lnTo>
                <a:lnTo>
                  <a:pt x="994" y="1259"/>
                </a:lnTo>
                <a:lnTo>
                  <a:pt x="987" y="1259"/>
                </a:lnTo>
                <a:lnTo>
                  <a:pt x="987" y="1266"/>
                </a:lnTo>
                <a:close/>
                <a:moveTo>
                  <a:pt x="1004" y="1266"/>
                </a:moveTo>
                <a:lnTo>
                  <a:pt x="1011" y="1266"/>
                </a:lnTo>
                <a:lnTo>
                  <a:pt x="1011" y="1259"/>
                </a:lnTo>
                <a:lnTo>
                  <a:pt x="1004" y="1259"/>
                </a:lnTo>
                <a:lnTo>
                  <a:pt x="1004" y="1266"/>
                </a:lnTo>
                <a:close/>
                <a:moveTo>
                  <a:pt x="1020" y="1266"/>
                </a:moveTo>
                <a:lnTo>
                  <a:pt x="1027" y="1266"/>
                </a:lnTo>
                <a:lnTo>
                  <a:pt x="1027" y="1259"/>
                </a:lnTo>
                <a:lnTo>
                  <a:pt x="1020" y="1259"/>
                </a:lnTo>
                <a:lnTo>
                  <a:pt x="1020" y="1266"/>
                </a:lnTo>
                <a:close/>
                <a:moveTo>
                  <a:pt x="1605" y="1266"/>
                </a:moveTo>
                <a:lnTo>
                  <a:pt x="1612" y="1266"/>
                </a:lnTo>
                <a:lnTo>
                  <a:pt x="1612" y="1259"/>
                </a:lnTo>
                <a:lnTo>
                  <a:pt x="1605" y="1259"/>
                </a:lnTo>
                <a:lnTo>
                  <a:pt x="1605" y="1266"/>
                </a:lnTo>
                <a:close/>
                <a:moveTo>
                  <a:pt x="1622" y="1266"/>
                </a:moveTo>
                <a:lnTo>
                  <a:pt x="1629" y="1266"/>
                </a:lnTo>
                <a:lnTo>
                  <a:pt x="1629" y="1259"/>
                </a:lnTo>
                <a:lnTo>
                  <a:pt x="1622" y="1259"/>
                </a:lnTo>
                <a:lnTo>
                  <a:pt x="1622" y="1266"/>
                </a:lnTo>
                <a:close/>
                <a:moveTo>
                  <a:pt x="1638" y="1266"/>
                </a:moveTo>
                <a:lnTo>
                  <a:pt x="1645" y="1266"/>
                </a:lnTo>
                <a:lnTo>
                  <a:pt x="1645" y="1259"/>
                </a:lnTo>
                <a:lnTo>
                  <a:pt x="1638" y="1259"/>
                </a:lnTo>
                <a:lnTo>
                  <a:pt x="1638" y="1266"/>
                </a:lnTo>
                <a:close/>
                <a:moveTo>
                  <a:pt x="1657" y="1266"/>
                </a:moveTo>
                <a:lnTo>
                  <a:pt x="1664" y="1266"/>
                </a:lnTo>
                <a:lnTo>
                  <a:pt x="1664" y="1259"/>
                </a:lnTo>
                <a:lnTo>
                  <a:pt x="1657" y="1259"/>
                </a:lnTo>
                <a:lnTo>
                  <a:pt x="1657" y="1266"/>
                </a:lnTo>
                <a:close/>
                <a:moveTo>
                  <a:pt x="1674" y="1266"/>
                </a:moveTo>
                <a:lnTo>
                  <a:pt x="1681" y="1266"/>
                </a:lnTo>
                <a:lnTo>
                  <a:pt x="1681" y="1259"/>
                </a:lnTo>
                <a:lnTo>
                  <a:pt x="1674" y="1259"/>
                </a:lnTo>
                <a:lnTo>
                  <a:pt x="1674" y="1266"/>
                </a:lnTo>
                <a:close/>
                <a:moveTo>
                  <a:pt x="1690" y="1266"/>
                </a:moveTo>
                <a:lnTo>
                  <a:pt x="1698" y="1266"/>
                </a:lnTo>
                <a:lnTo>
                  <a:pt x="1698" y="1259"/>
                </a:lnTo>
                <a:lnTo>
                  <a:pt x="1690" y="1259"/>
                </a:lnTo>
                <a:lnTo>
                  <a:pt x="1690" y="1266"/>
                </a:lnTo>
                <a:close/>
                <a:moveTo>
                  <a:pt x="1707" y="1266"/>
                </a:moveTo>
                <a:lnTo>
                  <a:pt x="1714" y="1266"/>
                </a:lnTo>
                <a:lnTo>
                  <a:pt x="1714" y="1259"/>
                </a:lnTo>
                <a:lnTo>
                  <a:pt x="1707" y="1259"/>
                </a:lnTo>
                <a:lnTo>
                  <a:pt x="1707" y="1266"/>
                </a:lnTo>
                <a:close/>
                <a:moveTo>
                  <a:pt x="2427" y="1266"/>
                </a:moveTo>
                <a:lnTo>
                  <a:pt x="2434" y="1266"/>
                </a:lnTo>
                <a:lnTo>
                  <a:pt x="2434" y="1259"/>
                </a:lnTo>
                <a:lnTo>
                  <a:pt x="2427" y="1259"/>
                </a:lnTo>
                <a:lnTo>
                  <a:pt x="2427" y="1266"/>
                </a:lnTo>
                <a:close/>
                <a:moveTo>
                  <a:pt x="2443" y="1266"/>
                </a:moveTo>
                <a:lnTo>
                  <a:pt x="2451" y="1266"/>
                </a:lnTo>
                <a:lnTo>
                  <a:pt x="2451" y="1259"/>
                </a:lnTo>
                <a:lnTo>
                  <a:pt x="2443" y="1259"/>
                </a:lnTo>
                <a:lnTo>
                  <a:pt x="2443" y="1266"/>
                </a:lnTo>
                <a:close/>
                <a:moveTo>
                  <a:pt x="2460" y="1266"/>
                </a:moveTo>
                <a:lnTo>
                  <a:pt x="2467" y="1266"/>
                </a:lnTo>
                <a:lnTo>
                  <a:pt x="2467" y="1259"/>
                </a:lnTo>
                <a:lnTo>
                  <a:pt x="2460" y="1259"/>
                </a:lnTo>
                <a:lnTo>
                  <a:pt x="2460" y="1266"/>
                </a:lnTo>
                <a:close/>
                <a:moveTo>
                  <a:pt x="2477" y="1266"/>
                </a:moveTo>
                <a:lnTo>
                  <a:pt x="2484" y="1266"/>
                </a:lnTo>
                <a:lnTo>
                  <a:pt x="2484" y="1259"/>
                </a:lnTo>
                <a:lnTo>
                  <a:pt x="2477" y="1259"/>
                </a:lnTo>
                <a:lnTo>
                  <a:pt x="2477" y="1266"/>
                </a:lnTo>
                <a:close/>
                <a:moveTo>
                  <a:pt x="2493" y="1266"/>
                </a:moveTo>
                <a:lnTo>
                  <a:pt x="2500" y="1266"/>
                </a:lnTo>
                <a:lnTo>
                  <a:pt x="2500" y="1259"/>
                </a:lnTo>
                <a:lnTo>
                  <a:pt x="2493" y="1259"/>
                </a:lnTo>
                <a:lnTo>
                  <a:pt x="2493" y="1266"/>
                </a:lnTo>
                <a:close/>
                <a:moveTo>
                  <a:pt x="2510" y="1266"/>
                </a:moveTo>
                <a:lnTo>
                  <a:pt x="2517" y="1266"/>
                </a:lnTo>
                <a:lnTo>
                  <a:pt x="2517" y="1259"/>
                </a:lnTo>
                <a:lnTo>
                  <a:pt x="2510" y="1259"/>
                </a:lnTo>
                <a:lnTo>
                  <a:pt x="2510" y="1266"/>
                </a:lnTo>
                <a:close/>
                <a:moveTo>
                  <a:pt x="2526" y="1266"/>
                </a:moveTo>
                <a:lnTo>
                  <a:pt x="2533" y="1266"/>
                </a:lnTo>
                <a:lnTo>
                  <a:pt x="2533" y="1259"/>
                </a:lnTo>
                <a:lnTo>
                  <a:pt x="2526" y="1259"/>
                </a:lnTo>
                <a:lnTo>
                  <a:pt x="2526" y="1266"/>
                </a:lnTo>
                <a:close/>
                <a:moveTo>
                  <a:pt x="2576" y="1266"/>
                </a:moveTo>
                <a:lnTo>
                  <a:pt x="2583" y="1266"/>
                </a:lnTo>
                <a:lnTo>
                  <a:pt x="2583" y="1259"/>
                </a:lnTo>
                <a:lnTo>
                  <a:pt x="2576" y="1259"/>
                </a:lnTo>
                <a:lnTo>
                  <a:pt x="2576" y="1266"/>
                </a:lnTo>
                <a:close/>
                <a:moveTo>
                  <a:pt x="2593" y="1266"/>
                </a:moveTo>
                <a:lnTo>
                  <a:pt x="2600" y="1266"/>
                </a:lnTo>
                <a:lnTo>
                  <a:pt x="2600" y="1259"/>
                </a:lnTo>
                <a:lnTo>
                  <a:pt x="2593" y="1259"/>
                </a:lnTo>
                <a:lnTo>
                  <a:pt x="2593" y="1266"/>
                </a:lnTo>
                <a:close/>
                <a:moveTo>
                  <a:pt x="2609" y="1266"/>
                </a:moveTo>
                <a:lnTo>
                  <a:pt x="2616" y="1266"/>
                </a:lnTo>
                <a:lnTo>
                  <a:pt x="2616" y="1259"/>
                </a:lnTo>
                <a:lnTo>
                  <a:pt x="2609" y="1259"/>
                </a:lnTo>
                <a:lnTo>
                  <a:pt x="2609" y="1266"/>
                </a:lnTo>
                <a:close/>
                <a:moveTo>
                  <a:pt x="2626" y="1266"/>
                </a:moveTo>
                <a:lnTo>
                  <a:pt x="2633" y="1266"/>
                </a:lnTo>
                <a:lnTo>
                  <a:pt x="2633" y="1259"/>
                </a:lnTo>
                <a:lnTo>
                  <a:pt x="2626" y="1259"/>
                </a:lnTo>
                <a:lnTo>
                  <a:pt x="2626" y="1266"/>
                </a:lnTo>
                <a:close/>
                <a:moveTo>
                  <a:pt x="2642" y="1266"/>
                </a:moveTo>
                <a:lnTo>
                  <a:pt x="2649" y="1266"/>
                </a:lnTo>
                <a:lnTo>
                  <a:pt x="2649" y="1259"/>
                </a:lnTo>
                <a:lnTo>
                  <a:pt x="2642" y="1259"/>
                </a:lnTo>
                <a:lnTo>
                  <a:pt x="2642" y="1266"/>
                </a:lnTo>
                <a:close/>
                <a:moveTo>
                  <a:pt x="2659" y="1266"/>
                </a:moveTo>
                <a:lnTo>
                  <a:pt x="2666" y="1266"/>
                </a:lnTo>
                <a:lnTo>
                  <a:pt x="2666" y="1259"/>
                </a:lnTo>
                <a:lnTo>
                  <a:pt x="2659" y="1259"/>
                </a:lnTo>
                <a:lnTo>
                  <a:pt x="2659" y="1266"/>
                </a:lnTo>
                <a:close/>
                <a:moveTo>
                  <a:pt x="2678" y="1266"/>
                </a:moveTo>
                <a:lnTo>
                  <a:pt x="2683" y="1266"/>
                </a:lnTo>
                <a:lnTo>
                  <a:pt x="2683" y="1259"/>
                </a:lnTo>
                <a:lnTo>
                  <a:pt x="2678" y="1259"/>
                </a:lnTo>
                <a:lnTo>
                  <a:pt x="2678" y="1266"/>
                </a:lnTo>
                <a:close/>
                <a:moveTo>
                  <a:pt x="2694" y="1266"/>
                </a:moveTo>
                <a:lnTo>
                  <a:pt x="2702" y="1266"/>
                </a:lnTo>
                <a:lnTo>
                  <a:pt x="2702" y="1259"/>
                </a:lnTo>
                <a:lnTo>
                  <a:pt x="2694" y="1259"/>
                </a:lnTo>
                <a:lnTo>
                  <a:pt x="2694" y="1266"/>
                </a:lnTo>
                <a:close/>
                <a:moveTo>
                  <a:pt x="2711" y="1266"/>
                </a:moveTo>
                <a:lnTo>
                  <a:pt x="2718" y="1266"/>
                </a:lnTo>
                <a:lnTo>
                  <a:pt x="2718" y="1259"/>
                </a:lnTo>
                <a:lnTo>
                  <a:pt x="2711" y="1259"/>
                </a:lnTo>
                <a:lnTo>
                  <a:pt x="2711" y="1266"/>
                </a:lnTo>
                <a:close/>
                <a:moveTo>
                  <a:pt x="2728" y="1266"/>
                </a:moveTo>
                <a:lnTo>
                  <a:pt x="2735" y="1266"/>
                </a:lnTo>
                <a:lnTo>
                  <a:pt x="2735" y="1259"/>
                </a:lnTo>
                <a:lnTo>
                  <a:pt x="2728" y="1259"/>
                </a:lnTo>
                <a:lnTo>
                  <a:pt x="2728" y="1266"/>
                </a:lnTo>
                <a:close/>
                <a:moveTo>
                  <a:pt x="2744" y="1266"/>
                </a:moveTo>
                <a:lnTo>
                  <a:pt x="2751" y="1266"/>
                </a:lnTo>
                <a:lnTo>
                  <a:pt x="2751" y="1259"/>
                </a:lnTo>
                <a:lnTo>
                  <a:pt x="2744" y="1259"/>
                </a:lnTo>
                <a:lnTo>
                  <a:pt x="2744" y="1266"/>
                </a:lnTo>
                <a:close/>
                <a:moveTo>
                  <a:pt x="836" y="1282"/>
                </a:moveTo>
                <a:lnTo>
                  <a:pt x="843" y="1282"/>
                </a:lnTo>
                <a:lnTo>
                  <a:pt x="843" y="1275"/>
                </a:lnTo>
                <a:lnTo>
                  <a:pt x="836" y="1275"/>
                </a:lnTo>
                <a:lnTo>
                  <a:pt x="836" y="1282"/>
                </a:lnTo>
                <a:close/>
                <a:moveTo>
                  <a:pt x="852" y="1282"/>
                </a:moveTo>
                <a:lnTo>
                  <a:pt x="859" y="1282"/>
                </a:lnTo>
                <a:lnTo>
                  <a:pt x="859" y="1275"/>
                </a:lnTo>
                <a:lnTo>
                  <a:pt x="852" y="1275"/>
                </a:lnTo>
                <a:lnTo>
                  <a:pt x="852" y="1282"/>
                </a:lnTo>
                <a:close/>
                <a:moveTo>
                  <a:pt x="871" y="1282"/>
                </a:moveTo>
                <a:lnTo>
                  <a:pt x="876" y="1282"/>
                </a:lnTo>
                <a:lnTo>
                  <a:pt x="876" y="1275"/>
                </a:lnTo>
                <a:lnTo>
                  <a:pt x="871" y="1275"/>
                </a:lnTo>
                <a:lnTo>
                  <a:pt x="871" y="1282"/>
                </a:lnTo>
                <a:close/>
                <a:moveTo>
                  <a:pt x="888" y="1282"/>
                </a:moveTo>
                <a:lnTo>
                  <a:pt x="895" y="1282"/>
                </a:lnTo>
                <a:lnTo>
                  <a:pt x="895" y="1275"/>
                </a:lnTo>
                <a:lnTo>
                  <a:pt x="888" y="1275"/>
                </a:lnTo>
                <a:lnTo>
                  <a:pt x="888" y="1282"/>
                </a:lnTo>
                <a:close/>
                <a:moveTo>
                  <a:pt x="904" y="1282"/>
                </a:moveTo>
                <a:lnTo>
                  <a:pt x="911" y="1282"/>
                </a:lnTo>
                <a:lnTo>
                  <a:pt x="911" y="1275"/>
                </a:lnTo>
                <a:lnTo>
                  <a:pt x="904" y="1275"/>
                </a:lnTo>
                <a:lnTo>
                  <a:pt x="904" y="1282"/>
                </a:lnTo>
                <a:close/>
                <a:moveTo>
                  <a:pt x="921" y="1282"/>
                </a:moveTo>
                <a:lnTo>
                  <a:pt x="928" y="1282"/>
                </a:lnTo>
                <a:lnTo>
                  <a:pt x="928" y="1275"/>
                </a:lnTo>
                <a:lnTo>
                  <a:pt x="921" y="1275"/>
                </a:lnTo>
                <a:lnTo>
                  <a:pt x="921" y="1282"/>
                </a:lnTo>
                <a:close/>
                <a:moveTo>
                  <a:pt x="937" y="1282"/>
                </a:moveTo>
                <a:lnTo>
                  <a:pt x="944" y="1282"/>
                </a:lnTo>
                <a:lnTo>
                  <a:pt x="944" y="1275"/>
                </a:lnTo>
                <a:lnTo>
                  <a:pt x="937" y="1275"/>
                </a:lnTo>
                <a:lnTo>
                  <a:pt x="937" y="1282"/>
                </a:lnTo>
                <a:close/>
                <a:moveTo>
                  <a:pt x="954" y="1282"/>
                </a:moveTo>
                <a:lnTo>
                  <a:pt x="961" y="1282"/>
                </a:lnTo>
                <a:lnTo>
                  <a:pt x="961" y="1275"/>
                </a:lnTo>
                <a:lnTo>
                  <a:pt x="954" y="1275"/>
                </a:lnTo>
                <a:lnTo>
                  <a:pt x="954" y="1282"/>
                </a:lnTo>
                <a:close/>
                <a:moveTo>
                  <a:pt x="971" y="1282"/>
                </a:moveTo>
                <a:lnTo>
                  <a:pt x="978" y="1282"/>
                </a:lnTo>
                <a:lnTo>
                  <a:pt x="978" y="1275"/>
                </a:lnTo>
                <a:lnTo>
                  <a:pt x="971" y="1275"/>
                </a:lnTo>
                <a:lnTo>
                  <a:pt x="971" y="1282"/>
                </a:lnTo>
                <a:close/>
                <a:moveTo>
                  <a:pt x="987" y="1282"/>
                </a:moveTo>
                <a:lnTo>
                  <a:pt x="994" y="1282"/>
                </a:lnTo>
                <a:lnTo>
                  <a:pt x="994" y="1275"/>
                </a:lnTo>
                <a:lnTo>
                  <a:pt x="987" y="1275"/>
                </a:lnTo>
                <a:lnTo>
                  <a:pt x="987" y="1282"/>
                </a:lnTo>
                <a:close/>
                <a:moveTo>
                  <a:pt x="1004" y="1282"/>
                </a:moveTo>
                <a:lnTo>
                  <a:pt x="1011" y="1282"/>
                </a:lnTo>
                <a:lnTo>
                  <a:pt x="1011" y="1275"/>
                </a:lnTo>
                <a:lnTo>
                  <a:pt x="1004" y="1275"/>
                </a:lnTo>
                <a:lnTo>
                  <a:pt x="1004" y="1282"/>
                </a:lnTo>
                <a:close/>
                <a:moveTo>
                  <a:pt x="1605" y="1282"/>
                </a:moveTo>
                <a:lnTo>
                  <a:pt x="1612" y="1282"/>
                </a:lnTo>
                <a:lnTo>
                  <a:pt x="1612" y="1275"/>
                </a:lnTo>
                <a:lnTo>
                  <a:pt x="1605" y="1275"/>
                </a:lnTo>
                <a:lnTo>
                  <a:pt x="1605" y="1282"/>
                </a:lnTo>
                <a:close/>
                <a:moveTo>
                  <a:pt x="1622" y="1282"/>
                </a:moveTo>
                <a:lnTo>
                  <a:pt x="1629" y="1282"/>
                </a:lnTo>
                <a:lnTo>
                  <a:pt x="1629" y="1275"/>
                </a:lnTo>
                <a:lnTo>
                  <a:pt x="1622" y="1275"/>
                </a:lnTo>
                <a:lnTo>
                  <a:pt x="1622" y="1282"/>
                </a:lnTo>
                <a:close/>
                <a:moveTo>
                  <a:pt x="1638" y="1282"/>
                </a:moveTo>
                <a:lnTo>
                  <a:pt x="1645" y="1282"/>
                </a:lnTo>
                <a:lnTo>
                  <a:pt x="1645" y="1275"/>
                </a:lnTo>
                <a:lnTo>
                  <a:pt x="1638" y="1275"/>
                </a:lnTo>
                <a:lnTo>
                  <a:pt x="1638" y="1282"/>
                </a:lnTo>
                <a:close/>
                <a:moveTo>
                  <a:pt x="1657" y="1282"/>
                </a:moveTo>
                <a:lnTo>
                  <a:pt x="1664" y="1282"/>
                </a:lnTo>
                <a:lnTo>
                  <a:pt x="1664" y="1275"/>
                </a:lnTo>
                <a:lnTo>
                  <a:pt x="1657" y="1275"/>
                </a:lnTo>
                <a:lnTo>
                  <a:pt x="1657" y="1282"/>
                </a:lnTo>
                <a:close/>
                <a:moveTo>
                  <a:pt x="1674" y="1282"/>
                </a:moveTo>
                <a:lnTo>
                  <a:pt x="1681" y="1282"/>
                </a:lnTo>
                <a:lnTo>
                  <a:pt x="1681" y="1275"/>
                </a:lnTo>
                <a:lnTo>
                  <a:pt x="1674" y="1275"/>
                </a:lnTo>
                <a:lnTo>
                  <a:pt x="1674" y="1282"/>
                </a:lnTo>
                <a:close/>
                <a:moveTo>
                  <a:pt x="2427" y="1282"/>
                </a:moveTo>
                <a:lnTo>
                  <a:pt x="2434" y="1282"/>
                </a:lnTo>
                <a:lnTo>
                  <a:pt x="2434" y="1275"/>
                </a:lnTo>
                <a:lnTo>
                  <a:pt x="2427" y="1275"/>
                </a:lnTo>
                <a:lnTo>
                  <a:pt x="2427" y="1282"/>
                </a:lnTo>
                <a:close/>
                <a:moveTo>
                  <a:pt x="2443" y="1282"/>
                </a:moveTo>
                <a:lnTo>
                  <a:pt x="2451" y="1282"/>
                </a:lnTo>
                <a:lnTo>
                  <a:pt x="2451" y="1275"/>
                </a:lnTo>
                <a:lnTo>
                  <a:pt x="2443" y="1275"/>
                </a:lnTo>
                <a:lnTo>
                  <a:pt x="2443" y="1282"/>
                </a:lnTo>
                <a:close/>
                <a:moveTo>
                  <a:pt x="2460" y="1282"/>
                </a:moveTo>
                <a:lnTo>
                  <a:pt x="2467" y="1282"/>
                </a:lnTo>
                <a:lnTo>
                  <a:pt x="2467" y="1275"/>
                </a:lnTo>
                <a:lnTo>
                  <a:pt x="2460" y="1275"/>
                </a:lnTo>
                <a:lnTo>
                  <a:pt x="2460" y="1282"/>
                </a:lnTo>
                <a:close/>
                <a:moveTo>
                  <a:pt x="2477" y="1282"/>
                </a:moveTo>
                <a:lnTo>
                  <a:pt x="2484" y="1282"/>
                </a:lnTo>
                <a:lnTo>
                  <a:pt x="2484" y="1275"/>
                </a:lnTo>
                <a:lnTo>
                  <a:pt x="2477" y="1275"/>
                </a:lnTo>
                <a:lnTo>
                  <a:pt x="2477" y="1282"/>
                </a:lnTo>
                <a:close/>
                <a:moveTo>
                  <a:pt x="2493" y="1282"/>
                </a:moveTo>
                <a:lnTo>
                  <a:pt x="2500" y="1282"/>
                </a:lnTo>
                <a:lnTo>
                  <a:pt x="2500" y="1275"/>
                </a:lnTo>
                <a:lnTo>
                  <a:pt x="2493" y="1275"/>
                </a:lnTo>
                <a:lnTo>
                  <a:pt x="2493" y="1282"/>
                </a:lnTo>
                <a:close/>
                <a:moveTo>
                  <a:pt x="2593" y="1282"/>
                </a:moveTo>
                <a:lnTo>
                  <a:pt x="2600" y="1282"/>
                </a:lnTo>
                <a:lnTo>
                  <a:pt x="2600" y="1275"/>
                </a:lnTo>
                <a:lnTo>
                  <a:pt x="2593" y="1275"/>
                </a:lnTo>
                <a:lnTo>
                  <a:pt x="2593" y="1282"/>
                </a:lnTo>
                <a:close/>
                <a:moveTo>
                  <a:pt x="2609" y="1282"/>
                </a:moveTo>
                <a:lnTo>
                  <a:pt x="2616" y="1282"/>
                </a:lnTo>
                <a:lnTo>
                  <a:pt x="2616" y="1275"/>
                </a:lnTo>
                <a:lnTo>
                  <a:pt x="2609" y="1275"/>
                </a:lnTo>
                <a:lnTo>
                  <a:pt x="2609" y="1282"/>
                </a:lnTo>
                <a:close/>
                <a:moveTo>
                  <a:pt x="2626" y="1282"/>
                </a:moveTo>
                <a:lnTo>
                  <a:pt x="2633" y="1282"/>
                </a:lnTo>
                <a:lnTo>
                  <a:pt x="2633" y="1275"/>
                </a:lnTo>
                <a:lnTo>
                  <a:pt x="2626" y="1275"/>
                </a:lnTo>
                <a:lnTo>
                  <a:pt x="2626" y="1282"/>
                </a:lnTo>
                <a:close/>
                <a:moveTo>
                  <a:pt x="2642" y="1282"/>
                </a:moveTo>
                <a:lnTo>
                  <a:pt x="2649" y="1282"/>
                </a:lnTo>
                <a:lnTo>
                  <a:pt x="2649" y="1275"/>
                </a:lnTo>
                <a:lnTo>
                  <a:pt x="2642" y="1275"/>
                </a:lnTo>
                <a:lnTo>
                  <a:pt x="2642" y="1282"/>
                </a:lnTo>
                <a:close/>
                <a:moveTo>
                  <a:pt x="2659" y="1282"/>
                </a:moveTo>
                <a:lnTo>
                  <a:pt x="2666" y="1282"/>
                </a:lnTo>
                <a:lnTo>
                  <a:pt x="2666" y="1275"/>
                </a:lnTo>
                <a:lnTo>
                  <a:pt x="2659" y="1275"/>
                </a:lnTo>
                <a:lnTo>
                  <a:pt x="2659" y="1282"/>
                </a:lnTo>
                <a:close/>
                <a:moveTo>
                  <a:pt x="2678" y="1282"/>
                </a:moveTo>
                <a:lnTo>
                  <a:pt x="2683" y="1282"/>
                </a:lnTo>
                <a:lnTo>
                  <a:pt x="2683" y="1275"/>
                </a:lnTo>
                <a:lnTo>
                  <a:pt x="2678" y="1275"/>
                </a:lnTo>
                <a:lnTo>
                  <a:pt x="2678" y="1282"/>
                </a:lnTo>
                <a:close/>
                <a:moveTo>
                  <a:pt x="2694" y="1282"/>
                </a:moveTo>
                <a:lnTo>
                  <a:pt x="2702" y="1282"/>
                </a:lnTo>
                <a:lnTo>
                  <a:pt x="2702" y="1275"/>
                </a:lnTo>
                <a:lnTo>
                  <a:pt x="2694" y="1275"/>
                </a:lnTo>
                <a:lnTo>
                  <a:pt x="2694" y="1282"/>
                </a:lnTo>
                <a:close/>
                <a:moveTo>
                  <a:pt x="2711" y="1282"/>
                </a:moveTo>
                <a:lnTo>
                  <a:pt x="2718" y="1282"/>
                </a:lnTo>
                <a:lnTo>
                  <a:pt x="2718" y="1275"/>
                </a:lnTo>
                <a:lnTo>
                  <a:pt x="2711" y="1275"/>
                </a:lnTo>
                <a:lnTo>
                  <a:pt x="2711" y="1282"/>
                </a:lnTo>
                <a:close/>
                <a:moveTo>
                  <a:pt x="2728" y="1282"/>
                </a:moveTo>
                <a:lnTo>
                  <a:pt x="2735" y="1282"/>
                </a:lnTo>
                <a:lnTo>
                  <a:pt x="2735" y="1275"/>
                </a:lnTo>
                <a:lnTo>
                  <a:pt x="2728" y="1275"/>
                </a:lnTo>
                <a:lnTo>
                  <a:pt x="2728" y="1282"/>
                </a:lnTo>
                <a:close/>
                <a:moveTo>
                  <a:pt x="836" y="1299"/>
                </a:moveTo>
                <a:lnTo>
                  <a:pt x="843" y="1299"/>
                </a:lnTo>
                <a:lnTo>
                  <a:pt x="843" y="1292"/>
                </a:lnTo>
                <a:lnTo>
                  <a:pt x="836" y="1292"/>
                </a:lnTo>
                <a:lnTo>
                  <a:pt x="836" y="1299"/>
                </a:lnTo>
                <a:close/>
                <a:moveTo>
                  <a:pt x="852" y="1299"/>
                </a:moveTo>
                <a:lnTo>
                  <a:pt x="859" y="1299"/>
                </a:lnTo>
                <a:lnTo>
                  <a:pt x="859" y="1292"/>
                </a:lnTo>
                <a:lnTo>
                  <a:pt x="852" y="1292"/>
                </a:lnTo>
                <a:lnTo>
                  <a:pt x="852" y="1299"/>
                </a:lnTo>
                <a:close/>
                <a:moveTo>
                  <a:pt x="871" y="1299"/>
                </a:moveTo>
                <a:lnTo>
                  <a:pt x="876" y="1299"/>
                </a:lnTo>
                <a:lnTo>
                  <a:pt x="876" y="1292"/>
                </a:lnTo>
                <a:lnTo>
                  <a:pt x="871" y="1292"/>
                </a:lnTo>
                <a:lnTo>
                  <a:pt x="871" y="1299"/>
                </a:lnTo>
                <a:close/>
                <a:moveTo>
                  <a:pt x="888" y="1299"/>
                </a:moveTo>
                <a:lnTo>
                  <a:pt x="895" y="1299"/>
                </a:lnTo>
                <a:lnTo>
                  <a:pt x="895" y="1292"/>
                </a:lnTo>
                <a:lnTo>
                  <a:pt x="888" y="1292"/>
                </a:lnTo>
                <a:lnTo>
                  <a:pt x="888" y="1299"/>
                </a:lnTo>
                <a:close/>
                <a:moveTo>
                  <a:pt x="904" y="1299"/>
                </a:moveTo>
                <a:lnTo>
                  <a:pt x="911" y="1299"/>
                </a:lnTo>
                <a:lnTo>
                  <a:pt x="911" y="1292"/>
                </a:lnTo>
                <a:lnTo>
                  <a:pt x="904" y="1292"/>
                </a:lnTo>
                <a:lnTo>
                  <a:pt x="904" y="1299"/>
                </a:lnTo>
                <a:close/>
                <a:moveTo>
                  <a:pt x="921" y="1299"/>
                </a:moveTo>
                <a:lnTo>
                  <a:pt x="928" y="1299"/>
                </a:lnTo>
                <a:lnTo>
                  <a:pt x="928" y="1292"/>
                </a:lnTo>
                <a:lnTo>
                  <a:pt x="921" y="1292"/>
                </a:lnTo>
                <a:lnTo>
                  <a:pt x="921" y="1299"/>
                </a:lnTo>
                <a:close/>
                <a:moveTo>
                  <a:pt x="937" y="1299"/>
                </a:moveTo>
                <a:lnTo>
                  <a:pt x="944" y="1299"/>
                </a:lnTo>
                <a:lnTo>
                  <a:pt x="944" y="1292"/>
                </a:lnTo>
                <a:lnTo>
                  <a:pt x="937" y="1292"/>
                </a:lnTo>
                <a:lnTo>
                  <a:pt x="937" y="1299"/>
                </a:lnTo>
                <a:close/>
                <a:moveTo>
                  <a:pt x="954" y="1299"/>
                </a:moveTo>
                <a:lnTo>
                  <a:pt x="961" y="1299"/>
                </a:lnTo>
                <a:lnTo>
                  <a:pt x="961" y="1292"/>
                </a:lnTo>
                <a:lnTo>
                  <a:pt x="954" y="1292"/>
                </a:lnTo>
                <a:lnTo>
                  <a:pt x="954" y="1299"/>
                </a:lnTo>
                <a:close/>
                <a:moveTo>
                  <a:pt x="971" y="1299"/>
                </a:moveTo>
                <a:lnTo>
                  <a:pt x="978" y="1299"/>
                </a:lnTo>
                <a:lnTo>
                  <a:pt x="978" y="1292"/>
                </a:lnTo>
                <a:lnTo>
                  <a:pt x="971" y="1292"/>
                </a:lnTo>
                <a:lnTo>
                  <a:pt x="971" y="1299"/>
                </a:lnTo>
                <a:close/>
                <a:moveTo>
                  <a:pt x="2609" y="1299"/>
                </a:moveTo>
                <a:lnTo>
                  <a:pt x="2616" y="1299"/>
                </a:lnTo>
                <a:lnTo>
                  <a:pt x="2616" y="1292"/>
                </a:lnTo>
                <a:lnTo>
                  <a:pt x="2609" y="1292"/>
                </a:lnTo>
                <a:lnTo>
                  <a:pt x="2609" y="1299"/>
                </a:lnTo>
                <a:close/>
                <a:moveTo>
                  <a:pt x="2626" y="1299"/>
                </a:moveTo>
                <a:lnTo>
                  <a:pt x="2633" y="1299"/>
                </a:lnTo>
                <a:lnTo>
                  <a:pt x="2633" y="1292"/>
                </a:lnTo>
                <a:lnTo>
                  <a:pt x="2626" y="1292"/>
                </a:lnTo>
                <a:lnTo>
                  <a:pt x="2626" y="1299"/>
                </a:lnTo>
                <a:close/>
                <a:moveTo>
                  <a:pt x="2642" y="1299"/>
                </a:moveTo>
                <a:lnTo>
                  <a:pt x="2649" y="1299"/>
                </a:lnTo>
                <a:lnTo>
                  <a:pt x="2649" y="1292"/>
                </a:lnTo>
                <a:lnTo>
                  <a:pt x="2642" y="1292"/>
                </a:lnTo>
                <a:lnTo>
                  <a:pt x="2642" y="1299"/>
                </a:lnTo>
                <a:close/>
                <a:moveTo>
                  <a:pt x="2659" y="1299"/>
                </a:moveTo>
                <a:lnTo>
                  <a:pt x="2666" y="1299"/>
                </a:lnTo>
                <a:lnTo>
                  <a:pt x="2666" y="1292"/>
                </a:lnTo>
                <a:lnTo>
                  <a:pt x="2659" y="1292"/>
                </a:lnTo>
                <a:lnTo>
                  <a:pt x="2659" y="1299"/>
                </a:lnTo>
                <a:close/>
                <a:moveTo>
                  <a:pt x="2678" y="1299"/>
                </a:moveTo>
                <a:lnTo>
                  <a:pt x="2683" y="1299"/>
                </a:lnTo>
                <a:lnTo>
                  <a:pt x="2683" y="1292"/>
                </a:lnTo>
                <a:lnTo>
                  <a:pt x="2678" y="1292"/>
                </a:lnTo>
                <a:lnTo>
                  <a:pt x="2678" y="1299"/>
                </a:lnTo>
                <a:close/>
                <a:moveTo>
                  <a:pt x="2694" y="1299"/>
                </a:moveTo>
                <a:lnTo>
                  <a:pt x="2702" y="1299"/>
                </a:lnTo>
                <a:lnTo>
                  <a:pt x="2702" y="1292"/>
                </a:lnTo>
                <a:lnTo>
                  <a:pt x="2694" y="1292"/>
                </a:lnTo>
                <a:lnTo>
                  <a:pt x="2694" y="1299"/>
                </a:lnTo>
                <a:close/>
                <a:moveTo>
                  <a:pt x="2711" y="1299"/>
                </a:moveTo>
                <a:lnTo>
                  <a:pt x="2718" y="1299"/>
                </a:lnTo>
                <a:lnTo>
                  <a:pt x="2718" y="1292"/>
                </a:lnTo>
                <a:lnTo>
                  <a:pt x="2711" y="1292"/>
                </a:lnTo>
                <a:lnTo>
                  <a:pt x="2711" y="1299"/>
                </a:lnTo>
                <a:close/>
                <a:moveTo>
                  <a:pt x="2728" y="1299"/>
                </a:moveTo>
                <a:lnTo>
                  <a:pt x="2735" y="1299"/>
                </a:lnTo>
                <a:lnTo>
                  <a:pt x="2735" y="1292"/>
                </a:lnTo>
                <a:lnTo>
                  <a:pt x="2728" y="1292"/>
                </a:lnTo>
                <a:lnTo>
                  <a:pt x="2728" y="1299"/>
                </a:lnTo>
                <a:close/>
                <a:moveTo>
                  <a:pt x="836" y="1316"/>
                </a:moveTo>
                <a:lnTo>
                  <a:pt x="843" y="1316"/>
                </a:lnTo>
                <a:lnTo>
                  <a:pt x="843" y="1308"/>
                </a:lnTo>
                <a:lnTo>
                  <a:pt x="836" y="1308"/>
                </a:lnTo>
                <a:lnTo>
                  <a:pt x="836" y="1316"/>
                </a:lnTo>
                <a:close/>
                <a:moveTo>
                  <a:pt x="852" y="1316"/>
                </a:moveTo>
                <a:lnTo>
                  <a:pt x="859" y="1316"/>
                </a:lnTo>
                <a:lnTo>
                  <a:pt x="859" y="1308"/>
                </a:lnTo>
                <a:lnTo>
                  <a:pt x="852" y="1308"/>
                </a:lnTo>
                <a:lnTo>
                  <a:pt x="852" y="1316"/>
                </a:lnTo>
                <a:close/>
                <a:moveTo>
                  <a:pt x="871" y="1316"/>
                </a:moveTo>
                <a:lnTo>
                  <a:pt x="876" y="1316"/>
                </a:lnTo>
                <a:lnTo>
                  <a:pt x="876" y="1308"/>
                </a:lnTo>
                <a:lnTo>
                  <a:pt x="871" y="1308"/>
                </a:lnTo>
                <a:lnTo>
                  <a:pt x="871" y="1316"/>
                </a:lnTo>
                <a:close/>
                <a:moveTo>
                  <a:pt x="888" y="1316"/>
                </a:moveTo>
                <a:lnTo>
                  <a:pt x="895" y="1316"/>
                </a:lnTo>
                <a:lnTo>
                  <a:pt x="895" y="1308"/>
                </a:lnTo>
                <a:lnTo>
                  <a:pt x="888" y="1308"/>
                </a:lnTo>
                <a:lnTo>
                  <a:pt x="888" y="1316"/>
                </a:lnTo>
                <a:close/>
                <a:moveTo>
                  <a:pt x="904" y="1316"/>
                </a:moveTo>
                <a:lnTo>
                  <a:pt x="911" y="1316"/>
                </a:lnTo>
                <a:lnTo>
                  <a:pt x="911" y="1308"/>
                </a:lnTo>
                <a:lnTo>
                  <a:pt x="904" y="1308"/>
                </a:lnTo>
                <a:lnTo>
                  <a:pt x="904" y="1316"/>
                </a:lnTo>
                <a:close/>
                <a:moveTo>
                  <a:pt x="921" y="1316"/>
                </a:moveTo>
                <a:lnTo>
                  <a:pt x="928" y="1316"/>
                </a:lnTo>
                <a:lnTo>
                  <a:pt x="928" y="1308"/>
                </a:lnTo>
                <a:lnTo>
                  <a:pt x="921" y="1308"/>
                </a:lnTo>
                <a:lnTo>
                  <a:pt x="921" y="1316"/>
                </a:lnTo>
                <a:close/>
                <a:moveTo>
                  <a:pt x="937" y="1316"/>
                </a:moveTo>
                <a:lnTo>
                  <a:pt x="944" y="1316"/>
                </a:lnTo>
                <a:lnTo>
                  <a:pt x="944" y="1308"/>
                </a:lnTo>
                <a:lnTo>
                  <a:pt x="937" y="1308"/>
                </a:lnTo>
                <a:lnTo>
                  <a:pt x="937" y="1316"/>
                </a:lnTo>
                <a:close/>
                <a:moveTo>
                  <a:pt x="954" y="1316"/>
                </a:moveTo>
                <a:lnTo>
                  <a:pt x="961" y="1316"/>
                </a:lnTo>
                <a:lnTo>
                  <a:pt x="961" y="1308"/>
                </a:lnTo>
                <a:lnTo>
                  <a:pt x="954" y="1308"/>
                </a:lnTo>
                <a:lnTo>
                  <a:pt x="954" y="1316"/>
                </a:lnTo>
                <a:close/>
                <a:moveTo>
                  <a:pt x="971" y="1316"/>
                </a:moveTo>
                <a:lnTo>
                  <a:pt x="978" y="1316"/>
                </a:lnTo>
                <a:lnTo>
                  <a:pt x="978" y="1308"/>
                </a:lnTo>
                <a:lnTo>
                  <a:pt x="971" y="1308"/>
                </a:lnTo>
                <a:lnTo>
                  <a:pt x="971" y="1316"/>
                </a:lnTo>
                <a:close/>
                <a:moveTo>
                  <a:pt x="2626" y="1316"/>
                </a:moveTo>
                <a:lnTo>
                  <a:pt x="2633" y="1316"/>
                </a:lnTo>
                <a:lnTo>
                  <a:pt x="2633" y="1308"/>
                </a:lnTo>
                <a:lnTo>
                  <a:pt x="2626" y="1308"/>
                </a:lnTo>
                <a:lnTo>
                  <a:pt x="2626" y="1316"/>
                </a:lnTo>
                <a:close/>
                <a:moveTo>
                  <a:pt x="2642" y="1316"/>
                </a:moveTo>
                <a:lnTo>
                  <a:pt x="2649" y="1316"/>
                </a:lnTo>
                <a:lnTo>
                  <a:pt x="2649" y="1308"/>
                </a:lnTo>
                <a:lnTo>
                  <a:pt x="2642" y="1308"/>
                </a:lnTo>
                <a:lnTo>
                  <a:pt x="2642" y="1316"/>
                </a:lnTo>
                <a:close/>
                <a:moveTo>
                  <a:pt x="2659" y="1316"/>
                </a:moveTo>
                <a:lnTo>
                  <a:pt x="2666" y="1316"/>
                </a:lnTo>
                <a:lnTo>
                  <a:pt x="2666" y="1308"/>
                </a:lnTo>
                <a:lnTo>
                  <a:pt x="2659" y="1308"/>
                </a:lnTo>
                <a:lnTo>
                  <a:pt x="2659" y="1316"/>
                </a:lnTo>
                <a:close/>
                <a:moveTo>
                  <a:pt x="2678" y="1316"/>
                </a:moveTo>
                <a:lnTo>
                  <a:pt x="2683" y="1316"/>
                </a:lnTo>
                <a:lnTo>
                  <a:pt x="2683" y="1308"/>
                </a:lnTo>
                <a:lnTo>
                  <a:pt x="2678" y="1308"/>
                </a:lnTo>
                <a:lnTo>
                  <a:pt x="2678" y="1316"/>
                </a:lnTo>
                <a:close/>
                <a:moveTo>
                  <a:pt x="2694" y="1316"/>
                </a:moveTo>
                <a:lnTo>
                  <a:pt x="2702" y="1316"/>
                </a:lnTo>
                <a:lnTo>
                  <a:pt x="2702" y="1308"/>
                </a:lnTo>
                <a:lnTo>
                  <a:pt x="2694" y="1308"/>
                </a:lnTo>
                <a:lnTo>
                  <a:pt x="2694" y="1316"/>
                </a:lnTo>
                <a:close/>
                <a:moveTo>
                  <a:pt x="2711" y="1316"/>
                </a:moveTo>
                <a:lnTo>
                  <a:pt x="2718" y="1316"/>
                </a:lnTo>
                <a:lnTo>
                  <a:pt x="2718" y="1308"/>
                </a:lnTo>
                <a:lnTo>
                  <a:pt x="2711" y="1308"/>
                </a:lnTo>
                <a:lnTo>
                  <a:pt x="2711" y="1316"/>
                </a:lnTo>
                <a:close/>
                <a:moveTo>
                  <a:pt x="836" y="1332"/>
                </a:moveTo>
                <a:lnTo>
                  <a:pt x="843" y="1332"/>
                </a:lnTo>
                <a:lnTo>
                  <a:pt x="843" y="1325"/>
                </a:lnTo>
                <a:lnTo>
                  <a:pt x="836" y="1325"/>
                </a:lnTo>
                <a:lnTo>
                  <a:pt x="836" y="1332"/>
                </a:lnTo>
                <a:close/>
                <a:moveTo>
                  <a:pt x="852" y="1332"/>
                </a:moveTo>
                <a:lnTo>
                  <a:pt x="859" y="1332"/>
                </a:lnTo>
                <a:lnTo>
                  <a:pt x="859" y="1325"/>
                </a:lnTo>
                <a:lnTo>
                  <a:pt x="852" y="1325"/>
                </a:lnTo>
                <a:lnTo>
                  <a:pt x="852" y="1332"/>
                </a:lnTo>
                <a:close/>
                <a:moveTo>
                  <a:pt x="871" y="1332"/>
                </a:moveTo>
                <a:lnTo>
                  <a:pt x="876" y="1332"/>
                </a:lnTo>
                <a:lnTo>
                  <a:pt x="876" y="1325"/>
                </a:lnTo>
                <a:lnTo>
                  <a:pt x="871" y="1325"/>
                </a:lnTo>
                <a:lnTo>
                  <a:pt x="871" y="1332"/>
                </a:lnTo>
                <a:close/>
                <a:moveTo>
                  <a:pt x="888" y="1332"/>
                </a:moveTo>
                <a:lnTo>
                  <a:pt x="895" y="1332"/>
                </a:lnTo>
                <a:lnTo>
                  <a:pt x="895" y="1325"/>
                </a:lnTo>
                <a:lnTo>
                  <a:pt x="888" y="1325"/>
                </a:lnTo>
                <a:lnTo>
                  <a:pt x="888" y="1332"/>
                </a:lnTo>
                <a:close/>
                <a:moveTo>
                  <a:pt x="904" y="1332"/>
                </a:moveTo>
                <a:lnTo>
                  <a:pt x="911" y="1332"/>
                </a:lnTo>
                <a:lnTo>
                  <a:pt x="911" y="1325"/>
                </a:lnTo>
                <a:lnTo>
                  <a:pt x="904" y="1325"/>
                </a:lnTo>
                <a:lnTo>
                  <a:pt x="904" y="1332"/>
                </a:lnTo>
                <a:close/>
                <a:moveTo>
                  <a:pt x="921" y="1332"/>
                </a:moveTo>
                <a:lnTo>
                  <a:pt x="928" y="1332"/>
                </a:lnTo>
                <a:lnTo>
                  <a:pt x="928" y="1325"/>
                </a:lnTo>
                <a:lnTo>
                  <a:pt x="921" y="1325"/>
                </a:lnTo>
                <a:lnTo>
                  <a:pt x="921" y="1332"/>
                </a:lnTo>
                <a:close/>
                <a:moveTo>
                  <a:pt x="937" y="1332"/>
                </a:moveTo>
                <a:lnTo>
                  <a:pt x="944" y="1332"/>
                </a:lnTo>
                <a:lnTo>
                  <a:pt x="944" y="1325"/>
                </a:lnTo>
                <a:lnTo>
                  <a:pt x="937" y="1325"/>
                </a:lnTo>
                <a:lnTo>
                  <a:pt x="937" y="1332"/>
                </a:lnTo>
                <a:close/>
                <a:moveTo>
                  <a:pt x="2659" y="1332"/>
                </a:moveTo>
                <a:lnTo>
                  <a:pt x="2666" y="1332"/>
                </a:lnTo>
                <a:lnTo>
                  <a:pt x="2666" y="1325"/>
                </a:lnTo>
                <a:lnTo>
                  <a:pt x="2659" y="1325"/>
                </a:lnTo>
                <a:lnTo>
                  <a:pt x="2659" y="1332"/>
                </a:lnTo>
                <a:close/>
                <a:moveTo>
                  <a:pt x="2678" y="1332"/>
                </a:moveTo>
                <a:lnTo>
                  <a:pt x="2683" y="1332"/>
                </a:lnTo>
                <a:lnTo>
                  <a:pt x="2683" y="1325"/>
                </a:lnTo>
                <a:lnTo>
                  <a:pt x="2678" y="1325"/>
                </a:lnTo>
                <a:lnTo>
                  <a:pt x="2678" y="1332"/>
                </a:lnTo>
                <a:close/>
                <a:moveTo>
                  <a:pt x="2694" y="1332"/>
                </a:moveTo>
                <a:lnTo>
                  <a:pt x="2702" y="1332"/>
                </a:lnTo>
                <a:lnTo>
                  <a:pt x="2702" y="1325"/>
                </a:lnTo>
                <a:lnTo>
                  <a:pt x="2694" y="1325"/>
                </a:lnTo>
                <a:lnTo>
                  <a:pt x="2694" y="1332"/>
                </a:lnTo>
                <a:close/>
                <a:moveTo>
                  <a:pt x="2711" y="1332"/>
                </a:moveTo>
                <a:lnTo>
                  <a:pt x="2718" y="1332"/>
                </a:lnTo>
                <a:lnTo>
                  <a:pt x="2718" y="1325"/>
                </a:lnTo>
                <a:lnTo>
                  <a:pt x="2711" y="1325"/>
                </a:lnTo>
                <a:lnTo>
                  <a:pt x="2711" y="1332"/>
                </a:lnTo>
                <a:close/>
                <a:moveTo>
                  <a:pt x="2910" y="1332"/>
                </a:moveTo>
                <a:lnTo>
                  <a:pt x="2917" y="1332"/>
                </a:lnTo>
                <a:lnTo>
                  <a:pt x="2917" y="1325"/>
                </a:lnTo>
                <a:lnTo>
                  <a:pt x="2910" y="1325"/>
                </a:lnTo>
                <a:lnTo>
                  <a:pt x="2910" y="1332"/>
                </a:lnTo>
                <a:close/>
                <a:moveTo>
                  <a:pt x="836" y="1349"/>
                </a:moveTo>
                <a:lnTo>
                  <a:pt x="843" y="1349"/>
                </a:lnTo>
                <a:lnTo>
                  <a:pt x="843" y="1342"/>
                </a:lnTo>
                <a:lnTo>
                  <a:pt x="836" y="1342"/>
                </a:lnTo>
                <a:lnTo>
                  <a:pt x="836" y="1349"/>
                </a:lnTo>
                <a:close/>
                <a:moveTo>
                  <a:pt x="852" y="1349"/>
                </a:moveTo>
                <a:lnTo>
                  <a:pt x="859" y="1349"/>
                </a:lnTo>
                <a:lnTo>
                  <a:pt x="859" y="1342"/>
                </a:lnTo>
                <a:lnTo>
                  <a:pt x="852" y="1342"/>
                </a:lnTo>
                <a:lnTo>
                  <a:pt x="852" y="1349"/>
                </a:lnTo>
                <a:close/>
                <a:moveTo>
                  <a:pt x="871" y="1349"/>
                </a:moveTo>
                <a:lnTo>
                  <a:pt x="876" y="1349"/>
                </a:lnTo>
                <a:lnTo>
                  <a:pt x="876" y="1342"/>
                </a:lnTo>
                <a:lnTo>
                  <a:pt x="871" y="1342"/>
                </a:lnTo>
                <a:lnTo>
                  <a:pt x="871" y="1349"/>
                </a:lnTo>
                <a:close/>
                <a:moveTo>
                  <a:pt x="888" y="1349"/>
                </a:moveTo>
                <a:lnTo>
                  <a:pt x="895" y="1349"/>
                </a:lnTo>
                <a:lnTo>
                  <a:pt x="895" y="1342"/>
                </a:lnTo>
                <a:lnTo>
                  <a:pt x="888" y="1342"/>
                </a:lnTo>
                <a:lnTo>
                  <a:pt x="888" y="1349"/>
                </a:lnTo>
                <a:close/>
                <a:moveTo>
                  <a:pt x="904" y="1349"/>
                </a:moveTo>
                <a:lnTo>
                  <a:pt x="911" y="1349"/>
                </a:lnTo>
                <a:lnTo>
                  <a:pt x="911" y="1342"/>
                </a:lnTo>
                <a:lnTo>
                  <a:pt x="904" y="1342"/>
                </a:lnTo>
                <a:lnTo>
                  <a:pt x="904" y="1349"/>
                </a:lnTo>
                <a:close/>
                <a:moveTo>
                  <a:pt x="921" y="1349"/>
                </a:moveTo>
                <a:lnTo>
                  <a:pt x="928" y="1349"/>
                </a:lnTo>
                <a:lnTo>
                  <a:pt x="928" y="1342"/>
                </a:lnTo>
                <a:lnTo>
                  <a:pt x="921" y="1342"/>
                </a:lnTo>
                <a:lnTo>
                  <a:pt x="921" y="1349"/>
                </a:lnTo>
                <a:close/>
                <a:moveTo>
                  <a:pt x="937" y="1349"/>
                </a:moveTo>
                <a:lnTo>
                  <a:pt x="944" y="1349"/>
                </a:lnTo>
                <a:lnTo>
                  <a:pt x="944" y="1342"/>
                </a:lnTo>
                <a:lnTo>
                  <a:pt x="937" y="1342"/>
                </a:lnTo>
                <a:lnTo>
                  <a:pt x="937" y="1349"/>
                </a:lnTo>
                <a:close/>
                <a:moveTo>
                  <a:pt x="2678" y="1349"/>
                </a:moveTo>
                <a:lnTo>
                  <a:pt x="2683" y="1349"/>
                </a:lnTo>
                <a:lnTo>
                  <a:pt x="2683" y="1342"/>
                </a:lnTo>
                <a:lnTo>
                  <a:pt x="2678" y="1342"/>
                </a:lnTo>
                <a:lnTo>
                  <a:pt x="2678" y="1349"/>
                </a:lnTo>
                <a:close/>
                <a:moveTo>
                  <a:pt x="2694" y="1349"/>
                </a:moveTo>
                <a:lnTo>
                  <a:pt x="2702" y="1349"/>
                </a:lnTo>
                <a:lnTo>
                  <a:pt x="2702" y="1342"/>
                </a:lnTo>
                <a:lnTo>
                  <a:pt x="2694" y="1342"/>
                </a:lnTo>
                <a:lnTo>
                  <a:pt x="2694" y="1349"/>
                </a:lnTo>
                <a:close/>
                <a:moveTo>
                  <a:pt x="2711" y="1349"/>
                </a:moveTo>
                <a:lnTo>
                  <a:pt x="2718" y="1349"/>
                </a:lnTo>
                <a:lnTo>
                  <a:pt x="2718" y="1342"/>
                </a:lnTo>
                <a:lnTo>
                  <a:pt x="2711" y="1342"/>
                </a:lnTo>
                <a:lnTo>
                  <a:pt x="2711" y="1349"/>
                </a:lnTo>
                <a:close/>
                <a:moveTo>
                  <a:pt x="2893" y="1349"/>
                </a:moveTo>
                <a:lnTo>
                  <a:pt x="2901" y="1349"/>
                </a:lnTo>
                <a:lnTo>
                  <a:pt x="2901" y="1342"/>
                </a:lnTo>
                <a:lnTo>
                  <a:pt x="2893" y="1342"/>
                </a:lnTo>
                <a:lnTo>
                  <a:pt x="2893" y="1349"/>
                </a:lnTo>
                <a:close/>
                <a:moveTo>
                  <a:pt x="2910" y="1349"/>
                </a:moveTo>
                <a:lnTo>
                  <a:pt x="2917" y="1349"/>
                </a:lnTo>
                <a:lnTo>
                  <a:pt x="2917" y="1342"/>
                </a:lnTo>
                <a:lnTo>
                  <a:pt x="2910" y="1342"/>
                </a:lnTo>
                <a:lnTo>
                  <a:pt x="2910" y="1349"/>
                </a:lnTo>
                <a:close/>
                <a:moveTo>
                  <a:pt x="2927" y="1349"/>
                </a:moveTo>
                <a:lnTo>
                  <a:pt x="2934" y="1349"/>
                </a:lnTo>
                <a:lnTo>
                  <a:pt x="2934" y="1342"/>
                </a:lnTo>
                <a:lnTo>
                  <a:pt x="2927" y="1342"/>
                </a:lnTo>
                <a:lnTo>
                  <a:pt x="2927" y="1349"/>
                </a:lnTo>
                <a:close/>
                <a:moveTo>
                  <a:pt x="836" y="1365"/>
                </a:moveTo>
                <a:lnTo>
                  <a:pt x="843" y="1365"/>
                </a:lnTo>
                <a:lnTo>
                  <a:pt x="843" y="1358"/>
                </a:lnTo>
                <a:lnTo>
                  <a:pt x="836" y="1358"/>
                </a:lnTo>
                <a:lnTo>
                  <a:pt x="836" y="1365"/>
                </a:lnTo>
                <a:close/>
                <a:moveTo>
                  <a:pt x="852" y="1365"/>
                </a:moveTo>
                <a:lnTo>
                  <a:pt x="859" y="1365"/>
                </a:lnTo>
                <a:lnTo>
                  <a:pt x="859" y="1358"/>
                </a:lnTo>
                <a:lnTo>
                  <a:pt x="852" y="1358"/>
                </a:lnTo>
                <a:lnTo>
                  <a:pt x="852" y="1365"/>
                </a:lnTo>
                <a:close/>
                <a:moveTo>
                  <a:pt x="871" y="1365"/>
                </a:moveTo>
                <a:lnTo>
                  <a:pt x="876" y="1365"/>
                </a:lnTo>
                <a:lnTo>
                  <a:pt x="876" y="1358"/>
                </a:lnTo>
                <a:lnTo>
                  <a:pt x="871" y="1358"/>
                </a:lnTo>
                <a:lnTo>
                  <a:pt x="871" y="1365"/>
                </a:lnTo>
                <a:close/>
                <a:moveTo>
                  <a:pt x="888" y="1365"/>
                </a:moveTo>
                <a:lnTo>
                  <a:pt x="895" y="1365"/>
                </a:lnTo>
                <a:lnTo>
                  <a:pt x="895" y="1358"/>
                </a:lnTo>
                <a:lnTo>
                  <a:pt x="888" y="1358"/>
                </a:lnTo>
                <a:lnTo>
                  <a:pt x="888" y="1365"/>
                </a:lnTo>
                <a:close/>
                <a:moveTo>
                  <a:pt x="904" y="1365"/>
                </a:moveTo>
                <a:lnTo>
                  <a:pt x="911" y="1365"/>
                </a:lnTo>
                <a:lnTo>
                  <a:pt x="911" y="1358"/>
                </a:lnTo>
                <a:lnTo>
                  <a:pt x="904" y="1358"/>
                </a:lnTo>
                <a:lnTo>
                  <a:pt x="904" y="1365"/>
                </a:lnTo>
                <a:close/>
                <a:moveTo>
                  <a:pt x="921" y="1365"/>
                </a:moveTo>
                <a:lnTo>
                  <a:pt x="928" y="1365"/>
                </a:lnTo>
                <a:lnTo>
                  <a:pt x="928" y="1358"/>
                </a:lnTo>
                <a:lnTo>
                  <a:pt x="921" y="1358"/>
                </a:lnTo>
                <a:lnTo>
                  <a:pt x="921" y="1365"/>
                </a:lnTo>
                <a:close/>
                <a:moveTo>
                  <a:pt x="2678" y="1365"/>
                </a:moveTo>
                <a:lnTo>
                  <a:pt x="2683" y="1365"/>
                </a:lnTo>
                <a:lnTo>
                  <a:pt x="2683" y="1358"/>
                </a:lnTo>
                <a:lnTo>
                  <a:pt x="2678" y="1358"/>
                </a:lnTo>
                <a:lnTo>
                  <a:pt x="2678" y="1365"/>
                </a:lnTo>
                <a:close/>
                <a:moveTo>
                  <a:pt x="2694" y="1365"/>
                </a:moveTo>
                <a:lnTo>
                  <a:pt x="2702" y="1365"/>
                </a:lnTo>
                <a:lnTo>
                  <a:pt x="2702" y="1358"/>
                </a:lnTo>
                <a:lnTo>
                  <a:pt x="2694" y="1358"/>
                </a:lnTo>
                <a:lnTo>
                  <a:pt x="2694" y="1365"/>
                </a:lnTo>
                <a:close/>
                <a:moveTo>
                  <a:pt x="2877" y="1365"/>
                </a:moveTo>
                <a:lnTo>
                  <a:pt x="2884" y="1365"/>
                </a:lnTo>
                <a:lnTo>
                  <a:pt x="2884" y="1358"/>
                </a:lnTo>
                <a:lnTo>
                  <a:pt x="2877" y="1358"/>
                </a:lnTo>
                <a:lnTo>
                  <a:pt x="2877" y="1365"/>
                </a:lnTo>
                <a:close/>
                <a:moveTo>
                  <a:pt x="2893" y="1365"/>
                </a:moveTo>
                <a:lnTo>
                  <a:pt x="2901" y="1365"/>
                </a:lnTo>
                <a:lnTo>
                  <a:pt x="2901" y="1358"/>
                </a:lnTo>
                <a:lnTo>
                  <a:pt x="2893" y="1358"/>
                </a:lnTo>
                <a:lnTo>
                  <a:pt x="2893" y="1365"/>
                </a:lnTo>
                <a:close/>
                <a:moveTo>
                  <a:pt x="2910" y="1365"/>
                </a:moveTo>
                <a:lnTo>
                  <a:pt x="2917" y="1365"/>
                </a:lnTo>
                <a:lnTo>
                  <a:pt x="2917" y="1358"/>
                </a:lnTo>
                <a:lnTo>
                  <a:pt x="2910" y="1358"/>
                </a:lnTo>
                <a:lnTo>
                  <a:pt x="2910" y="1365"/>
                </a:lnTo>
                <a:close/>
                <a:moveTo>
                  <a:pt x="836" y="1382"/>
                </a:moveTo>
                <a:lnTo>
                  <a:pt x="843" y="1382"/>
                </a:lnTo>
                <a:lnTo>
                  <a:pt x="843" y="1377"/>
                </a:lnTo>
                <a:lnTo>
                  <a:pt x="836" y="1377"/>
                </a:lnTo>
                <a:lnTo>
                  <a:pt x="836" y="1382"/>
                </a:lnTo>
                <a:close/>
                <a:moveTo>
                  <a:pt x="852" y="1382"/>
                </a:moveTo>
                <a:lnTo>
                  <a:pt x="859" y="1382"/>
                </a:lnTo>
                <a:lnTo>
                  <a:pt x="859" y="1377"/>
                </a:lnTo>
                <a:lnTo>
                  <a:pt x="852" y="1377"/>
                </a:lnTo>
                <a:lnTo>
                  <a:pt x="852" y="1382"/>
                </a:lnTo>
                <a:close/>
                <a:moveTo>
                  <a:pt x="871" y="1382"/>
                </a:moveTo>
                <a:lnTo>
                  <a:pt x="876" y="1382"/>
                </a:lnTo>
                <a:lnTo>
                  <a:pt x="876" y="1377"/>
                </a:lnTo>
                <a:lnTo>
                  <a:pt x="871" y="1377"/>
                </a:lnTo>
                <a:lnTo>
                  <a:pt x="871" y="1382"/>
                </a:lnTo>
                <a:close/>
                <a:moveTo>
                  <a:pt x="888" y="1382"/>
                </a:moveTo>
                <a:lnTo>
                  <a:pt x="895" y="1382"/>
                </a:lnTo>
                <a:lnTo>
                  <a:pt x="895" y="1377"/>
                </a:lnTo>
                <a:lnTo>
                  <a:pt x="888" y="1377"/>
                </a:lnTo>
                <a:lnTo>
                  <a:pt x="888" y="1382"/>
                </a:lnTo>
                <a:close/>
                <a:moveTo>
                  <a:pt x="904" y="1382"/>
                </a:moveTo>
                <a:lnTo>
                  <a:pt x="911" y="1382"/>
                </a:lnTo>
                <a:lnTo>
                  <a:pt x="911" y="1377"/>
                </a:lnTo>
                <a:lnTo>
                  <a:pt x="904" y="1377"/>
                </a:lnTo>
                <a:lnTo>
                  <a:pt x="904" y="1382"/>
                </a:lnTo>
                <a:close/>
                <a:moveTo>
                  <a:pt x="2860" y="1382"/>
                </a:moveTo>
                <a:lnTo>
                  <a:pt x="2867" y="1382"/>
                </a:lnTo>
                <a:lnTo>
                  <a:pt x="2867" y="1377"/>
                </a:lnTo>
                <a:lnTo>
                  <a:pt x="2860" y="1377"/>
                </a:lnTo>
                <a:lnTo>
                  <a:pt x="2860" y="1382"/>
                </a:lnTo>
                <a:close/>
                <a:moveTo>
                  <a:pt x="2877" y="1382"/>
                </a:moveTo>
                <a:lnTo>
                  <a:pt x="2884" y="1382"/>
                </a:lnTo>
                <a:lnTo>
                  <a:pt x="2884" y="1377"/>
                </a:lnTo>
                <a:lnTo>
                  <a:pt x="2877" y="1377"/>
                </a:lnTo>
                <a:lnTo>
                  <a:pt x="2877" y="1382"/>
                </a:lnTo>
                <a:close/>
                <a:moveTo>
                  <a:pt x="2893" y="1382"/>
                </a:moveTo>
                <a:lnTo>
                  <a:pt x="2901" y="1382"/>
                </a:lnTo>
                <a:lnTo>
                  <a:pt x="2901" y="1377"/>
                </a:lnTo>
                <a:lnTo>
                  <a:pt x="2893" y="1377"/>
                </a:lnTo>
                <a:lnTo>
                  <a:pt x="2893" y="1382"/>
                </a:lnTo>
                <a:close/>
                <a:moveTo>
                  <a:pt x="819" y="1401"/>
                </a:moveTo>
                <a:lnTo>
                  <a:pt x="826" y="1401"/>
                </a:lnTo>
                <a:lnTo>
                  <a:pt x="826" y="1394"/>
                </a:lnTo>
                <a:lnTo>
                  <a:pt x="819" y="1394"/>
                </a:lnTo>
                <a:lnTo>
                  <a:pt x="819" y="1401"/>
                </a:lnTo>
                <a:close/>
                <a:moveTo>
                  <a:pt x="836" y="1401"/>
                </a:moveTo>
                <a:lnTo>
                  <a:pt x="843" y="1401"/>
                </a:lnTo>
                <a:lnTo>
                  <a:pt x="843" y="1394"/>
                </a:lnTo>
                <a:lnTo>
                  <a:pt x="836" y="1394"/>
                </a:lnTo>
                <a:lnTo>
                  <a:pt x="836" y="1401"/>
                </a:lnTo>
                <a:close/>
                <a:moveTo>
                  <a:pt x="852" y="1401"/>
                </a:moveTo>
                <a:lnTo>
                  <a:pt x="859" y="1401"/>
                </a:lnTo>
                <a:lnTo>
                  <a:pt x="859" y="1394"/>
                </a:lnTo>
                <a:lnTo>
                  <a:pt x="852" y="1394"/>
                </a:lnTo>
                <a:lnTo>
                  <a:pt x="852" y="1401"/>
                </a:lnTo>
                <a:close/>
                <a:moveTo>
                  <a:pt x="871" y="1401"/>
                </a:moveTo>
                <a:lnTo>
                  <a:pt x="876" y="1401"/>
                </a:lnTo>
                <a:lnTo>
                  <a:pt x="876" y="1394"/>
                </a:lnTo>
                <a:lnTo>
                  <a:pt x="871" y="1394"/>
                </a:lnTo>
                <a:lnTo>
                  <a:pt x="871" y="1401"/>
                </a:lnTo>
                <a:close/>
                <a:moveTo>
                  <a:pt x="888" y="1401"/>
                </a:moveTo>
                <a:lnTo>
                  <a:pt x="895" y="1401"/>
                </a:lnTo>
                <a:lnTo>
                  <a:pt x="895" y="1394"/>
                </a:lnTo>
                <a:lnTo>
                  <a:pt x="888" y="1394"/>
                </a:lnTo>
                <a:lnTo>
                  <a:pt x="888" y="1401"/>
                </a:lnTo>
                <a:close/>
                <a:moveTo>
                  <a:pt x="904" y="1401"/>
                </a:moveTo>
                <a:lnTo>
                  <a:pt x="911" y="1401"/>
                </a:lnTo>
                <a:lnTo>
                  <a:pt x="911" y="1394"/>
                </a:lnTo>
                <a:lnTo>
                  <a:pt x="904" y="1394"/>
                </a:lnTo>
                <a:lnTo>
                  <a:pt x="904" y="1401"/>
                </a:lnTo>
                <a:close/>
                <a:moveTo>
                  <a:pt x="2860" y="1401"/>
                </a:moveTo>
                <a:lnTo>
                  <a:pt x="2867" y="1401"/>
                </a:lnTo>
                <a:lnTo>
                  <a:pt x="2867" y="1394"/>
                </a:lnTo>
                <a:lnTo>
                  <a:pt x="2860" y="1394"/>
                </a:lnTo>
                <a:lnTo>
                  <a:pt x="2860" y="1401"/>
                </a:lnTo>
                <a:close/>
                <a:moveTo>
                  <a:pt x="2877" y="1401"/>
                </a:moveTo>
                <a:lnTo>
                  <a:pt x="2884" y="1401"/>
                </a:lnTo>
                <a:lnTo>
                  <a:pt x="2884" y="1394"/>
                </a:lnTo>
                <a:lnTo>
                  <a:pt x="2877" y="1394"/>
                </a:lnTo>
                <a:lnTo>
                  <a:pt x="2877" y="1401"/>
                </a:lnTo>
                <a:close/>
                <a:moveTo>
                  <a:pt x="2893" y="1401"/>
                </a:moveTo>
                <a:lnTo>
                  <a:pt x="2901" y="1401"/>
                </a:lnTo>
                <a:lnTo>
                  <a:pt x="2901" y="1394"/>
                </a:lnTo>
                <a:lnTo>
                  <a:pt x="2893" y="1394"/>
                </a:lnTo>
                <a:lnTo>
                  <a:pt x="2893" y="1401"/>
                </a:lnTo>
                <a:close/>
                <a:moveTo>
                  <a:pt x="819" y="1418"/>
                </a:moveTo>
                <a:lnTo>
                  <a:pt x="826" y="1418"/>
                </a:lnTo>
                <a:lnTo>
                  <a:pt x="826" y="1411"/>
                </a:lnTo>
                <a:lnTo>
                  <a:pt x="819" y="1411"/>
                </a:lnTo>
                <a:lnTo>
                  <a:pt x="819" y="1418"/>
                </a:lnTo>
                <a:close/>
                <a:moveTo>
                  <a:pt x="836" y="1418"/>
                </a:moveTo>
                <a:lnTo>
                  <a:pt x="843" y="1418"/>
                </a:lnTo>
                <a:lnTo>
                  <a:pt x="843" y="1411"/>
                </a:lnTo>
                <a:lnTo>
                  <a:pt x="836" y="1411"/>
                </a:lnTo>
                <a:lnTo>
                  <a:pt x="836" y="1418"/>
                </a:lnTo>
                <a:close/>
                <a:moveTo>
                  <a:pt x="852" y="1418"/>
                </a:moveTo>
                <a:lnTo>
                  <a:pt x="859" y="1418"/>
                </a:lnTo>
                <a:lnTo>
                  <a:pt x="859" y="1411"/>
                </a:lnTo>
                <a:lnTo>
                  <a:pt x="852" y="1411"/>
                </a:lnTo>
                <a:lnTo>
                  <a:pt x="852" y="1418"/>
                </a:lnTo>
                <a:close/>
                <a:moveTo>
                  <a:pt x="871" y="1418"/>
                </a:moveTo>
                <a:lnTo>
                  <a:pt x="876" y="1418"/>
                </a:lnTo>
                <a:lnTo>
                  <a:pt x="876" y="1411"/>
                </a:lnTo>
                <a:lnTo>
                  <a:pt x="871" y="1411"/>
                </a:lnTo>
                <a:lnTo>
                  <a:pt x="871" y="1418"/>
                </a:lnTo>
                <a:close/>
                <a:moveTo>
                  <a:pt x="888" y="1418"/>
                </a:moveTo>
                <a:lnTo>
                  <a:pt x="895" y="1418"/>
                </a:lnTo>
                <a:lnTo>
                  <a:pt x="895" y="1411"/>
                </a:lnTo>
                <a:lnTo>
                  <a:pt x="888" y="1411"/>
                </a:lnTo>
                <a:lnTo>
                  <a:pt x="888" y="1418"/>
                </a:lnTo>
                <a:close/>
                <a:moveTo>
                  <a:pt x="904" y="1418"/>
                </a:moveTo>
                <a:lnTo>
                  <a:pt x="911" y="1418"/>
                </a:lnTo>
                <a:lnTo>
                  <a:pt x="911" y="1411"/>
                </a:lnTo>
                <a:lnTo>
                  <a:pt x="904" y="1411"/>
                </a:lnTo>
                <a:lnTo>
                  <a:pt x="904" y="1418"/>
                </a:lnTo>
                <a:close/>
                <a:moveTo>
                  <a:pt x="819" y="1434"/>
                </a:moveTo>
                <a:lnTo>
                  <a:pt x="826" y="1434"/>
                </a:lnTo>
                <a:lnTo>
                  <a:pt x="826" y="1427"/>
                </a:lnTo>
                <a:lnTo>
                  <a:pt x="819" y="1427"/>
                </a:lnTo>
                <a:lnTo>
                  <a:pt x="819" y="1434"/>
                </a:lnTo>
                <a:close/>
                <a:moveTo>
                  <a:pt x="836" y="1434"/>
                </a:moveTo>
                <a:lnTo>
                  <a:pt x="843" y="1434"/>
                </a:lnTo>
                <a:lnTo>
                  <a:pt x="843" y="1427"/>
                </a:lnTo>
                <a:lnTo>
                  <a:pt x="836" y="1427"/>
                </a:lnTo>
                <a:lnTo>
                  <a:pt x="836" y="1434"/>
                </a:lnTo>
                <a:close/>
                <a:moveTo>
                  <a:pt x="852" y="1434"/>
                </a:moveTo>
                <a:lnTo>
                  <a:pt x="859" y="1434"/>
                </a:lnTo>
                <a:lnTo>
                  <a:pt x="859" y="1427"/>
                </a:lnTo>
                <a:lnTo>
                  <a:pt x="852" y="1427"/>
                </a:lnTo>
                <a:lnTo>
                  <a:pt x="852" y="1434"/>
                </a:lnTo>
                <a:close/>
                <a:moveTo>
                  <a:pt x="871" y="1434"/>
                </a:moveTo>
                <a:lnTo>
                  <a:pt x="876" y="1434"/>
                </a:lnTo>
                <a:lnTo>
                  <a:pt x="876" y="1427"/>
                </a:lnTo>
                <a:lnTo>
                  <a:pt x="871" y="1427"/>
                </a:lnTo>
                <a:lnTo>
                  <a:pt x="871" y="1434"/>
                </a:lnTo>
                <a:close/>
                <a:moveTo>
                  <a:pt x="888" y="1434"/>
                </a:moveTo>
                <a:lnTo>
                  <a:pt x="895" y="1434"/>
                </a:lnTo>
                <a:lnTo>
                  <a:pt x="895" y="1427"/>
                </a:lnTo>
                <a:lnTo>
                  <a:pt x="888" y="1427"/>
                </a:lnTo>
                <a:lnTo>
                  <a:pt x="888" y="1434"/>
                </a:lnTo>
                <a:close/>
                <a:moveTo>
                  <a:pt x="819" y="1451"/>
                </a:moveTo>
                <a:lnTo>
                  <a:pt x="826" y="1451"/>
                </a:lnTo>
                <a:lnTo>
                  <a:pt x="826" y="1444"/>
                </a:lnTo>
                <a:lnTo>
                  <a:pt x="819" y="1444"/>
                </a:lnTo>
                <a:lnTo>
                  <a:pt x="819" y="1451"/>
                </a:lnTo>
                <a:close/>
                <a:moveTo>
                  <a:pt x="836" y="1451"/>
                </a:moveTo>
                <a:lnTo>
                  <a:pt x="843" y="1451"/>
                </a:lnTo>
                <a:lnTo>
                  <a:pt x="843" y="1444"/>
                </a:lnTo>
                <a:lnTo>
                  <a:pt x="836" y="1444"/>
                </a:lnTo>
                <a:lnTo>
                  <a:pt x="836" y="1451"/>
                </a:lnTo>
                <a:close/>
                <a:moveTo>
                  <a:pt x="852" y="1451"/>
                </a:moveTo>
                <a:lnTo>
                  <a:pt x="859" y="1451"/>
                </a:lnTo>
                <a:lnTo>
                  <a:pt x="859" y="1444"/>
                </a:lnTo>
                <a:lnTo>
                  <a:pt x="852" y="1444"/>
                </a:lnTo>
                <a:lnTo>
                  <a:pt x="852" y="1451"/>
                </a:lnTo>
                <a:close/>
                <a:moveTo>
                  <a:pt x="871" y="1451"/>
                </a:moveTo>
                <a:lnTo>
                  <a:pt x="876" y="1451"/>
                </a:lnTo>
                <a:lnTo>
                  <a:pt x="876" y="1444"/>
                </a:lnTo>
                <a:lnTo>
                  <a:pt x="871" y="1444"/>
                </a:lnTo>
                <a:lnTo>
                  <a:pt x="871" y="1451"/>
                </a:lnTo>
                <a:close/>
                <a:moveTo>
                  <a:pt x="937" y="1451"/>
                </a:moveTo>
                <a:lnTo>
                  <a:pt x="944" y="1451"/>
                </a:lnTo>
                <a:lnTo>
                  <a:pt x="944" y="1444"/>
                </a:lnTo>
                <a:lnTo>
                  <a:pt x="937" y="1444"/>
                </a:lnTo>
                <a:lnTo>
                  <a:pt x="937" y="1451"/>
                </a:lnTo>
                <a:close/>
                <a:moveTo>
                  <a:pt x="954" y="1451"/>
                </a:moveTo>
                <a:lnTo>
                  <a:pt x="961" y="1451"/>
                </a:lnTo>
                <a:lnTo>
                  <a:pt x="961" y="1444"/>
                </a:lnTo>
                <a:lnTo>
                  <a:pt x="954" y="1444"/>
                </a:lnTo>
                <a:lnTo>
                  <a:pt x="954" y="1451"/>
                </a:lnTo>
                <a:close/>
                <a:moveTo>
                  <a:pt x="971" y="1451"/>
                </a:moveTo>
                <a:lnTo>
                  <a:pt x="978" y="1451"/>
                </a:lnTo>
                <a:lnTo>
                  <a:pt x="978" y="1444"/>
                </a:lnTo>
                <a:lnTo>
                  <a:pt x="971" y="1444"/>
                </a:lnTo>
                <a:lnTo>
                  <a:pt x="971" y="1451"/>
                </a:lnTo>
                <a:close/>
                <a:moveTo>
                  <a:pt x="819" y="1468"/>
                </a:moveTo>
                <a:lnTo>
                  <a:pt x="826" y="1468"/>
                </a:lnTo>
                <a:lnTo>
                  <a:pt x="826" y="1460"/>
                </a:lnTo>
                <a:lnTo>
                  <a:pt x="819" y="1460"/>
                </a:lnTo>
                <a:lnTo>
                  <a:pt x="819" y="1468"/>
                </a:lnTo>
                <a:close/>
                <a:moveTo>
                  <a:pt x="836" y="1468"/>
                </a:moveTo>
                <a:lnTo>
                  <a:pt x="843" y="1468"/>
                </a:lnTo>
                <a:lnTo>
                  <a:pt x="843" y="1460"/>
                </a:lnTo>
                <a:lnTo>
                  <a:pt x="836" y="1460"/>
                </a:lnTo>
                <a:lnTo>
                  <a:pt x="836" y="1468"/>
                </a:lnTo>
                <a:close/>
                <a:moveTo>
                  <a:pt x="852" y="1468"/>
                </a:moveTo>
                <a:lnTo>
                  <a:pt x="859" y="1468"/>
                </a:lnTo>
                <a:lnTo>
                  <a:pt x="859" y="1460"/>
                </a:lnTo>
                <a:lnTo>
                  <a:pt x="852" y="1460"/>
                </a:lnTo>
                <a:lnTo>
                  <a:pt x="852" y="1468"/>
                </a:lnTo>
                <a:close/>
                <a:moveTo>
                  <a:pt x="871" y="1468"/>
                </a:moveTo>
                <a:lnTo>
                  <a:pt x="876" y="1468"/>
                </a:lnTo>
                <a:lnTo>
                  <a:pt x="876" y="1460"/>
                </a:lnTo>
                <a:lnTo>
                  <a:pt x="871" y="1460"/>
                </a:lnTo>
                <a:lnTo>
                  <a:pt x="871" y="1468"/>
                </a:lnTo>
                <a:close/>
                <a:moveTo>
                  <a:pt x="888" y="1468"/>
                </a:moveTo>
                <a:lnTo>
                  <a:pt x="895" y="1468"/>
                </a:lnTo>
                <a:lnTo>
                  <a:pt x="895" y="1460"/>
                </a:lnTo>
                <a:lnTo>
                  <a:pt x="888" y="1460"/>
                </a:lnTo>
                <a:lnTo>
                  <a:pt x="888" y="1468"/>
                </a:lnTo>
                <a:close/>
                <a:moveTo>
                  <a:pt x="937" y="1468"/>
                </a:moveTo>
                <a:lnTo>
                  <a:pt x="944" y="1468"/>
                </a:lnTo>
                <a:lnTo>
                  <a:pt x="944" y="1460"/>
                </a:lnTo>
                <a:lnTo>
                  <a:pt x="937" y="1460"/>
                </a:lnTo>
                <a:lnTo>
                  <a:pt x="937" y="1468"/>
                </a:lnTo>
                <a:close/>
                <a:moveTo>
                  <a:pt x="954" y="1468"/>
                </a:moveTo>
                <a:lnTo>
                  <a:pt x="961" y="1468"/>
                </a:lnTo>
                <a:lnTo>
                  <a:pt x="961" y="1460"/>
                </a:lnTo>
                <a:lnTo>
                  <a:pt x="954" y="1460"/>
                </a:lnTo>
                <a:lnTo>
                  <a:pt x="954" y="1468"/>
                </a:lnTo>
                <a:close/>
                <a:moveTo>
                  <a:pt x="971" y="1468"/>
                </a:moveTo>
                <a:lnTo>
                  <a:pt x="978" y="1468"/>
                </a:lnTo>
                <a:lnTo>
                  <a:pt x="978" y="1460"/>
                </a:lnTo>
                <a:lnTo>
                  <a:pt x="971" y="1460"/>
                </a:lnTo>
                <a:lnTo>
                  <a:pt x="971" y="1468"/>
                </a:lnTo>
                <a:close/>
                <a:moveTo>
                  <a:pt x="836" y="1484"/>
                </a:moveTo>
                <a:lnTo>
                  <a:pt x="843" y="1484"/>
                </a:lnTo>
                <a:lnTo>
                  <a:pt x="843" y="1477"/>
                </a:lnTo>
                <a:lnTo>
                  <a:pt x="836" y="1477"/>
                </a:lnTo>
                <a:lnTo>
                  <a:pt x="836" y="1484"/>
                </a:lnTo>
                <a:close/>
                <a:moveTo>
                  <a:pt x="852" y="1484"/>
                </a:moveTo>
                <a:lnTo>
                  <a:pt x="859" y="1484"/>
                </a:lnTo>
                <a:lnTo>
                  <a:pt x="859" y="1477"/>
                </a:lnTo>
                <a:lnTo>
                  <a:pt x="852" y="1477"/>
                </a:lnTo>
                <a:lnTo>
                  <a:pt x="852" y="1484"/>
                </a:lnTo>
                <a:close/>
                <a:moveTo>
                  <a:pt x="871" y="1484"/>
                </a:moveTo>
                <a:lnTo>
                  <a:pt x="876" y="1484"/>
                </a:lnTo>
                <a:lnTo>
                  <a:pt x="876" y="1477"/>
                </a:lnTo>
                <a:lnTo>
                  <a:pt x="871" y="1477"/>
                </a:lnTo>
                <a:lnTo>
                  <a:pt x="871" y="1484"/>
                </a:lnTo>
                <a:close/>
                <a:moveTo>
                  <a:pt x="888" y="1484"/>
                </a:moveTo>
                <a:lnTo>
                  <a:pt x="895" y="1484"/>
                </a:lnTo>
                <a:lnTo>
                  <a:pt x="895" y="1477"/>
                </a:lnTo>
                <a:lnTo>
                  <a:pt x="888" y="1477"/>
                </a:lnTo>
                <a:lnTo>
                  <a:pt x="888" y="1484"/>
                </a:lnTo>
                <a:close/>
                <a:moveTo>
                  <a:pt x="904" y="1484"/>
                </a:moveTo>
                <a:lnTo>
                  <a:pt x="911" y="1484"/>
                </a:lnTo>
                <a:lnTo>
                  <a:pt x="911" y="1477"/>
                </a:lnTo>
                <a:lnTo>
                  <a:pt x="904" y="1477"/>
                </a:lnTo>
                <a:lnTo>
                  <a:pt x="904" y="1484"/>
                </a:lnTo>
                <a:close/>
                <a:moveTo>
                  <a:pt x="852" y="1501"/>
                </a:moveTo>
                <a:lnTo>
                  <a:pt x="859" y="1501"/>
                </a:lnTo>
                <a:lnTo>
                  <a:pt x="859" y="1494"/>
                </a:lnTo>
                <a:lnTo>
                  <a:pt x="852" y="1494"/>
                </a:lnTo>
                <a:lnTo>
                  <a:pt x="852" y="1501"/>
                </a:lnTo>
                <a:close/>
                <a:moveTo>
                  <a:pt x="871" y="1501"/>
                </a:moveTo>
                <a:lnTo>
                  <a:pt x="876" y="1501"/>
                </a:lnTo>
                <a:lnTo>
                  <a:pt x="876" y="1494"/>
                </a:lnTo>
                <a:lnTo>
                  <a:pt x="871" y="1494"/>
                </a:lnTo>
                <a:lnTo>
                  <a:pt x="871" y="1501"/>
                </a:lnTo>
                <a:close/>
                <a:moveTo>
                  <a:pt x="888" y="1501"/>
                </a:moveTo>
                <a:lnTo>
                  <a:pt x="895" y="1501"/>
                </a:lnTo>
                <a:lnTo>
                  <a:pt x="895" y="1494"/>
                </a:lnTo>
                <a:lnTo>
                  <a:pt x="888" y="1494"/>
                </a:lnTo>
                <a:lnTo>
                  <a:pt x="888" y="1501"/>
                </a:lnTo>
                <a:close/>
                <a:moveTo>
                  <a:pt x="904" y="1501"/>
                </a:moveTo>
                <a:lnTo>
                  <a:pt x="911" y="1501"/>
                </a:lnTo>
                <a:lnTo>
                  <a:pt x="911" y="1494"/>
                </a:lnTo>
                <a:lnTo>
                  <a:pt x="904" y="1494"/>
                </a:lnTo>
                <a:lnTo>
                  <a:pt x="904" y="1501"/>
                </a:lnTo>
                <a:close/>
              </a:path>
            </a:pathLst>
          </a:custGeom>
          <a:solidFill>
            <a:schemeClr val="bg1">
              <a:lumMod val="95000"/>
              <a:alpha val="35000"/>
            </a:schemeClr>
          </a:solidFill>
          <a:ln>
            <a:noFill/>
          </a:ln>
        </p:spPr>
        <p:txBody>
          <a:bodyPr vert="horz" wrap="square" lIns="68562" tIns="34289" rIns="68562" bIns="34289" numCol="1" anchor="t" anchorCtr="0" compatLnSpc="1">
            <a:prstTxWarp prst="textNoShape">
              <a:avLst/>
            </a:prstTxWarp>
          </a:bodyPr>
          <a:lstStyle/>
          <a:p>
            <a:pPr defTabSz="685596"/>
            <a:endParaRPr lang="zh-CN" altLang="en-US" sz="1400">
              <a:solidFill>
                <a:prstClr val="black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009293"/>
            <a:ext cx="9144000" cy="1134208"/>
          </a:xfrm>
          <a:custGeom>
            <a:avLst/>
            <a:gdLst>
              <a:gd name="connsiteX0" fmla="*/ 0 w 12192000"/>
              <a:gd name="connsiteY0" fmla="*/ 0 h 1512277"/>
              <a:gd name="connsiteX1" fmla="*/ 12192000 w 12192000"/>
              <a:gd name="connsiteY1" fmla="*/ 0 h 1512277"/>
              <a:gd name="connsiteX2" fmla="*/ 12192000 w 12192000"/>
              <a:gd name="connsiteY2" fmla="*/ 1512277 h 1512277"/>
              <a:gd name="connsiteX3" fmla="*/ 0 w 12192000"/>
              <a:gd name="connsiteY3" fmla="*/ 1512277 h 151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12277">
                <a:moveTo>
                  <a:pt x="0" y="0"/>
                </a:moveTo>
                <a:lnTo>
                  <a:pt x="12192000" y="0"/>
                </a:lnTo>
                <a:lnTo>
                  <a:pt x="12192000" y="1512277"/>
                </a:lnTo>
                <a:lnTo>
                  <a:pt x="0" y="1512277"/>
                </a:lnTo>
                <a:close/>
              </a:path>
            </a:pathLst>
          </a:custGeom>
        </p:spPr>
      </p:pic>
      <p:sp>
        <p:nvSpPr>
          <p:cNvPr id="38" name="矩形 37"/>
          <p:cNvSpPr/>
          <p:nvPr/>
        </p:nvSpPr>
        <p:spPr>
          <a:xfrm>
            <a:off x="0" y="4009293"/>
            <a:ext cx="9144000" cy="1134208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2" tIns="34289" rIns="68562" bIns="34289" rtlCol="0" anchor="ctr"/>
          <a:lstStyle/>
          <a:p>
            <a:pPr algn="ctr" defTabSz="685596"/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7" name="文本框 4"/>
          <p:cNvSpPr txBox="1"/>
          <p:nvPr/>
        </p:nvSpPr>
        <p:spPr>
          <a:xfrm>
            <a:off x="3166664" y="1658051"/>
            <a:ext cx="2810669" cy="807911"/>
          </a:xfrm>
          <a:prstGeom prst="rect">
            <a:avLst/>
          </a:prstGeom>
          <a:noFill/>
        </p:spPr>
        <p:txBody>
          <a:bodyPr wrap="none" lIns="68562" tIns="34289" rIns="68562" bIns="34289" rtlCol="0">
            <a:spAutoFit/>
          </a:bodyPr>
          <a:lstStyle/>
          <a:p>
            <a:pPr algn="ctr" defTabSz="685596"/>
            <a:r>
              <a:rPr lang="en-US" altLang="zh-CN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48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899039" y="2526031"/>
            <a:ext cx="3312367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9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0k_sLUDsEaTLy.2kDdF3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0k_sLUDsEaTLy.2kDdF3g"/>
</p:tagLst>
</file>

<file path=ppt/theme/theme1.xml><?xml version="1.0" encoding="utf-8"?>
<a:theme xmlns:a="http://schemas.openxmlformats.org/drawingml/2006/main" name="京东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/>
      </a:spPr>
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<a:prstTxWarp prst="textNoShape">
          <a:avLst/>
        </a:prstTxWarp>
        <a:noAutofit/>
      </a:bodyPr>
      <a:lstStyle>
        <a:defPPr algn="ctr">
          <a:defRPr sz="1800" b="0" kern="10" dirty="0" smtClean="0">
            <a:ln w="9525">
              <a:solidFill>
                <a:srgbClr val="000000"/>
              </a:solidFill>
              <a:round/>
              <a:headEnd/>
              <a:tailEnd/>
            </a:ln>
            <a:solidFill>
              <a:srgbClr val="000000"/>
            </a:solidFill>
            <a:latin typeface="微软雅黑" pitchFamily="34" charset="-122"/>
            <a:ea typeface="微软雅黑" pitchFamily="34" charset="-122"/>
            <a:cs typeface="Arial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+mj-ea"/>
            <a:ea typeface="+mj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京东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/>
      </a:spPr>
      <a:bodyPr rot="0" spcFirstLastPara="1" vertOverflow="overflow" horzOverflow="overflow" vert="horz" wrap="square" lIns="91440" tIns="45720" rIns="91440" bIns="45720" numCol="1" spcCol="0" rtlCol="0" fromWordArt="1" anchor="ctr" anchorCtr="0" forceAA="0" compatLnSpc="1">
        <a:prstTxWarp prst="textNoShape">
          <a:avLst/>
        </a:prstTxWarp>
        <a:noAutofit/>
      </a:bodyPr>
      <a:lstStyle>
        <a:defPPr algn="ctr">
          <a:defRPr sz="1800" b="0" kern="10" dirty="0" smtClean="0">
            <a:ln w="9525">
              <a:solidFill>
                <a:srgbClr val="000000"/>
              </a:solidFill>
              <a:round/>
              <a:headEnd/>
              <a:tailEnd/>
            </a:ln>
            <a:solidFill>
              <a:srgbClr val="000000"/>
            </a:solidFill>
            <a:latin typeface="微软雅黑" pitchFamily="34" charset="-122"/>
            <a:ea typeface="微软雅黑" pitchFamily="34" charset="-122"/>
            <a:cs typeface="Arial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+mj-ea"/>
            <a:ea typeface="+mj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13741</TotalTime>
  <Words>1285</Words>
  <Application>Microsoft Macintosh PowerPoint</Application>
  <PresentationFormat>全屏显示(16:9)</PresentationFormat>
  <Paragraphs>292</Paragraphs>
  <Slides>32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Microsoft YaHei</vt:lpstr>
      <vt:lpstr>Microsoft YaHei</vt:lpstr>
      <vt:lpstr>幼圆</vt:lpstr>
      <vt:lpstr>Microsoft YaHei UI</vt:lpstr>
      <vt:lpstr>Arial</vt:lpstr>
      <vt:lpstr>Calibri</vt:lpstr>
      <vt:lpstr>Century Gothic</vt:lpstr>
      <vt:lpstr>Franklin Gothic Medium</vt:lpstr>
      <vt:lpstr>Wingdings</vt:lpstr>
      <vt:lpstr>京东模板</vt:lpstr>
      <vt:lpstr>1_京东模板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社招新人训练营</dc:title>
  <dc:creator>Bill Gates</dc:creator>
  <cp:lastModifiedBy>Sun Kane</cp:lastModifiedBy>
  <cp:revision>902</cp:revision>
  <dcterms:created xsi:type="dcterms:W3CDTF">2015-11-23T05:57:21Z</dcterms:created>
  <dcterms:modified xsi:type="dcterms:W3CDTF">2020-04-29T15:40:57Z</dcterms:modified>
</cp:coreProperties>
</file>