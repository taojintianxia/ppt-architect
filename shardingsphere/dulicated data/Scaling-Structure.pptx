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890"/>
  </p:normalViewPr>
  <p:slideViewPr>
    <p:cSldViewPr snapToGrid="0" snapToObjects="1">
      <p:cViewPr>
        <p:scale>
          <a:sx n="90" d="100"/>
          <a:sy n="90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BE8C-B4F7-F14C-87CC-FF2765A60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DBE2C8-1E04-E441-BE22-893929A90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BDBA0B-4D20-9D4C-A5C1-B76AB8CB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94-9EAA-6F42-89E1-A610BACF4750}" type="datetimeFigureOut">
              <a:rPr kumimoji="1" lang="zh-CN" altLang="en-US" smtClean="0"/>
              <a:t>2020/7/15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74F98A-BBD1-1749-910C-4EF17472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701DD8-39DA-7F44-A2FF-CDE751E7B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F5C8-F698-1E44-8D40-D7789BD98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155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0EC1A-BA9E-4D47-B949-330EDB0E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A0CE8B-4613-8F46-A155-EAF95424B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1D3AAD-6361-9D4D-8D74-C83125CF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94-9EAA-6F42-89E1-A610BACF4750}" type="datetimeFigureOut">
              <a:rPr kumimoji="1" lang="zh-CN" altLang="en-US" smtClean="0"/>
              <a:t>2020/7/15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EC0DAB-1A9D-4349-96F4-D7B92817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94A342-CC5B-D345-B8A0-CFF535074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F5C8-F698-1E44-8D40-D7789BD98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7053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B54121-8DEA-834F-9236-C5B2CE791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28DDB6-E2F2-3148-8E81-0B58A90C1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EE1980-7EB0-724B-AA63-50089FFED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94-9EAA-6F42-89E1-A610BACF4750}" type="datetimeFigureOut">
              <a:rPr kumimoji="1" lang="zh-CN" altLang="en-US" smtClean="0"/>
              <a:t>2020/7/15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FB7263-D618-A74A-B20F-CA57E0148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B279CA-9BA4-8742-9B36-35AAFEC74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F5C8-F698-1E44-8D40-D7789BD98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8868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967BF-2DD0-D543-B0AC-75E86C810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8506BE-F758-AD48-AA05-E824265D5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5DDCBD-9BE9-2B4B-ACF0-7D3CDD351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A58579-D8DA-CF4A-B458-DDD6882BB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94-9EAA-6F42-89E1-A610BACF4750}" type="datetimeFigureOut">
              <a:rPr kumimoji="1" lang="zh-CN" altLang="en-US" smtClean="0"/>
              <a:t>2020/7/15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88B82B-CD6A-7C40-B77B-F63B099D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386751-3C55-3C42-B3D3-735D15DB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F5C8-F698-1E44-8D40-D7789BD98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8097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682622-75A4-734B-8DFF-3C78EE67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C37BB4-D763-6545-94A2-9CF966799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5CF3E9-8E07-DD43-89BC-E219FD084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6DC479-AD3D-C449-BEA4-95B965DC5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136278-8FA6-D242-8397-5D7A6DC80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6A2346-D27C-1A4A-9B28-1DE20B6DA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94-9EAA-6F42-89E1-A610BACF4750}" type="datetimeFigureOut">
              <a:rPr kumimoji="1" lang="zh-CN" altLang="en-US" smtClean="0"/>
              <a:t>2020/7/15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72D2ED-F099-B545-AA2C-B5B4E735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28B8B9-5C64-5A4E-BBD7-EF773C86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F5C8-F698-1E44-8D40-D7789BD98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114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08BAD-7093-7345-9F73-F4EF1E973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701BD5-ED2C-624A-B4D7-8EEF250E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94-9EAA-6F42-89E1-A610BACF4750}" type="datetimeFigureOut">
              <a:rPr kumimoji="1" lang="zh-CN" altLang="en-US" smtClean="0"/>
              <a:t>2020/7/15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B6326D8-6961-C545-AED5-4914FB06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B5607D-5E48-084F-BF3C-99D19A4E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F5C8-F698-1E44-8D40-D7789BD98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3788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3C56DA-C7DA-184C-A5DD-BA3011F9A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94-9EAA-6F42-89E1-A610BACF4750}" type="datetimeFigureOut">
              <a:rPr kumimoji="1" lang="zh-CN" altLang="en-US" smtClean="0"/>
              <a:t>2020/7/15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DBEBB7-95EE-7248-878E-B7F97423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F8F070-086A-DC46-9006-8EC46204F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F5C8-F698-1E44-8D40-D7789BD98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540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383ECA-D04A-0046-8D92-F86A951D1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60066C-8A5D-684D-B2A6-2A3540661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B9C133-6688-BB44-B356-CD8A82143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62E4A5-7AEF-484D-94E5-F82D6E39C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94-9EAA-6F42-89E1-A610BACF4750}" type="datetimeFigureOut">
              <a:rPr kumimoji="1" lang="zh-CN" altLang="en-US" smtClean="0"/>
              <a:t>2020/7/15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3E0EAC-01CA-A64B-B547-4595CCAED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3089DF-BFDF-0446-83F6-9F02FC44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F5C8-F698-1E44-8D40-D7789BD98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014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46588-FE43-8A4F-B912-32A463565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EDB9D2-51A9-E840-B052-FF99DFF38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E463BC-1E1B-9A42-A497-F992E2ECF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2AFF84-6267-0D45-A118-B1DACEC2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94-9EAA-6F42-89E1-A610BACF4750}" type="datetimeFigureOut">
              <a:rPr kumimoji="1" lang="zh-CN" altLang="en-US" smtClean="0"/>
              <a:t>2020/7/15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89C644-859D-8048-94C2-B9E8D07F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CE9928-63DF-2F48-BCC9-FC480DBE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F5C8-F698-1E44-8D40-D7789BD98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1701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A614F-75EF-2A43-9DF4-63EC4DCA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FD14FE-3F1F-5046-A4B4-D836ED2D4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C5329A-EAA7-394C-A517-8EB90197E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94-9EAA-6F42-89E1-A610BACF4750}" type="datetimeFigureOut">
              <a:rPr kumimoji="1" lang="zh-CN" altLang="en-US" smtClean="0"/>
              <a:t>2020/7/15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B3DE8E-6B67-0340-AA00-D5459206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638786-602E-F941-9DEC-8E9FAFFB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F5C8-F698-1E44-8D40-D7789BD98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0884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8509C7-6AA4-FA46-92CF-E460B7CE43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AF39B6-8007-144E-BBCF-E8DB87BE1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C2F3A5-854A-3B4D-8FDF-22EB389A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76A94-9EAA-6F42-89E1-A610BACF4750}" type="datetimeFigureOut">
              <a:rPr kumimoji="1" lang="zh-CN" altLang="en-US" smtClean="0"/>
              <a:t>2020/7/15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3E2D18-2753-784C-8E92-AD4A937E7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CD8D07-F241-D144-BF76-73D07B51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AF5C8-F698-1E44-8D40-D7789BD98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2573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8CD9E09-B85C-F948-8E35-8DD19AC6E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2C24C1-327C-CC40-B14A-2FF58989D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4B6378-9BAC-BC45-898C-90575B441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76A94-9EAA-6F42-89E1-A610BACF4750}" type="datetimeFigureOut">
              <a:rPr kumimoji="1" lang="zh-CN" altLang="en-US" smtClean="0"/>
              <a:t>2020/7/15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703D23-185B-A54E-AAF9-C0538EEC5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8F679D-A6FF-8949-87DB-C19C577709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AF5C8-F698-1E44-8D40-D7789BD98A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124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罐形 3">
            <a:extLst>
              <a:ext uri="{FF2B5EF4-FFF2-40B4-BE49-F238E27FC236}">
                <a16:creationId xmlns:a16="http://schemas.microsoft.com/office/drawing/2014/main" id="{5D7B98B8-E46B-9B45-BD0D-6F51D20902CE}"/>
              </a:ext>
            </a:extLst>
          </p:cNvPr>
          <p:cNvSpPr/>
          <p:nvPr/>
        </p:nvSpPr>
        <p:spPr>
          <a:xfrm>
            <a:off x="1523211" y="4223729"/>
            <a:ext cx="1993805" cy="2034750"/>
          </a:xfrm>
          <a:prstGeom prst="ca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74C863-510F-AD49-9CA9-032194F791BA}"/>
              </a:ext>
            </a:extLst>
          </p:cNvPr>
          <p:cNvSpPr txBox="1"/>
          <p:nvPr/>
        </p:nvSpPr>
        <p:spPr>
          <a:xfrm>
            <a:off x="2352410" y="4287893"/>
            <a:ext cx="500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DS</a:t>
            </a:r>
            <a:endParaRPr kumimoji="1" lang="zh-CN" altLang="en-US" dirty="0"/>
          </a:p>
        </p:txBody>
      </p:sp>
      <p:sp>
        <p:nvSpPr>
          <p:cNvPr id="9" name="罐形 8">
            <a:extLst>
              <a:ext uri="{FF2B5EF4-FFF2-40B4-BE49-F238E27FC236}">
                <a16:creationId xmlns:a16="http://schemas.microsoft.com/office/drawing/2014/main" id="{5391BEE2-FCE1-7742-A8A1-10CCCEC5FE59}"/>
              </a:ext>
            </a:extLst>
          </p:cNvPr>
          <p:cNvSpPr/>
          <p:nvPr/>
        </p:nvSpPr>
        <p:spPr>
          <a:xfrm>
            <a:off x="8646372" y="1018531"/>
            <a:ext cx="2362899" cy="1704444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D78DAF-B84D-4449-BF32-380A44374069}"/>
              </a:ext>
            </a:extLst>
          </p:cNvPr>
          <p:cNvSpPr txBox="1"/>
          <p:nvPr/>
        </p:nvSpPr>
        <p:spPr>
          <a:xfrm>
            <a:off x="9529991" y="1031424"/>
            <a:ext cx="752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DS_1</a:t>
            </a:r>
            <a:endParaRPr kumimoji="1" lang="zh-CN" altLang="en-US" dirty="0"/>
          </a:p>
        </p:txBody>
      </p:sp>
      <p:sp>
        <p:nvSpPr>
          <p:cNvPr id="14" name="罐形 13">
            <a:extLst>
              <a:ext uri="{FF2B5EF4-FFF2-40B4-BE49-F238E27FC236}">
                <a16:creationId xmlns:a16="http://schemas.microsoft.com/office/drawing/2014/main" id="{3F9C88F5-BF92-A646-8FC1-FF1E79E951AD}"/>
              </a:ext>
            </a:extLst>
          </p:cNvPr>
          <p:cNvSpPr/>
          <p:nvPr/>
        </p:nvSpPr>
        <p:spPr>
          <a:xfrm>
            <a:off x="8693998" y="4172134"/>
            <a:ext cx="2362899" cy="1704444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12512BA7-8E5A-D84C-8A22-94E70CFBE144}"/>
              </a:ext>
            </a:extLst>
          </p:cNvPr>
          <p:cNvSpPr/>
          <p:nvPr/>
        </p:nvSpPr>
        <p:spPr>
          <a:xfrm>
            <a:off x="1062789" y="763246"/>
            <a:ext cx="2914650" cy="16935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/>
              <a:t>Application</a:t>
            </a:r>
            <a:endParaRPr kumimoji="1" lang="zh-CN" altLang="en-US" sz="32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013BE37-58DF-3048-B1F6-4F02C4915AC6}"/>
              </a:ext>
            </a:extLst>
          </p:cNvPr>
          <p:cNvSpPr txBox="1"/>
          <p:nvPr/>
        </p:nvSpPr>
        <p:spPr>
          <a:xfrm>
            <a:off x="9453790" y="4203671"/>
            <a:ext cx="831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DS_16</a:t>
            </a:r>
            <a:endParaRPr kumimoji="1" lang="zh-CN" altLang="en-US" dirty="0"/>
          </a:p>
        </p:txBody>
      </p:sp>
      <p:sp>
        <p:nvSpPr>
          <p:cNvPr id="21" name="罐形 20">
            <a:extLst>
              <a:ext uri="{FF2B5EF4-FFF2-40B4-BE49-F238E27FC236}">
                <a16:creationId xmlns:a16="http://schemas.microsoft.com/office/drawing/2014/main" id="{26372BE8-A7DB-E04C-9593-6280A827905F}"/>
              </a:ext>
            </a:extLst>
          </p:cNvPr>
          <p:cNvSpPr/>
          <p:nvPr/>
        </p:nvSpPr>
        <p:spPr>
          <a:xfrm>
            <a:off x="8658277" y="3021744"/>
            <a:ext cx="2362899" cy="798731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4B36665C-BFEA-6F41-BBCD-76F2F90D6752}"/>
              </a:ext>
            </a:extLst>
          </p:cNvPr>
          <p:cNvSpPr/>
          <p:nvPr/>
        </p:nvSpPr>
        <p:spPr>
          <a:xfrm>
            <a:off x="8192252" y="763246"/>
            <a:ext cx="3357562" cy="5378124"/>
          </a:xfrm>
          <a:prstGeom prst="roundRect">
            <a:avLst/>
          </a:prstGeom>
          <a:noFill/>
          <a:ln w="254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FBCB6779-0B2E-B840-AA06-C4709505942C}"/>
              </a:ext>
            </a:extLst>
          </p:cNvPr>
          <p:cNvCxnSpPr>
            <a:cxnSpLocks/>
          </p:cNvCxnSpPr>
          <p:nvPr/>
        </p:nvCxnSpPr>
        <p:spPr>
          <a:xfrm>
            <a:off x="2177216" y="2456833"/>
            <a:ext cx="0" cy="1766896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175F34DE-ED00-2641-8557-AE5B9F75182F}"/>
              </a:ext>
            </a:extLst>
          </p:cNvPr>
          <p:cNvCxnSpPr>
            <a:cxnSpLocks/>
          </p:cNvCxnSpPr>
          <p:nvPr/>
        </p:nvCxnSpPr>
        <p:spPr>
          <a:xfrm flipV="1">
            <a:off x="2893657" y="2456833"/>
            <a:ext cx="0" cy="1766896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同侧圆角矩形 33">
            <a:extLst>
              <a:ext uri="{FF2B5EF4-FFF2-40B4-BE49-F238E27FC236}">
                <a16:creationId xmlns:a16="http://schemas.microsoft.com/office/drawing/2014/main" id="{5C840E6E-1BB3-A644-9CFC-1CD203D0E53E}"/>
              </a:ext>
            </a:extLst>
          </p:cNvPr>
          <p:cNvSpPr/>
          <p:nvPr/>
        </p:nvSpPr>
        <p:spPr>
          <a:xfrm>
            <a:off x="3955657" y="763246"/>
            <a:ext cx="1338237" cy="1693587"/>
          </a:xfrm>
          <a:prstGeom prst="round2Same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Sharding</a:t>
            </a:r>
          </a:p>
          <a:p>
            <a:pPr algn="ctr"/>
            <a:r>
              <a:rPr kumimoji="1" lang="en-US" altLang="zh-CN" dirty="0"/>
              <a:t>Sphere</a:t>
            </a:r>
            <a:endParaRPr kumimoji="1" lang="zh-CN" altLang="en-US" dirty="0"/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AD60EF96-5C2C-9C4E-A47D-33EF7474E2E6}"/>
              </a:ext>
            </a:extLst>
          </p:cNvPr>
          <p:cNvCxnSpPr>
            <a:stCxn id="34" idx="0"/>
            <a:endCxn id="22" idx="1"/>
          </p:cNvCxnSpPr>
          <p:nvPr/>
        </p:nvCxnSpPr>
        <p:spPr>
          <a:xfrm>
            <a:off x="5293894" y="1610040"/>
            <a:ext cx="2898358" cy="1842268"/>
          </a:xfrm>
          <a:prstGeom prst="straightConnector1">
            <a:avLst/>
          </a:prstGeom>
          <a:ln w="2540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4CA58F52-8FCB-F940-97D6-DDCE219D0944}"/>
              </a:ext>
            </a:extLst>
          </p:cNvPr>
          <p:cNvSpPr/>
          <p:nvPr/>
        </p:nvSpPr>
        <p:spPr>
          <a:xfrm>
            <a:off x="1523209" y="4902417"/>
            <a:ext cx="1993805" cy="5335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 err="1">
                <a:solidFill>
                  <a:schemeClr val="tx1"/>
                </a:solidFill>
              </a:rPr>
              <a:t>t_subaccount</a:t>
            </a:r>
            <a:endParaRPr kumimoji="1"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44A96EBE-30C8-124D-A52F-589150CBB3DC}"/>
              </a:ext>
            </a:extLst>
          </p:cNvPr>
          <p:cNvSpPr/>
          <p:nvPr/>
        </p:nvSpPr>
        <p:spPr>
          <a:xfrm>
            <a:off x="1523210" y="5511999"/>
            <a:ext cx="1993805" cy="5335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 err="1">
                <a:solidFill>
                  <a:schemeClr val="tx1"/>
                </a:solidFill>
              </a:rPr>
              <a:t>t_account_action</a:t>
            </a:r>
            <a:endParaRPr kumimoji="1"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38C88D3F-9E2F-7944-B390-1ED55D6A0422}"/>
              </a:ext>
            </a:extLst>
          </p:cNvPr>
          <p:cNvSpPr/>
          <p:nvPr/>
        </p:nvSpPr>
        <p:spPr>
          <a:xfrm>
            <a:off x="8874971" y="4653218"/>
            <a:ext cx="1993805" cy="5335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 err="1">
                <a:solidFill>
                  <a:schemeClr val="tx1"/>
                </a:solidFill>
              </a:rPr>
              <a:t>t_subaccount</a:t>
            </a:r>
            <a:endParaRPr kumimoji="1"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A577BBCB-1A00-D643-8B24-E00962C5EDF2}"/>
              </a:ext>
            </a:extLst>
          </p:cNvPr>
          <p:cNvSpPr/>
          <p:nvPr/>
        </p:nvSpPr>
        <p:spPr>
          <a:xfrm>
            <a:off x="8874972" y="5262800"/>
            <a:ext cx="1993805" cy="5335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 err="1">
                <a:solidFill>
                  <a:schemeClr val="tx1"/>
                </a:solidFill>
              </a:rPr>
              <a:t>t_account_action</a:t>
            </a:r>
            <a:endParaRPr kumimoji="1"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7B986616-F954-A84D-B8E8-6D26A35CB4D6}"/>
              </a:ext>
            </a:extLst>
          </p:cNvPr>
          <p:cNvSpPr/>
          <p:nvPr/>
        </p:nvSpPr>
        <p:spPr>
          <a:xfrm>
            <a:off x="8874130" y="1490293"/>
            <a:ext cx="1993805" cy="5335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 err="1">
                <a:solidFill>
                  <a:schemeClr val="tx1"/>
                </a:solidFill>
              </a:rPr>
              <a:t>t_subaccount</a:t>
            </a:r>
            <a:endParaRPr kumimoji="1"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76F60498-C256-2A4F-BF29-7C4FD9AACBB5}"/>
              </a:ext>
            </a:extLst>
          </p:cNvPr>
          <p:cNvSpPr/>
          <p:nvPr/>
        </p:nvSpPr>
        <p:spPr>
          <a:xfrm>
            <a:off x="8874131" y="2099875"/>
            <a:ext cx="1993805" cy="5335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 err="1">
                <a:solidFill>
                  <a:schemeClr val="tx1"/>
                </a:solidFill>
              </a:rPr>
              <a:t>t_account_action</a:t>
            </a:r>
            <a:endParaRPr kumimoji="1"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CACBA30-272E-9E45-80EE-7F249105097E}"/>
              </a:ext>
            </a:extLst>
          </p:cNvPr>
          <p:cNvSpPr txBox="1"/>
          <p:nvPr/>
        </p:nvSpPr>
        <p:spPr>
          <a:xfrm>
            <a:off x="1852454" y="6328711"/>
            <a:ext cx="133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旧数据库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8820033-0C00-F345-A230-4E6F55A2728A}"/>
              </a:ext>
            </a:extLst>
          </p:cNvPr>
          <p:cNvSpPr txBox="1"/>
          <p:nvPr/>
        </p:nvSpPr>
        <p:spPr>
          <a:xfrm>
            <a:off x="9005142" y="6328711"/>
            <a:ext cx="172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新数据库集群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C022B4F-15F7-0843-85E6-7DEA9A973488}"/>
              </a:ext>
            </a:extLst>
          </p:cNvPr>
          <p:cNvSpPr txBox="1"/>
          <p:nvPr/>
        </p:nvSpPr>
        <p:spPr>
          <a:xfrm>
            <a:off x="2907989" y="3199374"/>
            <a:ext cx="2604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使用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ShardingSphere</a:t>
            </a:r>
            <a:r>
              <a:rPr kumimoji="1" lang="en-US" altLang="zh-CN" dirty="0"/>
              <a:t> </a:t>
            </a:r>
            <a:r>
              <a:rPr kumimoji="1" lang="zh-CN" altLang="en-US" dirty="0"/>
              <a:t>之前，只操作一台数据库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0C9D611-9C0F-334B-AAA3-ED848CFCB427}"/>
              </a:ext>
            </a:extLst>
          </p:cNvPr>
          <p:cNvSpPr txBox="1"/>
          <p:nvPr/>
        </p:nvSpPr>
        <p:spPr>
          <a:xfrm>
            <a:off x="5778892" y="897869"/>
            <a:ext cx="2297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使用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ShardingSphere</a:t>
            </a:r>
            <a:r>
              <a:rPr kumimoji="1" lang="en-US" altLang="zh-CN" dirty="0"/>
              <a:t> </a:t>
            </a:r>
            <a:r>
              <a:rPr kumimoji="1" lang="zh-CN" altLang="en-US" dirty="0"/>
              <a:t>之后，需要操作 </a:t>
            </a:r>
            <a:r>
              <a:rPr kumimoji="1" lang="en-US" altLang="zh-CN" dirty="0"/>
              <a:t>16 </a:t>
            </a:r>
            <a:r>
              <a:rPr kumimoji="1" lang="zh-CN" altLang="en-US" dirty="0"/>
              <a:t>台数据库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C8FBF6BF-541A-0240-8181-A79A18B8D12A}"/>
              </a:ext>
            </a:extLst>
          </p:cNvPr>
          <p:cNvSpPr/>
          <p:nvPr/>
        </p:nvSpPr>
        <p:spPr>
          <a:xfrm>
            <a:off x="5137881" y="5680668"/>
            <a:ext cx="2118298" cy="101737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旧库的数据需要迁移到新的分片中</a:t>
            </a:r>
          </a:p>
        </p:txBody>
      </p:sp>
    </p:spTree>
    <p:extLst>
      <p:ext uri="{BB962C8B-B14F-4D97-AF65-F5344CB8AC3E}">
        <p14:creationId xmlns:p14="http://schemas.microsoft.com/office/powerpoint/2010/main" val="192421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罐形 7">
            <a:extLst>
              <a:ext uri="{FF2B5EF4-FFF2-40B4-BE49-F238E27FC236}">
                <a16:creationId xmlns:a16="http://schemas.microsoft.com/office/drawing/2014/main" id="{E58F22A9-24C7-8A49-8664-CF0B4B1B273C}"/>
              </a:ext>
            </a:extLst>
          </p:cNvPr>
          <p:cNvSpPr/>
          <p:nvPr/>
        </p:nvSpPr>
        <p:spPr>
          <a:xfrm>
            <a:off x="768468" y="2365901"/>
            <a:ext cx="1993805" cy="2034750"/>
          </a:xfrm>
          <a:prstGeom prst="ca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EE07FF-D4A2-BF49-A173-07713E36CC0C}"/>
              </a:ext>
            </a:extLst>
          </p:cNvPr>
          <p:cNvSpPr txBox="1"/>
          <p:nvPr/>
        </p:nvSpPr>
        <p:spPr>
          <a:xfrm>
            <a:off x="1597667" y="2430065"/>
            <a:ext cx="500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DS</a:t>
            </a:r>
            <a:endParaRPr kumimoji="1"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19C2FAE-8496-B049-B4DB-9BAA1C1255D1}"/>
              </a:ext>
            </a:extLst>
          </p:cNvPr>
          <p:cNvSpPr/>
          <p:nvPr/>
        </p:nvSpPr>
        <p:spPr>
          <a:xfrm>
            <a:off x="768466" y="3044589"/>
            <a:ext cx="1993805" cy="5335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 err="1">
                <a:solidFill>
                  <a:schemeClr val="tx1"/>
                </a:solidFill>
              </a:rPr>
              <a:t>t_subaccount</a:t>
            </a:r>
            <a:endParaRPr kumimoji="1"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960F808-294D-F041-8C6B-E132DC11DDEB}"/>
              </a:ext>
            </a:extLst>
          </p:cNvPr>
          <p:cNvSpPr/>
          <p:nvPr/>
        </p:nvSpPr>
        <p:spPr>
          <a:xfrm>
            <a:off x="768467" y="3654171"/>
            <a:ext cx="1993805" cy="5335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 err="1">
                <a:solidFill>
                  <a:schemeClr val="tx1"/>
                </a:solidFill>
              </a:rPr>
              <a:t>t_account_action</a:t>
            </a:r>
            <a:endParaRPr kumimoji="1"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796E19-3641-9E46-9115-A7085CF88A13}"/>
              </a:ext>
            </a:extLst>
          </p:cNvPr>
          <p:cNvSpPr txBox="1"/>
          <p:nvPr/>
        </p:nvSpPr>
        <p:spPr>
          <a:xfrm>
            <a:off x="1097711" y="4470883"/>
            <a:ext cx="133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旧数据库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0CE8328-3C2D-624A-B351-49775289E645}"/>
              </a:ext>
            </a:extLst>
          </p:cNvPr>
          <p:cNvSpPr/>
          <p:nvPr/>
        </p:nvSpPr>
        <p:spPr>
          <a:xfrm>
            <a:off x="4789714" y="1263588"/>
            <a:ext cx="2293258" cy="9869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Sharding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Scaling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2A5CDDA-6BFA-5F4C-8E67-CCD331612DAD}"/>
              </a:ext>
            </a:extLst>
          </p:cNvPr>
          <p:cNvSpPr/>
          <p:nvPr/>
        </p:nvSpPr>
        <p:spPr>
          <a:xfrm>
            <a:off x="4789714" y="2958822"/>
            <a:ext cx="2293258" cy="9869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35B5836-0605-F14F-AEB8-C1BCB3E150FC}"/>
              </a:ext>
            </a:extLst>
          </p:cNvPr>
          <p:cNvSpPr/>
          <p:nvPr/>
        </p:nvSpPr>
        <p:spPr>
          <a:xfrm>
            <a:off x="4789714" y="4470883"/>
            <a:ext cx="2293258" cy="98697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Sharding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Scaling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16</a:t>
            </a:r>
            <a:endParaRPr kumimoji="1" lang="zh-CN" altLang="en-US" dirty="0"/>
          </a:p>
        </p:txBody>
      </p:sp>
      <p:sp>
        <p:nvSpPr>
          <p:cNvPr id="18" name="罐形 17">
            <a:extLst>
              <a:ext uri="{FF2B5EF4-FFF2-40B4-BE49-F238E27FC236}">
                <a16:creationId xmlns:a16="http://schemas.microsoft.com/office/drawing/2014/main" id="{94177DEE-2ACD-584E-9EA4-D3EA5C7D5F97}"/>
              </a:ext>
            </a:extLst>
          </p:cNvPr>
          <p:cNvSpPr/>
          <p:nvPr/>
        </p:nvSpPr>
        <p:spPr>
          <a:xfrm>
            <a:off x="8646372" y="1018531"/>
            <a:ext cx="2362899" cy="1704444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E9C8C34-FCA7-0245-8CC8-1400C70745D5}"/>
              </a:ext>
            </a:extLst>
          </p:cNvPr>
          <p:cNvSpPr txBox="1"/>
          <p:nvPr/>
        </p:nvSpPr>
        <p:spPr>
          <a:xfrm>
            <a:off x="9529991" y="1031424"/>
            <a:ext cx="752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DS_1</a:t>
            </a:r>
            <a:endParaRPr kumimoji="1" lang="zh-CN" altLang="en-US" dirty="0"/>
          </a:p>
        </p:txBody>
      </p:sp>
      <p:sp>
        <p:nvSpPr>
          <p:cNvPr id="20" name="罐形 19">
            <a:extLst>
              <a:ext uri="{FF2B5EF4-FFF2-40B4-BE49-F238E27FC236}">
                <a16:creationId xmlns:a16="http://schemas.microsoft.com/office/drawing/2014/main" id="{3C51AC66-3D2A-764C-BE03-3CEA00C98D77}"/>
              </a:ext>
            </a:extLst>
          </p:cNvPr>
          <p:cNvSpPr/>
          <p:nvPr/>
        </p:nvSpPr>
        <p:spPr>
          <a:xfrm>
            <a:off x="8693998" y="4172134"/>
            <a:ext cx="2362899" cy="1704444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FDCEE5-070A-1049-9013-1C83EEEB0BDE}"/>
              </a:ext>
            </a:extLst>
          </p:cNvPr>
          <p:cNvSpPr txBox="1"/>
          <p:nvPr/>
        </p:nvSpPr>
        <p:spPr>
          <a:xfrm>
            <a:off x="9453790" y="4203671"/>
            <a:ext cx="831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DS_16</a:t>
            </a:r>
            <a:endParaRPr kumimoji="1" lang="zh-CN" altLang="en-US" dirty="0"/>
          </a:p>
        </p:txBody>
      </p:sp>
      <p:sp>
        <p:nvSpPr>
          <p:cNvPr id="22" name="罐形 21">
            <a:extLst>
              <a:ext uri="{FF2B5EF4-FFF2-40B4-BE49-F238E27FC236}">
                <a16:creationId xmlns:a16="http://schemas.microsoft.com/office/drawing/2014/main" id="{AB5244E2-664B-9A45-99F1-77C8209F88BD}"/>
              </a:ext>
            </a:extLst>
          </p:cNvPr>
          <p:cNvSpPr/>
          <p:nvPr/>
        </p:nvSpPr>
        <p:spPr>
          <a:xfrm>
            <a:off x="8658277" y="3021744"/>
            <a:ext cx="2362899" cy="798731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8E435AA5-6B5D-E449-B3D0-CA984CE90E36}"/>
              </a:ext>
            </a:extLst>
          </p:cNvPr>
          <p:cNvSpPr/>
          <p:nvPr/>
        </p:nvSpPr>
        <p:spPr>
          <a:xfrm>
            <a:off x="8192252" y="763246"/>
            <a:ext cx="3357562" cy="5378124"/>
          </a:xfrm>
          <a:prstGeom prst="roundRect">
            <a:avLst/>
          </a:prstGeom>
          <a:noFill/>
          <a:ln w="254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320E4E11-D68A-404D-9A88-A534DEE167FC}"/>
              </a:ext>
            </a:extLst>
          </p:cNvPr>
          <p:cNvSpPr/>
          <p:nvPr/>
        </p:nvSpPr>
        <p:spPr>
          <a:xfrm>
            <a:off x="8874971" y="4653218"/>
            <a:ext cx="1993805" cy="5335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 err="1">
                <a:solidFill>
                  <a:schemeClr val="tx1"/>
                </a:solidFill>
              </a:rPr>
              <a:t>t_subaccount</a:t>
            </a:r>
            <a:endParaRPr kumimoji="1"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4AA12E1-E98C-2E4F-8D00-40B3E36D579E}"/>
              </a:ext>
            </a:extLst>
          </p:cNvPr>
          <p:cNvSpPr/>
          <p:nvPr/>
        </p:nvSpPr>
        <p:spPr>
          <a:xfrm>
            <a:off x="8874972" y="5262800"/>
            <a:ext cx="1993805" cy="5335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 err="1">
                <a:solidFill>
                  <a:schemeClr val="tx1"/>
                </a:solidFill>
              </a:rPr>
              <a:t>t_account_action</a:t>
            </a:r>
            <a:endParaRPr kumimoji="1"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7E946135-465E-0F43-AC14-89F73EF96A50}"/>
              </a:ext>
            </a:extLst>
          </p:cNvPr>
          <p:cNvSpPr/>
          <p:nvPr/>
        </p:nvSpPr>
        <p:spPr>
          <a:xfrm>
            <a:off x="8874130" y="1490293"/>
            <a:ext cx="1993805" cy="5335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 err="1">
                <a:solidFill>
                  <a:schemeClr val="tx1"/>
                </a:solidFill>
              </a:rPr>
              <a:t>t_subaccount</a:t>
            </a:r>
            <a:endParaRPr kumimoji="1"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A7C4A69-2FEC-F246-B207-0EA87F0A7754}"/>
              </a:ext>
            </a:extLst>
          </p:cNvPr>
          <p:cNvSpPr/>
          <p:nvPr/>
        </p:nvSpPr>
        <p:spPr>
          <a:xfrm>
            <a:off x="8874131" y="2099875"/>
            <a:ext cx="1993805" cy="53356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 dirty="0" err="1">
                <a:solidFill>
                  <a:schemeClr val="tx1"/>
                </a:solidFill>
              </a:rPr>
              <a:t>t_account_action</a:t>
            </a:r>
            <a:endParaRPr kumimoji="1" lang="zh-CN" altLang="en-US" sz="1300" dirty="0">
              <a:solidFill>
                <a:schemeClr val="tx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ABDB5F3-9F78-EA4D-934B-1F49D3EE5C38}"/>
              </a:ext>
            </a:extLst>
          </p:cNvPr>
          <p:cNvSpPr txBox="1"/>
          <p:nvPr/>
        </p:nvSpPr>
        <p:spPr>
          <a:xfrm>
            <a:off x="9005142" y="6328711"/>
            <a:ext cx="1728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新数据库集群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C0AB0ED-C225-0C49-9A46-EF74DB792381}"/>
              </a:ext>
            </a:extLst>
          </p:cNvPr>
          <p:cNvSpPr/>
          <p:nvPr/>
        </p:nvSpPr>
        <p:spPr>
          <a:xfrm>
            <a:off x="4320051" y="763246"/>
            <a:ext cx="2989943" cy="5378124"/>
          </a:xfrm>
          <a:prstGeom prst="roundRect">
            <a:avLst/>
          </a:prstGeom>
          <a:noFill/>
          <a:ln w="254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9CB6E69C-E448-4440-BB62-A925DBBAA61D}"/>
              </a:ext>
            </a:extLst>
          </p:cNvPr>
          <p:cNvCxnSpPr>
            <a:stCxn id="13" idx="3"/>
          </p:cNvCxnSpPr>
          <p:nvPr/>
        </p:nvCxnSpPr>
        <p:spPr>
          <a:xfrm flipV="1">
            <a:off x="7082972" y="1757073"/>
            <a:ext cx="1611026" cy="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259410F5-7C4B-D943-B6ED-EE728F53BBDE}"/>
              </a:ext>
            </a:extLst>
          </p:cNvPr>
          <p:cNvCxnSpPr>
            <a:cxnSpLocks/>
          </p:cNvCxnSpPr>
          <p:nvPr/>
        </p:nvCxnSpPr>
        <p:spPr>
          <a:xfrm flipV="1">
            <a:off x="7082972" y="4919999"/>
            <a:ext cx="1611026" cy="815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F4CAC7D1-EA49-0947-A22C-6C24DB174055}"/>
              </a:ext>
            </a:extLst>
          </p:cNvPr>
          <p:cNvCxnSpPr>
            <a:stCxn id="10" idx="6"/>
            <a:endCxn id="13" idx="1"/>
          </p:cNvCxnSpPr>
          <p:nvPr/>
        </p:nvCxnSpPr>
        <p:spPr>
          <a:xfrm flipV="1">
            <a:off x="2762271" y="1757074"/>
            <a:ext cx="2027443" cy="155429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E2276699-3CC0-DC46-ADB0-3C0BBAC79B22}"/>
              </a:ext>
            </a:extLst>
          </p:cNvPr>
          <p:cNvCxnSpPr>
            <a:cxnSpLocks/>
            <a:stCxn id="10" idx="6"/>
            <a:endCxn id="17" idx="1"/>
          </p:cNvCxnSpPr>
          <p:nvPr/>
        </p:nvCxnSpPr>
        <p:spPr>
          <a:xfrm>
            <a:off x="2762271" y="3311371"/>
            <a:ext cx="2027443" cy="165299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600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11269</TotalTime>
  <Words>113</Words>
  <Application>Microsoft Macintosh PowerPoint</Application>
  <PresentationFormat>宽屏</PresentationFormat>
  <Paragraphs>33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孙念君</dc:creator>
  <cp:lastModifiedBy>孙念君</cp:lastModifiedBy>
  <cp:revision>12</cp:revision>
  <dcterms:created xsi:type="dcterms:W3CDTF">2020-07-15T09:33:25Z</dcterms:created>
  <dcterms:modified xsi:type="dcterms:W3CDTF">2020-07-23T05:22:28Z</dcterms:modified>
</cp:coreProperties>
</file>