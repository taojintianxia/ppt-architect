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87DF"/>
    <a:srgbClr val="0074FF"/>
    <a:srgbClr val="7B63FD"/>
    <a:srgbClr val="76D6FF"/>
    <a:srgbClr val="00D1DA"/>
    <a:srgbClr val="D5F98B"/>
    <a:srgbClr val="FCE55A"/>
    <a:srgbClr val="3AC358"/>
    <a:srgbClr val="41837E"/>
    <a:srgbClr val="FF55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5890"/>
  </p:normalViewPr>
  <p:slideViewPr>
    <p:cSldViewPr snapToGrid="0" snapToObjects="1">
      <p:cViewPr>
        <p:scale>
          <a:sx n="133" d="100"/>
          <a:sy n="133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1AE86C-3141-2F4A-8B45-8AA176710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64081C-0F3B-624A-AA28-AAD305471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E2C48A-91B2-3448-82E4-BC51947A1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18443-5084-5541-89D0-DE3D709B890D}" type="datetimeFigureOut">
              <a:rPr kumimoji="1" lang="zh-CN" altLang="en-US" smtClean="0"/>
              <a:t>2020/7/22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EB1DF8-0291-F04F-8D76-791609A6D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546D4D-2B6E-A844-91BE-635D3FA87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09D-B423-5247-8799-5EC85F146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70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33AE92-CA90-614E-BCA8-FE91B371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62A529-4D63-1843-AF15-42E9FE48D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ABE553-E86A-8A43-A28F-D3A77621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18443-5084-5541-89D0-DE3D709B890D}" type="datetimeFigureOut">
              <a:rPr kumimoji="1" lang="zh-CN" altLang="en-US" smtClean="0"/>
              <a:t>2020/7/22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9BB06B-CF47-0B47-8E05-9C66E4FCC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5437FF-F9CE-244B-A972-E1C2894A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09D-B423-5247-8799-5EC85F146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14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F7ADDD-20CB-BD41-8672-634AAA22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9FC6F1-43F4-9F4D-995D-2EBD11C8B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B0BC17-B216-9748-832E-664AAEB44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18443-5084-5541-89D0-DE3D709B890D}" type="datetimeFigureOut">
              <a:rPr kumimoji="1" lang="zh-CN" altLang="en-US" smtClean="0"/>
              <a:t>2020/7/22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BB7E22-ADC9-D540-B9BA-47C6EEDB0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938B5-D422-234F-B2BE-37C2AFAE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09D-B423-5247-8799-5EC85F146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28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CFC88-CB5E-4140-82F8-9CA36294A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612655-0FF7-3C40-AB9C-68054B0CA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04BF76-8A9B-EC4C-97C5-A672160BC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FA45E3-27E5-7640-A944-C6B6E8D5B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18443-5084-5541-89D0-DE3D709B890D}" type="datetimeFigureOut">
              <a:rPr kumimoji="1" lang="zh-CN" altLang="en-US" smtClean="0"/>
              <a:t>2020/7/22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DA2CC1-667E-2C41-A02D-D0B78A2D9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775BFA-54FE-5146-BB26-C13D8F13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09D-B423-5247-8799-5EC85F146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647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D1182D-5961-0C41-A23A-C0FC34CE3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A6E0C8-E050-2A40-B59C-418E1FE58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CCA7A8-5762-3C47-A112-F55EE1B06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D66A56-F58E-5749-BDEC-0E1DACE4C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09EE626-6E09-3644-8CD8-D2580FA197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863ABC-1A59-0D49-96A1-166BA3F4E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18443-5084-5541-89D0-DE3D709B890D}" type="datetimeFigureOut">
              <a:rPr kumimoji="1" lang="zh-CN" altLang="en-US" smtClean="0"/>
              <a:t>2020/7/22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C06A38-6199-4A4A-AA17-CC6E538CB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7F578A-12B7-2C4F-AEE3-2ED726E0A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09D-B423-5247-8799-5EC85F146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253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815F8F-F182-8B4C-91AB-ECB70A650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9FD521-DCBC-7F48-97CA-654034A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18443-5084-5541-89D0-DE3D709B890D}" type="datetimeFigureOut">
              <a:rPr kumimoji="1" lang="zh-CN" altLang="en-US" smtClean="0"/>
              <a:t>2020/7/22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A3084B-8B52-BF44-94F2-1410EBF3C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85DF5D-EB16-954C-B266-6A10CA87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09D-B423-5247-8799-5EC85F146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157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5F8EF9-6D2E-0E44-9B40-C46AB1FB0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18443-5084-5541-89D0-DE3D709B890D}" type="datetimeFigureOut">
              <a:rPr kumimoji="1" lang="zh-CN" altLang="en-US" smtClean="0"/>
              <a:t>2020/7/22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0989C9-28DA-0847-BC9C-E79F3C53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554CD6-F9CB-CC4D-A067-D6FE6079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09D-B423-5247-8799-5EC85F146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7927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A4B39-D33A-564C-A93E-F2C8596A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37AF96-327D-9F42-9842-EF4F5FB7E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B28AF2-7679-914A-B390-D1A105A1D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16B4E8-10EB-9848-B951-6F57A488C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18443-5084-5541-89D0-DE3D709B890D}" type="datetimeFigureOut">
              <a:rPr kumimoji="1" lang="zh-CN" altLang="en-US" smtClean="0"/>
              <a:t>2020/7/22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5EE0F4-09A1-C94F-9642-D6AE3EE8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B81617-70C0-E54D-8DB8-C61C2D6EE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09D-B423-5247-8799-5EC85F146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315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54314-07FC-434E-AC20-73D99D05D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94FE402-9C28-D943-90BB-8AC361DE7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5E4B55-2A28-6D4D-8BD1-830783D80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6F0CA2-7C17-0140-9F1B-DBEB30A97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18443-5084-5541-89D0-DE3D709B890D}" type="datetimeFigureOut">
              <a:rPr kumimoji="1" lang="zh-CN" altLang="en-US" smtClean="0"/>
              <a:t>2020/7/22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5CB2A2-A5FB-204E-807E-273CDD50E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2F8D9F-5C12-2641-B95F-6F9E032F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09D-B423-5247-8799-5EC85F146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5942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F4B27-DE9D-F841-9775-E9DEB365B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CCFE45-05F6-B042-8FA3-13AA62593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E18C5D-A054-7549-A05D-CEB55393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18443-5084-5541-89D0-DE3D709B890D}" type="datetimeFigureOut">
              <a:rPr kumimoji="1" lang="zh-CN" altLang="en-US" smtClean="0"/>
              <a:t>2020/7/22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CA3B75-F243-6244-8758-1700FC3C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E3FFA3-9E54-1949-AAB5-E40146D2A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09D-B423-5247-8799-5EC85F146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0910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507172F-5A7D-2D4D-9D2D-F7F4E393F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7ED6EA-5A32-6740-8C45-B7C21531C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8E53F7-BABC-194A-96AE-4D8EAE849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18443-5084-5541-89D0-DE3D709B890D}" type="datetimeFigureOut">
              <a:rPr kumimoji="1" lang="zh-CN" altLang="en-US" smtClean="0"/>
              <a:t>2020/7/22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B39B01-904A-C649-8F08-4AFBE69FA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B1EECC-E532-6F48-A9E9-4DC50D61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09D-B423-5247-8799-5EC85F146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7825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A3B7EC-6880-B842-ADDD-EB7F678F9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396FA1-495A-C44D-BCD8-3C0671365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FED7FA-C83B-204A-BBC8-FC505B31B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18443-5084-5541-89D0-DE3D709B890D}" type="datetimeFigureOut">
              <a:rPr kumimoji="1" lang="zh-CN" altLang="en-US" smtClean="0"/>
              <a:t>2020/7/22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36378E-7A39-214A-B17E-D7D0723D1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103881-8660-B64E-A90F-675CC241E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EC09D-B423-5247-8799-5EC85F146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701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圆角矩形 59">
            <a:extLst>
              <a:ext uri="{FF2B5EF4-FFF2-40B4-BE49-F238E27FC236}">
                <a16:creationId xmlns:a16="http://schemas.microsoft.com/office/drawing/2014/main" id="{932C9886-5CCC-9246-A14C-14ACEFE5559F}"/>
              </a:ext>
            </a:extLst>
          </p:cNvPr>
          <p:cNvSpPr/>
          <p:nvPr/>
        </p:nvSpPr>
        <p:spPr>
          <a:xfrm>
            <a:off x="837654" y="340450"/>
            <a:ext cx="3562507" cy="1058091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ACF2B692-66CB-274E-A0E2-F26B47D2C50A}"/>
              </a:ext>
            </a:extLst>
          </p:cNvPr>
          <p:cNvSpPr/>
          <p:nvPr/>
        </p:nvSpPr>
        <p:spPr>
          <a:xfrm>
            <a:off x="8718912" y="340448"/>
            <a:ext cx="2699657" cy="6327730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4E63DDBF-8D69-D844-9638-A88C2084342F}"/>
              </a:ext>
            </a:extLst>
          </p:cNvPr>
          <p:cNvSpPr/>
          <p:nvPr/>
        </p:nvSpPr>
        <p:spPr>
          <a:xfrm>
            <a:off x="837654" y="1633673"/>
            <a:ext cx="7511144" cy="2825931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848A25F1-2458-B949-9571-9BEA7F979208}"/>
              </a:ext>
            </a:extLst>
          </p:cNvPr>
          <p:cNvSpPr/>
          <p:nvPr/>
        </p:nvSpPr>
        <p:spPr>
          <a:xfrm>
            <a:off x="849530" y="4565298"/>
            <a:ext cx="7491260" cy="765889"/>
          </a:xfrm>
          <a:prstGeom prst="roundRect">
            <a:avLst/>
          </a:prstGeom>
          <a:solidFill>
            <a:srgbClr val="0074FF"/>
          </a:solidFill>
          <a:ln w="254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SEATA</a:t>
            </a:r>
            <a:r>
              <a:rPr kumimoji="1" lang="zh-CN" altLang="en-US" dirty="0"/>
              <a:t> 分布式事务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20E75998-5118-6148-BA4A-2C7BF7366D3E}"/>
              </a:ext>
            </a:extLst>
          </p:cNvPr>
          <p:cNvSpPr/>
          <p:nvPr/>
        </p:nvSpPr>
        <p:spPr>
          <a:xfrm>
            <a:off x="1514803" y="451484"/>
            <a:ext cx="2641728" cy="836022"/>
          </a:xfrm>
          <a:prstGeom prst="roundRect">
            <a:avLst/>
          </a:prstGeom>
          <a:solidFill>
            <a:srgbClr val="3AC35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NACOS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4FE96D4-39B1-5341-AE43-F9A3537CE5D9}"/>
              </a:ext>
            </a:extLst>
          </p:cNvPr>
          <p:cNvSpPr txBox="1"/>
          <p:nvPr/>
        </p:nvSpPr>
        <p:spPr>
          <a:xfrm>
            <a:off x="923707" y="393296"/>
            <a:ext cx="461665" cy="105809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CN" altLang="en-US" dirty="0"/>
              <a:t>注册中心</a:t>
            </a:r>
          </a:p>
        </p:txBody>
      </p:sp>
      <p:sp>
        <p:nvSpPr>
          <p:cNvPr id="77" name="圆角矩形 76">
            <a:extLst>
              <a:ext uri="{FF2B5EF4-FFF2-40B4-BE49-F238E27FC236}">
                <a16:creationId xmlns:a16="http://schemas.microsoft.com/office/drawing/2014/main" id="{FA981DF3-B551-9A47-A534-321C08BF5C3D}"/>
              </a:ext>
            </a:extLst>
          </p:cNvPr>
          <p:cNvSpPr/>
          <p:nvPr/>
        </p:nvSpPr>
        <p:spPr>
          <a:xfrm>
            <a:off x="9545307" y="492481"/>
            <a:ext cx="1560562" cy="1199408"/>
          </a:xfrm>
          <a:prstGeom prst="roundRect">
            <a:avLst/>
          </a:prstGeom>
          <a:solidFill>
            <a:srgbClr val="FCE5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Cloud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ACM</a:t>
            </a:r>
          </a:p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云配置</a:t>
            </a: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C1BC0739-CA69-4B4E-A427-DDC3D5515380}"/>
              </a:ext>
            </a:extLst>
          </p:cNvPr>
          <p:cNvSpPr/>
          <p:nvPr/>
        </p:nvSpPr>
        <p:spPr>
          <a:xfrm>
            <a:off x="9545307" y="2105383"/>
            <a:ext cx="1560562" cy="1199408"/>
          </a:xfrm>
          <a:prstGeom prst="roundRect">
            <a:avLst/>
          </a:prstGeom>
          <a:solidFill>
            <a:srgbClr val="FCE5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Cloud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OSS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云存储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79" name="圆角矩形 78">
            <a:extLst>
              <a:ext uri="{FF2B5EF4-FFF2-40B4-BE49-F238E27FC236}">
                <a16:creationId xmlns:a16="http://schemas.microsoft.com/office/drawing/2014/main" id="{360E8110-5894-3E40-A238-D3B76F32B3AF}"/>
              </a:ext>
            </a:extLst>
          </p:cNvPr>
          <p:cNvSpPr/>
          <p:nvPr/>
        </p:nvSpPr>
        <p:spPr>
          <a:xfrm>
            <a:off x="9545307" y="3718285"/>
            <a:ext cx="1560562" cy="1199408"/>
          </a:xfrm>
          <a:prstGeom prst="roundRect">
            <a:avLst/>
          </a:prstGeom>
          <a:solidFill>
            <a:srgbClr val="FCE5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Cloud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SMS</a:t>
            </a:r>
          </a:p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云消息</a:t>
            </a:r>
          </a:p>
        </p:txBody>
      </p:sp>
      <p:sp>
        <p:nvSpPr>
          <p:cNvPr id="80" name="圆角矩形 79">
            <a:extLst>
              <a:ext uri="{FF2B5EF4-FFF2-40B4-BE49-F238E27FC236}">
                <a16:creationId xmlns:a16="http://schemas.microsoft.com/office/drawing/2014/main" id="{EC937FD6-D43B-B64A-B771-25D6F692D743}"/>
              </a:ext>
            </a:extLst>
          </p:cNvPr>
          <p:cNvSpPr/>
          <p:nvPr/>
        </p:nvSpPr>
        <p:spPr>
          <a:xfrm>
            <a:off x="9545307" y="5331187"/>
            <a:ext cx="1560562" cy="1199408"/>
          </a:xfrm>
          <a:prstGeom prst="roundRect">
            <a:avLst/>
          </a:prstGeom>
          <a:solidFill>
            <a:srgbClr val="FCE5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Cloud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Schedule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X</a:t>
            </a:r>
          </a:p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云任务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67BB586C-C7D9-5442-A74F-3823DFEA0A8C}"/>
              </a:ext>
            </a:extLst>
          </p:cNvPr>
          <p:cNvSpPr txBox="1"/>
          <p:nvPr/>
        </p:nvSpPr>
        <p:spPr>
          <a:xfrm>
            <a:off x="8786895" y="3008970"/>
            <a:ext cx="738664" cy="176348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CN" altLang="en-US" sz="3600" dirty="0"/>
              <a:t>阿里云</a:t>
            </a:r>
          </a:p>
        </p:txBody>
      </p:sp>
      <p:sp>
        <p:nvSpPr>
          <p:cNvPr id="83" name="圆角矩形 82">
            <a:extLst>
              <a:ext uri="{FF2B5EF4-FFF2-40B4-BE49-F238E27FC236}">
                <a16:creationId xmlns:a16="http://schemas.microsoft.com/office/drawing/2014/main" id="{439F109D-21A3-DA4A-BBF6-0816F7679D0B}"/>
              </a:ext>
            </a:extLst>
          </p:cNvPr>
          <p:cNvSpPr/>
          <p:nvPr/>
        </p:nvSpPr>
        <p:spPr>
          <a:xfrm>
            <a:off x="1012418" y="1862477"/>
            <a:ext cx="3387744" cy="2368323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圆角矩形 83">
            <a:extLst>
              <a:ext uri="{FF2B5EF4-FFF2-40B4-BE49-F238E27FC236}">
                <a16:creationId xmlns:a16="http://schemas.microsoft.com/office/drawing/2014/main" id="{7030E9E1-04CC-6147-8ECA-74D4254A9AFF}"/>
              </a:ext>
            </a:extLst>
          </p:cNvPr>
          <p:cNvSpPr/>
          <p:nvPr/>
        </p:nvSpPr>
        <p:spPr>
          <a:xfrm>
            <a:off x="4768552" y="1862476"/>
            <a:ext cx="3387744" cy="2368323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圆角矩形 85">
            <a:extLst>
              <a:ext uri="{FF2B5EF4-FFF2-40B4-BE49-F238E27FC236}">
                <a16:creationId xmlns:a16="http://schemas.microsoft.com/office/drawing/2014/main" id="{C9275FD0-5490-304A-8E42-D94946381FB3}"/>
              </a:ext>
            </a:extLst>
          </p:cNvPr>
          <p:cNvSpPr/>
          <p:nvPr/>
        </p:nvSpPr>
        <p:spPr>
          <a:xfrm>
            <a:off x="1249614" y="1968171"/>
            <a:ext cx="2913351" cy="1078468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圆角矩形 88">
            <a:extLst>
              <a:ext uri="{FF2B5EF4-FFF2-40B4-BE49-F238E27FC236}">
                <a16:creationId xmlns:a16="http://schemas.microsoft.com/office/drawing/2014/main" id="{3994AD75-1239-CD44-8133-616D403796EE}"/>
              </a:ext>
            </a:extLst>
          </p:cNvPr>
          <p:cNvSpPr/>
          <p:nvPr/>
        </p:nvSpPr>
        <p:spPr>
          <a:xfrm>
            <a:off x="1236744" y="3122478"/>
            <a:ext cx="2926221" cy="461598"/>
          </a:xfrm>
          <a:prstGeom prst="roundRect">
            <a:avLst/>
          </a:prstGeom>
          <a:solidFill>
            <a:srgbClr val="00D1DA"/>
          </a:solidFill>
          <a:ln w="254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Sentinel</a:t>
            </a:r>
            <a:r>
              <a:rPr kumimoji="1" lang="zh-CN" altLang="en-US" dirty="0">
                <a:solidFill>
                  <a:schemeClr val="tx1"/>
                </a:solidFill>
              </a:rPr>
              <a:t> 熔断器</a:t>
            </a:r>
          </a:p>
        </p:txBody>
      </p:sp>
      <p:sp>
        <p:nvSpPr>
          <p:cNvPr id="90" name="圆角矩形 89">
            <a:extLst>
              <a:ext uri="{FF2B5EF4-FFF2-40B4-BE49-F238E27FC236}">
                <a16:creationId xmlns:a16="http://schemas.microsoft.com/office/drawing/2014/main" id="{94D4B30F-B3B3-744C-B7E2-A0C093C5F183}"/>
              </a:ext>
            </a:extLst>
          </p:cNvPr>
          <p:cNvSpPr/>
          <p:nvPr/>
        </p:nvSpPr>
        <p:spPr>
          <a:xfrm>
            <a:off x="1230310" y="3659915"/>
            <a:ext cx="2926221" cy="461598"/>
          </a:xfrm>
          <a:prstGeom prst="roundRect">
            <a:avLst/>
          </a:prstGeom>
          <a:solidFill>
            <a:srgbClr val="76D6FF"/>
          </a:solidFill>
          <a:ln w="254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Dubbo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RPC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1" name="圆角矩形 90">
            <a:extLst>
              <a:ext uri="{FF2B5EF4-FFF2-40B4-BE49-F238E27FC236}">
                <a16:creationId xmlns:a16="http://schemas.microsoft.com/office/drawing/2014/main" id="{05681DDC-725D-9B44-91D3-E1FAAFEE0F6B}"/>
              </a:ext>
            </a:extLst>
          </p:cNvPr>
          <p:cNvSpPr/>
          <p:nvPr/>
        </p:nvSpPr>
        <p:spPr>
          <a:xfrm>
            <a:off x="5015696" y="1968171"/>
            <a:ext cx="2913351" cy="1078468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B27B3369-0268-C140-A78E-DA92BE268819}"/>
              </a:ext>
            </a:extLst>
          </p:cNvPr>
          <p:cNvSpPr/>
          <p:nvPr/>
        </p:nvSpPr>
        <p:spPr>
          <a:xfrm>
            <a:off x="5002826" y="3122478"/>
            <a:ext cx="2926221" cy="461598"/>
          </a:xfrm>
          <a:prstGeom prst="roundRect">
            <a:avLst/>
          </a:prstGeom>
          <a:solidFill>
            <a:srgbClr val="00D1DA"/>
          </a:solidFill>
          <a:ln w="254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Sentinel</a:t>
            </a:r>
            <a:r>
              <a:rPr kumimoji="1" lang="zh-CN" altLang="en-US" dirty="0">
                <a:solidFill>
                  <a:schemeClr val="tx1"/>
                </a:solidFill>
              </a:rPr>
              <a:t> 熔断器</a:t>
            </a:r>
          </a:p>
        </p:txBody>
      </p:sp>
      <p:sp>
        <p:nvSpPr>
          <p:cNvPr id="93" name="圆角矩形 92">
            <a:extLst>
              <a:ext uri="{FF2B5EF4-FFF2-40B4-BE49-F238E27FC236}">
                <a16:creationId xmlns:a16="http://schemas.microsoft.com/office/drawing/2014/main" id="{40E3EC01-1D68-874F-97EC-31A44461817A}"/>
              </a:ext>
            </a:extLst>
          </p:cNvPr>
          <p:cNvSpPr/>
          <p:nvPr/>
        </p:nvSpPr>
        <p:spPr>
          <a:xfrm>
            <a:off x="4996392" y="3659915"/>
            <a:ext cx="2926221" cy="461598"/>
          </a:xfrm>
          <a:prstGeom prst="roundRect">
            <a:avLst/>
          </a:prstGeom>
          <a:solidFill>
            <a:srgbClr val="76D6FF"/>
          </a:solidFill>
          <a:ln w="254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Dubbo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RPC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4" name="圆角矩形 93">
            <a:extLst>
              <a:ext uri="{FF2B5EF4-FFF2-40B4-BE49-F238E27FC236}">
                <a16:creationId xmlns:a16="http://schemas.microsoft.com/office/drawing/2014/main" id="{BD31BB68-4A4F-3D4F-AD02-B3016C2694E5}"/>
              </a:ext>
            </a:extLst>
          </p:cNvPr>
          <p:cNvSpPr/>
          <p:nvPr/>
        </p:nvSpPr>
        <p:spPr>
          <a:xfrm>
            <a:off x="1385373" y="2041525"/>
            <a:ext cx="818078" cy="937709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Service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tx1"/>
                </a:solidFill>
              </a:rPr>
              <a:t>A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ADDDB7FF-11F4-2A4E-89C8-5A16FBAF5680}"/>
              </a:ext>
            </a:extLst>
          </p:cNvPr>
          <p:cNvSpPr/>
          <p:nvPr/>
        </p:nvSpPr>
        <p:spPr>
          <a:xfrm>
            <a:off x="3207990" y="2045359"/>
            <a:ext cx="818078" cy="937709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Service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tx1"/>
                </a:solidFill>
              </a:rPr>
              <a:t>A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99" name="圆角矩形 98">
            <a:extLst>
              <a:ext uri="{FF2B5EF4-FFF2-40B4-BE49-F238E27FC236}">
                <a16:creationId xmlns:a16="http://schemas.microsoft.com/office/drawing/2014/main" id="{EDDAAECF-BD06-9543-9590-CC1C24F53190}"/>
              </a:ext>
            </a:extLst>
          </p:cNvPr>
          <p:cNvSpPr/>
          <p:nvPr/>
        </p:nvSpPr>
        <p:spPr>
          <a:xfrm>
            <a:off x="2296682" y="2041525"/>
            <a:ext cx="818078" cy="937709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Service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tx1"/>
                </a:solidFill>
              </a:rPr>
              <a:t>A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0" name="圆角矩形 99">
            <a:extLst>
              <a:ext uri="{FF2B5EF4-FFF2-40B4-BE49-F238E27FC236}">
                <a16:creationId xmlns:a16="http://schemas.microsoft.com/office/drawing/2014/main" id="{1E0EF228-CC81-3446-BE56-E6A2D0E9F45B}"/>
              </a:ext>
            </a:extLst>
          </p:cNvPr>
          <p:cNvSpPr/>
          <p:nvPr/>
        </p:nvSpPr>
        <p:spPr>
          <a:xfrm>
            <a:off x="5154513" y="2037691"/>
            <a:ext cx="818078" cy="937709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Service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tx1"/>
                </a:solidFill>
              </a:rPr>
              <a:t>B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1" name="圆角矩形 100">
            <a:extLst>
              <a:ext uri="{FF2B5EF4-FFF2-40B4-BE49-F238E27FC236}">
                <a16:creationId xmlns:a16="http://schemas.microsoft.com/office/drawing/2014/main" id="{53CA3BE2-EA3A-B34F-A6B1-677162C1B99B}"/>
              </a:ext>
            </a:extLst>
          </p:cNvPr>
          <p:cNvSpPr/>
          <p:nvPr/>
        </p:nvSpPr>
        <p:spPr>
          <a:xfrm>
            <a:off x="6977130" y="2041525"/>
            <a:ext cx="818078" cy="937709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Service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tx1"/>
                </a:solidFill>
              </a:rPr>
              <a:t>B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52A191EF-8B73-A04E-BBA3-0DE733C59222}"/>
              </a:ext>
            </a:extLst>
          </p:cNvPr>
          <p:cNvSpPr/>
          <p:nvPr/>
        </p:nvSpPr>
        <p:spPr>
          <a:xfrm>
            <a:off x="6065822" y="2037691"/>
            <a:ext cx="818078" cy="937709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Service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tx1"/>
                </a:solidFill>
              </a:rPr>
              <a:t>B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D16510BF-36D1-2246-A624-444E2689B48B}"/>
              </a:ext>
            </a:extLst>
          </p:cNvPr>
          <p:cNvSpPr/>
          <p:nvPr/>
        </p:nvSpPr>
        <p:spPr>
          <a:xfrm>
            <a:off x="4778283" y="323676"/>
            <a:ext cx="3562507" cy="1058091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圆角矩形 108">
            <a:extLst>
              <a:ext uri="{FF2B5EF4-FFF2-40B4-BE49-F238E27FC236}">
                <a16:creationId xmlns:a16="http://schemas.microsoft.com/office/drawing/2014/main" id="{47CD6AA5-E349-FA4B-939E-95FCBA00B775}"/>
              </a:ext>
            </a:extLst>
          </p:cNvPr>
          <p:cNvSpPr/>
          <p:nvPr/>
        </p:nvSpPr>
        <p:spPr>
          <a:xfrm>
            <a:off x="5455432" y="434710"/>
            <a:ext cx="2641728" cy="836022"/>
          </a:xfrm>
          <a:prstGeom prst="roundRect">
            <a:avLst/>
          </a:prstGeom>
          <a:solidFill>
            <a:srgbClr val="3AC35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NACOS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29C1451-9A6D-ED4C-9CA6-517A6F8B4598}"/>
              </a:ext>
            </a:extLst>
          </p:cNvPr>
          <p:cNvSpPr txBox="1"/>
          <p:nvPr/>
        </p:nvSpPr>
        <p:spPr>
          <a:xfrm>
            <a:off x="4840110" y="389965"/>
            <a:ext cx="461665" cy="105809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CN" altLang="en-US" dirty="0"/>
              <a:t>配置中心</a:t>
            </a:r>
          </a:p>
        </p:txBody>
      </p:sp>
      <p:sp>
        <p:nvSpPr>
          <p:cNvPr id="111" name="圆角矩形 110">
            <a:extLst>
              <a:ext uri="{FF2B5EF4-FFF2-40B4-BE49-F238E27FC236}">
                <a16:creationId xmlns:a16="http://schemas.microsoft.com/office/drawing/2014/main" id="{B0F0A6C3-4BD1-9245-9046-D023E2F7B5A8}"/>
              </a:ext>
            </a:extLst>
          </p:cNvPr>
          <p:cNvSpPr/>
          <p:nvPr/>
        </p:nvSpPr>
        <p:spPr>
          <a:xfrm>
            <a:off x="849530" y="5436882"/>
            <a:ext cx="7511144" cy="1231296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2" name="罐形 111">
            <a:extLst>
              <a:ext uri="{FF2B5EF4-FFF2-40B4-BE49-F238E27FC236}">
                <a16:creationId xmlns:a16="http://schemas.microsoft.com/office/drawing/2014/main" id="{018CB3AB-3FAD-F741-8F38-E8812DB58A06}"/>
              </a:ext>
            </a:extLst>
          </p:cNvPr>
          <p:cNvSpPr/>
          <p:nvPr/>
        </p:nvSpPr>
        <p:spPr>
          <a:xfrm>
            <a:off x="1867401" y="5574465"/>
            <a:ext cx="2014210" cy="917298"/>
          </a:xfrm>
          <a:prstGeom prst="can">
            <a:avLst/>
          </a:prstGeom>
          <a:solidFill>
            <a:srgbClr val="A487D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MySQL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3" name="罐形 112">
            <a:extLst>
              <a:ext uri="{FF2B5EF4-FFF2-40B4-BE49-F238E27FC236}">
                <a16:creationId xmlns:a16="http://schemas.microsoft.com/office/drawing/2014/main" id="{71D8CCA3-75EC-F04B-AC53-2CDE9F9C4E37}"/>
              </a:ext>
            </a:extLst>
          </p:cNvPr>
          <p:cNvSpPr/>
          <p:nvPr/>
        </p:nvSpPr>
        <p:spPr>
          <a:xfrm>
            <a:off x="5184822" y="5593881"/>
            <a:ext cx="2014210" cy="917298"/>
          </a:xfrm>
          <a:prstGeom prst="can">
            <a:avLst/>
          </a:prstGeom>
          <a:solidFill>
            <a:srgbClr val="A487D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Rocket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MQ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971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E815507C-7B14-5D45-B023-0D30BD38ACB3}"/>
              </a:ext>
            </a:extLst>
          </p:cNvPr>
          <p:cNvSpPr/>
          <p:nvPr/>
        </p:nvSpPr>
        <p:spPr>
          <a:xfrm>
            <a:off x="3445727" y="390293"/>
            <a:ext cx="5330283" cy="1505415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257823E-73F7-1843-8A76-EB0C1AD3ACA9}"/>
              </a:ext>
            </a:extLst>
          </p:cNvPr>
          <p:cNvSpPr/>
          <p:nvPr/>
        </p:nvSpPr>
        <p:spPr>
          <a:xfrm>
            <a:off x="721112" y="390293"/>
            <a:ext cx="2345473" cy="4471639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A19643B-AD73-0D4E-B282-7813EEA010F9}"/>
              </a:ext>
            </a:extLst>
          </p:cNvPr>
          <p:cNvSpPr/>
          <p:nvPr/>
        </p:nvSpPr>
        <p:spPr>
          <a:xfrm>
            <a:off x="9155152" y="390292"/>
            <a:ext cx="2345473" cy="4471639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C85F412-8C92-0047-A0D5-C53F210D2FE5}"/>
              </a:ext>
            </a:extLst>
          </p:cNvPr>
          <p:cNvSpPr/>
          <p:nvPr/>
        </p:nvSpPr>
        <p:spPr>
          <a:xfrm>
            <a:off x="721112" y="5114575"/>
            <a:ext cx="10779513" cy="1341982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D765085-61A0-164F-8785-AAA30245988D}"/>
              </a:ext>
            </a:extLst>
          </p:cNvPr>
          <p:cNvSpPr/>
          <p:nvPr/>
        </p:nvSpPr>
        <p:spPr>
          <a:xfrm>
            <a:off x="3914775" y="628650"/>
            <a:ext cx="1328737" cy="1028700"/>
          </a:xfrm>
          <a:prstGeom prst="roundRect">
            <a:avLst/>
          </a:prstGeom>
          <a:solidFill>
            <a:srgbClr val="41837E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Zuul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服务网关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76C54B9E-2527-2241-B5FB-9598477339FE}"/>
              </a:ext>
            </a:extLst>
          </p:cNvPr>
          <p:cNvSpPr/>
          <p:nvPr/>
        </p:nvSpPr>
        <p:spPr>
          <a:xfrm>
            <a:off x="5500688" y="642937"/>
            <a:ext cx="1328737" cy="1028700"/>
          </a:xfrm>
          <a:prstGeom prst="roundRect">
            <a:avLst/>
          </a:prstGeom>
          <a:solidFill>
            <a:srgbClr val="41837E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Zuul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服务网关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4BBEC1C-EA87-DE4D-9C1D-6235F1FDBC72}"/>
              </a:ext>
            </a:extLst>
          </p:cNvPr>
          <p:cNvSpPr/>
          <p:nvPr/>
        </p:nvSpPr>
        <p:spPr>
          <a:xfrm>
            <a:off x="7083862" y="628650"/>
            <a:ext cx="1328737" cy="1028700"/>
          </a:xfrm>
          <a:prstGeom prst="roundRect">
            <a:avLst/>
          </a:prstGeom>
          <a:solidFill>
            <a:srgbClr val="41837E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Zuul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服务网关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41ED069-4FCB-A94B-80E1-15FAC23E1A15}"/>
              </a:ext>
            </a:extLst>
          </p:cNvPr>
          <p:cNvSpPr txBox="1"/>
          <p:nvPr/>
        </p:nvSpPr>
        <p:spPr>
          <a:xfrm>
            <a:off x="1193760" y="628650"/>
            <a:ext cx="140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监控 </a:t>
            </a:r>
            <a:r>
              <a:rPr kumimoji="1" lang="en-US" altLang="zh-CN" dirty="0"/>
              <a:t>/</a:t>
            </a:r>
            <a:r>
              <a:rPr kumimoji="1" lang="zh-CN" altLang="en-US" dirty="0"/>
              <a:t> 熔断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0599BF39-89C6-9E47-AEB0-06BEDBE29606}"/>
              </a:ext>
            </a:extLst>
          </p:cNvPr>
          <p:cNvSpPr/>
          <p:nvPr/>
        </p:nvSpPr>
        <p:spPr>
          <a:xfrm>
            <a:off x="1062502" y="997982"/>
            <a:ext cx="1771650" cy="1071563"/>
          </a:xfrm>
          <a:prstGeom prst="roundRect">
            <a:avLst/>
          </a:prstGeom>
          <a:solidFill>
            <a:srgbClr val="3AC35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Sleuth</a:t>
            </a:r>
          </a:p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链路跟踪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80EFFF2-A978-E142-BB92-3314A24649A4}"/>
              </a:ext>
            </a:extLst>
          </p:cNvPr>
          <p:cNvSpPr/>
          <p:nvPr/>
        </p:nvSpPr>
        <p:spPr>
          <a:xfrm>
            <a:off x="1062502" y="2286819"/>
            <a:ext cx="1771650" cy="1071563"/>
          </a:xfrm>
          <a:prstGeom prst="roundRect">
            <a:avLst/>
          </a:prstGeom>
          <a:solidFill>
            <a:srgbClr val="3AC35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Turbine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集群监控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D734ADAF-0873-984E-AF3C-236FDBC459E7}"/>
              </a:ext>
            </a:extLst>
          </p:cNvPr>
          <p:cNvSpPr/>
          <p:nvPr/>
        </p:nvSpPr>
        <p:spPr>
          <a:xfrm>
            <a:off x="1062502" y="3575655"/>
            <a:ext cx="1771650" cy="1071563"/>
          </a:xfrm>
          <a:prstGeom prst="roundRect">
            <a:avLst/>
          </a:prstGeom>
          <a:solidFill>
            <a:srgbClr val="3AC35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Hystrix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熔断器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9DD8FB-3F67-A942-A8EF-0FAAAFF65588}"/>
              </a:ext>
            </a:extLst>
          </p:cNvPr>
          <p:cNvSpPr txBox="1"/>
          <p:nvPr/>
        </p:nvSpPr>
        <p:spPr>
          <a:xfrm>
            <a:off x="9604915" y="628650"/>
            <a:ext cx="140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治理 </a:t>
            </a:r>
            <a:r>
              <a:rPr kumimoji="1" lang="en-US" altLang="zh-CN" dirty="0"/>
              <a:t>/</a:t>
            </a:r>
            <a:r>
              <a:rPr kumimoji="1" lang="zh-CN" altLang="en-US" dirty="0"/>
              <a:t> 配置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45DACD3E-C0E2-0B49-B7E0-D633EF4ED8CA}"/>
              </a:ext>
            </a:extLst>
          </p:cNvPr>
          <p:cNvSpPr/>
          <p:nvPr/>
        </p:nvSpPr>
        <p:spPr>
          <a:xfrm>
            <a:off x="9473657" y="997982"/>
            <a:ext cx="1771650" cy="1071563"/>
          </a:xfrm>
          <a:prstGeom prst="roundRect">
            <a:avLst/>
          </a:prstGeom>
          <a:solidFill>
            <a:srgbClr val="3AC35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Consul</a:t>
            </a:r>
          </a:p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服务治理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3BFC5E13-6082-D44A-A148-60907F75634F}"/>
              </a:ext>
            </a:extLst>
          </p:cNvPr>
          <p:cNvSpPr/>
          <p:nvPr/>
        </p:nvSpPr>
        <p:spPr>
          <a:xfrm>
            <a:off x="9473657" y="2286819"/>
            <a:ext cx="1771650" cy="1071563"/>
          </a:xfrm>
          <a:prstGeom prst="roundRect">
            <a:avLst/>
          </a:prstGeom>
          <a:solidFill>
            <a:srgbClr val="3AC35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Eureca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服务治理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1601993-BE5D-0348-B30B-DC362902493E}"/>
              </a:ext>
            </a:extLst>
          </p:cNvPr>
          <p:cNvSpPr/>
          <p:nvPr/>
        </p:nvSpPr>
        <p:spPr>
          <a:xfrm>
            <a:off x="9473657" y="3575655"/>
            <a:ext cx="1771650" cy="1071563"/>
          </a:xfrm>
          <a:prstGeom prst="roundRect">
            <a:avLst/>
          </a:prstGeom>
          <a:solidFill>
            <a:srgbClr val="3AC35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Config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配置中心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FE071AF-A20E-E84D-B542-988E454D90EE}"/>
              </a:ext>
            </a:extLst>
          </p:cNvPr>
          <p:cNvSpPr/>
          <p:nvPr/>
        </p:nvSpPr>
        <p:spPr>
          <a:xfrm>
            <a:off x="3445726" y="2070240"/>
            <a:ext cx="5330283" cy="1505415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3153797A-44C1-874A-A705-814F41EAD240}"/>
              </a:ext>
            </a:extLst>
          </p:cNvPr>
          <p:cNvSpPr/>
          <p:nvPr/>
        </p:nvSpPr>
        <p:spPr>
          <a:xfrm>
            <a:off x="3445727" y="3750187"/>
            <a:ext cx="5330281" cy="1111744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A5619455-3CC6-0241-93FC-4D78D8DC66C2}"/>
              </a:ext>
            </a:extLst>
          </p:cNvPr>
          <p:cNvSpPr/>
          <p:nvPr/>
        </p:nvSpPr>
        <p:spPr>
          <a:xfrm>
            <a:off x="3721499" y="2347884"/>
            <a:ext cx="1199213" cy="760305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F635D99F-73E1-2D4D-AD6F-9DEFEBF73381}"/>
              </a:ext>
            </a:extLst>
          </p:cNvPr>
          <p:cNvSpPr/>
          <p:nvPr/>
        </p:nvSpPr>
        <p:spPr>
          <a:xfrm>
            <a:off x="3873899" y="2500284"/>
            <a:ext cx="1199213" cy="760305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FCB3FFC2-EDE0-6548-8ECB-188D3546961C}"/>
              </a:ext>
            </a:extLst>
          </p:cNvPr>
          <p:cNvSpPr/>
          <p:nvPr/>
        </p:nvSpPr>
        <p:spPr>
          <a:xfrm>
            <a:off x="4026299" y="2652684"/>
            <a:ext cx="1199213" cy="760305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Service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Cluster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106FD769-ECCF-7046-9AA2-536DC573B9A4}"/>
              </a:ext>
            </a:extLst>
          </p:cNvPr>
          <p:cNvSpPr/>
          <p:nvPr/>
        </p:nvSpPr>
        <p:spPr>
          <a:xfrm>
            <a:off x="5416012" y="2354342"/>
            <a:ext cx="1199213" cy="760305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981EC31B-4A46-ED45-A790-3496DC755F44}"/>
              </a:ext>
            </a:extLst>
          </p:cNvPr>
          <p:cNvSpPr/>
          <p:nvPr/>
        </p:nvSpPr>
        <p:spPr>
          <a:xfrm>
            <a:off x="5568412" y="2506742"/>
            <a:ext cx="1199213" cy="760305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54E77352-A6D2-0D4A-899F-816A82C96E3B}"/>
              </a:ext>
            </a:extLst>
          </p:cNvPr>
          <p:cNvSpPr/>
          <p:nvPr/>
        </p:nvSpPr>
        <p:spPr>
          <a:xfrm>
            <a:off x="5720812" y="2659142"/>
            <a:ext cx="1199213" cy="760305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Service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B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Cluster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E7FE456A-6633-1C40-B5E4-F14A1E538EDA}"/>
              </a:ext>
            </a:extLst>
          </p:cNvPr>
          <p:cNvSpPr/>
          <p:nvPr/>
        </p:nvSpPr>
        <p:spPr>
          <a:xfrm>
            <a:off x="6996225" y="2347884"/>
            <a:ext cx="1199213" cy="760305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59FAE6F3-0436-0242-82A1-328ED9A43DA0}"/>
              </a:ext>
            </a:extLst>
          </p:cNvPr>
          <p:cNvSpPr/>
          <p:nvPr/>
        </p:nvSpPr>
        <p:spPr>
          <a:xfrm>
            <a:off x="7148625" y="2500284"/>
            <a:ext cx="1199213" cy="760305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819CEF6E-5F4B-6B44-B9AC-E3B3E048EE39}"/>
              </a:ext>
            </a:extLst>
          </p:cNvPr>
          <p:cNvSpPr/>
          <p:nvPr/>
        </p:nvSpPr>
        <p:spPr>
          <a:xfrm>
            <a:off x="7301025" y="2652684"/>
            <a:ext cx="1199213" cy="760305"/>
          </a:xfrm>
          <a:prstGeom prst="roundRect">
            <a:avLst/>
          </a:prstGeom>
          <a:solidFill>
            <a:srgbClr val="D5F9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Service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C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Cluster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DEF88FEB-152E-7B42-9515-114244EDB7D1}"/>
              </a:ext>
            </a:extLst>
          </p:cNvPr>
          <p:cNvSpPr/>
          <p:nvPr/>
        </p:nvSpPr>
        <p:spPr>
          <a:xfrm>
            <a:off x="3636619" y="4037922"/>
            <a:ext cx="1045374" cy="614597"/>
          </a:xfrm>
          <a:prstGeom prst="roundRect">
            <a:avLst/>
          </a:prstGeom>
          <a:solidFill>
            <a:srgbClr val="FF55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Bus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B890E051-F6DC-AF41-9E51-6E76B068733A}"/>
              </a:ext>
            </a:extLst>
          </p:cNvPr>
          <p:cNvSpPr/>
          <p:nvPr/>
        </p:nvSpPr>
        <p:spPr>
          <a:xfrm>
            <a:off x="4938901" y="4053474"/>
            <a:ext cx="1045374" cy="614597"/>
          </a:xfrm>
          <a:prstGeom prst="roundRect">
            <a:avLst/>
          </a:prstGeom>
          <a:solidFill>
            <a:srgbClr val="FF55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Task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8749BC35-32F2-7B41-90E6-ED94993FC714}"/>
              </a:ext>
            </a:extLst>
          </p:cNvPr>
          <p:cNvSpPr/>
          <p:nvPr/>
        </p:nvSpPr>
        <p:spPr>
          <a:xfrm>
            <a:off x="6241183" y="4053474"/>
            <a:ext cx="1045374" cy="614597"/>
          </a:xfrm>
          <a:prstGeom prst="roundRect">
            <a:avLst/>
          </a:prstGeom>
          <a:solidFill>
            <a:srgbClr val="FF55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Data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tx1"/>
                </a:solidFill>
              </a:rPr>
              <a:t>Flow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C5CB8BFF-E451-5047-9543-DD065722B477}"/>
              </a:ext>
            </a:extLst>
          </p:cNvPr>
          <p:cNvSpPr/>
          <p:nvPr/>
        </p:nvSpPr>
        <p:spPr>
          <a:xfrm>
            <a:off x="7543464" y="4052041"/>
            <a:ext cx="1045374" cy="614597"/>
          </a:xfrm>
          <a:prstGeom prst="roundRect">
            <a:avLst/>
          </a:prstGeom>
          <a:solidFill>
            <a:srgbClr val="FF55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Stream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罐形 40">
            <a:extLst>
              <a:ext uri="{FF2B5EF4-FFF2-40B4-BE49-F238E27FC236}">
                <a16:creationId xmlns:a16="http://schemas.microsoft.com/office/drawing/2014/main" id="{ED1A4BB4-353A-1C43-8A03-30974E625BA8}"/>
              </a:ext>
            </a:extLst>
          </p:cNvPr>
          <p:cNvSpPr/>
          <p:nvPr/>
        </p:nvSpPr>
        <p:spPr>
          <a:xfrm>
            <a:off x="1193760" y="5317214"/>
            <a:ext cx="1398901" cy="936703"/>
          </a:xfrm>
          <a:prstGeom prst="can">
            <a:avLst/>
          </a:prstGeom>
          <a:solidFill>
            <a:srgbClr val="A487D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HDFS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6" name="罐形 55">
            <a:extLst>
              <a:ext uri="{FF2B5EF4-FFF2-40B4-BE49-F238E27FC236}">
                <a16:creationId xmlns:a16="http://schemas.microsoft.com/office/drawing/2014/main" id="{047A73E9-F063-0343-86A8-E4603D215AF2}"/>
              </a:ext>
            </a:extLst>
          </p:cNvPr>
          <p:cNvSpPr/>
          <p:nvPr/>
        </p:nvSpPr>
        <p:spPr>
          <a:xfrm>
            <a:off x="3310328" y="5317214"/>
            <a:ext cx="1398901" cy="936703"/>
          </a:xfrm>
          <a:prstGeom prst="can">
            <a:avLst/>
          </a:prstGeom>
          <a:solidFill>
            <a:srgbClr val="A487D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MySQL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7" name="罐形 56">
            <a:extLst>
              <a:ext uri="{FF2B5EF4-FFF2-40B4-BE49-F238E27FC236}">
                <a16:creationId xmlns:a16="http://schemas.microsoft.com/office/drawing/2014/main" id="{0C48B080-2F00-CE41-9349-E68145929714}"/>
              </a:ext>
            </a:extLst>
          </p:cNvPr>
          <p:cNvSpPr/>
          <p:nvPr/>
        </p:nvSpPr>
        <p:spPr>
          <a:xfrm>
            <a:off x="5426896" y="5317214"/>
            <a:ext cx="1398901" cy="936703"/>
          </a:xfrm>
          <a:prstGeom prst="can">
            <a:avLst/>
          </a:prstGeom>
          <a:solidFill>
            <a:srgbClr val="A487D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Redis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8" name="罐形 57">
            <a:extLst>
              <a:ext uri="{FF2B5EF4-FFF2-40B4-BE49-F238E27FC236}">
                <a16:creationId xmlns:a16="http://schemas.microsoft.com/office/drawing/2014/main" id="{560B8BEE-1D36-2047-9694-C3C35CF1B0BF}"/>
              </a:ext>
            </a:extLst>
          </p:cNvPr>
          <p:cNvSpPr/>
          <p:nvPr/>
        </p:nvSpPr>
        <p:spPr>
          <a:xfrm>
            <a:off x="7543464" y="5317214"/>
            <a:ext cx="1398901" cy="936703"/>
          </a:xfrm>
          <a:prstGeom prst="can">
            <a:avLst/>
          </a:prstGeom>
          <a:solidFill>
            <a:srgbClr val="A487D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MQ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9" name="罐形 58">
            <a:extLst>
              <a:ext uri="{FF2B5EF4-FFF2-40B4-BE49-F238E27FC236}">
                <a16:creationId xmlns:a16="http://schemas.microsoft.com/office/drawing/2014/main" id="{9A8A2A86-8013-3548-BD2A-2CF07A719A93}"/>
              </a:ext>
            </a:extLst>
          </p:cNvPr>
          <p:cNvSpPr/>
          <p:nvPr/>
        </p:nvSpPr>
        <p:spPr>
          <a:xfrm>
            <a:off x="9660031" y="5317214"/>
            <a:ext cx="1398901" cy="936703"/>
          </a:xfrm>
          <a:prstGeom prst="can">
            <a:avLst/>
          </a:prstGeom>
          <a:solidFill>
            <a:srgbClr val="A487D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Git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029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116</Words>
  <Application>Microsoft Macintosh PowerPoint</Application>
  <PresentationFormat>宽屏</PresentationFormat>
  <Paragraphs>61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孙念君</dc:creator>
  <cp:lastModifiedBy>孙念君</cp:lastModifiedBy>
  <cp:revision>26</cp:revision>
  <dcterms:created xsi:type="dcterms:W3CDTF">2020-07-22T02:00:20Z</dcterms:created>
  <dcterms:modified xsi:type="dcterms:W3CDTF">2020-07-22T07:49:58Z</dcterms:modified>
</cp:coreProperties>
</file>