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DD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890"/>
  </p:normalViewPr>
  <p:slideViewPr>
    <p:cSldViewPr snapToGrid="0" snapToObjects="1">
      <p:cViewPr>
        <p:scale>
          <a:sx n="97" d="100"/>
          <a:sy n="97" d="100"/>
        </p:scale>
        <p:origin x="14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213520-D63F-EE4B-9A83-5D819769D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82C7BC-B60A-6045-BE86-5F52B28E6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120472-4883-C043-AA87-3DE2BDDB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7A0B-72D9-5D4C-A639-58F2F7FE2AAF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9B79D5-D996-6043-BED4-A112EB380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ED8093-4BC0-CE44-B118-D1591EE1E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8BAB7-B44D-084A-A648-FD334AF28B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595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550717-FC91-114A-AE66-81C36544E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F224F7-F6BD-B94E-AC76-09697B726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156095-E219-A247-BCB6-4E4B0344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7A0B-72D9-5D4C-A639-58F2F7FE2AAF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979CE1-41B3-BE4E-9526-727D848E8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4AC7C6-2989-624C-9FF6-8D5A1442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8BAB7-B44D-084A-A648-FD334AF28B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3431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0DF11-03E1-FE43-8A76-8AD611220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D9BA16-ED82-B743-8D18-A5C6B84D7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A2FFE5-35D5-0C46-B667-97767E844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7A0B-72D9-5D4C-A639-58F2F7FE2AAF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CB6782-BACB-B242-B77D-9C93C48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129E97-C463-EF4B-9D7E-EB33DE61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8BAB7-B44D-084A-A648-FD334AF28B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714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1B414-ED90-8841-9AB1-46591DD21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1AA2B3-E4D1-6D4D-A03F-09977176B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122A59-4A6E-4344-B89E-4E0C9F47C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DF937F-BAC8-5D4A-B6B3-948AE470E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7A0B-72D9-5D4C-A639-58F2F7FE2AAF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E595AA-26BE-924D-92EF-E5529E091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49C35E-82A3-4A42-9BF1-E350DE80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8BAB7-B44D-084A-A648-FD334AF28B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799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C72A4-30EC-6249-9968-0B421D76F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6F3410-BC80-5E4C-9D9A-3A6BD30E9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B2345A-C75B-DB43-968E-0B562CE78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DB6C52-6798-3545-BC4A-8D988BB9AA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C93991-2238-1D46-87C4-17CA46A7A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31E613-FBB3-6C44-82EC-8317D55F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7A0B-72D9-5D4C-A639-58F2F7FE2AAF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EBF948-104D-F04F-AAE6-EEA40BED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9F1191-FE85-A847-B954-6F605369C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8BAB7-B44D-084A-A648-FD334AF28B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0780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93F934-DCF3-9749-9CE9-DBF3B5E25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A16DA06-407A-0443-BFC2-B55CE9755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7A0B-72D9-5D4C-A639-58F2F7FE2AAF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B792182-12B4-3541-9884-20260A4E5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0D9748-AE2A-9640-A7AE-ED34385F5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8BAB7-B44D-084A-A648-FD334AF28B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332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05D727-2EE2-2E4E-9443-77106F5AF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7A0B-72D9-5D4C-A639-58F2F7FE2AAF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49B519-B132-2741-A728-103D6A4C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568EF2-EB92-F34A-A929-34BEEF7F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8BAB7-B44D-084A-A648-FD334AF28B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033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05F2BA-B882-A046-9465-E974E506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F535A5-770F-C744-BDC6-50EBC1DB2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1EB0F6-011F-1F4F-BE2B-D784D0936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9E293E-E021-5B4C-B7DA-3ED4EEBA5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7A0B-72D9-5D4C-A639-58F2F7FE2AAF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FDFE3B-2345-DB42-97C0-79D2DD722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C384B9-320F-1F40-9453-192A4B947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8BAB7-B44D-084A-A648-FD334AF28B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5612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46175F-5FF9-5049-A4E0-A8FF12FC3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072F894-F9FC-074E-93D0-E75A618751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934ED3-35F3-1848-8D5A-6CF52C102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E20708-6B55-3142-848A-60A8D255E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7A0B-72D9-5D4C-A639-58F2F7FE2AAF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20D8CF-7F11-2148-B563-096C84DE0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D8A9B6-394E-0F41-838D-3655120A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8BAB7-B44D-084A-A648-FD334AF28B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1103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60434-2FEC-B84C-B61E-FE8A87099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695370-D085-314A-B3FC-D4DB22908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F654BB-0A12-464C-A604-DE60F7387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7A0B-72D9-5D4C-A639-58F2F7FE2AAF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F4461B-158F-8C48-BD52-71B5120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EF6F51-F800-8C4F-A432-880F875C6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8BAB7-B44D-084A-A648-FD334AF28B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4610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A4B4F4-F513-B84B-B2A1-D07BF0298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4C33D1-D984-C740-A584-AF5CE3E3F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0A1801-820D-2B4B-813D-26EAA9B5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7A0B-72D9-5D4C-A639-58F2F7FE2AAF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3AF262-BEEF-5D4D-A0A3-1C036F43A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BBF712-47BF-4E4D-89CA-52750CEEB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8BAB7-B44D-084A-A648-FD334AF28B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768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A4227D-7E69-954A-9D5F-6C02F206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A047F4-B252-C442-9524-0CC1EEA1D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7FE0CE-86E7-CE41-965F-30AAEDC9D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E7A0B-72D9-5D4C-A639-58F2F7FE2AAF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008C8D-46E5-4B45-965D-3C5B7C691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01586A-3340-ED43-B7D6-90E08F8E6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8BAB7-B44D-084A-A648-FD334AF28B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50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27D8C88A-42CC-4447-8FBA-F6900CD12AE0}"/>
              </a:ext>
            </a:extLst>
          </p:cNvPr>
          <p:cNvSpPr/>
          <p:nvPr/>
        </p:nvSpPr>
        <p:spPr>
          <a:xfrm>
            <a:off x="2986088" y="471489"/>
            <a:ext cx="3057525" cy="2085974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磁盘 6">
            <a:extLst>
              <a:ext uri="{FF2B5EF4-FFF2-40B4-BE49-F238E27FC236}">
                <a16:creationId xmlns:a16="http://schemas.microsoft.com/office/drawing/2014/main" id="{75758818-5790-ED4B-A820-FD26EC7C66AB}"/>
              </a:ext>
            </a:extLst>
          </p:cNvPr>
          <p:cNvSpPr/>
          <p:nvPr/>
        </p:nvSpPr>
        <p:spPr>
          <a:xfrm>
            <a:off x="3236118" y="4486275"/>
            <a:ext cx="1657351" cy="942975"/>
          </a:xfrm>
          <a:prstGeom prst="flowChartMagneticDisk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DS_0</a:t>
            </a:r>
            <a:endParaRPr kumimoji="1" lang="zh-CN" altLang="en-US" dirty="0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9B608C8-5C38-7942-9A90-CA83CBB11AA8}"/>
              </a:ext>
            </a:extLst>
          </p:cNvPr>
          <p:cNvSpPr/>
          <p:nvPr/>
        </p:nvSpPr>
        <p:spPr>
          <a:xfrm>
            <a:off x="3228975" y="1100138"/>
            <a:ext cx="2614613" cy="58578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Business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endParaRPr kumimoji="1" lang="zh-CN" altLang="en-US" dirty="0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5E115D5-B70E-5A4E-B4BE-F73CB19096AB}"/>
              </a:ext>
            </a:extLst>
          </p:cNvPr>
          <p:cNvSpPr/>
          <p:nvPr/>
        </p:nvSpPr>
        <p:spPr>
          <a:xfrm>
            <a:off x="3236118" y="1685925"/>
            <a:ext cx="2614613" cy="5857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Sharding</a:t>
            </a:r>
            <a:r>
              <a:rPr kumimoji="1" lang="en-US" altLang="zh-CN" dirty="0"/>
              <a:t>-JDBC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BA3D21-EDF4-ED46-A27C-04B5060FC302}"/>
              </a:ext>
            </a:extLst>
          </p:cNvPr>
          <p:cNvSpPr txBox="1"/>
          <p:nvPr/>
        </p:nvSpPr>
        <p:spPr>
          <a:xfrm>
            <a:off x="3700461" y="554981"/>
            <a:ext cx="1685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Application</a:t>
            </a:r>
            <a:endParaRPr kumimoji="1" lang="zh-CN" altLang="en-US" sz="2400" dirty="0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3317F22-2934-DE4E-BDFE-3895BEF255D5}"/>
              </a:ext>
            </a:extLst>
          </p:cNvPr>
          <p:cNvSpPr/>
          <p:nvPr/>
        </p:nvSpPr>
        <p:spPr>
          <a:xfrm>
            <a:off x="6757986" y="471489"/>
            <a:ext cx="3057525" cy="2085974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D107EA36-EEC3-F54A-BC47-3FBCBBCFC3E3}"/>
              </a:ext>
            </a:extLst>
          </p:cNvPr>
          <p:cNvSpPr/>
          <p:nvPr/>
        </p:nvSpPr>
        <p:spPr>
          <a:xfrm>
            <a:off x="7000873" y="1100138"/>
            <a:ext cx="2614613" cy="58578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Business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endParaRPr kumimoji="1" lang="zh-CN" altLang="en-US" dirty="0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1718954-2B05-3549-B280-A0DD2BBFD72F}"/>
              </a:ext>
            </a:extLst>
          </p:cNvPr>
          <p:cNvSpPr/>
          <p:nvPr/>
        </p:nvSpPr>
        <p:spPr>
          <a:xfrm>
            <a:off x="7008016" y="1685925"/>
            <a:ext cx="2614613" cy="5857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Sharding</a:t>
            </a:r>
            <a:r>
              <a:rPr kumimoji="1" lang="en-US" altLang="zh-CN" dirty="0"/>
              <a:t>-JDBC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68C03D7-A81D-E74E-A7B1-E5F4CB98B189}"/>
              </a:ext>
            </a:extLst>
          </p:cNvPr>
          <p:cNvSpPr txBox="1"/>
          <p:nvPr/>
        </p:nvSpPr>
        <p:spPr>
          <a:xfrm>
            <a:off x="7472359" y="554981"/>
            <a:ext cx="1685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Application</a:t>
            </a:r>
            <a:endParaRPr kumimoji="1" lang="zh-CN" altLang="en-US" sz="2400" dirty="0"/>
          </a:p>
        </p:txBody>
      </p:sp>
      <p:sp>
        <p:nvSpPr>
          <p:cNvPr id="18" name="磁盘 17">
            <a:extLst>
              <a:ext uri="{FF2B5EF4-FFF2-40B4-BE49-F238E27FC236}">
                <a16:creationId xmlns:a16="http://schemas.microsoft.com/office/drawing/2014/main" id="{677D069C-EE32-4442-A839-638B34616EFC}"/>
              </a:ext>
            </a:extLst>
          </p:cNvPr>
          <p:cNvSpPr/>
          <p:nvPr/>
        </p:nvSpPr>
        <p:spPr>
          <a:xfrm>
            <a:off x="5672133" y="4486274"/>
            <a:ext cx="1657351" cy="942975"/>
          </a:xfrm>
          <a:prstGeom prst="flowChartMagneticDisk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DS_1</a:t>
            </a:r>
            <a:endParaRPr kumimoji="1" lang="zh-CN" altLang="en-US" dirty="0"/>
          </a:p>
        </p:txBody>
      </p:sp>
      <p:sp>
        <p:nvSpPr>
          <p:cNvPr id="19" name="磁盘 18">
            <a:extLst>
              <a:ext uri="{FF2B5EF4-FFF2-40B4-BE49-F238E27FC236}">
                <a16:creationId xmlns:a16="http://schemas.microsoft.com/office/drawing/2014/main" id="{ED3F9B9D-49B9-DC40-9ACD-1D318BBA1BE5}"/>
              </a:ext>
            </a:extLst>
          </p:cNvPr>
          <p:cNvSpPr/>
          <p:nvPr/>
        </p:nvSpPr>
        <p:spPr>
          <a:xfrm>
            <a:off x="8108148" y="4486274"/>
            <a:ext cx="1657351" cy="942975"/>
          </a:xfrm>
          <a:prstGeom prst="flowChartMagneticDisk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DS_2</a:t>
            </a:r>
            <a:endParaRPr kumimoji="1" lang="zh-CN" altLang="en-US" dirty="0"/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5A4FB9DA-4A90-8346-994D-9670DE01AD05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4025513" y="2271712"/>
            <a:ext cx="517912" cy="2235993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30AF0C54-9D26-4148-87BB-AF0A8405D911}"/>
              </a:ext>
            </a:extLst>
          </p:cNvPr>
          <p:cNvCxnSpPr>
            <a:cxnSpLocks/>
            <a:stCxn id="11" idx="2"/>
            <a:endCxn id="18" idx="1"/>
          </p:cNvCxnSpPr>
          <p:nvPr/>
        </p:nvCxnSpPr>
        <p:spPr>
          <a:xfrm>
            <a:off x="4543425" y="2271712"/>
            <a:ext cx="1957384" cy="2214562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7EAF4C98-53D0-C842-B63E-ABBDED0F221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543425" y="2271712"/>
            <a:ext cx="4350541" cy="2203847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9F92C09B-220D-8C41-885D-E0EC7BA27423}"/>
              </a:ext>
            </a:extLst>
          </p:cNvPr>
          <p:cNvCxnSpPr>
            <a:cxnSpLocks/>
            <a:stCxn id="15" idx="2"/>
            <a:endCxn id="7" idx="1"/>
          </p:cNvCxnSpPr>
          <p:nvPr/>
        </p:nvCxnSpPr>
        <p:spPr>
          <a:xfrm flipH="1">
            <a:off x="4064794" y="2271712"/>
            <a:ext cx="4250529" cy="2214563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02209179-B29B-3F4D-8AA5-CE368A0FEEDD}"/>
              </a:ext>
            </a:extLst>
          </p:cNvPr>
          <p:cNvCxnSpPr>
            <a:stCxn id="15" idx="2"/>
          </p:cNvCxnSpPr>
          <p:nvPr/>
        </p:nvCxnSpPr>
        <p:spPr>
          <a:xfrm flipH="1">
            <a:off x="6500808" y="2271712"/>
            <a:ext cx="1814515" cy="2214562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EA0445E3-D26D-1C45-AE5A-4C03B025884F}"/>
              </a:ext>
            </a:extLst>
          </p:cNvPr>
          <p:cNvCxnSpPr>
            <a:cxnSpLocks/>
            <a:stCxn id="15" idx="2"/>
            <a:endCxn id="19" idx="1"/>
          </p:cNvCxnSpPr>
          <p:nvPr/>
        </p:nvCxnSpPr>
        <p:spPr>
          <a:xfrm>
            <a:off x="8315323" y="2271712"/>
            <a:ext cx="621501" cy="22145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34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0F69345B-623D-884D-A679-712B16832A6D}"/>
              </a:ext>
            </a:extLst>
          </p:cNvPr>
          <p:cNvSpPr/>
          <p:nvPr/>
        </p:nvSpPr>
        <p:spPr>
          <a:xfrm>
            <a:off x="309305" y="2377933"/>
            <a:ext cx="2914901" cy="2746166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1ACADFE-CEAD-7242-9C21-ECB82E094DF6}"/>
              </a:ext>
            </a:extLst>
          </p:cNvPr>
          <p:cNvSpPr/>
          <p:nvPr/>
        </p:nvSpPr>
        <p:spPr>
          <a:xfrm>
            <a:off x="4460183" y="688741"/>
            <a:ext cx="2903522" cy="1433722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3D056C1-850E-AE44-BAC9-4211704A0362}"/>
              </a:ext>
            </a:extLst>
          </p:cNvPr>
          <p:cNvSpPr txBox="1"/>
          <p:nvPr/>
        </p:nvSpPr>
        <p:spPr>
          <a:xfrm>
            <a:off x="5098283" y="138669"/>
            <a:ext cx="162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JetBrains Mono" panose="020B0509020102050004" pitchFamily="49" charset="0"/>
              </a:rPr>
              <a:t>Raft</a:t>
            </a:r>
            <a:r>
              <a:rPr kumimoji="1" lang="zh-CN" altLang="en-US" dirty="0">
                <a:latin typeface="JetBrains Mono" panose="020B0509020102050004" pitchFamily="49" charset="0"/>
              </a:rPr>
              <a:t> </a:t>
            </a:r>
            <a:r>
              <a:rPr kumimoji="1" lang="en-US" altLang="zh-CN" dirty="0">
                <a:latin typeface="JetBrains Mono" panose="020B0509020102050004" pitchFamily="49" charset="0"/>
              </a:rPr>
              <a:t>Group</a:t>
            </a:r>
            <a:endParaRPr kumimoji="1" lang="zh-CN" altLang="en-US" dirty="0">
              <a:latin typeface="JetBrains Mono" panose="020B0509020102050004" pitchFamily="49" charset="0"/>
            </a:endParaRP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5A58F43A-39AE-4F44-AA12-263E4A8DD95F}"/>
              </a:ext>
            </a:extLst>
          </p:cNvPr>
          <p:cNvSpPr/>
          <p:nvPr/>
        </p:nvSpPr>
        <p:spPr>
          <a:xfrm>
            <a:off x="4781759" y="777406"/>
            <a:ext cx="1029203" cy="503461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follower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8F60EC0D-74BB-AC43-8950-FB9A04DD4542}"/>
              </a:ext>
            </a:extLst>
          </p:cNvPr>
          <p:cNvSpPr/>
          <p:nvPr/>
        </p:nvSpPr>
        <p:spPr>
          <a:xfrm>
            <a:off x="6019041" y="777406"/>
            <a:ext cx="1029203" cy="503461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follower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75983EAD-7C09-6A4D-97BB-1E0E7EA0BFD1}"/>
              </a:ext>
            </a:extLst>
          </p:cNvPr>
          <p:cNvSpPr/>
          <p:nvPr/>
        </p:nvSpPr>
        <p:spPr>
          <a:xfrm>
            <a:off x="5397343" y="1488332"/>
            <a:ext cx="1029203" cy="503461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leader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590EEB4E-1D5D-B74E-8AA1-3DCCE1A2E190}"/>
              </a:ext>
            </a:extLst>
          </p:cNvPr>
          <p:cNvSpPr/>
          <p:nvPr/>
        </p:nvSpPr>
        <p:spPr>
          <a:xfrm>
            <a:off x="8300865" y="731909"/>
            <a:ext cx="2903522" cy="1433722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9" name="磁盘 108">
            <a:extLst>
              <a:ext uri="{FF2B5EF4-FFF2-40B4-BE49-F238E27FC236}">
                <a16:creationId xmlns:a16="http://schemas.microsoft.com/office/drawing/2014/main" id="{00042A5C-153F-FD4B-8FA6-80B4DC942FB5}"/>
              </a:ext>
            </a:extLst>
          </p:cNvPr>
          <p:cNvSpPr/>
          <p:nvPr/>
        </p:nvSpPr>
        <p:spPr>
          <a:xfrm>
            <a:off x="8622441" y="820573"/>
            <a:ext cx="921821" cy="503461"/>
          </a:xfrm>
          <a:prstGeom prst="flowChartMagneticDisk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DB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15" name="磁盘 114">
            <a:extLst>
              <a:ext uri="{FF2B5EF4-FFF2-40B4-BE49-F238E27FC236}">
                <a16:creationId xmlns:a16="http://schemas.microsoft.com/office/drawing/2014/main" id="{75C2D258-75FB-964A-AC37-472723EB10D8}"/>
              </a:ext>
            </a:extLst>
          </p:cNvPr>
          <p:cNvSpPr/>
          <p:nvPr/>
        </p:nvSpPr>
        <p:spPr>
          <a:xfrm>
            <a:off x="9291715" y="1489106"/>
            <a:ext cx="949186" cy="502687"/>
          </a:xfrm>
          <a:prstGeom prst="flowChartMagneticDisk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DB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16" name="磁盘 115">
            <a:extLst>
              <a:ext uri="{FF2B5EF4-FFF2-40B4-BE49-F238E27FC236}">
                <a16:creationId xmlns:a16="http://schemas.microsoft.com/office/drawing/2014/main" id="{2A1F5B39-53BF-5E4E-AAA8-7A20D8CEFA9B}"/>
              </a:ext>
            </a:extLst>
          </p:cNvPr>
          <p:cNvSpPr/>
          <p:nvPr/>
        </p:nvSpPr>
        <p:spPr>
          <a:xfrm>
            <a:off x="9913414" y="820573"/>
            <a:ext cx="921821" cy="503461"/>
          </a:xfrm>
          <a:prstGeom prst="flowChartMagneticDisk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DB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36" name="肘形连接符 135">
            <a:extLst>
              <a:ext uri="{FF2B5EF4-FFF2-40B4-BE49-F238E27FC236}">
                <a16:creationId xmlns:a16="http://schemas.microsoft.com/office/drawing/2014/main" id="{21E0CE85-5452-B74B-84C6-B65D634C4E7C}"/>
              </a:ext>
            </a:extLst>
          </p:cNvPr>
          <p:cNvCxnSpPr>
            <a:stCxn id="27" idx="0"/>
            <a:endCxn id="116" idx="1"/>
          </p:cNvCxnSpPr>
          <p:nvPr/>
        </p:nvCxnSpPr>
        <p:spPr>
          <a:xfrm rot="16200000" flipH="1">
            <a:off x="7813759" y="-1739993"/>
            <a:ext cx="43167" cy="5077964"/>
          </a:xfrm>
          <a:prstGeom prst="bentConnector3">
            <a:avLst>
              <a:gd name="adj1" fmla="val -529571"/>
            </a:avLst>
          </a:prstGeom>
          <a:ln w="254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肘形连接符 139">
            <a:extLst>
              <a:ext uri="{FF2B5EF4-FFF2-40B4-BE49-F238E27FC236}">
                <a16:creationId xmlns:a16="http://schemas.microsoft.com/office/drawing/2014/main" id="{6A201065-C3CE-184B-A419-D558751C04E2}"/>
              </a:ext>
            </a:extLst>
          </p:cNvPr>
          <p:cNvCxnSpPr>
            <a:stCxn id="31" idx="2"/>
            <a:endCxn id="115" idx="3"/>
          </p:cNvCxnSpPr>
          <p:nvPr/>
        </p:nvCxnSpPr>
        <p:spPr>
          <a:xfrm rot="16200000" flipH="1">
            <a:off x="7839126" y="64611"/>
            <a:ext cx="12700" cy="3854363"/>
          </a:xfrm>
          <a:prstGeom prst="bentConnector3">
            <a:avLst>
              <a:gd name="adj1" fmla="val 2211409"/>
            </a:avLst>
          </a:prstGeom>
          <a:ln w="254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箭头连接符 142">
            <a:extLst>
              <a:ext uri="{FF2B5EF4-FFF2-40B4-BE49-F238E27FC236}">
                <a16:creationId xmlns:a16="http://schemas.microsoft.com/office/drawing/2014/main" id="{000E0818-0E24-284C-AEF2-21D53C717E05}"/>
              </a:ext>
            </a:extLst>
          </p:cNvPr>
          <p:cNvCxnSpPr>
            <a:cxnSpLocks/>
          </p:cNvCxnSpPr>
          <p:nvPr/>
        </p:nvCxnSpPr>
        <p:spPr>
          <a:xfrm>
            <a:off x="7045187" y="1050720"/>
            <a:ext cx="1577254" cy="0"/>
          </a:xfrm>
          <a:prstGeom prst="straightConnector1">
            <a:avLst/>
          </a:prstGeom>
          <a:ln w="254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圆角矩形 144">
            <a:extLst>
              <a:ext uri="{FF2B5EF4-FFF2-40B4-BE49-F238E27FC236}">
                <a16:creationId xmlns:a16="http://schemas.microsoft.com/office/drawing/2014/main" id="{C74B4479-89CA-844E-971D-9937E84F47EC}"/>
              </a:ext>
            </a:extLst>
          </p:cNvPr>
          <p:cNvSpPr/>
          <p:nvPr/>
        </p:nvSpPr>
        <p:spPr>
          <a:xfrm>
            <a:off x="4460183" y="2928004"/>
            <a:ext cx="2903522" cy="1433722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97D0E5DC-797B-AB48-A781-CB1467D217AA}"/>
              </a:ext>
            </a:extLst>
          </p:cNvPr>
          <p:cNvSpPr txBox="1"/>
          <p:nvPr/>
        </p:nvSpPr>
        <p:spPr>
          <a:xfrm>
            <a:off x="5098283" y="2377932"/>
            <a:ext cx="162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JetBrains Mono" panose="020B0509020102050004" pitchFamily="49" charset="0"/>
              </a:rPr>
              <a:t>Raft</a:t>
            </a:r>
            <a:r>
              <a:rPr kumimoji="1" lang="zh-CN" altLang="en-US" dirty="0">
                <a:latin typeface="JetBrains Mono" panose="020B0509020102050004" pitchFamily="49" charset="0"/>
              </a:rPr>
              <a:t> </a:t>
            </a:r>
            <a:r>
              <a:rPr kumimoji="1" lang="en-US" altLang="zh-CN" dirty="0">
                <a:latin typeface="JetBrains Mono" panose="020B0509020102050004" pitchFamily="49" charset="0"/>
              </a:rPr>
              <a:t>Group</a:t>
            </a:r>
            <a:endParaRPr kumimoji="1" lang="zh-CN" altLang="en-US" dirty="0">
              <a:latin typeface="JetBrains Mono" panose="020B0509020102050004" pitchFamily="49" charset="0"/>
            </a:endParaRPr>
          </a:p>
        </p:txBody>
      </p:sp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31B16974-345A-FF4C-94CE-7EA8E1883858}"/>
              </a:ext>
            </a:extLst>
          </p:cNvPr>
          <p:cNvSpPr/>
          <p:nvPr/>
        </p:nvSpPr>
        <p:spPr>
          <a:xfrm>
            <a:off x="4781759" y="3016669"/>
            <a:ext cx="1029203" cy="503461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follower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8" name="圆角矩形 147">
            <a:extLst>
              <a:ext uri="{FF2B5EF4-FFF2-40B4-BE49-F238E27FC236}">
                <a16:creationId xmlns:a16="http://schemas.microsoft.com/office/drawing/2014/main" id="{1D754DD4-2F88-5C42-B35C-D6A17526FE37}"/>
              </a:ext>
            </a:extLst>
          </p:cNvPr>
          <p:cNvSpPr/>
          <p:nvPr/>
        </p:nvSpPr>
        <p:spPr>
          <a:xfrm>
            <a:off x="6019041" y="3016669"/>
            <a:ext cx="1029203" cy="503461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follower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9" name="圆角矩形 148">
            <a:extLst>
              <a:ext uri="{FF2B5EF4-FFF2-40B4-BE49-F238E27FC236}">
                <a16:creationId xmlns:a16="http://schemas.microsoft.com/office/drawing/2014/main" id="{C83A8701-87DC-8149-80D0-EFF41CF7C6A6}"/>
              </a:ext>
            </a:extLst>
          </p:cNvPr>
          <p:cNvSpPr/>
          <p:nvPr/>
        </p:nvSpPr>
        <p:spPr>
          <a:xfrm>
            <a:off x="5397343" y="3727595"/>
            <a:ext cx="1029203" cy="503461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leader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50" name="圆角矩形 149">
            <a:extLst>
              <a:ext uri="{FF2B5EF4-FFF2-40B4-BE49-F238E27FC236}">
                <a16:creationId xmlns:a16="http://schemas.microsoft.com/office/drawing/2014/main" id="{125343BD-2DFE-9D42-A108-530A65D216D2}"/>
              </a:ext>
            </a:extLst>
          </p:cNvPr>
          <p:cNvSpPr/>
          <p:nvPr/>
        </p:nvSpPr>
        <p:spPr>
          <a:xfrm>
            <a:off x="8300865" y="2971172"/>
            <a:ext cx="2903522" cy="1433722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51" name="磁盘 150">
            <a:extLst>
              <a:ext uri="{FF2B5EF4-FFF2-40B4-BE49-F238E27FC236}">
                <a16:creationId xmlns:a16="http://schemas.microsoft.com/office/drawing/2014/main" id="{8AD6C6BD-EB11-B34E-9682-0AB911DA3CBD}"/>
              </a:ext>
            </a:extLst>
          </p:cNvPr>
          <p:cNvSpPr/>
          <p:nvPr/>
        </p:nvSpPr>
        <p:spPr>
          <a:xfrm>
            <a:off x="8622441" y="3059836"/>
            <a:ext cx="921821" cy="503461"/>
          </a:xfrm>
          <a:prstGeom prst="flowChartMagneticDisk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DB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52" name="磁盘 151">
            <a:extLst>
              <a:ext uri="{FF2B5EF4-FFF2-40B4-BE49-F238E27FC236}">
                <a16:creationId xmlns:a16="http://schemas.microsoft.com/office/drawing/2014/main" id="{77DC6681-2829-9043-85BA-7F4C96C12141}"/>
              </a:ext>
            </a:extLst>
          </p:cNvPr>
          <p:cNvSpPr/>
          <p:nvPr/>
        </p:nvSpPr>
        <p:spPr>
          <a:xfrm>
            <a:off x="9291715" y="3728369"/>
            <a:ext cx="949186" cy="502687"/>
          </a:xfrm>
          <a:prstGeom prst="flowChartMagneticDisk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DB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53" name="磁盘 152">
            <a:extLst>
              <a:ext uri="{FF2B5EF4-FFF2-40B4-BE49-F238E27FC236}">
                <a16:creationId xmlns:a16="http://schemas.microsoft.com/office/drawing/2014/main" id="{E3C01F6F-3BD0-CC4D-A340-5C71F611BA5D}"/>
              </a:ext>
            </a:extLst>
          </p:cNvPr>
          <p:cNvSpPr/>
          <p:nvPr/>
        </p:nvSpPr>
        <p:spPr>
          <a:xfrm>
            <a:off x="9913414" y="3059836"/>
            <a:ext cx="921821" cy="503461"/>
          </a:xfrm>
          <a:prstGeom prst="flowChartMagneticDisk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DB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54" name="肘形连接符 153">
            <a:extLst>
              <a:ext uri="{FF2B5EF4-FFF2-40B4-BE49-F238E27FC236}">
                <a16:creationId xmlns:a16="http://schemas.microsoft.com/office/drawing/2014/main" id="{9F766492-E4A1-2B49-A7ED-9E0BA62F17DC}"/>
              </a:ext>
            </a:extLst>
          </p:cNvPr>
          <p:cNvCxnSpPr>
            <a:stCxn id="147" idx="0"/>
            <a:endCxn id="153" idx="1"/>
          </p:cNvCxnSpPr>
          <p:nvPr/>
        </p:nvCxnSpPr>
        <p:spPr>
          <a:xfrm rot="16200000" flipH="1">
            <a:off x="7813759" y="499270"/>
            <a:ext cx="43167" cy="5077964"/>
          </a:xfrm>
          <a:prstGeom prst="bentConnector3">
            <a:avLst>
              <a:gd name="adj1" fmla="val -529571"/>
            </a:avLst>
          </a:prstGeom>
          <a:ln w="254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肘形连接符 154">
            <a:extLst>
              <a:ext uri="{FF2B5EF4-FFF2-40B4-BE49-F238E27FC236}">
                <a16:creationId xmlns:a16="http://schemas.microsoft.com/office/drawing/2014/main" id="{7D24931F-3D7B-7348-955D-12A0791FC06C}"/>
              </a:ext>
            </a:extLst>
          </p:cNvPr>
          <p:cNvCxnSpPr>
            <a:stCxn id="149" idx="2"/>
            <a:endCxn id="152" idx="3"/>
          </p:cNvCxnSpPr>
          <p:nvPr/>
        </p:nvCxnSpPr>
        <p:spPr>
          <a:xfrm rot="16200000" flipH="1">
            <a:off x="7839126" y="2303874"/>
            <a:ext cx="12700" cy="3854363"/>
          </a:xfrm>
          <a:prstGeom prst="bentConnector3">
            <a:avLst>
              <a:gd name="adj1" fmla="val 2211409"/>
            </a:avLst>
          </a:prstGeom>
          <a:ln w="254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线箭头连接符 155">
            <a:extLst>
              <a:ext uri="{FF2B5EF4-FFF2-40B4-BE49-F238E27FC236}">
                <a16:creationId xmlns:a16="http://schemas.microsoft.com/office/drawing/2014/main" id="{F22E7B12-4823-7F44-9328-0584E71F68BE}"/>
              </a:ext>
            </a:extLst>
          </p:cNvPr>
          <p:cNvCxnSpPr>
            <a:cxnSpLocks/>
          </p:cNvCxnSpPr>
          <p:nvPr/>
        </p:nvCxnSpPr>
        <p:spPr>
          <a:xfrm>
            <a:off x="7045187" y="3289983"/>
            <a:ext cx="1577254" cy="0"/>
          </a:xfrm>
          <a:prstGeom prst="straightConnector1">
            <a:avLst/>
          </a:prstGeom>
          <a:ln w="254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圆角矩形 156">
            <a:extLst>
              <a:ext uri="{FF2B5EF4-FFF2-40B4-BE49-F238E27FC236}">
                <a16:creationId xmlns:a16="http://schemas.microsoft.com/office/drawing/2014/main" id="{5E61D42E-5FB7-3F4A-9415-F8BB9DD316D9}"/>
              </a:ext>
            </a:extLst>
          </p:cNvPr>
          <p:cNvSpPr/>
          <p:nvPr/>
        </p:nvSpPr>
        <p:spPr>
          <a:xfrm>
            <a:off x="4460183" y="5124099"/>
            <a:ext cx="2903522" cy="1433722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2FFA40AA-B5D0-D54D-8409-47AFD3199B4C}"/>
              </a:ext>
            </a:extLst>
          </p:cNvPr>
          <p:cNvSpPr txBox="1"/>
          <p:nvPr/>
        </p:nvSpPr>
        <p:spPr>
          <a:xfrm>
            <a:off x="5098283" y="4574027"/>
            <a:ext cx="162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JetBrains Mono" panose="020B0509020102050004" pitchFamily="49" charset="0"/>
              </a:rPr>
              <a:t>Raft</a:t>
            </a:r>
            <a:r>
              <a:rPr kumimoji="1" lang="zh-CN" altLang="en-US" dirty="0">
                <a:latin typeface="JetBrains Mono" panose="020B0509020102050004" pitchFamily="49" charset="0"/>
              </a:rPr>
              <a:t> </a:t>
            </a:r>
            <a:r>
              <a:rPr kumimoji="1" lang="en-US" altLang="zh-CN" dirty="0">
                <a:latin typeface="JetBrains Mono" panose="020B0509020102050004" pitchFamily="49" charset="0"/>
              </a:rPr>
              <a:t>Group</a:t>
            </a:r>
            <a:endParaRPr kumimoji="1" lang="zh-CN" altLang="en-US" dirty="0">
              <a:latin typeface="JetBrains Mono" panose="020B0509020102050004" pitchFamily="49" charset="0"/>
            </a:endParaRPr>
          </a:p>
        </p:txBody>
      </p:sp>
      <p:sp>
        <p:nvSpPr>
          <p:cNvPr id="159" name="圆角矩形 158">
            <a:extLst>
              <a:ext uri="{FF2B5EF4-FFF2-40B4-BE49-F238E27FC236}">
                <a16:creationId xmlns:a16="http://schemas.microsoft.com/office/drawing/2014/main" id="{DB5DD8CA-40CB-9047-A328-729A0401F457}"/>
              </a:ext>
            </a:extLst>
          </p:cNvPr>
          <p:cNvSpPr/>
          <p:nvPr/>
        </p:nvSpPr>
        <p:spPr>
          <a:xfrm>
            <a:off x="4781759" y="5212764"/>
            <a:ext cx="1029203" cy="503461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follower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60" name="圆角矩形 159">
            <a:extLst>
              <a:ext uri="{FF2B5EF4-FFF2-40B4-BE49-F238E27FC236}">
                <a16:creationId xmlns:a16="http://schemas.microsoft.com/office/drawing/2014/main" id="{B500FF47-6B24-064F-A847-56E86041D253}"/>
              </a:ext>
            </a:extLst>
          </p:cNvPr>
          <p:cNvSpPr/>
          <p:nvPr/>
        </p:nvSpPr>
        <p:spPr>
          <a:xfrm>
            <a:off x="6019041" y="5212764"/>
            <a:ext cx="1029203" cy="503461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follower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61" name="圆角矩形 160">
            <a:extLst>
              <a:ext uri="{FF2B5EF4-FFF2-40B4-BE49-F238E27FC236}">
                <a16:creationId xmlns:a16="http://schemas.microsoft.com/office/drawing/2014/main" id="{E05A7021-4E5A-124A-B2ED-7E2040A29CE9}"/>
              </a:ext>
            </a:extLst>
          </p:cNvPr>
          <p:cNvSpPr/>
          <p:nvPr/>
        </p:nvSpPr>
        <p:spPr>
          <a:xfrm>
            <a:off x="5397343" y="5923690"/>
            <a:ext cx="1029203" cy="503461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leader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62" name="圆角矩形 161">
            <a:extLst>
              <a:ext uri="{FF2B5EF4-FFF2-40B4-BE49-F238E27FC236}">
                <a16:creationId xmlns:a16="http://schemas.microsoft.com/office/drawing/2014/main" id="{7FCDFFD6-4B80-3641-B723-AE3D60BF0F4E}"/>
              </a:ext>
            </a:extLst>
          </p:cNvPr>
          <p:cNvSpPr/>
          <p:nvPr/>
        </p:nvSpPr>
        <p:spPr>
          <a:xfrm>
            <a:off x="8300865" y="5167267"/>
            <a:ext cx="2903522" cy="1433722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63" name="磁盘 162">
            <a:extLst>
              <a:ext uri="{FF2B5EF4-FFF2-40B4-BE49-F238E27FC236}">
                <a16:creationId xmlns:a16="http://schemas.microsoft.com/office/drawing/2014/main" id="{D6B2175A-F3F7-4A4A-8975-68BDFBD84648}"/>
              </a:ext>
            </a:extLst>
          </p:cNvPr>
          <p:cNvSpPr/>
          <p:nvPr/>
        </p:nvSpPr>
        <p:spPr>
          <a:xfrm>
            <a:off x="8622441" y="5255931"/>
            <a:ext cx="921821" cy="503461"/>
          </a:xfrm>
          <a:prstGeom prst="flowChartMagneticDisk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DB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64" name="磁盘 163">
            <a:extLst>
              <a:ext uri="{FF2B5EF4-FFF2-40B4-BE49-F238E27FC236}">
                <a16:creationId xmlns:a16="http://schemas.microsoft.com/office/drawing/2014/main" id="{5C5A1460-B547-9E40-96F6-BBAFC9EB086D}"/>
              </a:ext>
            </a:extLst>
          </p:cNvPr>
          <p:cNvSpPr/>
          <p:nvPr/>
        </p:nvSpPr>
        <p:spPr>
          <a:xfrm>
            <a:off x="9291715" y="5924464"/>
            <a:ext cx="949186" cy="502687"/>
          </a:xfrm>
          <a:prstGeom prst="flowChartMagneticDisk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DB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65" name="磁盘 164">
            <a:extLst>
              <a:ext uri="{FF2B5EF4-FFF2-40B4-BE49-F238E27FC236}">
                <a16:creationId xmlns:a16="http://schemas.microsoft.com/office/drawing/2014/main" id="{1B1D3D60-6A88-BB47-B02F-F8449B7EE279}"/>
              </a:ext>
            </a:extLst>
          </p:cNvPr>
          <p:cNvSpPr/>
          <p:nvPr/>
        </p:nvSpPr>
        <p:spPr>
          <a:xfrm>
            <a:off x="9913414" y="5255931"/>
            <a:ext cx="921821" cy="503461"/>
          </a:xfrm>
          <a:prstGeom prst="flowChartMagneticDisk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7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DB</a:t>
            </a:r>
            <a:endParaRPr kumimoji="1" lang="zh-CN" altLang="en-US" sz="1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66" name="肘形连接符 165">
            <a:extLst>
              <a:ext uri="{FF2B5EF4-FFF2-40B4-BE49-F238E27FC236}">
                <a16:creationId xmlns:a16="http://schemas.microsoft.com/office/drawing/2014/main" id="{6CED9245-C850-E94E-BD10-E2E73676B872}"/>
              </a:ext>
            </a:extLst>
          </p:cNvPr>
          <p:cNvCxnSpPr>
            <a:stCxn id="159" idx="0"/>
            <a:endCxn id="165" idx="1"/>
          </p:cNvCxnSpPr>
          <p:nvPr/>
        </p:nvCxnSpPr>
        <p:spPr>
          <a:xfrm rot="16200000" flipH="1">
            <a:off x="7813759" y="2695365"/>
            <a:ext cx="43167" cy="5077964"/>
          </a:xfrm>
          <a:prstGeom prst="bentConnector3">
            <a:avLst>
              <a:gd name="adj1" fmla="val -529571"/>
            </a:avLst>
          </a:prstGeom>
          <a:ln w="254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肘形连接符 166">
            <a:extLst>
              <a:ext uri="{FF2B5EF4-FFF2-40B4-BE49-F238E27FC236}">
                <a16:creationId xmlns:a16="http://schemas.microsoft.com/office/drawing/2014/main" id="{E4A9B533-C73C-CC41-A92B-0F5AEF0F0E11}"/>
              </a:ext>
            </a:extLst>
          </p:cNvPr>
          <p:cNvCxnSpPr>
            <a:stCxn id="161" idx="2"/>
            <a:endCxn id="164" idx="3"/>
          </p:cNvCxnSpPr>
          <p:nvPr/>
        </p:nvCxnSpPr>
        <p:spPr>
          <a:xfrm rot="16200000" flipH="1">
            <a:off x="7839126" y="4499969"/>
            <a:ext cx="12700" cy="3854363"/>
          </a:xfrm>
          <a:prstGeom prst="bentConnector3">
            <a:avLst>
              <a:gd name="adj1" fmla="val 2211409"/>
            </a:avLst>
          </a:prstGeom>
          <a:ln w="254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线箭头连接符 167">
            <a:extLst>
              <a:ext uri="{FF2B5EF4-FFF2-40B4-BE49-F238E27FC236}">
                <a16:creationId xmlns:a16="http://schemas.microsoft.com/office/drawing/2014/main" id="{603FDA41-0502-5F4F-A080-D0C0DBE5CE9A}"/>
              </a:ext>
            </a:extLst>
          </p:cNvPr>
          <p:cNvCxnSpPr>
            <a:cxnSpLocks/>
          </p:cNvCxnSpPr>
          <p:nvPr/>
        </p:nvCxnSpPr>
        <p:spPr>
          <a:xfrm>
            <a:off x="7045187" y="5486078"/>
            <a:ext cx="1577254" cy="0"/>
          </a:xfrm>
          <a:prstGeom prst="straightConnector1">
            <a:avLst/>
          </a:prstGeom>
          <a:ln w="254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>
            <a:extLst>
              <a:ext uri="{FF2B5EF4-FFF2-40B4-BE49-F238E27FC236}">
                <a16:creationId xmlns:a16="http://schemas.microsoft.com/office/drawing/2014/main" id="{1A8F5A4D-1D8F-154A-80AB-802481F3572A}"/>
              </a:ext>
            </a:extLst>
          </p:cNvPr>
          <p:cNvSpPr txBox="1"/>
          <p:nvPr/>
        </p:nvSpPr>
        <p:spPr>
          <a:xfrm>
            <a:off x="911989" y="2532115"/>
            <a:ext cx="17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JetBrains Mono" panose="020B0509020102050004" pitchFamily="49" charset="0"/>
              </a:rPr>
              <a:t>Application</a:t>
            </a:r>
            <a:endParaRPr kumimoji="1" lang="zh-CN" altLang="en-US" dirty="0">
              <a:latin typeface="JetBrains Mono" panose="020B0509020102050004" pitchFamily="49" charset="0"/>
            </a:endParaRPr>
          </a:p>
        </p:txBody>
      </p:sp>
      <p:sp>
        <p:nvSpPr>
          <p:cNvPr id="170" name="圆角矩形 169">
            <a:extLst>
              <a:ext uri="{FF2B5EF4-FFF2-40B4-BE49-F238E27FC236}">
                <a16:creationId xmlns:a16="http://schemas.microsoft.com/office/drawing/2014/main" id="{8F98D713-555B-5B43-A5BC-70D2FA61F422}"/>
              </a:ext>
            </a:extLst>
          </p:cNvPr>
          <p:cNvSpPr/>
          <p:nvPr/>
        </p:nvSpPr>
        <p:spPr>
          <a:xfrm>
            <a:off x="485304" y="3059836"/>
            <a:ext cx="1152939" cy="66775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Business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Code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71" name="圆角矩形 170">
            <a:extLst>
              <a:ext uri="{FF2B5EF4-FFF2-40B4-BE49-F238E27FC236}">
                <a16:creationId xmlns:a16="http://schemas.microsoft.com/office/drawing/2014/main" id="{C22FEBA4-6896-B94C-9951-44DA84853CD6}"/>
              </a:ext>
            </a:extLst>
          </p:cNvPr>
          <p:cNvSpPr/>
          <p:nvPr/>
        </p:nvSpPr>
        <p:spPr>
          <a:xfrm>
            <a:off x="485304" y="3855501"/>
            <a:ext cx="1152939" cy="91528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Sharding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JDBC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72" name="圆角矩形 171">
            <a:extLst>
              <a:ext uri="{FF2B5EF4-FFF2-40B4-BE49-F238E27FC236}">
                <a16:creationId xmlns:a16="http://schemas.microsoft.com/office/drawing/2014/main" id="{F8C2B899-38DE-1B4A-9545-7DEF8D92C711}"/>
              </a:ext>
            </a:extLst>
          </p:cNvPr>
          <p:cNvSpPr/>
          <p:nvPr/>
        </p:nvSpPr>
        <p:spPr>
          <a:xfrm>
            <a:off x="1835213" y="3064043"/>
            <a:ext cx="1239265" cy="1706740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Ratis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Client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4" name="肘形连接符 173">
            <a:extLst>
              <a:ext uri="{FF2B5EF4-FFF2-40B4-BE49-F238E27FC236}">
                <a16:creationId xmlns:a16="http://schemas.microsoft.com/office/drawing/2014/main" id="{F1CA64BD-A61D-604F-B6DE-BE33F097ACFC}"/>
              </a:ext>
            </a:extLst>
          </p:cNvPr>
          <p:cNvCxnSpPr>
            <a:cxnSpLocks/>
            <a:stCxn id="172" idx="3"/>
            <a:endCxn id="5" idx="1"/>
          </p:cNvCxnSpPr>
          <p:nvPr/>
        </p:nvCxnSpPr>
        <p:spPr>
          <a:xfrm flipV="1">
            <a:off x="3074478" y="1405602"/>
            <a:ext cx="1385705" cy="2511811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肘形连接符 175">
            <a:extLst>
              <a:ext uri="{FF2B5EF4-FFF2-40B4-BE49-F238E27FC236}">
                <a16:creationId xmlns:a16="http://schemas.microsoft.com/office/drawing/2014/main" id="{31FAD789-F402-8C43-B8C8-8ABA09952578}"/>
              </a:ext>
            </a:extLst>
          </p:cNvPr>
          <p:cNvCxnSpPr>
            <a:cxnSpLocks/>
            <a:stCxn id="172" idx="3"/>
            <a:endCxn id="157" idx="1"/>
          </p:cNvCxnSpPr>
          <p:nvPr/>
        </p:nvCxnSpPr>
        <p:spPr>
          <a:xfrm>
            <a:off x="3074478" y="3917413"/>
            <a:ext cx="1385705" cy="1923547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C3E23A6E-1F73-144C-80D8-1292C01FEFB2}"/>
              </a:ext>
            </a:extLst>
          </p:cNvPr>
          <p:cNvCxnSpPr>
            <a:cxnSpLocks/>
          </p:cNvCxnSpPr>
          <p:nvPr/>
        </p:nvCxnSpPr>
        <p:spPr>
          <a:xfrm>
            <a:off x="3765176" y="3917413"/>
            <a:ext cx="69500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933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9419185A-2987-F149-9FA1-1E8524EB8E05}"/>
              </a:ext>
            </a:extLst>
          </p:cNvPr>
          <p:cNvSpPr/>
          <p:nvPr/>
        </p:nvSpPr>
        <p:spPr>
          <a:xfrm>
            <a:off x="6639335" y="1719062"/>
            <a:ext cx="3186547" cy="1634837"/>
          </a:xfrm>
          <a:prstGeom prst="roundRect">
            <a:avLst/>
          </a:prstGeom>
          <a:noFill/>
          <a:ln w="508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A873FBF-AE7E-CB48-AF70-0FAA36E6C770}"/>
              </a:ext>
            </a:extLst>
          </p:cNvPr>
          <p:cNvSpPr/>
          <p:nvPr/>
        </p:nvSpPr>
        <p:spPr>
          <a:xfrm>
            <a:off x="6868613" y="1838481"/>
            <a:ext cx="1238081" cy="436970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23016ED-C5D6-0A4E-ABC0-9F39FA74554E}"/>
              </a:ext>
            </a:extLst>
          </p:cNvPr>
          <p:cNvSpPr/>
          <p:nvPr/>
        </p:nvSpPr>
        <p:spPr>
          <a:xfrm>
            <a:off x="6868613" y="2389473"/>
            <a:ext cx="1238081" cy="808469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62753EE-E3F1-EB48-AA53-C50224BFDB45}"/>
              </a:ext>
            </a:extLst>
          </p:cNvPr>
          <p:cNvSpPr/>
          <p:nvPr/>
        </p:nvSpPr>
        <p:spPr>
          <a:xfrm>
            <a:off x="8335972" y="1838481"/>
            <a:ext cx="1324393" cy="1359461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C41939-7373-8644-9974-86F6A4C733FA}"/>
              </a:ext>
            </a:extLst>
          </p:cNvPr>
          <p:cNvSpPr txBox="1"/>
          <p:nvPr/>
        </p:nvSpPr>
        <p:spPr>
          <a:xfrm>
            <a:off x="6931629" y="1795355"/>
            <a:ext cx="1175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ConsensusModule</a:t>
            </a:r>
            <a:endParaRPr kumimoji="1" lang="zh-CN" altLang="en-US" sz="1400" dirty="0">
              <a:latin typeface="JetBrains Mono" panose="020B0509020102050004" pitchFamily="49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AADADB-DFC1-6E43-B925-32A45B4DB652}"/>
              </a:ext>
            </a:extLst>
          </p:cNvPr>
          <p:cNvSpPr txBox="1"/>
          <p:nvPr/>
        </p:nvSpPr>
        <p:spPr>
          <a:xfrm>
            <a:off x="7159926" y="2472410"/>
            <a:ext cx="655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Log</a:t>
            </a:r>
            <a:endParaRPr kumimoji="1" lang="zh-CN" altLang="en-US" sz="1400" dirty="0">
              <a:latin typeface="JetBrains Mono" panose="020B0509020102050004" pitchFamily="49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41C3ABB-0CBB-1F41-AE75-2F06FFFD6A59}"/>
              </a:ext>
            </a:extLst>
          </p:cNvPr>
          <p:cNvSpPr/>
          <p:nvPr/>
        </p:nvSpPr>
        <p:spPr>
          <a:xfrm>
            <a:off x="6900122" y="2883177"/>
            <a:ext cx="485036" cy="20083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2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033F77A-E71A-C345-A7A1-1099D24C6F43}"/>
              </a:ext>
            </a:extLst>
          </p:cNvPr>
          <p:cNvSpPr/>
          <p:nvPr/>
        </p:nvSpPr>
        <p:spPr>
          <a:xfrm>
            <a:off x="7373270" y="2883177"/>
            <a:ext cx="491524" cy="20083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2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6CA59CA-DDAC-184F-B981-701430D3F3EE}"/>
              </a:ext>
            </a:extLst>
          </p:cNvPr>
          <p:cNvSpPr/>
          <p:nvPr/>
        </p:nvSpPr>
        <p:spPr>
          <a:xfrm>
            <a:off x="7864794" y="2883177"/>
            <a:ext cx="210392" cy="20083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…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5F7738-0015-7849-88FB-233D1C4094DC}"/>
              </a:ext>
            </a:extLst>
          </p:cNvPr>
          <p:cNvSpPr txBox="1"/>
          <p:nvPr/>
        </p:nvSpPr>
        <p:spPr>
          <a:xfrm>
            <a:off x="8554822" y="1817396"/>
            <a:ext cx="1105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State</a:t>
            </a:r>
            <a:r>
              <a:rPr kumimoji="1" lang="zh-CN" altLang="en-US" sz="1400" dirty="0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kumimoji="1" lang="en-US" altLang="zh-CN" sz="1400" dirty="0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Machine</a:t>
            </a:r>
            <a:endParaRPr kumimoji="1" lang="zh-CN" altLang="en-US" sz="1400" dirty="0">
              <a:latin typeface="JetBrains Mono" panose="020B0509020102050004" pitchFamily="49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7E82C43-354F-8F47-8EBA-C5ACB62AE63F}"/>
              </a:ext>
            </a:extLst>
          </p:cNvPr>
          <p:cNvSpPr/>
          <p:nvPr/>
        </p:nvSpPr>
        <p:spPr>
          <a:xfrm>
            <a:off x="8529243" y="2402278"/>
            <a:ext cx="975762" cy="19586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5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9B4764EE-B3FC-554A-BF40-DBACAC8EF029}"/>
              </a:ext>
            </a:extLst>
          </p:cNvPr>
          <p:cNvSpPr/>
          <p:nvPr/>
        </p:nvSpPr>
        <p:spPr>
          <a:xfrm>
            <a:off x="8529243" y="2598142"/>
            <a:ext cx="975762" cy="19586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5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3409DF1-515B-A242-8FC0-32E97281B8A3}"/>
              </a:ext>
            </a:extLst>
          </p:cNvPr>
          <p:cNvSpPr/>
          <p:nvPr/>
        </p:nvSpPr>
        <p:spPr>
          <a:xfrm>
            <a:off x="8529243" y="2802676"/>
            <a:ext cx="975762" cy="19586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5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0AA62E84-C27B-8E4C-B97E-5D42F103DBF4}"/>
              </a:ext>
            </a:extLst>
          </p:cNvPr>
          <p:cNvSpPr/>
          <p:nvPr/>
        </p:nvSpPr>
        <p:spPr>
          <a:xfrm>
            <a:off x="1987825" y="1007166"/>
            <a:ext cx="8269357" cy="5088834"/>
          </a:xfrm>
          <a:prstGeom prst="roundRect">
            <a:avLst/>
          </a:prstGeom>
          <a:noFill/>
          <a:ln w="50800">
            <a:solidFill>
              <a:srgbClr val="92D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0A053DF1-3510-E341-AFEB-ECC189B08C67}"/>
              </a:ext>
            </a:extLst>
          </p:cNvPr>
          <p:cNvSpPr/>
          <p:nvPr/>
        </p:nvSpPr>
        <p:spPr>
          <a:xfrm>
            <a:off x="2445597" y="1719062"/>
            <a:ext cx="3186547" cy="1634837"/>
          </a:xfrm>
          <a:prstGeom prst="roundRect">
            <a:avLst/>
          </a:prstGeom>
          <a:noFill/>
          <a:ln w="508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5BE47A1-FF35-1145-BA2E-9E12A48C3297}"/>
              </a:ext>
            </a:extLst>
          </p:cNvPr>
          <p:cNvSpPr/>
          <p:nvPr/>
        </p:nvSpPr>
        <p:spPr>
          <a:xfrm>
            <a:off x="2674875" y="1838481"/>
            <a:ext cx="1238081" cy="436970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12C3FCC7-DADE-274C-BD53-04516442E1F6}"/>
              </a:ext>
            </a:extLst>
          </p:cNvPr>
          <p:cNvSpPr/>
          <p:nvPr/>
        </p:nvSpPr>
        <p:spPr>
          <a:xfrm>
            <a:off x="2674875" y="2389473"/>
            <a:ext cx="1238081" cy="808469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3043EF50-048F-CA44-9D8E-271A50DC81D7}"/>
              </a:ext>
            </a:extLst>
          </p:cNvPr>
          <p:cNvSpPr/>
          <p:nvPr/>
        </p:nvSpPr>
        <p:spPr>
          <a:xfrm>
            <a:off x="4142234" y="1838481"/>
            <a:ext cx="1324393" cy="1359461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564383-AF2A-D045-8199-423AC4B81508}"/>
              </a:ext>
            </a:extLst>
          </p:cNvPr>
          <p:cNvSpPr txBox="1"/>
          <p:nvPr/>
        </p:nvSpPr>
        <p:spPr>
          <a:xfrm>
            <a:off x="2737891" y="1795355"/>
            <a:ext cx="1175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ConsensusModule</a:t>
            </a:r>
            <a:endParaRPr kumimoji="1" lang="zh-CN" altLang="en-US" sz="1400" dirty="0">
              <a:latin typeface="JetBrains Mono" panose="020B0509020102050004" pitchFamily="49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0CC0826-9C5B-414E-8580-0E96028B44A1}"/>
              </a:ext>
            </a:extLst>
          </p:cNvPr>
          <p:cNvSpPr txBox="1"/>
          <p:nvPr/>
        </p:nvSpPr>
        <p:spPr>
          <a:xfrm>
            <a:off x="2966188" y="2472410"/>
            <a:ext cx="655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Log</a:t>
            </a:r>
            <a:endParaRPr kumimoji="1" lang="zh-CN" altLang="en-US" sz="1400" dirty="0">
              <a:latin typeface="JetBrains Mono" panose="020B0509020102050004" pitchFamily="49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C11CE138-C2D7-B440-A722-9F48EEC7B311}"/>
              </a:ext>
            </a:extLst>
          </p:cNvPr>
          <p:cNvSpPr/>
          <p:nvPr/>
        </p:nvSpPr>
        <p:spPr>
          <a:xfrm>
            <a:off x="2706384" y="2883177"/>
            <a:ext cx="485036" cy="20083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2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54393C72-5F87-C941-B416-53BA54E90464}"/>
              </a:ext>
            </a:extLst>
          </p:cNvPr>
          <p:cNvSpPr/>
          <p:nvPr/>
        </p:nvSpPr>
        <p:spPr>
          <a:xfrm>
            <a:off x="3179532" y="2883177"/>
            <a:ext cx="491524" cy="20083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2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D0E4BC54-C3B7-6B4D-8B3D-ADA11B53DE1A}"/>
              </a:ext>
            </a:extLst>
          </p:cNvPr>
          <p:cNvSpPr/>
          <p:nvPr/>
        </p:nvSpPr>
        <p:spPr>
          <a:xfrm>
            <a:off x="3671056" y="2883177"/>
            <a:ext cx="210392" cy="20083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…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E786AD4-C4DC-D64C-AE94-EC72EFF91A52}"/>
              </a:ext>
            </a:extLst>
          </p:cNvPr>
          <p:cNvSpPr txBox="1"/>
          <p:nvPr/>
        </p:nvSpPr>
        <p:spPr>
          <a:xfrm>
            <a:off x="4361084" y="1817396"/>
            <a:ext cx="1105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State</a:t>
            </a:r>
            <a:r>
              <a:rPr kumimoji="1" lang="zh-CN" altLang="en-US" sz="1400" dirty="0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kumimoji="1" lang="en-US" altLang="zh-CN" sz="1400" dirty="0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Machine</a:t>
            </a:r>
            <a:endParaRPr kumimoji="1" lang="zh-CN" altLang="en-US" sz="1400" dirty="0">
              <a:latin typeface="JetBrains Mono" panose="020B0509020102050004" pitchFamily="49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1C1B8DAC-71A9-2545-8B34-531FC8CC169B}"/>
              </a:ext>
            </a:extLst>
          </p:cNvPr>
          <p:cNvSpPr/>
          <p:nvPr/>
        </p:nvSpPr>
        <p:spPr>
          <a:xfrm>
            <a:off x="4335505" y="2402278"/>
            <a:ext cx="975762" cy="19586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5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FA68DF7-7F3B-FA4B-B303-F66029AAD131}"/>
              </a:ext>
            </a:extLst>
          </p:cNvPr>
          <p:cNvSpPr/>
          <p:nvPr/>
        </p:nvSpPr>
        <p:spPr>
          <a:xfrm>
            <a:off x="4335505" y="2598142"/>
            <a:ext cx="975762" cy="19586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5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332A6B59-9A9C-8045-8A4D-6F8308F142F0}"/>
              </a:ext>
            </a:extLst>
          </p:cNvPr>
          <p:cNvSpPr/>
          <p:nvPr/>
        </p:nvSpPr>
        <p:spPr>
          <a:xfrm>
            <a:off x="4335505" y="2802676"/>
            <a:ext cx="975762" cy="19586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5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1A33B427-D4D7-5F43-8C63-2801D679D7B4}"/>
              </a:ext>
            </a:extLst>
          </p:cNvPr>
          <p:cNvSpPr/>
          <p:nvPr/>
        </p:nvSpPr>
        <p:spPr>
          <a:xfrm>
            <a:off x="4400354" y="4154068"/>
            <a:ext cx="3186547" cy="1634837"/>
          </a:xfrm>
          <a:prstGeom prst="roundRect">
            <a:avLst/>
          </a:prstGeom>
          <a:noFill/>
          <a:ln w="508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FADF8821-C34B-6943-81A2-4DA27E5B7B21}"/>
              </a:ext>
            </a:extLst>
          </p:cNvPr>
          <p:cNvSpPr/>
          <p:nvPr/>
        </p:nvSpPr>
        <p:spPr>
          <a:xfrm>
            <a:off x="4629632" y="4273487"/>
            <a:ext cx="1238081" cy="436970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F9355ED7-D6A3-B444-88E8-025BBD4F2C84}"/>
              </a:ext>
            </a:extLst>
          </p:cNvPr>
          <p:cNvSpPr/>
          <p:nvPr/>
        </p:nvSpPr>
        <p:spPr>
          <a:xfrm>
            <a:off x="4629632" y="4824479"/>
            <a:ext cx="1238081" cy="808469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0350A422-4141-8343-8B7E-10A9FBAC24DF}"/>
              </a:ext>
            </a:extLst>
          </p:cNvPr>
          <p:cNvSpPr/>
          <p:nvPr/>
        </p:nvSpPr>
        <p:spPr>
          <a:xfrm>
            <a:off x="6096991" y="4273487"/>
            <a:ext cx="1324393" cy="1359461"/>
          </a:xfrm>
          <a:prstGeom prst="roundRect">
            <a:avLst/>
          </a:prstGeom>
          <a:solidFill>
            <a:srgbClr val="ABDD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234413A-6897-AB42-AE73-48A7C4982D72}"/>
              </a:ext>
            </a:extLst>
          </p:cNvPr>
          <p:cNvSpPr txBox="1"/>
          <p:nvPr/>
        </p:nvSpPr>
        <p:spPr>
          <a:xfrm>
            <a:off x="4692648" y="4230361"/>
            <a:ext cx="1175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ConsensusModule</a:t>
            </a:r>
            <a:endParaRPr kumimoji="1" lang="zh-CN" altLang="en-US" sz="1400" dirty="0">
              <a:latin typeface="JetBrains Mono" panose="020B0509020102050004" pitchFamily="49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7309B28-EAFC-9445-861C-B41AC81FDEB9}"/>
              </a:ext>
            </a:extLst>
          </p:cNvPr>
          <p:cNvSpPr txBox="1"/>
          <p:nvPr/>
        </p:nvSpPr>
        <p:spPr>
          <a:xfrm>
            <a:off x="4920945" y="4907416"/>
            <a:ext cx="655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Log</a:t>
            </a:r>
            <a:endParaRPr kumimoji="1" lang="zh-CN" altLang="en-US" sz="1400" dirty="0">
              <a:latin typeface="JetBrains Mono" panose="020B0509020102050004" pitchFamily="49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47AB4E46-B4F6-E440-8E96-CC30470B02CD}"/>
              </a:ext>
            </a:extLst>
          </p:cNvPr>
          <p:cNvSpPr/>
          <p:nvPr/>
        </p:nvSpPr>
        <p:spPr>
          <a:xfrm>
            <a:off x="4661141" y="5318183"/>
            <a:ext cx="485036" cy="20083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2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5FCC2752-AF0F-A347-A4F1-127A2B8F5210}"/>
              </a:ext>
            </a:extLst>
          </p:cNvPr>
          <p:cNvSpPr/>
          <p:nvPr/>
        </p:nvSpPr>
        <p:spPr>
          <a:xfrm>
            <a:off x="5134289" y="5318183"/>
            <a:ext cx="491524" cy="20083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2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FC1881F6-65B8-5148-BC51-579CED9428A3}"/>
              </a:ext>
            </a:extLst>
          </p:cNvPr>
          <p:cNvSpPr/>
          <p:nvPr/>
        </p:nvSpPr>
        <p:spPr>
          <a:xfrm>
            <a:off x="5625813" y="5318183"/>
            <a:ext cx="210392" cy="20083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…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B505FE1-E6A8-134D-B656-FEEF54ECFD70}"/>
              </a:ext>
            </a:extLst>
          </p:cNvPr>
          <p:cNvSpPr txBox="1"/>
          <p:nvPr/>
        </p:nvSpPr>
        <p:spPr>
          <a:xfrm>
            <a:off x="6315841" y="4252402"/>
            <a:ext cx="1105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State</a:t>
            </a:r>
            <a:r>
              <a:rPr kumimoji="1" lang="zh-CN" altLang="en-US" sz="1400" dirty="0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kumimoji="1" lang="en-US" altLang="zh-CN" sz="1400" dirty="0">
                <a:latin typeface="JetBrains Mono" panose="020B0509020102050004" pitchFamily="49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Machine</a:t>
            </a:r>
            <a:endParaRPr kumimoji="1" lang="zh-CN" altLang="en-US" sz="1400" dirty="0">
              <a:latin typeface="JetBrains Mono" panose="020B0509020102050004" pitchFamily="49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F7AEF0C1-8DA4-934B-B4E9-C86A2805A6F2}"/>
              </a:ext>
            </a:extLst>
          </p:cNvPr>
          <p:cNvSpPr/>
          <p:nvPr/>
        </p:nvSpPr>
        <p:spPr>
          <a:xfrm>
            <a:off x="6290262" y="4837284"/>
            <a:ext cx="975762" cy="19586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5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48901404-234B-D344-9E74-72A68349E6F4}"/>
              </a:ext>
            </a:extLst>
          </p:cNvPr>
          <p:cNvSpPr/>
          <p:nvPr/>
        </p:nvSpPr>
        <p:spPr>
          <a:xfrm>
            <a:off x="6290262" y="5033148"/>
            <a:ext cx="975762" cy="19586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5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706CE106-E13F-964F-B9C0-D6BF2B0BA9CC}"/>
              </a:ext>
            </a:extLst>
          </p:cNvPr>
          <p:cNvSpPr/>
          <p:nvPr/>
        </p:nvSpPr>
        <p:spPr>
          <a:xfrm>
            <a:off x="6290262" y="5237682"/>
            <a:ext cx="975762" cy="19586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  <a:latin typeface="JetBrains Mono" panose="020B0509020102050004" pitchFamily="49" charset="0"/>
              </a:rPr>
              <a:t>SQL</a:t>
            </a:r>
            <a:endParaRPr kumimoji="1" lang="zh-CN" altLang="en-US" sz="1500" dirty="0">
              <a:solidFill>
                <a:schemeClr val="tx1"/>
              </a:solidFill>
              <a:latin typeface="JetBrains Mono" panose="020B0509020102050004" pitchFamily="49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90C6879-9063-3041-A38E-D908188279CB}"/>
              </a:ext>
            </a:extLst>
          </p:cNvPr>
          <p:cNvSpPr txBox="1"/>
          <p:nvPr/>
        </p:nvSpPr>
        <p:spPr>
          <a:xfrm>
            <a:off x="3325423" y="1179171"/>
            <a:ext cx="1431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JetBrains Mono" panose="020B0509020102050004" pitchFamily="49" charset="0"/>
              </a:rPr>
              <a:t>Follower</a:t>
            </a:r>
            <a:endParaRPr kumimoji="1" lang="zh-CN" altLang="en-US" dirty="0">
              <a:latin typeface="JetBrains Mono" panose="020B0509020102050004" pitchFamily="49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143B97B-8E44-F24F-8E6F-6BB4FB78807A}"/>
              </a:ext>
            </a:extLst>
          </p:cNvPr>
          <p:cNvSpPr txBox="1"/>
          <p:nvPr/>
        </p:nvSpPr>
        <p:spPr>
          <a:xfrm>
            <a:off x="7254150" y="1175620"/>
            <a:ext cx="1431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JetBrains Mono" panose="020B0509020102050004" pitchFamily="49" charset="0"/>
              </a:rPr>
              <a:t>Follower</a:t>
            </a:r>
            <a:endParaRPr kumimoji="1" lang="zh-CN" altLang="en-US" dirty="0">
              <a:latin typeface="JetBrains Mono" panose="020B05090201020500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B7908D3-8C35-CC41-B7C9-26E240986068}"/>
              </a:ext>
            </a:extLst>
          </p:cNvPr>
          <p:cNvSpPr txBox="1"/>
          <p:nvPr/>
        </p:nvSpPr>
        <p:spPr>
          <a:xfrm>
            <a:off x="5491340" y="3648676"/>
            <a:ext cx="1004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JetBrains Mono" panose="020B0509020102050004" pitchFamily="49" charset="0"/>
              </a:rPr>
              <a:t>Leader</a:t>
            </a:r>
            <a:endParaRPr kumimoji="1" lang="zh-CN" altLang="en-US" dirty="0">
              <a:latin typeface="JetBrains Mono" panose="020B05090201020500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8240A4E-BF4C-904B-A275-131E82253517}"/>
              </a:ext>
            </a:extLst>
          </p:cNvPr>
          <p:cNvSpPr txBox="1"/>
          <p:nvPr/>
        </p:nvSpPr>
        <p:spPr>
          <a:xfrm>
            <a:off x="4679785" y="182213"/>
            <a:ext cx="2627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JetBrains Mono" panose="020B0509020102050004" pitchFamily="49" charset="0"/>
              </a:rPr>
              <a:t>Raft</a:t>
            </a:r>
            <a:r>
              <a:rPr kumimoji="1" lang="zh-CN" altLang="en-US" sz="3200" dirty="0">
                <a:latin typeface="JetBrains Mono" panose="020B0509020102050004" pitchFamily="49" charset="0"/>
              </a:rPr>
              <a:t> </a:t>
            </a:r>
            <a:r>
              <a:rPr kumimoji="1" lang="en-US" altLang="zh-CN" sz="3200" dirty="0">
                <a:latin typeface="JetBrains Mono" panose="020B0509020102050004" pitchFamily="49" charset="0"/>
              </a:rPr>
              <a:t>Group</a:t>
            </a:r>
            <a:endParaRPr kumimoji="1" lang="zh-CN" altLang="en-US" sz="3200" dirty="0">
              <a:latin typeface="JetBrains Mono" panose="020B050902010205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12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92</Words>
  <Application>Microsoft Macintosh PowerPoint</Application>
  <PresentationFormat>宽屏</PresentationFormat>
  <Paragraphs>77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Arial Unicode MS</vt:lpstr>
      <vt:lpstr>Arial</vt:lpstr>
      <vt:lpstr>JetBrains Mono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孙念君</dc:creator>
  <cp:lastModifiedBy>孙念君</cp:lastModifiedBy>
  <cp:revision>13</cp:revision>
  <dcterms:created xsi:type="dcterms:W3CDTF">2020-05-08T01:35:35Z</dcterms:created>
  <dcterms:modified xsi:type="dcterms:W3CDTF">2020-05-08T03:33:10Z</dcterms:modified>
</cp:coreProperties>
</file>