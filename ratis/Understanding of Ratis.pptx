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73"/>
  </p:normalViewPr>
  <p:slideViewPr>
    <p:cSldViewPr snapToGrid="0" snapToObjects="1">
      <p:cViewPr varScale="1">
        <p:scale>
          <a:sx n="107" d="100"/>
          <a:sy n="107" d="100"/>
        </p:scale>
        <p:origin x="73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119653-908E-C94B-82D5-179526EC7E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AB38A30-4D4E-CB4D-8441-44B967B121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299E7B2-0F50-1345-A015-8ED698421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6FEDF-66D6-8449-90A6-1A9C785D8D67}" type="datetimeFigureOut">
              <a:rPr kumimoji="1" lang="zh-CN" altLang="en-US" smtClean="0"/>
              <a:t>2020/5/8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9A6999-8E2B-4C41-874D-5E4670D5B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13291C-CC81-3449-B422-B14E8A9D5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8054A-6871-D24D-8A18-00EFDE62122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01110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6E4E2A-D6F9-3D40-AAF2-71CC863D7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563681-6D2E-3249-969E-116785268F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82C6A50-4816-8143-8D0E-C22113651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6FEDF-66D6-8449-90A6-1A9C785D8D67}" type="datetimeFigureOut">
              <a:rPr kumimoji="1" lang="zh-CN" altLang="en-US" smtClean="0"/>
              <a:t>2020/5/8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F86EA7-FFAD-F740-823D-A169847DA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AC9C6F4-D14B-8C45-B2BD-F5598BFEC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8054A-6871-D24D-8A18-00EFDE62122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91899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CB9D12-A6CB-564C-8B01-F314049D3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FD3E3DA-D2DD-9941-9499-710F37E955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6CC389-A014-5749-AB20-5E0CD7D23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6FEDF-66D6-8449-90A6-1A9C785D8D67}" type="datetimeFigureOut">
              <a:rPr kumimoji="1" lang="zh-CN" altLang="en-US" smtClean="0"/>
              <a:t>2020/5/8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2694551-0F6B-7243-9F8B-29F81A667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261F1F-2925-1F4A-A499-1F064062F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8054A-6871-D24D-8A18-00EFDE62122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50792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52072D-E967-FA43-A93C-AC2AA2A54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9304AB-D238-EB40-8793-97AFAC4FA1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A0383A2-992C-D34C-8BF0-43A9074F33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B6FFF52-C6E8-1949-908A-BCBA591DE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6FEDF-66D6-8449-90A6-1A9C785D8D67}" type="datetimeFigureOut">
              <a:rPr kumimoji="1" lang="zh-CN" altLang="en-US" smtClean="0"/>
              <a:t>2020/5/8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56E85B9-4F5E-2C4B-9919-4E9C89C4E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B75CA4-6102-8149-8CC5-620B2F1FB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8054A-6871-D24D-8A18-00EFDE62122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75021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22F5D5-7153-8C4E-9446-21EDD3040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742F93C-19E1-BD4A-983D-440AAC08D0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AE1778F-26DA-1245-9154-B8B8C9D859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1D6FA2B-7698-344A-A39D-A40C0F78D4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B599247-D8A7-2449-9EDD-D421AF33E1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350491D-99F1-3445-B001-FE7F516D8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6FEDF-66D6-8449-90A6-1A9C785D8D67}" type="datetimeFigureOut">
              <a:rPr kumimoji="1" lang="zh-CN" altLang="en-US" smtClean="0"/>
              <a:t>2020/5/8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1416C19-9577-7543-A17F-04BF0F40B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CE8703B-4F13-5B48-86F5-DBDF58B52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8054A-6871-D24D-8A18-00EFDE62122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320103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2D29D7-E3F4-2543-B313-D5631806B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0AAF12B-4817-FE4C-85B6-947D5AB48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6FEDF-66D6-8449-90A6-1A9C785D8D67}" type="datetimeFigureOut">
              <a:rPr kumimoji="1" lang="zh-CN" altLang="en-US" smtClean="0"/>
              <a:t>2020/5/8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7B439A7-EB8D-054A-9049-73F83CA22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3FFBEF6-340E-DA48-85BC-91164A9C8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8054A-6871-D24D-8A18-00EFDE62122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14025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4AE10BC-A30D-EE4D-AE76-8A9268A04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6FEDF-66D6-8449-90A6-1A9C785D8D67}" type="datetimeFigureOut">
              <a:rPr kumimoji="1" lang="zh-CN" altLang="en-US" smtClean="0"/>
              <a:t>2020/5/8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E9EEBEE-015E-284B-9ABA-1AE9D4263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AA93462-AE91-6448-BB28-E15DBD408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8054A-6871-D24D-8A18-00EFDE62122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46209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1389AE-FA18-194A-9A48-07FD1C131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0D35BF0-272F-6C4F-A397-836901F374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9435CDC-DDA6-5A4F-87D8-02D36F85F0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9DCD1C4-6FAD-2B4E-984D-AFFE7076C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6FEDF-66D6-8449-90A6-1A9C785D8D67}" type="datetimeFigureOut">
              <a:rPr kumimoji="1" lang="zh-CN" altLang="en-US" smtClean="0"/>
              <a:t>2020/5/8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1A1F081-C9CF-8C41-B2A4-15F197060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3B22C9C-DA78-6E4B-9AC9-96A50EE33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8054A-6871-D24D-8A18-00EFDE62122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58147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2F4ADD-7C0C-5540-8C98-FF0604F70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1E12E52-F3EA-6A4F-9FAC-8B57344DA5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814786B-7973-7D42-A892-39F6C4AE98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2550D23-48D4-5F45-877C-D91836A02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6FEDF-66D6-8449-90A6-1A9C785D8D67}" type="datetimeFigureOut">
              <a:rPr kumimoji="1" lang="zh-CN" altLang="en-US" smtClean="0"/>
              <a:t>2020/5/8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87723AF-A84A-704B-9841-B2E3CDDBE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6AA610B-174B-4F48-96A4-5D22673DE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8054A-6871-D24D-8A18-00EFDE62122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16815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07236A-EC33-D542-863B-4A454B64F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8B9F1A6-7D19-5341-A39A-2ED005D4DD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5EFBDCF-3D11-C441-AB11-FFBAE53A1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6FEDF-66D6-8449-90A6-1A9C785D8D67}" type="datetimeFigureOut">
              <a:rPr kumimoji="1" lang="zh-CN" altLang="en-US" smtClean="0"/>
              <a:t>2020/5/8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B20BE78-15E1-6F42-83EF-D76AC11EA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DA5CAE-68AF-B943-A0BD-D226D840D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8054A-6871-D24D-8A18-00EFDE62122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74232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530FDA1-6118-4040-B273-FCAF88ABAC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74DDBAE-26F6-3945-A749-D41C4E3DF9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18D2B4-B9CF-D24F-86B4-EE6398927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6FEDF-66D6-8449-90A6-1A9C785D8D67}" type="datetimeFigureOut">
              <a:rPr kumimoji="1" lang="zh-CN" altLang="en-US" smtClean="0"/>
              <a:t>2020/5/8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F47A9A-A58C-974A-8C17-AB540FB04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4DD348-C8C0-294A-886A-566C6F2D3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8054A-6871-D24D-8A18-00EFDE62122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40585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A3B63D9-D338-DC43-8008-40BFFC310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443B208-B674-8D44-B8C5-991952388A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AEC55ED-7138-5A4E-9EF9-796379CB3B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A6FEDF-66D6-8449-90A6-1A9C785D8D67}" type="datetimeFigureOut">
              <a:rPr kumimoji="1" lang="zh-CN" altLang="en-US" smtClean="0"/>
              <a:t>2020/5/8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2CEF345-127B-7A4C-B8B6-C70430D7D9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D80F2B-9447-EA40-AEB5-D0F68D2F29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78054A-6871-D24D-8A18-00EFDE62122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78659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8801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孙念君</dc:creator>
  <cp:lastModifiedBy>孙念君</cp:lastModifiedBy>
  <cp:revision>2</cp:revision>
  <dcterms:created xsi:type="dcterms:W3CDTF">2020-05-08T01:35:05Z</dcterms:created>
  <dcterms:modified xsi:type="dcterms:W3CDTF">2020-05-08T01:35:30Z</dcterms:modified>
</cp:coreProperties>
</file>